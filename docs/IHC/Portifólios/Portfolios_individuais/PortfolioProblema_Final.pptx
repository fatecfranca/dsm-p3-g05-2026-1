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5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30"/>
  </p:notesMasterIdLst>
  <p:sldIdLst>
    <p:sldId id="256" r:id="rId2"/>
    <p:sldId id="260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257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</p:sldIdLst>
  <p:sldSz cx="9144000" cy="5143500" type="screen16x9"/>
  <p:notesSz cx="6858000" cy="9144000"/>
  <p:embeddedFontLst>
    <p:embeddedFont>
      <p:font typeface="Albert Sans" panose="020B0604020202020204" charset="0"/>
      <p:regular r:id="rId31"/>
      <p:bold r:id="rId32"/>
      <p:italic r:id="rId33"/>
      <p:boldItalic r:id="rId34"/>
    </p:embeddedFont>
    <p:embeddedFont>
      <p:font typeface="Anaheim" panose="020B0604020202020204" charset="0"/>
      <p:regular r:id="rId35"/>
      <p:bold r:id="rId36"/>
    </p:embeddedFont>
    <p:embeddedFont>
      <p:font typeface="DM Sans" pitchFamily="2" charset="0"/>
      <p:regular r:id="rId37"/>
      <p:bold r:id="rId38"/>
      <p:italic r:id="rId39"/>
      <p:boldItalic r:id="rId40"/>
    </p:embeddedFont>
    <p:embeddedFont>
      <p:font typeface="Dreaming Outloud Script Pro" panose="03050502040304050704" pitchFamily="66" charset="0"/>
      <p:regular r:id="rId41"/>
      <p:italic r:id="rId42"/>
    </p:embeddedFont>
    <p:embeddedFont>
      <p:font typeface="Nunito Light" pitchFamily="2" charset="0"/>
      <p:regular r:id="rId43"/>
      <p: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40880C-B871-43C5-8731-B875735C258C}" v="166" dt="2026-05-28T22:05:43.924"/>
  </p1510:revLst>
</p1510:revInfo>
</file>

<file path=ppt/tableStyles.xml><?xml version="1.0" encoding="utf-8"?>
<a:tblStyleLst xmlns:a="http://schemas.openxmlformats.org/drawingml/2006/main" def="{A71F97CB-171B-4644-9E0B-595B39F56F64}">
  <a:tblStyle styleId="{A71F97CB-171B-4644-9E0B-595B39F56F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0A1CAD6-C226-4E4A-9543-6C49FBF60A3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8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Fidalgo" userId="4aca1dba80e36c7f" providerId="LiveId" clId="{A7D92D2C-85A3-4EA7-90B8-7ECBF6673CE2}"/>
    <pc:docChg chg="undo custSel addSld delSld modSld sldOrd delMainMaster">
      <pc:chgData name="Victor Fidalgo" userId="4aca1dba80e36c7f" providerId="LiveId" clId="{A7D92D2C-85A3-4EA7-90B8-7ECBF6673CE2}" dt="2026-06-03T23:12:43.376" v="7037" actId="20577"/>
      <pc:docMkLst>
        <pc:docMk/>
      </pc:docMkLst>
      <pc:sldChg chg="addSp modSp mod">
        <pc:chgData name="Victor Fidalgo" userId="4aca1dba80e36c7f" providerId="LiveId" clId="{A7D92D2C-85A3-4EA7-90B8-7ECBF6673CE2}" dt="2026-06-03T23:12:00.422" v="7035" actId="20577"/>
        <pc:sldMkLst>
          <pc:docMk/>
          <pc:sldMk cId="0" sldId="256"/>
        </pc:sldMkLst>
        <pc:spChg chg="add mod">
          <ac:chgData name="Victor Fidalgo" userId="4aca1dba80e36c7f" providerId="LiveId" clId="{A7D92D2C-85A3-4EA7-90B8-7ECBF6673CE2}" dt="2026-06-03T23:12:00.422" v="7035" actId="20577"/>
          <ac:spMkLst>
            <pc:docMk/>
            <pc:sldMk cId="0" sldId="256"/>
            <ac:spMk id="2" creationId="{14CAE730-F8B8-024A-35BB-F5F1DAD669C5}"/>
          </ac:spMkLst>
        </pc:spChg>
        <pc:spChg chg="add mod">
          <ac:chgData name="Victor Fidalgo" userId="4aca1dba80e36c7f" providerId="LiveId" clId="{A7D92D2C-85A3-4EA7-90B8-7ECBF6673CE2}" dt="2026-05-28T22:06:20.383" v="6977" actId="404"/>
          <ac:spMkLst>
            <pc:docMk/>
            <pc:sldMk cId="0" sldId="256"/>
            <ac:spMk id="3" creationId="{BE74E25B-6774-7736-E5F4-B70394647384}"/>
          </ac:spMkLst>
        </pc:spChg>
        <pc:spChg chg="mod">
          <ac:chgData name="Victor Fidalgo" userId="4aca1dba80e36c7f" providerId="LiveId" clId="{A7D92D2C-85A3-4EA7-90B8-7ECBF6673CE2}" dt="2026-05-28T17:03:09.309" v="302" actId="1076"/>
          <ac:spMkLst>
            <pc:docMk/>
            <pc:sldMk cId="0" sldId="256"/>
            <ac:spMk id="546" creationId="{00000000-0000-0000-0000-000000000000}"/>
          </ac:spMkLst>
        </pc:spChg>
        <pc:spChg chg="mod">
          <ac:chgData name="Victor Fidalgo" userId="4aca1dba80e36c7f" providerId="LiveId" clId="{A7D92D2C-85A3-4EA7-90B8-7ECBF6673CE2}" dt="2026-05-28T17:02:49.472" v="299" actId="1076"/>
          <ac:spMkLst>
            <pc:docMk/>
            <pc:sldMk cId="0" sldId="256"/>
            <ac:spMk id="547" creationId="{00000000-0000-0000-0000-000000000000}"/>
          </ac:spMkLst>
        </pc:spChg>
      </pc:sldChg>
      <pc:sldChg chg="delSp modSp mod">
        <pc:chgData name="Victor Fidalgo" userId="4aca1dba80e36c7f" providerId="LiveId" clId="{A7D92D2C-85A3-4EA7-90B8-7ECBF6673CE2}" dt="2026-05-28T19:04:03.737" v="4829" actId="1076"/>
        <pc:sldMkLst>
          <pc:docMk/>
          <pc:sldMk cId="0" sldId="257"/>
        </pc:sldMkLst>
        <pc:spChg chg="mod">
          <ac:chgData name="Victor Fidalgo" userId="4aca1dba80e36c7f" providerId="LiveId" clId="{A7D92D2C-85A3-4EA7-90B8-7ECBF6673CE2}" dt="2026-05-28T19:00:17.976" v="4793" actId="20577"/>
          <ac:spMkLst>
            <pc:docMk/>
            <pc:sldMk cId="0" sldId="257"/>
            <ac:spMk id="687" creationId="{00000000-0000-0000-0000-000000000000}"/>
          </ac:spMkLst>
        </pc:spChg>
        <pc:spChg chg="mod">
          <ac:chgData name="Victor Fidalgo" userId="4aca1dba80e36c7f" providerId="LiveId" clId="{A7D92D2C-85A3-4EA7-90B8-7ECBF6673CE2}" dt="2026-05-28T19:00:40.203" v="4800" actId="113"/>
          <ac:spMkLst>
            <pc:docMk/>
            <pc:sldMk cId="0" sldId="257"/>
            <ac:spMk id="688" creationId="{00000000-0000-0000-0000-000000000000}"/>
          </ac:spMkLst>
        </pc:spChg>
        <pc:grpChg chg="mod">
          <ac:chgData name="Victor Fidalgo" userId="4aca1dba80e36c7f" providerId="LiveId" clId="{A7D92D2C-85A3-4EA7-90B8-7ECBF6673CE2}" dt="2026-05-28T19:04:03.737" v="4829" actId="1076"/>
          <ac:grpSpMkLst>
            <pc:docMk/>
            <pc:sldMk cId="0" sldId="257"/>
            <ac:grpSpMk id="692" creationId="{00000000-0000-0000-0000-000000000000}"/>
          </ac:grpSpMkLst>
        </pc:grpChg>
        <pc:graphicFrameChg chg="mod modGraphic">
          <ac:chgData name="Victor Fidalgo" userId="4aca1dba80e36c7f" providerId="LiveId" clId="{A7D92D2C-85A3-4EA7-90B8-7ECBF6673CE2}" dt="2026-05-28T19:03:45.705" v="4826"/>
          <ac:graphicFrameMkLst>
            <pc:docMk/>
            <pc:sldMk cId="0" sldId="257"/>
            <ac:graphicFrameMk id="689" creationId="{00000000-0000-0000-0000-000000000000}"/>
          </ac:graphicFrameMkLst>
        </pc:graphicFrameChg>
      </pc:sldChg>
      <pc:sldChg chg="addSp delSp modSp mod ord modNotes">
        <pc:chgData name="Victor Fidalgo" userId="4aca1dba80e36c7f" providerId="LiveId" clId="{A7D92D2C-85A3-4EA7-90B8-7ECBF6673CE2}" dt="2026-05-28T17:07:08.327" v="431"/>
        <pc:sldMkLst>
          <pc:docMk/>
          <pc:sldMk cId="0" sldId="260"/>
        </pc:sldMkLst>
        <pc:spChg chg="mod">
          <ac:chgData name="Victor Fidalgo" userId="4aca1dba80e36c7f" providerId="LiveId" clId="{A7D92D2C-85A3-4EA7-90B8-7ECBF6673CE2}" dt="2026-05-28T17:06:31.368" v="425"/>
          <ac:spMkLst>
            <pc:docMk/>
            <pc:sldMk cId="0" sldId="260"/>
            <ac:spMk id="3" creationId="{BF8600EC-CC5E-F3B1-1DA9-1C7F40561E4F}"/>
          </ac:spMkLst>
        </pc:spChg>
        <pc:spChg chg="mod">
          <ac:chgData name="Victor Fidalgo" userId="4aca1dba80e36c7f" providerId="LiveId" clId="{A7D92D2C-85A3-4EA7-90B8-7ECBF6673CE2}" dt="2026-05-28T17:06:31.368" v="425"/>
          <ac:spMkLst>
            <pc:docMk/>
            <pc:sldMk cId="0" sldId="260"/>
            <ac:spMk id="4" creationId="{FC6CB367-D0A4-F723-AA63-4CC3864ECB8A}"/>
          </ac:spMkLst>
        </pc:spChg>
        <pc:spChg chg="mod">
          <ac:chgData name="Victor Fidalgo" userId="4aca1dba80e36c7f" providerId="LiveId" clId="{A7D92D2C-85A3-4EA7-90B8-7ECBF6673CE2}" dt="2026-05-28T17:06:31.368" v="425"/>
          <ac:spMkLst>
            <pc:docMk/>
            <pc:sldMk cId="0" sldId="260"/>
            <ac:spMk id="5" creationId="{B3FA6306-C33F-7F66-CFCB-6D985E0A13C1}"/>
          </ac:spMkLst>
        </pc:spChg>
        <pc:spChg chg="mod">
          <ac:chgData name="Victor Fidalgo" userId="4aca1dba80e36c7f" providerId="LiveId" clId="{A7D92D2C-85A3-4EA7-90B8-7ECBF6673CE2}" dt="2026-05-28T17:06:31.368" v="425"/>
          <ac:spMkLst>
            <pc:docMk/>
            <pc:sldMk cId="0" sldId="260"/>
            <ac:spMk id="6" creationId="{929F1B74-51E4-77C1-6940-0E9CC44281ED}"/>
          </ac:spMkLst>
        </pc:spChg>
        <pc:spChg chg="mod">
          <ac:chgData name="Victor Fidalgo" userId="4aca1dba80e36c7f" providerId="LiveId" clId="{A7D92D2C-85A3-4EA7-90B8-7ECBF6673CE2}" dt="2026-05-28T17:05:35.048" v="424" actId="14100"/>
          <ac:spMkLst>
            <pc:docMk/>
            <pc:sldMk cId="0" sldId="260"/>
            <ac:spMk id="1294" creationId="{00000000-0000-0000-0000-000000000000}"/>
          </ac:spMkLst>
        </pc:spChg>
        <pc:grpChg chg="add mod">
          <ac:chgData name="Victor Fidalgo" userId="4aca1dba80e36c7f" providerId="LiveId" clId="{A7D92D2C-85A3-4EA7-90B8-7ECBF6673CE2}" dt="2026-05-28T17:06:35.351" v="426" actId="1076"/>
          <ac:grpSpMkLst>
            <pc:docMk/>
            <pc:sldMk cId="0" sldId="260"/>
            <ac:grpSpMk id="2" creationId="{0B954253-217D-B603-5ED4-80B5653A76ED}"/>
          </ac:grpSpMkLst>
        </pc:grpChg>
        <pc:grpChg chg="mod">
          <ac:chgData name="Victor Fidalgo" userId="4aca1dba80e36c7f" providerId="LiveId" clId="{A7D92D2C-85A3-4EA7-90B8-7ECBF6673CE2}" dt="2026-05-28T17:07:08.327" v="431"/>
          <ac:grpSpMkLst>
            <pc:docMk/>
            <pc:sldMk cId="0" sldId="260"/>
            <ac:grpSpMk id="11" creationId="{48EAFE4D-0330-04F9-0AA7-F97B7465152F}"/>
          </ac:grpSpMkLst>
        </pc:grpChg>
        <pc:inkChg chg="add mod">
          <ac:chgData name="Victor Fidalgo" userId="4aca1dba80e36c7f" providerId="LiveId" clId="{A7D92D2C-85A3-4EA7-90B8-7ECBF6673CE2}" dt="2026-05-28T17:07:08.327" v="431"/>
          <ac:inkMkLst>
            <pc:docMk/>
            <pc:sldMk cId="0" sldId="260"/>
            <ac:inkMk id="7" creationId="{6757AAD6-8788-0176-CAE7-2F6F5550A054}"/>
          </ac:inkMkLst>
        </pc:inkChg>
        <pc:inkChg chg="add mod">
          <ac:chgData name="Victor Fidalgo" userId="4aca1dba80e36c7f" providerId="LiveId" clId="{A7D92D2C-85A3-4EA7-90B8-7ECBF6673CE2}" dt="2026-05-28T17:07:08.327" v="431"/>
          <ac:inkMkLst>
            <pc:docMk/>
            <pc:sldMk cId="0" sldId="260"/>
            <ac:inkMk id="8" creationId="{085F260D-F1B8-D6CA-38B4-1BD464D0AD04}"/>
          </ac:inkMkLst>
        </pc:inkChg>
        <pc:inkChg chg="add mod">
          <ac:chgData name="Victor Fidalgo" userId="4aca1dba80e36c7f" providerId="LiveId" clId="{A7D92D2C-85A3-4EA7-90B8-7ECBF6673CE2}" dt="2026-05-28T17:07:08.327" v="431"/>
          <ac:inkMkLst>
            <pc:docMk/>
            <pc:sldMk cId="0" sldId="260"/>
            <ac:inkMk id="10" creationId="{95E3B91F-7D1E-8DE8-7FDB-1A0B76E8E429}"/>
          </ac:inkMkLst>
        </pc:inkChg>
      </pc:sldChg>
      <pc:sldChg chg="addSp delSp modSp add mod">
        <pc:chgData name="Victor Fidalgo" userId="4aca1dba80e36c7f" providerId="LiveId" clId="{A7D92D2C-85A3-4EA7-90B8-7ECBF6673CE2}" dt="2026-05-28T17:24:14.366" v="1023" actId="22"/>
        <pc:sldMkLst>
          <pc:docMk/>
          <pc:sldMk cId="3839418001" sldId="312"/>
        </pc:sldMkLst>
        <pc:spChg chg="add mod">
          <ac:chgData name="Victor Fidalgo" userId="4aca1dba80e36c7f" providerId="LiveId" clId="{A7D92D2C-85A3-4EA7-90B8-7ECBF6673CE2}" dt="2026-05-28T17:08:53.526" v="450" actId="404"/>
          <ac:spMkLst>
            <pc:docMk/>
            <pc:sldMk cId="3839418001" sldId="312"/>
            <ac:spMk id="5" creationId="{38C06894-8D96-C0E7-F213-0665D4F0CA9A}"/>
          </ac:spMkLst>
        </pc:spChg>
        <pc:spChg chg="mod">
          <ac:chgData name="Victor Fidalgo" userId="4aca1dba80e36c7f" providerId="LiveId" clId="{A7D92D2C-85A3-4EA7-90B8-7ECBF6673CE2}" dt="2026-05-28T17:07:47.802" v="444" actId="20577"/>
          <ac:spMkLst>
            <pc:docMk/>
            <pc:sldMk cId="3839418001" sldId="312"/>
            <ac:spMk id="1471" creationId="{8D7926C8-73C9-C8FA-6690-0C3B3AB311AA}"/>
          </ac:spMkLst>
        </pc:spChg>
        <pc:spChg chg="mod">
          <ac:chgData name="Victor Fidalgo" userId="4aca1dba80e36c7f" providerId="LiveId" clId="{A7D92D2C-85A3-4EA7-90B8-7ECBF6673CE2}" dt="2026-05-28T17:23:54.785" v="1021" actId="113"/>
          <ac:spMkLst>
            <pc:docMk/>
            <pc:sldMk cId="3839418001" sldId="312"/>
            <ac:spMk id="1472" creationId="{84EC2395-9EB5-BDAE-7157-471D683FAA71}"/>
          </ac:spMkLst>
        </pc:spChg>
        <pc:spChg chg="mod">
          <ac:chgData name="Victor Fidalgo" userId="4aca1dba80e36c7f" providerId="LiveId" clId="{A7D92D2C-85A3-4EA7-90B8-7ECBF6673CE2}" dt="2026-05-28T17:23:35.554" v="1019" actId="20577"/>
          <ac:spMkLst>
            <pc:docMk/>
            <pc:sldMk cId="3839418001" sldId="312"/>
            <ac:spMk id="1473" creationId="{BF9A748D-1A6F-7C0B-D97F-CDE0396481F8}"/>
          </ac:spMkLst>
        </pc:spChg>
        <pc:inkChg chg="add">
          <ac:chgData name="Victor Fidalgo" userId="4aca1dba80e36c7f" providerId="LiveId" clId="{A7D92D2C-85A3-4EA7-90B8-7ECBF6673CE2}" dt="2026-05-28T17:07:33.550" v="433" actId="9405"/>
          <ac:inkMkLst>
            <pc:docMk/>
            <pc:sldMk cId="3839418001" sldId="312"/>
            <ac:inkMk id="2" creationId="{76E11F09-813C-70BA-4EFB-2D1F42EACFE9}"/>
          </ac:inkMkLst>
        </pc:inkChg>
        <pc:inkChg chg="add">
          <ac:chgData name="Victor Fidalgo" userId="4aca1dba80e36c7f" providerId="LiveId" clId="{A7D92D2C-85A3-4EA7-90B8-7ECBF6673CE2}" dt="2026-05-28T17:07:36.841" v="434" actId="9405"/>
          <ac:inkMkLst>
            <pc:docMk/>
            <pc:sldMk cId="3839418001" sldId="312"/>
            <ac:inkMk id="3" creationId="{4B75BDC8-16C9-43C0-CA20-171AAED060EA}"/>
          </ac:inkMkLst>
        </pc:inkChg>
      </pc:sldChg>
      <pc:sldChg chg="addSp delSp modSp add mod">
        <pc:chgData name="Victor Fidalgo" userId="4aca1dba80e36c7f" providerId="LiveId" clId="{A7D92D2C-85A3-4EA7-90B8-7ECBF6673CE2}" dt="2026-05-28T17:37:45.493" v="1825" actId="14100"/>
        <pc:sldMkLst>
          <pc:docMk/>
          <pc:sldMk cId="2867133241" sldId="313"/>
        </pc:sldMkLst>
        <pc:spChg chg="mod">
          <ac:chgData name="Victor Fidalgo" userId="4aca1dba80e36c7f" providerId="LiveId" clId="{A7D92D2C-85A3-4EA7-90B8-7ECBF6673CE2}" dt="2026-05-28T17:25:22.734" v="1080"/>
          <ac:spMkLst>
            <pc:docMk/>
            <pc:sldMk cId="2867133241" sldId="313"/>
            <ac:spMk id="13" creationId="{4F386384-A938-C5F0-E92A-4862F348E1C7}"/>
          </ac:spMkLst>
        </pc:spChg>
        <pc:spChg chg="mod">
          <ac:chgData name="Victor Fidalgo" userId="4aca1dba80e36c7f" providerId="LiveId" clId="{A7D92D2C-85A3-4EA7-90B8-7ECBF6673CE2}" dt="2026-05-28T17:25:22.734" v="1080"/>
          <ac:spMkLst>
            <pc:docMk/>
            <pc:sldMk cId="2867133241" sldId="313"/>
            <ac:spMk id="14" creationId="{A7CB0DDF-E569-4785-73D7-755D37B33068}"/>
          </ac:spMkLst>
        </pc:spChg>
        <pc:spChg chg="mod">
          <ac:chgData name="Victor Fidalgo" userId="4aca1dba80e36c7f" providerId="LiveId" clId="{A7D92D2C-85A3-4EA7-90B8-7ECBF6673CE2}" dt="2026-05-28T17:25:22.734" v="1080"/>
          <ac:spMkLst>
            <pc:docMk/>
            <pc:sldMk cId="2867133241" sldId="313"/>
            <ac:spMk id="17" creationId="{30C760A4-E194-C4CB-85E0-CA4D23C07C68}"/>
          </ac:spMkLst>
        </pc:spChg>
        <pc:spChg chg="mod">
          <ac:chgData name="Victor Fidalgo" userId="4aca1dba80e36c7f" providerId="LiveId" clId="{A7D92D2C-85A3-4EA7-90B8-7ECBF6673CE2}" dt="2026-05-28T17:25:22.734" v="1080"/>
          <ac:spMkLst>
            <pc:docMk/>
            <pc:sldMk cId="2867133241" sldId="313"/>
            <ac:spMk id="18" creationId="{9D797FAF-9F07-CC45-F378-248A5A99E8FC}"/>
          </ac:spMkLst>
        </pc:spChg>
        <pc:spChg chg="mod">
          <ac:chgData name="Victor Fidalgo" userId="4aca1dba80e36c7f" providerId="LiveId" clId="{A7D92D2C-85A3-4EA7-90B8-7ECBF6673CE2}" dt="2026-05-28T17:25:22.734" v="1080"/>
          <ac:spMkLst>
            <pc:docMk/>
            <pc:sldMk cId="2867133241" sldId="313"/>
            <ac:spMk id="19" creationId="{F78AAA17-7A37-0AD7-D0FC-98C7A6529885}"/>
          </ac:spMkLst>
        </pc:spChg>
        <pc:spChg chg="mod">
          <ac:chgData name="Victor Fidalgo" userId="4aca1dba80e36c7f" providerId="LiveId" clId="{A7D92D2C-85A3-4EA7-90B8-7ECBF6673CE2}" dt="2026-05-28T17:25:22.734" v="1080"/>
          <ac:spMkLst>
            <pc:docMk/>
            <pc:sldMk cId="2867133241" sldId="313"/>
            <ac:spMk id="23" creationId="{45C2E5FE-AF41-6D4E-EEBB-67E667285A5E}"/>
          </ac:spMkLst>
        </pc:spChg>
        <pc:spChg chg="mod">
          <ac:chgData name="Victor Fidalgo" userId="4aca1dba80e36c7f" providerId="LiveId" clId="{A7D92D2C-85A3-4EA7-90B8-7ECBF6673CE2}" dt="2026-05-28T17:25:22.734" v="1080"/>
          <ac:spMkLst>
            <pc:docMk/>
            <pc:sldMk cId="2867133241" sldId="313"/>
            <ac:spMk id="24" creationId="{1207135E-72ED-5899-4B0C-3E9EDB4E4A23}"/>
          </ac:spMkLst>
        </pc:spChg>
        <pc:spChg chg="mod">
          <ac:chgData name="Victor Fidalgo" userId="4aca1dba80e36c7f" providerId="LiveId" clId="{A7D92D2C-85A3-4EA7-90B8-7ECBF6673CE2}" dt="2026-05-28T17:25:22.734" v="1080"/>
          <ac:spMkLst>
            <pc:docMk/>
            <pc:sldMk cId="2867133241" sldId="313"/>
            <ac:spMk id="27" creationId="{95CBD56D-64F7-6C5B-98F8-F94F5F249ACF}"/>
          </ac:spMkLst>
        </pc:spChg>
        <pc:spChg chg="mod">
          <ac:chgData name="Victor Fidalgo" userId="4aca1dba80e36c7f" providerId="LiveId" clId="{A7D92D2C-85A3-4EA7-90B8-7ECBF6673CE2}" dt="2026-05-28T17:25:22.734" v="1080"/>
          <ac:spMkLst>
            <pc:docMk/>
            <pc:sldMk cId="2867133241" sldId="313"/>
            <ac:spMk id="28" creationId="{EDCDBC1D-E3CE-DD6E-B02B-5A260EF357A4}"/>
          </ac:spMkLst>
        </pc:spChg>
        <pc:spChg chg="mod">
          <ac:chgData name="Victor Fidalgo" userId="4aca1dba80e36c7f" providerId="LiveId" clId="{A7D92D2C-85A3-4EA7-90B8-7ECBF6673CE2}" dt="2026-05-28T17:25:22.734" v="1080"/>
          <ac:spMkLst>
            <pc:docMk/>
            <pc:sldMk cId="2867133241" sldId="313"/>
            <ac:spMk id="29" creationId="{37D1C804-6EA2-33F0-84BB-7BCFF79155AD}"/>
          </ac:spMkLst>
        </pc:spChg>
        <pc:spChg chg="mod">
          <ac:chgData name="Victor Fidalgo" userId="4aca1dba80e36c7f" providerId="LiveId" clId="{A7D92D2C-85A3-4EA7-90B8-7ECBF6673CE2}" dt="2026-05-28T17:24:44.525" v="1077" actId="122"/>
          <ac:spMkLst>
            <pc:docMk/>
            <pc:sldMk cId="2867133241" sldId="313"/>
            <ac:spMk id="1471" creationId="{864BDDB7-0E80-FA2A-6717-44ECE1F5111D}"/>
          </ac:spMkLst>
        </pc:spChg>
        <pc:spChg chg="mod">
          <ac:chgData name="Victor Fidalgo" userId="4aca1dba80e36c7f" providerId="LiveId" clId="{A7D92D2C-85A3-4EA7-90B8-7ECBF6673CE2}" dt="2026-05-28T17:37:45.493" v="1825" actId="14100"/>
          <ac:spMkLst>
            <pc:docMk/>
            <pc:sldMk cId="2867133241" sldId="313"/>
            <ac:spMk id="1472" creationId="{6C5A4C82-4E29-4FD3-3135-337D9D6FACBE}"/>
          </ac:spMkLst>
        </pc:spChg>
        <pc:spChg chg="mod">
          <ac:chgData name="Victor Fidalgo" userId="4aca1dba80e36c7f" providerId="LiveId" clId="{A7D92D2C-85A3-4EA7-90B8-7ECBF6673CE2}" dt="2026-05-28T17:37:16.533" v="1820" actId="113"/>
          <ac:spMkLst>
            <pc:docMk/>
            <pc:sldMk cId="2867133241" sldId="313"/>
            <ac:spMk id="1473" creationId="{D6AF088F-E2F8-451C-D054-5C9EB51F490A}"/>
          </ac:spMkLst>
        </pc:spChg>
        <pc:grpChg chg="mod">
          <ac:chgData name="Victor Fidalgo" userId="4aca1dba80e36c7f" providerId="LiveId" clId="{A7D92D2C-85A3-4EA7-90B8-7ECBF6673CE2}" dt="2026-05-28T17:25:28.582" v="1081" actId="1076"/>
          <ac:grpSpMkLst>
            <pc:docMk/>
            <pc:sldMk cId="2867133241" sldId="313"/>
            <ac:grpSpMk id="4" creationId="{7D15E4B0-1CE7-8508-4C06-E87FFC8AC1D0}"/>
          </ac:grpSpMkLst>
        </pc:grpChg>
        <pc:grpChg chg="mod">
          <ac:chgData name="Victor Fidalgo" userId="4aca1dba80e36c7f" providerId="LiveId" clId="{A7D92D2C-85A3-4EA7-90B8-7ECBF6673CE2}" dt="2026-05-28T17:25:39.108" v="1083" actId="14100"/>
          <ac:grpSpMkLst>
            <pc:docMk/>
            <pc:sldMk cId="2867133241" sldId="313"/>
            <ac:grpSpMk id="1475" creationId="{34DC10A0-8AB3-5547-2991-DA4844E9F98F}"/>
          </ac:grpSpMkLst>
        </pc:grpChg>
      </pc:sldChg>
      <pc:sldChg chg="addSp delSp modSp add mod">
        <pc:chgData name="Victor Fidalgo" userId="4aca1dba80e36c7f" providerId="LiveId" clId="{A7D92D2C-85A3-4EA7-90B8-7ECBF6673CE2}" dt="2026-05-28T17:49:23.961" v="2316" actId="20577"/>
        <pc:sldMkLst>
          <pc:docMk/>
          <pc:sldMk cId="1712695189" sldId="314"/>
        </pc:sldMkLst>
        <pc:spChg chg="mod">
          <ac:chgData name="Victor Fidalgo" userId="4aca1dba80e36c7f" providerId="LiveId" clId="{A7D92D2C-85A3-4EA7-90B8-7ECBF6673CE2}" dt="2026-05-28T17:39:23.119" v="1835"/>
          <ac:spMkLst>
            <pc:docMk/>
            <pc:sldMk cId="1712695189" sldId="314"/>
            <ac:spMk id="34" creationId="{2C59D5D2-05BE-937D-17A2-0662A704689B}"/>
          </ac:spMkLst>
        </pc:spChg>
        <pc:spChg chg="mod">
          <ac:chgData name="Victor Fidalgo" userId="4aca1dba80e36c7f" providerId="LiveId" clId="{A7D92D2C-85A3-4EA7-90B8-7ECBF6673CE2}" dt="2026-05-28T17:39:23.119" v="1835"/>
          <ac:spMkLst>
            <pc:docMk/>
            <pc:sldMk cId="1712695189" sldId="314"/>
            <ac:spMk id="35" creationId="{212A76AC-C17B-543B-4B01-667A08595A93}"/>
          </ac:spMkLst>
        </pc:spChg>
        <pc:spChg chg="mod">
          <ac:chgData name="Victor Fidalgo" userId="4aca1dba80e36c7f" providerId="LiveId" clId="{A7D92D2C-85A3-4EA7-90B8-7ECBF6673CE2}" dt="2026-05-28T17:39:23.119" v="1835"/>
          <ac:spMkLst>
            <pc:docMk/>
            <pc:sldMk cId="1712695189" sldId="314"/>
            <ac:spMk id="36" creationId="{6E69C2E9-F97E-C8D9-C1A4-8096CCD1CD5C}"/>
          </ac:spMkLst>
        </pc:spChg>
        <pc:spChg chg="mod">
          <ac:chgData name="Victor Fidalgo" userId="4aca1dba80e36c7f" providerId="LiveId" clId="{A7D92D2C-85A3-4EA7-90B8-7ECBF6673CE2}" dt="2026-05-28T17:39:23.119" v="1835"/>
          <ac:spMkLst>
            <pc:docMk/>
            <pc:sldMk cId="1712695189" sldId="314"/>
            <ac:spMk id="37" creationId="{F3EDCEDA-3BF1-0A27-C728-DDD8F52FB1ED}"/>
          </ac:spMkLst>
        </pc:spChg>
        <pc:spChg chg="add mod">
          <ac:chgData name="Victor Fidalgo" userId="4aca1dba80e36c7f" providerId="LiveId" clId="{A7D92D2C-85A3-4EA7-90B8-7ECBF6673CE2}" dt="2026-05-28T17:40:41.897" v="1841" actId="1076"/>
          <ac:spMkLst>
            <pc:docMk/>
            <pc:sldMk cId="1712695189" sldId="314"/>
            <ac:spMk id="38" creationId="{1BCAC318-1591-6226-534E-5F9595601E2D}"/>
          </ac:spMkLst>
        </pc:spChg>
        <pc:spChg chg="mod">
          <ac:chgData name="Victor Fidalgo" userId="4aca1dba80e36c7f" providerId="LiveId" clId="{A7D92D2C-85A3-4EA7-90B8-7ECBF6673CE2}" dt="2026-05-28T17:41:40.050" v="1842"/>
          <ac:spMkLst>
            <pc:docMk/>
            <pc:sldMk cId="1712695189" sldId="314"/>
            <ac:spMk id="40" creationId="{0E8A1192-C063-369A-DEFF-4C82759C3FA1}"/>
          </ac:spMkLst>
        </pc:spChg>
        <pc:spChg chg="mod">
          <ac:chgData name="Victor Fidalgo" userId="4aca1dba80e36c7f" providerId="LiveId" clId="{A7D92D2C-85A3-4EA7-90B8-7ECBF6673CE2}" dt="2026-05-28T17:41:40.050" v="1842"/>
          <ac:spMkLst>
            <pc:docMk/>
            <pc:sldMk cId="1712695189" sldId="314"/>
            <ac:spMk id="41" creationId="{295A8AC1-0928-A10E-E078-783BE9CEC77A}"/>
          </ac:spMkLst>
        </pc:spChg>
        <pc:spChg chg="mod">
          <ac:chgData name="Victor Fidalgo" userId="4aca1dba80e36c7f" providerId="LiveId" clId="{A7D92D2C-85A3-4EA7-90B8-7ECBF6673CE2}" dt="2026-05-28T17:41:40.050" v="1842"/>
          <ac:spMkLst>
            <pc:docMk/>
            <pc:sldMk cId="1712695189" sldId="314"/>
            <ac:spMk id="42" creationId="{C367F09F-F863-200D-70D8-6BB0ECDF70DD}"/>
          </ac:spMkLst>
        </pc:spChg>
        <pc:spChg chg="mod">
          <ac:chgData name="Victor Fidalgo" userId="4aca1dba80e36c7f" providerId="LiveId" clId="{A7D92D2C-85A3-4EA7-90B8-7ECBF6673CE2}" dt="2026-05-28T17:42:06.215" v="1849" actId="1076"/>
          <ac:spMkLst>
            <pc:docMk/>
            <pc:sldMk cId="1712695189" sldId="314"/>
            <ac:spMk id="44" creationId="{21545E99-EFEE-B285-DA06-721E8090AA06}"/>
          </ac:spMkLst>
        </pc:spChg>
        <pc:spChg chg="mod">
          <ac:chgData name="Victor Fidalgo" userId="4aca1dba80e36c7f" providerId="LiveId" clId="{A7D92D2C-85A3-4EA7-90B8-7ECBF6673CE2}" dt="2026-05-28T17:42:29.986" v="1857" actId="1076"/>
          <ac:spMkLst>
            <pc:docMk/>
            <pc:sldMk cId="1712695189" sldId="314"/>
            <ac:spMk id="45" creationId="{A270A633-CE2F-8AC5-799D-E8E257BFC079}"/>
          </ac:spMkLst>
        </pc:spChg>
        <pc:spChg chg="mod">
          <ac:chgData name="Victor Fidalgo" userId="4aca1dba80e36c7f" providerId="LiveId" clId="{A7D92D2C-85A3-4EA7-90B8-7ECBF6673CE2}" dt="2026-05-28T17:41:40.050" v="1842"/>
          <ac:spMkLst>
            <pc:docMk/>
            <pc:sldMk cId="1712695189" sldId="314"/>
            <ac:spMk id="47" creationId="{B6634A8E-1EAD-284B-298E-2BD8F0C31F6E}"/>
          </ac:spMkLst>
        </pc:spChg>
        <pc:spChg chg="mod">
          <ac:chgData name="Victor Fidalgo" userId="4aca1dba80e36c7f" providerId="LiveId" clId="{A7D92D2C-85A3-4EA7-90B8-7ECBF6673CE2}" dt="2026-05-28T17:43:15.711" v="1869" actId="207"/>
          <ac:spMkLst>
            <pc:docMk/>
            <pc:sldMk cId="1712695189" sldId="314"/>
            <ac:spMk id="51" creationId="{771820AE-EA9E-8303-993D-B7ECA81CC946}"/>
          </ac:spMkLst>
        </pc:spChg>
        <pc:spChg chg="mod">
          <ac:chgData name="Victor Fidalgo" userId="4aca1dba80e36c7f" providerId="LiveId" clId="{A7D92D2C-85A3-4EA7-90B8-7ECBF6673CE2}" dt="2026-05-28T17:43:15.711" v="1869" actId="207"/>
          <ac:spMkLst>
            <pc:docMk/>
            <pc:sldMk cId="1712695189" sldId="314"/>
            <ac:spMk id="52" creationId="{9EC00937-A6EE-5758-5316-BFB6647ECB71}"/>
          </ac:spMkLst>
        </pc:spChg>
        <pc:spChg chg="mod">
          <ac:chgData name="Victor Fidalgo" userId="4aca1dba80e36c7f" providerId="LiveId" clId="{A7D92D2C-85A3-4EA7-90B8-7ECBF6673CE2}" dt="2026-05-28T17:42:17.694" v="1852" actId="1076"/>
          <ac:spMkLst>
            <pc:docMk/>
            <pc:sldMk cId="1712695189" sldId="314"/>
            <ac:spMk id="53" creationId="{D9F2C1A4-8697-23C7-451B-34C6516922AA}"/>
          </ac:spMkLst>
        </pc:spChg>
        <pc:spChg chg="mod">
          <ac:chgData name="Victor Fidalgo" userId="4aca1dba80e36c7f" providerId="LiveId" clId="{A7D92D2C-85A3-4EA7-90B8-7ECBF6673CE2}" dt="2026-05-28T17:41:40.050" v="1842"/>
          <ac:spMkLst>
            <pc:docMk/>
            <pc:sldMk cId="1712695189" sldId="314"/>
            <ac:spMk id="56" creationId="{722000F7-0D14-6B34-1C59-F29B1CFD4367}"/>
          </ac:spMkLst>
        </pc:spChg>
        <pc:spChg chg="mod">
          <ac:chgData name="Victor Fidalgo" userId="4aca1dba80e36c7f" providerId="LiveId" clId="{A7D92D2C-85A3-4EA7-90B8-7ECBF6673CE2}" dt="2026-05-28T17:41:40.050" v="1842"/>
          <ac:spMkLst>
            <pc:docMk/>
            <pc:sldMk cId="1712695189" sldId="314"/>
            <ac:spMk id="58" creationId="{0133A6F0-3C3C-E299-6EDE-37C114E4A618}"/>
          </ac:spMkLst>
        </pc:spChg>
        <pc:spChg chg="mod">
          <ac:chgData name="Victor Fidalgo" userId="4aca1dba80e36c7f" providerId="LiveId" clId="{A7D92D2C-85A3-4EA7-90B8-7ECBF6673CE2}" dt="2026-05-28T17:41:40.050" v="1842"/>
          <ac:spMkLst>
            <pc:docMk/>
            <pc:sldMk cId="1712695189" sldId="314"/>
            <ac:spMk id="59" creationId="{5C94256F-B533-7854-3786-8D9B9DF58E80}"/>
          </ac:spMkLst>
        </pc:spChg>
        <pc:spChg chg="mod">
          <ac:chgData name="Victor Fidalgo" userId="4aca1dba80e36c7f" providerId="LiveId" clId="{A7D92D2C-85A3-4EA7-90B8-7ECBF6673CE2}" dt="2026-05-28T17:41:40.050" v="1842"/>
          <ac:spMkLst>
            <pc:docMk/>
            <pc:sldMk cId="1712695189" sldId="314"/>
            <ac:spMk id="62" creationId="{A8D6337C-DD8E-5D88-7297-1259971CA164}"/>
          </ac:spMkLst>
        </pc:spChg>
        <pc:spChg chg="add mod">
          <ac:chgData name="Victor Fidalgo" userId="4aca1dba80e36c7f" providerId="LiveId" clId="{A7D92D2C-85A3-4EA7-90B8-7ECBF6673CE2}" dt="2026-05-28T17:45:05.301" v="1880" actId="1076"/>
          <ac:spMkLst>
            <pc:docMk/>
            <pc:sldMk cId="1712695189" sldId="314"/>
            <ac:spMk id="1413" creationId="{3B5EA8A3-BBF2-4EBC-79D6-A702CFDC99E3}"/>
          </ac:spMkLst>
        </pc:spChg>
        <pc:spChg chg="add mod">
          <ac:chgData name="Victor Fidalgo" userId="4aca1dba80e36c7f" providerId="LiveId" clId="{A7D92D2C-85A3-4EA7-90B8-7ECBF6673CE2}" dt="2026-05-28T17:45:11.823" v="1882" actId="1076"/>
          <ac:spMkLst>
            <pc:docMk/>
            <pc:sldMk cId="1712695189" sldId="314"/>
            <ac:spMk id="1414" creationId="{B4DD41CB-234C-C9BB-36E7-B6ECD72E3A1B}"/>
          </ac:spMkLst>
        </pc:spChg>
        <pc:spChg chg="add mod">
          <ac:chgData name="Victor Fidalgo" userId="4aca1dba80e36c7f" providerId="LiveId" clId="{A7D92D2C-85A3-4EA7-90B8-7ECBF6673CE2}" dt="2026-05-28T17:45:15.823" v="1884" actId="1076"/>
          <ac:spMkLst>
            <pc:docMk/>
            <pc:sldMk cId="1712695189" sldId="314"/>
            <ac:spMk id="1415" creationId="{FFFA1D4D-E4ED-6713-8800-4B4B8CEBF66A}"/>
          </ac:spMkLst>
        </pc:spChg>
        <pc:spChg chg="add mod">
          <ac:chgData name="Victor Fidalgo" userId="4aca1dba80e36c7f" providerId="LiveId" clId="{A7D92D2C-85A3-4EA7-90B8-7ECBF6673CE2}" dt="2026-05-28T17:45:20.878" v="1886" actId="1076"/>
          <ac:spMkLst>
            <pc:docMk/>
            <pc:sldMk cId="1712695189" sldId="314"/>
            <ac:spMk id="1416" creationId="{5DB9D6E9-8279-9617-DECF-ED4542E6AA6E}"/>
          </ac:spMkLst>
        </pc:spChg>
        <pc:spChg chg="mod">
          <ac:chgData name="Victor Fidalgo" userId="4aca1dba80e36c7f" providerId="LiveId" clId="{A7D92D2C-85A3-4EA7-90B8-7ECBF6673CE2}" dt="2026-05-28T17:49:23.961" v="2316" actId="20577"/>
          <ac:spMkLst>
            <pc:docMk/>
            <pc:sldMk cId="1712695189" sldId="314"/>
            <ac:spMk id="1471" creationId="{EBF761FB-A5DB-9F33-710F-BAAEFE72D006}"/>
          </ac:spMkLst>
        </pc:spChg>
        <pc:grpChg chg="add mod">
          <ac:chgData name="Victor Fidalgo" userId="4aca1dba80e36c7f" providerId="LiveId" clId="{A7D92D2C-85A3-4EA7-90B8-7ECBF6673CE2}" dt="2026-05-28T17:39:36.444" v="1838" actId="14100"/>
          <ac:grpSpMkLst>
            <pc:docMk/>
            <pc:sldMk cId="1712695189" sldId="314"/>
            <ac:grpSpMk id="33" creationId="{159642B5-E942-C3B3-F70B-26830757631E}"/>
          </ac:grpSpMkLst>
        </pc:grpChg>
        <pc:grpChg chg="mod">
          <ac:chgData name="Victor Fidalgo" userId="4aca1dba80e36c7f" providerId="LiveId" clId="{A7D92D2C-85A3-4EA7-90B8-7ECBF6673CE2}" dt="2026-05-28T17:42:43.795" v="1862" actId="14100"/>
          <ac:grpSpMkLst>
            <pc:docMk/>
            <pc:sldMk cId="1712695189" sldId="314"/>
            <ac:grpSpMk id="39" creationId="{0B092EAA-33FE-2F21-9C23-DC67E5DF3E36}"/>
          </ac:grpSpMkLst>
        </pc:grpChg>
        <pc:grpChg chg="mod">
          <ac:chgData name="Victor Fidalgo" userId="4aca1dba80e36c7f" providerId="LiveId" clId="{A7D92D2C-85A3-4EA7-90B8-7ECBF6673CE2}" dt="2026-05-28T17:41:51.733" v="1844" actId="14100"/>
          <ac:grpSpMkLst>
            <pc:docMk/>
            <pc:sldMk cId="1712695189" sldId="314"/>
            <ac:grpSpMk id="46" creationId="{976F84B7-7365-DD41-C644-8D70BB1B13E1}"/>
          </ac:grpSpMkLst>
        </pc:grpChg>
        <pc:grpChg chg="mod">
          <ac:chgData name="Victor Fidalgo" userId="4aca1dba80e36c7f" providerId="LiveId" clId="{A7D92D2C-85A3-4EA7-90B8-7ECBF6673CE2}" dt="2026-05-28T17:41:59.185" v="1846" actId="1076"/>
          <ac:grpSpMkLst>
            <pc:docMk/>
            <pc:sldMk cId="1712695189" sldId="314"/>
            <ac:grpSpMk id="50" creationId="{252A2315-41D0-4AE4-E90E-4019989B0F64}"/>
          </ac:grpSpMkLst>
        </pc:grpChg>
        <pc:grpChg chg="mod">
          <ac:chgData name="Victor Fidalgo" userId="4aca1dba80e36c7f" providerId="LiveId" clId="{A7D92D2C-85A3-4EA7-90B8-7ECBF6673CE2}" dt="2026-05-28T17:42:39.540" v="1860" actId="1076"/>
          <ac:grpSpMkLst>
            <pc:docMk/>
            <pc:sldMk cId="1712695189" sldId="314"/>
            <ac:grpSpMk id="54" creationId="{E728F030-2E2D-957A-920A-985B8D13550F}"/>
          </ac:grpSpMkLst>
        </pc:grpChg>
        <pc:grpChg chg="mod">
          <ac:chgData name="Victor Fidalgo" userId="4aca1dba80e36c7f" providerId="LiveId" clId="{A7D92D2C-85A3-4EA7-90B8-7ECBF6673CE2}" dt="2026-05-28T17:42:54.107" v="1866" actId="14100"/>
          <ac:grpSpMkLst>
            <pc:docMk/>
            <pc:sldMk cId="1712695189" sldId="314"/>
            <ac:grpSpMk id="57" creationId="{98D38ADE-7574-CD4C-242A-8FC7B1A5933D}"/>
          </ac:grpSpMkLst>
        </pc:grpChg>
      </pc:sldChg>
      <pc:sldChg chg="addSp modSp add mod modNotes">
        <pc:chgData name="Victor Fidalgo" userId="4aca1dba80e36c7f" providerId="LiveId" clId="{A7D92D2C-85A3-4EA7-90B8-7ECBF6673CE2}" dt="2026-05-28T17:55:10.391" v="2424" actId="403"/>
        <pc:sldMkLst>
          <pc:docMk/>
          <pc:sldMk cId="2160888194" sldId="315"/>
        </pc:sldMkLst>
        <pc:spChg chg="add mod">
          <ac:chgData name="Victor Fidalgo" userId="4aca1dba80e36c7f" providerId="LiveId" clId="{A7D92D2C-85A3-4EA7-90B8-7ECBF6673CE2}" dt="2026-05-28T17:52:32.965" v="2333" actId="1076"/>
          <ac:spMkLst>
            <pc:docMk/>
            <pc:sldMk cId="2160888194" sldId="315"/>
            <ac:spMk id="3" creationId="{D3A0FC25-DF0A-2E7D-C580-394973266A86}"/>
          </ac:spMkLst>
        </pc:spChg>
        <pc:spChg chg="add mod">
          <ac:chgData name="Victor Fidalgo" userId="4aca1dba80e36c7f" providerId="LiveId" clId="{A7D92D2C-85A3-4EA7-90B8-7ECBF6673CE2}" dt="2026-05-28T17:55:10.391" v="2424" actId="403"/>
          <ac:spMkLst>
            <pc:docMk/>
            <pc:sldMk cId="2160888194" sldId="315"/>
            <ac:spMk id="4" creationId="{E231B1D6-F6FB-2291-E236-C44AE645A0D5}"/>
          </ac:spMkLst>
        </pc:spChg>
        <pc:spChg chg="add mod">
          <ac:chgData name="Victor Fidalgo" userId="4aca1dba80e36c7f" providerId="LiveId" clId="{A7D92D2C-85A3-4EA7-90B8-7ECBF6673CE2}" dt="2026-05-28T17:54:31.443" v="2413" actId="1076"/>
          <ac:spMkLst>
            <pc:docMk/>
            <pc:sldMk cId="2160888194" sldId="315"/>
            <ac:spMk id="5" creationId="{AB3990D0-BD76-12B0-1776-E8BAA9904930}"/>
          </ac:spMkLst>
        </pc:spChg>
        <pc:spChg chg="mod">
          <ac:chgData name="Victor Fidalgo" userId="4aca1dba80e36c7f" providerId="LiveId" clId="{A7D92D2C-85A3-4EA7-90B8-7ECBF6673CE2}" dt="2026-05-28T17:55:00.848" v="2419" actId="1076"/>
          <ac:spMkLst>
            <pc:docMk/>
            <pc:sldMk cId="2160888194" sldId="315"/>
            <ac:spMk id="2262" creationId="{CE371E92-6567-6708-2B06-064CB38BB0EB}"/>
          </ac:spMkLst>
        </pc:spChg>
      </pc:sldChg>
      <pc:sldChg chg="addSp delSp modSp add mod">
        <pc:chgData name="Victor Fidalgo" userId="4aca1dba80e36c7f" providerId="LiveId" clId="{A7D92D2C-85A3-4EA7-90B8-7ECBF6673CE2}" dt="2026-05-28T18:02:32.537" v="2719" actId="5793"/>
        <pc:sldMkLst>
          <pc:docMk/>
          <pc:sldMk cId="1721597366" sldId="316"/>
        </pc:sldMkLst>
        <pc:spChg chg="mod">
          <ac:chgData name="Victor Fidalgo" userId="4aca1dba80e36c7f" providerId="LiveId" clId="{A7D92D2C-85A3-4EA7-90B8-7ECBF6673CE2}" dt="2026-05-28T18:02:32.537" v="2719" actId="5793"/>
          <ac:spMkLst>
            <pc:docMk/>
            <pc:sldMk cId="1721597366" sldId="316"/>
            <ac:spMk id="1701" creationId="{96BD357C-CD83-0D34-139C-BF0A0370EBE9}"/>
          </ac:spMkLst>
        </pc:spChg>
        <pc:spChg chg="mod">
          <ac:chgData name="Victor Fidalgo" userId="4aca1dba80e36c7f" providerId="LiveId" clId="{A7D92D2C-85A3-4EA7-90B8-7ECBF6673CE2}" dt="2026-05-28T18:02:00.435" v="2685" actId="1037"/>
          <ac:spMkLst>
            <pc:docMk/>
            <pc:sldMk cId="1721597366" sldId="316"/>
            <ac:spMk id="1702" creationId="{7B7CC08A-EE28-E26C-DBF0-DB802903D200}"/>
          </ac:spMkLst>
        </pc:spChg>
        <pc:spChg chg="mod">
          <ac:chgData name="Victor Fidalgo" userId="4aca1dba80e36c7f" providerId="LiveId" clId="{A7D92D2C-85A3-4EA7-90B8-7ECBF6673CE2}" dt="2026-05-28T17:56:59.079" v="2637" actId="20577"/>
          <ac:spMkLst>
            <pc:docMk/>
            <pc:sldMk cId="1721597366" sldId="316"/>
            <ac:spMk id="1703" creationId="{8B971D5A-D74B-F408-1E44-7FDCF88DD523}"/>
          </ac:spMkLst>
        </pc:spChg>
        <pc:spChg chg="mod">
          <ac:chgData name="Victor Fidalgo" userId="4aca1dba80e36c7f" providerId="LiveId" clId="{A7D92D2C-85A3-4EA7-90B8-7ECBF6673CE2}" dt="2026-05-28T17:56:11.089" v="2457" actId="20577"/>
          <ac:spMkLst>
            <pc:docMk/>
            <pc:sldMk cId="1721597366" sldId="316"/>
            <ac:spMk id="1704" creationId="{08141151-EF7F-9E04-A4AB-662494F387FF}"/>
          </ac:spMkLst>
        </pc:spChg>
        <pc:spChg chg="mod">
          <ac:chgData name="Victor Fidalgo" userId="4aca1dba80e36c7f" providerId="LiveId" clId="{A7D92D2C-85A3-4EA7-90B8-7ECBF6673CE2}" dt="2026-05-28T17:58:32.334" v="2662" actId="1076"/>
          <ac:spMkLst>
            <pc:docMk/>
            <pc:sldMk cId="1721597366" sldId="316"/>
            <ac:spMk id="1705" creationId="{410EA9AD-ED23-B9B5-74B5-8D1158954756}"/>
          </ac:spMkLst>
        </pc:spChg>
        <pc:picChg chg="add mod">
          <ac:chgData name="Victor Fidalgo" userId="4aca1dba80e36c7f" providerId="LiveId" clId="{A7D92D2C-85A3-4EA7-90B8-7ECBF6673CE2}" dt="2026-05-28T17:59:31.258" v="2669" actId="1076"/>
          <ac:picMkLst>
            <pc:docMk/>
            <pc:sldMk cId="1721597366" sldId="316"/>
            <ac:picMk id="3" creationId="{9B74714C-78FC-87E3-E9E9-589BA90EC4E4}"/>
          </ac:picMkLst>
        </pc:picChg>
      </pc:sldChg>
      <pc:sldChg chg="addSp modSp add mod">
        <pc:chgData name="Victor Fidalgo" userId="4aca1dba80e36c7f" providerId="LiveId" clId="{A7D92D2C-85A3-4EA7-90B8-7ECBF6673CE2}" dt="2026-05-28T18:10:49.622" v="2946" actId="1076"/>
        <pc:sldMkLst>
          <pc:docMk/>
          <pc:sldMk cId="3499462315" sldId="317"/>
        </pc:sldMkLst>
        <pc:spChg chg="add mod">
          <ac:chgData name="Victor Fidalgo" userId="4aca1dba80e36c7f" providerId="LiveId" clId="{A7D92D2C-85A3-4EA7-90B8-7ECBF6673CE2}" dt="2026-05-28T18:05:08.183" v="2805" actId="1076"/>
          <ac:spMkLst>
            <pc:docMk/>
            <pc:sldMk cId="3499462315" sldId="317"/>
            <ac:spMk id="2" creationId="{34F1D3E4-0E4D-D736-4603-5D7C1AA410B3}"/>
          </ac:spMkLst>
        </pc:spChg>
        <pc:spChg chg="mod">
          <ac:chgData name="Victor Fidalgo" userId="4aca1dba80e36c7f" providerId="LiveId" clId="{A7D92D2C-85A3-4EA7-90B8-7ECBF6673CE2}" dt="2026-05-28T18:04:42.166" v="2775" actId="1076"/>
          <ac:spMkLst>
            <pc:docMk/>
            <pc:sldMk cId="3499462315" sldId="317"/>
            <ac:spMk id="779" creationId="{29B865A8-6035-A18A-F1FF-A1F7FF56FFC3}"/>
          </ac:spMkLst>
        </pc:spChg>
        <pc:spChg chg="mod">
          <ac:chgData name="Victor Fidalgo" userId="4aca1dba80e36c7f" providerId="LiveId" clId="{A7D92D2C-85A3-4EA7-90B8-7ECBF6673CE2}" dt="2026-05-28T18:10:49.622" v="2946" actId="1076"/>
          <ac:spMkLst>
            <pc:docMk/>
            <pc:sldMk cId="3499462315" sldId="317"/>
            <ac:spMk id="780" creationId="{57181E9C-8499-E888-951B-34350B4C9978}"/>
          </ac:spMkLst>
        </pc:spChg>
      </pc:sldChg>
      <pc:sldChg chg="modSp add mod">
        <pc:chgData name="Victor Fidalgo" userId="4aca1dba80e36c7f" providerId="LiveId" clId="{A7D92D2C-85A3-4EA7-90B8-7ECBF6673CE2}" dt="2026-05-28T18:10:15.356" v="2936" actId="5793"/>
        <pc:sldMkLst>
          <pc:docMk/>
          <pc:sldMk cId="1727927259" sldId="318"/>
        </pc:sldMkLst>
        <pc:spChg chg="mod">
          <ac:chgData name="Victor Fidalgo" userId="4aca1dba80e36c7f" providerId="LiveId" clId="{A7D92D2C-85A3-4EA7-90B8-7ECBF6673CE2}" dt="2026-05-28T18:09:06.288" v="2928" actId="20577"/>
          <ac:spMkLst>
            <pc:docMk/>
            <pc:sldMk cId="1727927259" sldId="318"/>
            <ac:spMk id="779" creationId="{27E25C1E-304F-EBA3-95CE-C5E742349EA4}"/>
          </ac:spMkLst>
        </pc:spChg>
        <pc:spChg chg="mod">
          <ac:chgData name="Victor Fidalgo" userId="4aca1dba80e36c7f" providerId="LiveId" clId="{A7D92D2C-85A3-4EA7-90B8-7ECBF6673CE2}" dt="2026-05-28T18:10:15.356" v="2936" actId="5793"/>
          <ac:spMkLst>
            <pc:docMk/>
            <pc:sldMk cId="1727927259" sldId="318"/>
            <ac:spMk id="780" creationId="{35D320EE-D1D7-9F9D-CCCA-22223A66321F}"/>
          </ac:spMkLst>
        </pc:spChg>
      </pc:sldChg>
      <pc:sldChg chg="addSp modSp add mod modNotes">
        <pc:chgData name="Victor Fidalgo" userId="4aca1dba80e36c7f" providerId="LiveId" clId="{A7D92D2C-85A3-4EA7-90B8-7ECBF6673CE2}" dt="2026-05-28T18:17:25.868" v="3266" actId="20577"/>
        <pc:sldMkLst>
          <pc:docMk/>
          <pc:sldMk cId="3974208966" sldId="320"/>
        </pc:sldMkLst>
        <pc:spChg chg="add mod">
          <ac:chgData name="Victor Fidalgo" userId="4aca1dba80e36c7f" providerId="LiveId" clId="{A7D92D2C-85A3-4EA7-90B8-7ECBF6673CE2}" dt="2026-05-28T18:11:51.662" v="2978" actId="20577"/>
          <ac:spMkLst>
            <pc:docMk/>
            <pc:sldMk cId="3974208966" sldId="320"/>
            <ac:spMk id="2" creationId="{785F5575-A617-E1A7-96AE-5AA24C8EFFFD}"/>
          </ac:spMkLst>
        </pc:spChg>
        <pc:spChg chg="mod">
          <ac:chgData name="Victor Fidalgo" userId="4aca1dba80e36c7f" providerId="LiveId" clId="{A7D92D2C-85A3-4EA7-90B8-7ECBF6673CE2}" dt="2026-05-28T18:14:45.030" v="3013" actId="1076"/>
          <ac:spMkLst>
            <pc:docMk/>
            <pc:sldMk cId="3974208966" sldId="320"/>
            <ac:spMk id="1533" creationId="{D8661DAC-DD4A-8A1F-AB9F-457FA52BC211}"/>
          </ac:spMkLst>
        </pc:spChg>
        <pc:spChg chg="mod">
          <ac:chgData name="Victor Fidalgo" userId="4aca1dba80e36c7f" providerId="LiveId" clId="{A7D92D2C-85A3-4EA7-90B8-7ECBF6673CE2}" dt="2026-05-28T18:17:25.868" v="3266" actId="20577"/>
          <ac:spMkLst>
            <pc:docMk/>
            <pc:sldMk cId="3974208966" sldId="320"/>
            <ac:spMk id="1534" creationId="{7DECABEB-02D0-8E39-FEBB-DDCE29EB45E7}"/>
          </ac:spMkLst>
        </pc:spChg>
      </pc:sldChg>
      <pc:sldChg chg="modSp add mod">
        <pc:chgData name="Victor Fidalgo" userId="4aca1dba80e36c7f" providerId="LiveId" clId="{A7D92D2C-85A3-4EA7-90B8-7ECBF6673CE2}" dt="2026-05-28T18:19:26.393" v="3451" actId="5793"/>
        <pc:sldMkLst>
          <pc:docMk/>
          <pc:sldMk cId="3940921241" sldId="321"/>
        </pc:sldMkLst>
        <pc:spChg chg="mod">
          <ac:chgData name="Victor Fidalgo" userId="4aca1dba80e36c7f" providerId="LiveId" clId="{A7D92D2C-85A3-4EA7-90B8-7ECBF6673CE2}" dt="2026-05-28T18:17:51.657" v="3277" actId="20577"/>
          <ac:spMkLst>
            <pc:docMk/>
            <pc:sldMk cId="3940921241" sldId="321"/>
            <ac:spMk id="1533" creationId="{700F6F82-12A5-52E4-E801-41ECD6977969}"/>
          </ac:spMkLst>
        </pc:spChg>
        <pc:spChg chg="mod">
          <ac:chgData name="Victor Fidalgo" userId="4aca1dba80e36c7f" providerId="LiveId" clId="{A7D92D2C-85A3-4EA7-90B8-7ECBF6673CE2}" dt="2026-05-28T18:19:26.393" v="3451" actId="5793"/>
          <ac:spMkLst>
            <pc:docMk/>
            <pc:sldMk cId="3940921241" sldId="321"/>
            <ac:spMk id="1534" creationId="{C95D2D33-E901-39A5-2760-5F0FC64972C9}"/>
          </ac:spMkLst>
        </pc:spChg>
      </pc:sldChg>
      <pc:sldChg chg="addSp delSp modSp add mod">
        <pc:chgData name="Victor Fidalgo" userId="4aca1dba80e36c7f" providerId="LiveId" clId="{A7D92D2C-85A3-4EA7-90B8-7ECBF6673CE2}" dt="2026-05-28T21:51:38.917" v="6069" actId="478"/>
        <pc:sldMkLst>
          <pc:docMk/>
          <pc:sldMk cId="2221924080" sldId="322"/>
        </pc:sldMkLst>
        <pc:spChg chg="add mod">
          <ac:chgData name="Victor Fidalgo" userId="4aca1dba80e36c7f" providerId="LiveId" clId="{A7D92D2C-85A3-4EA7-90B8-7ECBF6673CE2}" dt="2026-05-28T18:22:05.039" v="3488" actId="1076"/>
          <ac:spMkLst>
            <pc:docMk/>
            <pc:sldMk cId="2221924080" sldId="322"/>
            <ac:spMk id="2" creationId="{65E6F621-8258-248C-0012-81C58A16B880}"/>
          </ac:spMkLst>
        </pc:spChg>
        <pc:spChg chg="add mod">
          <ac:chgData name="Victor Fidalgo" userId="4aca1dba80e36c7f" providerId="LiveId" clId="{A7D92D2C-85A3-4EA7-90B8-7ECBF6673CE2}" dt="2026-05-28T18:22:43.149" v="3493" actId="208"/>
          <ac:spMkLst>
            <pc:docMk/>
            <pc:sldMk cId="2221924080" sldId="322"/>
            <ac:spMk id="5" creationId="{C4CC58F0-1100-6064-BD70-41D4B4D650E4}"/>
          </ac:spMkLst>
        </pc:spChg>
        <pc:spChg chg="mod">
          <ac:chgData name="Victor Fidalgo" userId="4aca1dba80e36c7f" providerId="LiveId" clId="{A7D92D2C-85A3-4EA7-90B8-7ECBF6673CE2}" dt="2026-05-28T18:21:27.404" v="3479" actId="1076"/>
          <ac:spMkLst>
            <pc:docMk/>
            <pc:sldMk cId="2221924080" sldId="322"/>
            <ac:spMk id="8672" creationId="{72BD1505-DF58-CA5B-F82C-9D1B5EB66DBF}"/>
          </ac:spMkLst>
        </pc:spChg>
        <pc:grpChg chg="mod">
          <ac:chgData name="Victor Fidalgo" userId="4aca1dba80e36c7f" providerId="LiveId" clId="{A7D92D2C-85A3-4EA7-90B8-7ECBF6673CE2}" dt="2026-05-28T18:22:10.951" v="3489" actId="1076"/>
          <ac:grpSpMkLst>
            <pc:docMk/>
            <pc:sldMk cId="2221924080" sldId="322"/>
            <ac:grpSpMk id="8675" creationId="{95C4DC6A-B71F-1289-36CD-FB902228227F}"/>
          </ac:grpSpMkLst>
        </pc:grpChg>
      </pc:sldChg>
      <pc:sldChg chg="addSp delSp modSp add mod">
        <pc:chgData name="Victor Fidalgo" userId="4aca1dba80e36c7f" providerId="LiveId" clId="{A7D92D2C-85A3-4EA7-90B8-7ECBF6673CE2}" dt="2026-05-28T21:52:03.969" v="6073" actId="14100"/>
        <pc:sldMkLst>
          <pc:docMk/>
          <pc:sldMk cId="3611543349" sldId="323"/>
        </pc:sldMkLst>
        <pc:spChg chg="mod">
          <ac:chgData name="Victor Fidalgo" userId="4aca1dba80e36c7f" providerId="LiveId" clId="{A7D92D2C-85A3-4EA7-90B8-7ECBF6673CE2}" dt="2026-05-28T18:24:41.769" v="3608" actId="207"/>
          <ac:spMkLst>
            <pc:docMk/>
            <pc:sldMk cId="3611543349" sldId="323"/>
            <ac:spMk id="3" creationId="{C9A2DB1B-B468-CDA8-C70A-D5E68C919968}"/>
          </ac:spMkLst>
        </pc:spChg>
        <pc:spChg chg="mod">
          <ac:chgData name="Victor Fidalgo" userId="4aca1dba80e36c7f" providerId="LiveId" clId="{A7D92D2C-85A3-4EA7-90B8-7ECBF6673CE2}" dt="2026-05-28T18:24:41.769" v="3608" actId="207"/>
          <ac:spMkLst>
            <pc:docMk/>
            <pc:sldMk cId="3611543349" sldId="323"/>
            <ac:spMk id="4" creationId="{4A6DCD9D-9EE6-98C7-A761-2B9FC6D95CDB}"/>
          </ac:spMkLst>
        </pc:spChg>
        <pc:spChg chg="mod">
          <ac:chgData name="Victor Fidalgo" userId="4aca1dba80e36c7f" providerId="LiveId" clId="{A7D92D2C-85A3-4EA7-90B8-7ECBF6673CE2}" dt="2026-05-28T18:24:02.554" v="3520" actId="122"/>
          <ac:spMkLst>
            <pc:docMk/>
            <pc:sldMk cId="3611543349" sldId="323"/>
            <ac:spMk id="1775" creationId="{591CE7FC-84AD-B9B0-FF5C-363B8398D7C6}"/>
          </ac:spMkLst>
        </pc:spChg>
        <pc:spChg chg="mod">
          <ac:chgData name="Victor Fidalgo" userId="4aca1dba80e36c7f" providerId="LiveId" clId="{A7D92D2C-85A3-4EA7-90B8-7ECBF6673CE2}" dt="2026-05-28T18:28:18.891" v="3888" actId="1076"/>
          <ac:spMkLst>
            <pc:docMk/>
            <pc:sldMk cId="3611543349" sldId="323"/>
            <ac:spMk id="1776" creationId="{923EE3AA-8C70-16DE-3DB4-DDF8D82567B7}"/>
          </ac:spMkLst>
        </pc:spChg>
        <pc:spChg chg="mod">
          <ac:chgData name="Victor Fidalgo" userId="4aca1dba80e36c7f" providerId="LiveId" clId="{A7D92D2C-85A3-4EA7-90B8-7ECBF6673CE2}" dt="2026-05-28T18:28:09.337" v="3886" actId="1076"/>
          <ac:spMkLst>
            <pc:docMk/>
            <pc:sldMk cId="3611543349" sldId="323"/>
            <ac:spMk id="1777" creationId="{2946FF19-2FEB-BEAA-F81F-8A4BF7C08CC4}"/>
          </ac:spMkLst>
        </pc:spChg>
        <pc:spChg chg="mod">
          <ac:chgData name="Victor Fidalgo" userId="4aca1dba80e36c7f" providerId="LiveId" clId="{A7D92D2C-85A3-4EA7-90B8-7ECBF6673CE2}" dt="2026-05-28T18:29:27.907" v="4060" actId="20577"/>
          <ac:spMkLst>
            <pc:docMk/>
            <pc:sldMk cId="3611543349" sldId="323"/>
            <ac:spMk id="1778" creationId="{3EAE7270-8AE6-08DA-5B39-1ACD18AE6D26}"/>
          </ac:spMkLst>
        </pc:spChg>
        <pc:spChg chg="mod">
          <ac:chgData name="Victor Fidalgo" userId="4aca1dba80e36c7f" providerId="LiveId" clId="{A7D92D2C-85A3-4EA7-90B8-7ECBF6673CE2}" dt="2026-05-28T18:25:08.108" v="3630" actId="20577"/>
          <ac:spMkLst>
            <pc:docMk/>
            <pc:sldMk cId="3611543349" sldId="323"/>
            <ac:spMk id="1779" creationId="{E1A671CB-C891-4F89-EE2B-FCA173FA763F}"/>
          </ac:spMkLst>
        </pc:spChg>
        <pc:spChg chg="mod">
          <ac:chgData name="Victor Fidalgo" userId="4aca1dba80e36c7f" providerId="LiveId" clId="{A7D92D2C-85A3-4EA7-90B8-7ECBF6673CE2}" dt="2026-05-28T18:27:25.435" v="3774" actId="20577"/>
          <ac:spMkLst>
            <pc:docMk/>
            <pc:sldMk cId="3611543349" sldId="323"/>
            <ac:spMk id="1780" creationId="{8728A5B9-719B-648E-7CE2-42577BB13751}"/>
          </ac:spMkLst>
        </pc:spChg>
        <pc:spChg chg="mod">
          <ac:chgData name="Victor Fidalgo" userId="4aca1dba80e36c7f" providerId="LiveId" clId="{A7D92D2C-85A3-4EA7-90B8-7ECBF6673CE2}" dt="2026-05-28T18:29:35.937" v="4061" actId="1076"/>
          <ac:spMkLst>
            <pc:docMk/>
            <pc:sldMk cId="3611543349" sldId="323"/>
            <ac:spMk id="1781" creationId="{7135D46E-A037-33BD-DAEE-B46537B82A45}"/>
          </ac:spMkLst>
        </pc:spChg>
        <pc:grpChg chg="add mod">
          <ac:chgData name="Victor Fidalgo" userId="4aca1dba80e36c7f" providerId="LiveId" clId="{A7D92D2C-85A3-4EA7-90B8-7ECBF6673CE2}" dt="2026-05-28T21:51:50.666" v="6070" actId="14100"/>
          <ac:grpSpMkLst>
            <pc:docMk/>
            <pc:sldMk cId="3611543349" sldId="323"/>
            <ac:grpSpMk id="2" creationId="{652A5A7C-8E73-CDDC-5BB5-65D0B5C77975}"/>
          </ac:grpSpMkLst>
        </pc:grpChg>
        <pc:grpChg chg="mod">
          <ac:chgData name="Victor Fidalgo" userId="4aca1dba80e36c7f" providerId="LiveId" clId="{A7D92D2C-85A3-4EA7-90B8-7ECBF6673CE2}" dt="2026-05-28T21:52:03.969" v="6073" actId="14100"/>
          <ac:grpSpMkLst>
            <pc:docMk/>
            <pc:sldMk cId="3611543349" sldId="323"/>
            <ac:grpSpMk id="1785" creationId="{BCB342E8-AFF4-FE22-BBD5-7681FDBDDAA9}"/>
          </ac:grpSpMkLst>
        </pc:grpChg>
        <pc:grpChg chg="mod">
          <ac:chgData name="Victor Fidalgo" userId="4aca1dba80e36c7f" providerId="LiveId" clId="{A7D92D2C-85A3-4EA7-90B8-7ECBF6673CE2}" dt="2026-05-28T21:51:58.231" v="6072" actId="1076"/>
          <ac:grpSpMkLst>
            <pc:docMk/>
            <pc:sldMk cId="3611543349" sldId="323"/>
            <ac:grpSpMk id="1793" creationId="{DEEE3A53-52F0-6714-F60F-D6099E701565}"/>
          </ac:grpSpMkLst>
        </pc:grpChg>
      </pc:sldChg>
      <pc:sldChg chg="addSp delSp modSp add mod">
        <pc:chgData name="Victor Fidalgo" userId="4aca1dba80e36c7f" providerId="LiveId" clId="{A7D92D2C-85A3-4EA7-90B8-7ECBF6673CE2}" dt="2026-05-28T18:36:13.449" v="4435" actId="20577"/>
        <pc:sldMkLst>
          <pc:docMk/>
          <pc:sldMk cId="3848545059" sldId="324"/>
        </pc:sldMkLst>
        <pc:spChg chg="mod">
          <ac:chgData name="Victor Fidalgo" userId="4aca1dba80e36c7f" providerId="LiveId" clId="{A7D92D2C-85A3-4EA7-90B8-7ECBF6673CE2}" dt="2026-05-28T18:31:19.991" v="4065"/>
          <ac:spMkLst>
            <pc:docMk/>
            <pc:sldMk cId="3848545059" sldId="324"/>
            <ac:spMk id="6" creationId="{33BB39EC-DFC2-650A-6F5A-AB40E4A54E11}"/>
          </ac:spMkLst>
        </pc:spChg>
        <pc:spChg chg="mod">
          <ac:chgData name="Victor Fidalgo" userId="4aca1dba80e36c7f" providerId="LiveId" clId="{A7D92D2C-85A3-4EA7-90B8-7ECBF6673CE2}" dt="2026-05-28T18:31:19.991" v="4065"/>
          <ac:spMkLst>
            <pc:docMk/>
            <pc:sldMk cId="3848545059" sldId="324"/>
            <ac:spMk id="7" creationId="{12F2503E-4AF6-2395-8E6E-1F9014DB6528}"/>
          </ac:spMkLst>
        </pc:spChg>
        <pc:spChg chg="add mod">
          <ac:chgData name="Victor Fidalgo" userId="4aca1dba80e36c7f" providerId="LiveId" clId="{A7D92D2C-85A3-4EA7-90B8-7ECBF6673CE2}" dt="2026-05-28T18:33:14.708" v="4180" actId="14100"/>
          <ac:spMkLst>
            <pc:docMk/>
            <pc:sldMk cId="3848545059" sldId="324"/>
            <ac:spMk id="8" creationId="{F5AF936D-EE45-0763-85D2-2C6F446A54A6}"/>
          </ac:spMkLst>
        </pc:spChg>
        <pc:spChg chg="mod">
          <ac:chgData name="Victor Fidalgo" userId="4aca1dba80e36c7f" providerId="LiveId" clId="{A7D92D2C-85A3-4EA7-90B8-7ECBF6673CE2}" dt="2026-05-28T18:35:02.760" v="4289"/>
          <ac:spMkLst>
            <pc:docMk/>
            <pc:sldMk cId="3848545059" sldId="324"/>
            <ac:spMk id="10" creationId="{0680CCE4-79AF-DC1E-73C3-0AD1E8DD9056}"/>
          </ac:spMkLst>
        </pc:spChg>
        <pc:spChg chg="mod">
          <ac:chgData name="Victor Fidalgo" userId="4aca1dba80e36c7f" providerId="LiveId" clId="{A7D92D2C-85A3-4EA7-90B8-7ECBF6673CE2}" dt="2026-05-28T18:35:02.760" v="4289"/>
          <ac:spMkLst>
            <pc:docMk/>
            <pc:sldMk cId="3848545059" sldId="324"/>
            <ac:spMk id="11" creationId="{8D1B5AA6-2F04-6603-B2D0-5BB4FDCD688A}"/>
          </ac:spMkLst>
        </pc:spChg>
        <pc:spChg chg="mod">
          <ac:chgData name="Victor Fidalgo" userId="4aca1dba80e36c7f" providerId="LiveId" clId="{A7D92D2C-85A3-4EA7-90B8-7ECBF6673CE2}" dt="2026-05-28T18:35:02.760" v="4289"/>
          <ac:spMkLst>
            <pc:docMk/>
            <pc:sldMk cId="3848545059" sldId="324"/>
            <ac:spMk id="12" creationId="{859FF068-4FA8-26F8-BFF9-9BD22DEFE97A}"/>
          </ac:spMkLst>
        </pc:spChg>
        <pc:spChg chg="mod">
          <ac:chgData name="Victor Fidalgo" userId="4aca1dba80e36c7f" providerId="LiveId" clId="{A7D92D2C-85A3-4EA7-90B8-7ECBF6673CE2}" dt="2026-05-28T18:33:43.224" v="4286" actId="20577"/>
          <ac:spMkLst>
            <pc:docMk/>
            <pc:sldMk cId="3848545059" sldId="324"/>
            <ac:spMk id="1776" creationId="{434512E2-E6B1-D069-9225-F9E6557E455A}"/>
          </ac:spMkLst>
        </pc:spChg>
        <pc:spChg chg="mod">
          <ac:chgData name="Victor Fidalgo" userId="4aca1dba80e36c7f" providerId="LiveId" clId="{A7D92D2C-85A3-4EA7-90B8-7ECBF6673CE2}" dt="2026-05-28T18:33:49.363" v="4287" actId="20577"/>
          <ac:spMkLst>
            <pc:docMk/>
            <pc:sldMk cId="3848545059" sldId="324"/>
            <ac:spMk id="1777" creationId="{1612E6A5-ED0C-ED80-C3BB-34F624151970}"/>
          </ac:spMkLst>
        </pc:spChg>
        <pc:spChg chg="mod">
          <ac:chgData name="Victor Fidalgo" userId="4aca1dba80e36c7f" providerId="LiveId" clId="{A7D92D2C-85A3-4EA7-90B8-7ECBF6673CE2}" dt="2026-05-28T18:36:08.166" v="4421" actId="20577"/>
          <ac:spMkLst>
            <pc:docMk/>
            <pc:sldMk cId="3848545059" sldId="324"/>
            <ac:spMk id="1778" creationId="{B78F3696-786F-2BB8-4B3D-E35844E03390}"/>
          </ac:spMkLst>
        </pc:spChg>
        <pc:spChg chg="mod">
          <ac:chgData name="Victor Fidalgo" userId="4aca1dba80e36c7f" providerId="LiveId" clId="{A7D92D2C-85A3-4EA7-90B8-7ECBF6673CE2}" dt="2026-05-28T18:33:20.848" v="4194" actId="20577"/>
          <ac:spMkLst>
            <pc:docMk/>
            <pc:sldMk cId="3848545059" sldId="324"/>
            <ac:spMk id="1779" creationId="{96AB5EA6-CDD3-9454-3C48-C177B65B4022}"/>
          </ac:spMkLst>
        </pc:spChg>
        <pc:spChg chg="mod">
          <ac:chgData name="Victor Fidalgo" userId="4aca1dba80e36c7f" providerId="LiveId" clId="{A7D92D2C-85A3-4EA7-90B8-7ECBF6673CE2}" dt="2026-05-28T18:35:18.534" v="4292" actId="14100"/>
          <ac:spMkLst>
            <pc:docMk/>
            <pc:sldMk cId="3848545059" sldId="324"/>
            <ac:spMk id="1780" creationId="{E551CF80-F7F6-6EBB-05BA-1061AD6612B6}"/>
          </ac:spMkLst>
        </pc:spChg>
        <pc:spChg chg="mod">
          <ac:chgData name="Victor Fidalgo" userId="4aca1dba80e36c7f" providerId="LiveId" clId="{A7D92D2C-85A3-4EA7-90B8-7ECBF6673CE2}" dt="2026-05-28T18:36:13.449" v="4435" actId="20577"/>
          <ac:spMkLst>
            <pc:docMk/>
            <pc:sldMk cId="3848545059" sldId="324"/>
            <ac:spMk id="1781" creationId="{65F4D5DC-F3E0-931C-7AF9-9C7049B00F02}"/>
          </ac:spMkLst>
        </pc:spChg>
        <pc:grpChg chg="add mod">
          <ac:chgData name="Victor Fidalgo" userId="4aca1dba80e36c7f" providerId="LiveId" clId="{A7D92D2C-85A3-4EA7-90B8-7ECBF6673CE2}" dt="2026-05-28T18:31:41.299" v="4072" actId="1076"/>
          <ac:grpSpMkLst>
            <pc:docMk/>
            <pc:sldMk cId="3848545059" sldId="324"/>
            <ac:grpSpMk id="5" creationId="{799EE601-25EE-B54D-4685-20B25A46546B}"/>
          </ac:grpSpMkLst>
        </pc:grpChg>
        <pc:grpChg chg="add mod">
          <ac:chgData name="Victor Fidalgo" userId="4aca1dba80e36c7f" providerId="LiveId" clId="{A7D92D2C-85A3-4EA7-90B8-7ECBF6673CE2}" dt="2026-05-28T18:35:09.778" v="4291" actId="14100"/>
          <ac:grpSpMkLst>
            <pc:docMk/>
            <pc:sldMk cId="3848545059" sldId="324"/>
            <ac:grpSpMk id="9" creationId="{258A217B-E893-9D5B-37E9-BCEAC14067C7}"/>
          </ac:grpSpMkLst>
        </pc:grpChg>
      </pc:sldChg>
      <pc:sldChg chg="modSp add mod">
        <pc:chgData name="Victor Fidalgo" userId="4aca1dba80e36c7f" providerId="LiveId" clId="{A7D92D2C-85A3-4EA7-90B8-7ECBF6673CE2}" dt="2026-05-28T18:38:52.106" v="4516" actId="1076"/>
        <pc:sldMkLst>
          <pc:docMk/>
          <pc:sldMk cId="312853939" sldId="325"/>
        </pc:sldMkLst>
        <pc:spChg chg="mod">
          <ac:chgData name="Victor Fidalgo" userId="4aca1dba80e36c7f" providerId="LiveId" clId="{A7D92D2C-85A3-4EA7-90B8-7ECBF6673CE2}" dt="2026-05-28T18:37:40.712" v="4502" actId="14100"/>
          <ac:spMkLst>
            <pc:docMk/>
            <pc:sldMk cId="312853939" sldId="325"/>
            <ac:spMk id="2448" creationId="{918DC8CE-D483-1221-B375-2C0A0E2C5FD5}"/>
          </ac:spMkLst>
        </pc:spChg>
        <pc:spChg chg="mod">
          <ac:chgData name="Victor Fidalgo" userId="4aca1dba80e36c7f" providerId="LiveId" clId="{A7D92D2C-85A3-4EA7-90B8-7ECBF6673CE2}" dt="2026-05-28T18:38:52.106" v="4516" actId="1076"/>
          <ac:spMkLst>
            <pc:docMk/>
            <pc:sldMk cId="312853939" sldId="325"/>
            <ac:spMk id="2449" creationId="{FB160CF9-9D2D-19F3-D510-3654216E9664}"/>
          </ac:spMkLst>
        </pc:spChg>
      </pc:sldChg>
      <pc:sldChg chg="addSp delSp modSp add mod">
        <pc:chgData name="Victor Fidalgo" userId="4aca1dba80e36c7f" providerId="LiveId" clId="{A7D92D2C-85A3-4EA7-90B8-7ECBF6673CE2}" dt="2026-05-28T18:49:20.179" v="4664" actId="1076"/>
        <pc:sldMkLst>
          <pc:docMk/>
          <pc:sldMk cId="422488496" sldId="326"/>
        </pc:sldMkLst>
        <pc:spChg chg="add mod">
          <ac:chgData name="Victor Fidalgo" userId="4aca1dba80e36c7f" providerId="LiveId" clId="{A7D92D2C-85A3-4EA7-90B8-7ECBF6673CE2}" dt="2026-05-28T18:43:43.171" v="4553" actId="2711"/>
          <ac:spMkLst>
            <pc:docMk/>
            <pc:sldMk cId="422488496" sldId="326"/>
            <ac:spMk id="3" creationId="{01AD6F8F-865C-99D7-258B-B9F5145F01A2}"/>
          </ac:spMkLst>
        </pc:spChg>
        <pc:spChg chg="add mod">
          <ac:chgData name="Victor Fidalgo" userId="4aca1dba80e36c7f" providerId="LiveId" clId="{A7D92D2C-85A3-4EA7-90B8-7ECBF6673CE2}" dt="2026-05-28T18:48:07.002" v="4656" actId="1076"/>
          <ac:spMkLst>
            <pc:docMk/>
            <pc:sldMk cId="422488496" sldId="326"/>
            <ac:spMk id="7" creationId="{917B7ED2-8FCD-65CE-7B60-D17F83673817}"/>
          </ac:spMkLst>
        </pc:spChg>
        <pc:spChg chg="add mod">
          <ac:chgData name="Victor Fidalgo" userId="4aca1dba80e36c7f" providerId="LiveId" clId="{A7D92D2C-85A3-4EA7-90B8-7ECBF6673CE2}" dt="2026-05-28T18:47:55.617" v="4639" actId="1036"/>
          <ac:spMkLst>
            <pc:docMk/>
            <pc:sldMk cId="422488496" sldId="326"/>
            <ac:spMk id="12" creationId="{CAB3C333-C92B-387F-0492-8DED368129A9}"/>
          </ac:spMkLst>
        </pc:spChg>
        <pc:spChg chg="add mod">
          <ac:chgData name="Victor Fidalgo" userId="4aca1dba80e36c7f" providerId="LiveId" clId="{A7D92D2C-85A3-4EA7-90B8-7ECBF6673CE2}" dt="2026-05-28T18:48:01.089" v="4655" actId="1035"/>
          <ac:spMkLst>
            <pc:docMk/>
            <pc:sldMk cId="422488496" sldId="326"/>
            <ac:spMk id="16" creationId="{43959A49-5166-70A8-B01D-C0C4EA94C6E7}"/>
          </ac:spMkLst>
        </pc:spChg>
        <pc:spChg chg="mod">
          <ac:chgData name="Victor Fidalgo" userId="4aca1dba80e36c7f" providerId="LiveId" clId="{A7D92D2C-85A3-4EA7-90B8-7ECBF6673CE2}" dt="2026-05-28T18:49:02.671" v="4659"/>
          <ac:spMkLst>
            <pc:docMk/>
            <pc:sldMk cId="422488496" sldId="326"/>
            <ac:spMk id="18" creationId="{901B0E03-4F64-2971-266B-B41224738A88}"/>
          </ac:spMkLst>
        </pc:spChg>
        <pc:spChg chg="mod">
          <ac:chgData name="Victor Fidalgo" userId="4aca1dba80e36c7f" providerId="LiveId" clId="{A7D92D2C-85A3-4EA7-90B8-7ECBF6673CE2}" dt="2026-05-28T18:49:02.671" v="4659"/>
          <ac:spMkLst>
            <pc:docMk/>
            <pc:sldMk cId="422488496" sldId="326"/>
            <ac:spMk id="19" creationId="{65887D0F-A717-5DA4-DC92-1E1844D51263}"/>
          </ac:spMkLst>
        </pc:spChg>
        <pc:spChg chg="mod">
          <ac:chgData name="Victor Fidalgo" userId="4aca1dba80e36c7f" providerId="LiveId" clId="{A7D92D2C-85A3-4EA7-90B8-7ECBF6673CE2}" dt="2026-05-28T18:49:02.671" v="4659"/>
          <ac:spMkLst>
            <pc:docMk/>
            <pc:sldMk cId="422488496" sldId="326"/>
            <ac:spMk id="20" creationId="{67436B96-1D7B-E42B-E15C-BEB7170E0A23}"/>
          </ac:spMkLst>
        </pc:spChg>
        <pc:spChg chg="mod">
          <ac:chgData name="Victor Fidalgo" userId="4aca1dba80e36c7f" providerId="LiveId" clId="{A7D92D2C-85A3-4EA7-90B8-7ECBF6673CE2}" dt="2026-05-28T18:49:02.671" v="4659"/>
          <ac:spMkLst>
            <pc:docMk/>
            <pc:sldMk cId="422488496" sldId="326"/>
            <ac:spMk id="21" creationId="{76169293-717F-76D9-3E30-CC60C1CB1701}"/>
          </ac:spMkLst>
        </pc:spChg>
        <pc:spChg chg="mod">
          <ac:chgData name="Victor Fidalgo" userId="4aca1dba80e36c7f" providerId="LiveId" clId="{A7D92D2C-85A3-4EA7-90B8-7ECBF6673CE2}" dt="2026-05-28T18:49:02.671" v="4659"/>
          <ac:spMkLst>
            <pc:docMk/>
            <pc:sldMk cId="422488496" sldId="326"/>
            <ac:spMk id="22" creationId="{AB720797-1A06-C440-DE47-4C3CD97374EB}"/>
          </ac:spMkLst>
        </pc:spChg>
        <pc:spChg chg="mod">
          <ac:chgData name="Victor Fidalgo" userId="4aca1dba80e36c7f" providerId="LiveId" clId="{A7D92D2C-85A3-4EA7-90B8-7ECBF6673CE2}" dt="2026-05-28T18:49:02.671" v="4659"/>
          <ac:spMkLst>
            <pc:docMk/>
            <pc:sldMk cId="422488496" sldId="326"/>
            <ac:spMk id="23" creationId="{410A0B9E-7088-9704-5403-7638B75B5CF6}"/>
          </ac:spMkLst>
        </pc:spChg>
        <pc:spChg chg="mod">
          <ac:chgData name="Victor Fidalgo" userId="4aca1dba80e36c7f" providerId="LiveId" clId="{A7D92D2C-85A3-4EA7-90B8-7ECBF6673CE2}" dt="2026-05-28T18:49:02.671" v="4659"/>
          <ac:spMkLst>
            <pc:docMk/>
            <pc:sldMk cId="422488496" sldId="326"/>
            <ac:spMk id="24" creationId="{9D74FF0E-C7EC-CEAE-82F5-26DDA4138649}"/>
          </ac:spMkLst>
        </pc:spChg>
        <pc:spChg chg="mod">
          <ac:chgData name="Victor Fidalgo" userId="4aca1dba80e36c7f" providerId="LiveId" clId="{A7D92D2C-85A3-4EA7-90B8-7ECBF6673CE2}" dt="2026-05-28T18:49:02.671" v="4659"/>
          <ac:spMkLst>
            <pc:docMk/>
            <pc:sldMk cId="422488496" sldId="326"/>
            <ac:spMk id="25" creationId="{9F40E53D-63A8-2473-5593-3B1B8F3B164B}"/>
          </ac:spMkLst>
        </pc:spChg>
        <pc:spChg chg="mod">
          <ac:chgData name="Victor Fidalgo" userId="4aca1dba80e36c7f" providerId="LiveId" clId="{A7D92D2C-85A3-4EA7-90B8-7ECBF6673CE2}" dt="2026-05-28T18:49:02.671" v="4659"/>
          <ac:spMkLst>
            <pc:docMk/>
            <pc:sldMk cId="422488496" sldId="326"/>
            <ac:spMk id="27" creationId="{91559221-4D9D-6C96-0339-DBBD35AB4848}"/>
          </ac:spMkLst>
        </pc:spChg>
        <pc:spChg chg="mod">
          <ac:chgData name="Victor Fidalgo" userId="4aca1dba80e36c7f" providerId="LiveId" clId="{A7D92D2C-85A3-4EA7-90B8-7ECBF6673CE2}" dt="2026-05-28T18:49:02.671" v="4659"/>
          <ac:spMkLst>
            <pc:docMk/>
            <pc:sldMk cId="422488496" sldId="326"/>
            <ac:spMk id="28" creationId="{FD6A77D8-4BD4-011A-7D92-1893ADBB94A4}"/>
          </ac:spMkLst>
        </pc:spChg>
        <pc:spChg chg="mod">
          <ac:chgData name="Victor Fidalgo" userId="4aca1dba80e36c7f" providerId="LiveId" clId="{A7D92D2C-85A3-4EA7-90B8-7ECBF6673CE2}" dt="2026-05-28T18:42:53.887" v="4548" actId="1076"/>
          <ac:spMkLst>
            <pc:docMk/>
            <pc:sldMk cId="422488496" sldId="326"/>
            <ac:spMk id="2448" creationId="{F8A39349-1855-9CD2-2ACB-1338C59117CF}"/>
          </ac:spMkLst>
        </pc:spChg>
        <pc:grpChg chg="mod">
          <ac:chgData name="Victor Fidalgo" userId="4aca1dba80e36c7f" providerId="LiveId" clId="{A7D92D2C-85A3-4EA7-90B8-7ECBF6673CE2}" dt="2026-05-28T18:49:20.179" v="4664" actId="1076"/>
          <ac:grpSpMkLst>
            <pc:docMk/>
            <pc:sldMk cId="422488496" sldId="326"/>
            <ac:grpSpMk id="17" creationId="{B9644F1D-B743-BA03-4460-89D0D2191763}"/>
          </ac:grpSpMkLst>
        </pc:grpChg>
        <pc:grpChg chg="mod">
          <ac:chgData name="Victor Fidalgo" userId="4aca1dba80e36c7f" providerId="LiveId" clId="{A7D92D2C-85A3-4EA7-90B8-7ECBF6673CE2}" dt="2026-05-28T18:49:13.215" v="4663" actId="1076"/>
          <ac:grpSpMkLst>
            <pc:docMk/>
            <pc:sldMk cId="422488496" sldId="326"/>
            <ac:grpSpMk id="2450" creationId="{D68D13A1-A091-F770-3A0F-CAF39263611F}"/>
          </ac:grpSpMkLst>
        </pc:grpChg>
      </pc:sldChg>
      <pc:sldChg chg="addSp delSp modSp add mod">
        <pc:chgData name="Victor Fidalgo" userId="4aca1dba80e36c7f" providerId="LiveId" clId="{A7D92D2C-85A3-4EA7-90B8-7ECBF6673CE2}" dt="2026-05-28T18:55:58.294" v="4718" actId="113"/>
        <pc:sldMkLst>
          <pc:docMk/>
          <pc:sldMk cId="2015507419" sldId="327"/>
        </pc:sldMkLst>
        <pc:spChg chg="mod">
          <ac:chgData name="Victor Fidalgo" userId="4aca1dba80e36c7f" providerId="LiveId" clId="{A7D92D2C-85A3-4EA7-90B8-7ECBF6673CE2}" dt="2026-05-28T18:53:38.355" v="4701"/>
          <ac:spMkLst>
            <pc:docMk/>
            <pc:sldMk cId="2015507419" sldId="327"/>
            <ac:spMk id="7" creationId="{420CE424-093A-1BE6-7A7C-54DBC7433B15}"/>
          </ac:spMkLst>
        </pc:spChg>
        <pc:spChg chg="mod">
          <ac:chgData name="Victor Fidalgo" userId="4aca1dba80e36c7f" providerId="LiveId" clId="{A7D92D2C-85A3-4EA7-90B8-7ECBF6673CE2}" dt="2026-05-28T18:53:38.355" v="4701"/>
          <ac:spMkLst>
            <pc:docMk/>
            <pc:sldMk cId="2015507419" sldId="327"/>
            <ac:spMk id="8" creationId="{C84BB235-9DC1-CFE1-58D2-96E1653E6B1A}"/>
          </ac:spMkLst>
        </pc:spChg>
        <pc:spChg chg="mod">
          <ac:chgData name="Victor Fidalgo" userId="4aca1dba80e36c7f" providerId="LiveId" clId="{A7D92D2C-85A3-4EA7-90B8-7ECBF6673CE2}" dt="2026-05-28T18:51:47.955" v="4687" actId="1076"/>
          <ac:spMkLst>
            <pc:docMk/>
            <pc:sldMk cId="2015507419" sldId="327"/>
            <ac:spMk id="3352" creationId="{A64902A5-F775-1900-E9E8-0373C56C92B6}"/>
          </ac:spMkLst>
        </pc:spChg>
        <pc:spChg chg="mod">
          <ac:chgData name="Victor Fidalgo" userId="4aca1dba80e36c7f" providerId="LiveId" clId="{A7D92D2C-85A3-4EA7-90B8-7ECBF6673CE2}" dt="2026-05-28T18:55:58.294" v="4718" actId="113"/>
          <ac:spMkLst>
            <pc:docMk/>
            <pc:sldMk cId="2015507419" sldId="327"/>
            <ac:spMk id="3353" creationId="{E93E9339-4AB2-B0CB-6010-5BFB84C95EDA}"/>
          </ac:spMkLst>
        </pc:spChg>
        <pc:grpChg chg="add mod ord">
          <ac:chgData name="Victor Fidalgo" userId="4aca1dba80e36c7f" providerId="LiveId" clId="{A7D92D2C-85A3-4EA7-90B8-7ECBF6673CE2}" dt="2026-05-28T18:54:22.897" v="4709" actId="167"/>
          <ac:grpSpMkLst>
            <pc:docMk/>
            <pc:sldMk cId="2015507419" sldId="327"/>
            <ac:grpSpMk id="6" creationId="{65F7A65C-BCA8-C5D4-297C-732399566E1C}"/>
          </ac:grpSpMkLst>
        </pc:grpChg>
        <pc:picChg chg="add mod">
          <ac:chgData name="Victor Fidalgo" userId="4aca1dba80e36c7f" providerId="LiveId" clId="{A7D92D2C-85A3-4EA7-90B8-7ECBF6673CE2}" dt="2026-05-28T18:53:52.225" v="4704" actId="1076"/>
          <ac:picMkLst>
            <pc:docMk/>
            <pc:sldMk cId="2015507419" sldId="327"/>
            <ac:picMk id="3" creationId="{30658598-A094-E78F-91C0-BBCBEDC8F564}"/>
          </ac:picMkLst>
        </pc:picChg>
        <pc:picChg chg="add mod ord">
          <ac:chgData name="Victor Fidalgo" userId="4aca1dba80e36c7f" providerId="LiveId" clId="{A7D92D2C-85A3-4EA7-90B8-7ECBF6673CE2}" dt="2026-05-28T18:54:27.753" v="4710" actId="1076"/>
          <ac:picMkLst>
            <pc:docMk/>
            <pc:sldMk cId="2015507419" sldId="327"/>
            <ac:picMk id="5" creationId="{C091D96A-6BC2-BF03-5270-EFB764B6AF5C}"/>
          </ac:picMkLst>
        </pc:picChg>
      </pc:sldChg>
      <pc:sldChg chg="addSp delSp modSp add mod">
        <pc:chgData name="Victor Fidalgo" userId="4aca1dba80e36c7f" providerId="LiveId" clId="{A7D92D2C-85A3-4EA7-90B8-7ECBF6673CE2}" dt="2026-05-28T18:58:47.434" v="4750"/>
        <pc:sldMkLst>
          <pc:docMk/>
          <pc:sldMk cId="2975529436" sldId="328"/>
        </pc:sldMkLst>
        <pc:spChg chg="mod">
          <ac:chgData name="Victor Fidalgo" userId="4aca1dba80e36c7f" providerId="LiveId" clId="{A7D92D2C-85A3-4EA7-90B8-7ECBF6673CE2}" dt="2026-05-28T18:58:43.207" v="4748"/>
          <ac:spMkLst>
            <pc:docMk/>
            <pc:sldMk cId="2975529436" sldId="328"/>
            <ac:spMk id="10" creationId="{2F4FE333-90F0-EEC5-CDF7-B62365BD890A}"/>
          </ac:spMkLst>
        </pc:spChg>
        <pc:spChg chg="mod">
          <ac:chgData name="Victor Fidalgo" userId="4aca1dba80e36c7f" providerId="LiveId" clId="{A7D92D2C-85A3-4EA7-90B8-7ECBF6673CE2}" dt="2026-05-28T18:58:43.207" v="4748"/>
          <ac:spMkLst>
            <pc:docMk/>
            <pc:sldMk cId="2975529436" sldId="328"/>
            <ac:spMk id="11" creationId="{FA308DDB-6E3A-6775-09B1-3D71428FD858}"/>
          </ac:spMkLst>
        </pc:spChg>
        <pc:spChg chg="mod">
          <ac:chgData name="Victor Fidalgo" userId="4aca1dba80e36c7f" providerId="LiveId" clId="{A7D92D2C-85A3-4EA7-90B8-7ECBF6673CE2}" dt="2026-05-28T18:58:43.207" v="4748"/>
          <ac:spMkLst>
            <pc:docMk/>
            <pc:sldMk cId="2975529436" sldId="328"/>
            <ac:spMk id="14" creationId="{101BB159-AE9A-EE9F-EA7A-1D33672EBE45}"/>
          </ac:spMkLst>
        </pc:spChg>
        <pc:spChg chg="mod">
          <ac:chgData name="Victor Fidalgo" userId="4aca1dba80e36c7f" providerId="LiveId" clId="{A7D92D2C-85A3-4EA7-90B8-7ECBF6673CE2}" dt="2026-05-28T18:58:43.207" v="4748"/>
          <ac:spMkLst>
            <pc:docMk/>
            <pc:sldMk cId="2975529436" sldId="328"/>
            <ac:spMk id="17" creationId="{D7113168-0E3A-7A70-5233-BED9F802DAE6}"/>
          </ac:spMkLst>
        </pc:spChg>
        <pc:spChg chg="mod">
          <ac:chgData name="Victor Fidalgo" userId="4aca1dba80e36c7f" providerId="LiveId" clId="{A7D92D2C-85A3-4EA7-90B8-7ECBF6673CE2}" dt="2026-05-28T18:58:43.207" v="4748"/>
          <ac:spMkLst>
            <pc:docMk/>
            <pc:sldMk cId="2975529436" sldId="328"/>
            <ac:spMk id="24" creationId="{B9A405AB-A934-91C0-B41D-25EB80805DC9}"/>
          </ac:spMkLst>
        </pc:spChg>
        <pc:spChg chg="mod">
          <ac:chgData name="Victor Fidalgo" userId="4aca1dba80e36c7f" providerId="LiveId" clId="{A7D92D2C-85A3-4EA7-90B8-7ECBF6673CE2}" dt="2026-05-28T18:58:43.207" v="4748"/>
          <ac:spMkLst>
            <pc:docMk/>
            <pc:sldMk cId="2975529436" sldId="328"/>
            <ac:spMk id="41" creationId="{39FB18C8-E9A7-CE44-F9EF-3FB557147CFF}"/>
          </ac:spMkLst>
        </pc:spChg>
        <pc:spChg chg="mod">
          <ac:chgData name="Victor Fidalgo" userId="4aca1dba80e36c7f" providerId="LiveId" clId="{A7D92D2C-85A3-4EA7-90B8-7ECBF6673CE2}" dt="2026-05-28T18:58:43.207" v="4748"/>
          <ac:spMkLst>
            <pc:docMk/>
            <pc:sldMk cId="2975529436" sldId="328"/>
            <ac:spMk id="46" creationId="{69C32DBC-7F87-3C60-FFAF-55BC4DDC5491}"/>
          </ac:spMkLst>
        </pc:spChg>
        <pc:spChg chg="mod">
          <ac:chgData name="Victor Fidalgo" userId="4aca1dba80e36c7f" providerId="LiveId" clId="{A7D92D2C-85A3-4EA7-90B8-7ECBF6673CE2}" dt="2026-05-28T18:58:43.207" v="4748"/>
          <ac:spMkLst>
            <pc:docMk/>
            <pc:sldMk cId="2975529436" sldId="328"/>
            <ac:spMk id="51" creationId="{B26C2EBC-08CE-A35B-5CFB-A1BD11D5B4B2}"/>
          </ac:spMkLst>
        </pc:spChg>
        <pc:spChg chg="mod">
          <ac:chgData name="Victor Fidalgo" userId="4aca1dba80e36c7f" providerId="LiveId" clId="{A7D92D2C-85A3-4EA7-90B8-7ECBF6673CE2}" dt="2026-05-28T18:58:43.207" v="4748"/>
          <ac:spMkLst>
            <pc:docMk/>
            <pc:sldMk cId="2975529436" sldId="328"/>
            <ac:spMk id="55" creationId="{0B1B646C-9CFD-3DED-7F6B-D75FAE22152D}"/>
          </ac:spMkLst>
        </pc:spChg>
        <pc:spChg chg="mod">
          <ac:chgData name="Victor Fidalgo" userId="4aca1dba80e36c7f" providerId="LiveId" clId="{A7D92D2C-85A3-4EA7-90B8-7ECBF6673CE2}" dt="2026-05-28T18:58:43.207" v="4748"/>
          <ac:spMkLst>
            <pc:docMk/>
            <pc:sldMk cId="2975529436" sldId="328"/>
            <ac:spMk id="56" creationId="{F73F19F7-6273-173A-3E05-91B6384C8224}"/>
          </ac:spMkLst>
        </pc:spChg>
        <pc:spChg chg="mod">
          <ac:chgData name="Victor Fidalgo" userId="4aca1dba80e36c7f" providerId="LiveId" clId="{A7D92D2C-85A3-4EA7-90B8-7ECBF6673CE2}" dt="2026-05-28T18:58:47.434" v="4750"/>
          <ac:spMkLst>
            <pc:docMk/>
            <pc:sldMk cId="2975529436" sldId="328"/>
            <ac:spMk id="62" creationId="{D9DCCDAE-C99D-43A0-36CB-3401E37FF702}"/>
          </ac:spMkLst>
        </pc:spChg>
        <pc:spChg chg="mod">
          <ac:chgData name="Victor Fidalgo" userId="4aca1dba80e36c7f" providerId="LiveId" clId="{A7D92D2C-85A3-4EA7-90B8-7ECBF6673CE2}" dt="2026-05-28T18:58:47.434" v="4750"/>
          <ac:spMkLst>
            <pc:docMk/>
            <pc:sldMk cId="2975529436" sldId="328"/>
            <ac:spMk id="1411" creationId="{18EC02A4-1E1E-AB9A-C190-10D87D7F44BA}"/>
          </ac:spMkLst>
        </pc:spChg>
        <pc:spChg chg="mod">
          <ac:chgData name="Victor Fidalgo" userId="4aca1dba80e36c7f" providerId="LiveId" clId="{A7D92D2C-85A3-4EA7-90B8-7ECBF6673CE2}" dt="2026-05-28T18:58:47.434" v="4750"/>
          <ac:spMkLst>
            <pc:docMk/>
            <pc:sldMk cId="2975529436" sldId="328"/>
            <ac:spMk id="1413" creationId="{2EE4E4BB-CC27-B0C8-28BD-9AE288CBC61D}"/>
          </ac:spMkLst>
        </pc:spChg>
        <pc:spChg chg="mod">
          <ac:chgData name="Victor Fidalgo" userId="4aca1dba80e36c7f" providerId="LiveId" clId="{A7D92D2C-85A3-4EA7-90B8-7ECBF6673CE2}" dt="2026-05-28T18:58:47.434" v="4750"/>
          <ac:spMkLst>
            <pc:docMk/>
            <pc:sldMk cId="2975529436" sldId="328"/>
            <ac:spMk id="1414" creationId="{5C5E593B-DFB4-2445-9982-A5629D30A1C4}"/>
          </ac:spMkLst>
        </pc:spChg>
        <pc:spChg chg="mod">
          <ac:chgData name="Victor Fidalgo" userId="4aca1dba80e36c7f" providerId="LiveId" clId="{A7D92D2C-85A3-4EA7-90B8-7ECBF6673CE2}" dt="2026-05-28T18:58:47.434" v="4750"/>
          <ac:spMkLst>
            <pc:docMk/>
            <pc:sldMk cId="2975529436" sldId="328"/>
            <ac:spMk id="1426" creationId="{8A169BD7-7ABB-C097-CF75-C9B85336EF9D}"/>
          </ac:spMkLst>
        </pc:spChg>
        <pc:spChg chg="mod">
          <ac:chgData name="Victor Fidalgo" userId="4aca1dba80e36c7f" providerId="LiveId" clId="{A7D92D2C-85A3-4EA7-90B8-7ECBF6673CE2}" dt="2026-05-28T18:58:47.434" v="4750"/>
          <ac:spMkLst>
            <pc:docMk/>
            <pc:sldMk cId="2975529436" sldId="328"/>
            <ac:spMk id="1431" creationId="{225FDE55-6DD8-FDEC-2ADD-EB3BA822ECC3}"/>
          </ac:spMkLst>
        </pc:spChg>
        <pc:spChg chg="mod">
          <ac:chgData name="Victor Fidalgo" userId="4aca1dba80e36c7f" providerId="LiveId" clId="{A7D92D2C-85A3-4EA7-90B8-7ECBF6673CE2}" dt="2026-05-28T18:58:47.434" v="4750"/>
          <ac:spMkLst>
            <pc:docMk/>
            <pc:sldMk cId="2975529436" sldId="328"/>
            <ac:spMk id="1432" creationId="{2565ECB1-297B-157A-E43C-ACFAD17E8615}"/>
          </ac:spMkLst>
        </pc:spChg>
        <pc:spChg chg="mod">
          <ac:chgData name="Victor Fidalgo" userId="4aca1dba80e36c7f" providerId="LiveId" clId="{A7D92D2C-85A3-4EA7-90B8-7ECBF6673CE2}" dt="2026-05-28T18:58:47.434" v="4750"/>
          <ac:spMkLst>
            <pc:docMk/>
            <pc:sldMk cId="2975529436" sldId="328"/>
            <ac:spMk id="1435" creationId="{3768D0EA-E3C3-50AF-729D-7ACD0F816DF5}"/>
          </ac:spMkLst>
        </pc:spChg>
        <pc:spChg chg="mod">
          <ac:chgData name="Victor Fidalgo" userId="4aca1dba80e36c7f" providerId="LiveId" clId="{A7D92D2C-85A3-4EA7-90B8-7ECBF6673CE2}" dt="2026-05-28T18:58:47.434" v="4750"/>
          <ac:spMkLst>
            <pc:docMk/>
            <pc:sldMk cId="2975529436" sldId="328"/>
            <ac:spMk id="1436" creationId="{0594DBFE-06AB-1F6B-913A-BAB016E117A7}"/>
          </ac:spMkLst>
        </pc:spChg>
        <pc:spChg chg="mod">
          <ac:chgData name="Victor Fidalgo" userId="4aca1dba80e36c7f" providerId="LiveId" clId="{A7D92D2C-85A3-4EA7-90B8-7ECBF6673CE2}" dt="2026-05-28T18:58:47.434" v="4750"/>
          <ac:spMkLst>
            <pc:docMk/>
            <pc:sldMk cId="2975529436" sldId="328"/>
            <ac:spMk id="1453" creationId="{A1149932-A2CB-6707-F47B-043B14DA83EA}"/>
          </ac:spMkLst>
        </pc:spChg>
        <pc:spChg chg="mod">
          <ac:chgData name="Victor Fidalgo" userId="4aca1dba80e36c7f" providerId="LiveId" clId="{A7D92D2C-85A3-4EA7-90B8-7ECBF6673CE2}" dt="2026-05-28T18:57:21.422" v="4738" actId="255"/>
          <ac:spMkLst>
            <pc:docMk/>
            <pc:sldMk cId="2975529436" sldId="328"/>
            <ac:spMk id="1471" creationId="{AA0D45CB-6DB6-86F7-C503-1C7853B5181B}"/>
          </ac:spMkLst>
        </pc:spChg>
        <pc:spChg chg="mod">
          <ac:chgData name="Victor Fidalgo" userId="4aca1dba80e36c7f" providerId="LiveId" clId="{A7D92D2C-85A3-4EA7-90B8-7ECBF6673CE2}" dt="2026-05-28T18:58:31.303" v="4747" actId="207"/>
          <ac:spMkLst>
            <pc:docMk/>
            <pc:sldMk cId="2975529436" sldId="328"/>
            <ac:spMk id="1473" creationId="{5BAD3E92-A3B3-ED6C-0799-1606A3F23594}"/>
          </ac:spMkLst>
        </pc:spChg>
        <pc:grpChg chg="mod">
          <ac:chgData name="Victor Fidalgo" userId="4aca1dba80e36c7f" providerId="LiveId" clId="{A7D92D2C-85A3-4EA7-90B8-7ECBF6673CE2}" dt="2026-05-28T18:58:46.216" v="4749" actId="1076"/>
          <ac:grpSpMkLst>
            <pc:docMk/>
            <pc:sldMk cId="2975529436" sldId="328"/>
            <ac:grpSpMk id="4" creationId="{232A025A-0C36-47B2-BDD7-36AAA496855C}"/>
          </ac:grpSpMkLst>
        </pc:grpChg>
      </pc:sldChg>
      <pc:sldChg chg="addSp modSp add mod">
        <pc:chgData name="Victor Fidalgo" userId="4aca1dba80e36c7f" providerId="LiveId" clId="{A7D92D2C-85A3-4EA7-90B8-7ECBF6673CE2}" dt="2026-06-03T23:12:43.376" v="7037" actId="20577"/>
        <pc:sldMkLst>
          <pc:docMk/>
          <pc:sldMk cId="1308921315" sldId="329"/>
        </pc:sldMkLst>
        <pc:spChg chg="add mod">
          <ac:chgData name="Victor Fidalgo" userId="4aca1dba80e36c7f" providerId="LiveId" clId="{A7D92D2C-85A3-4EA7-90B8-7ECBF6673CE2}" dt="2026-05-28T19:11:18.158" v="4891" actId="1076"/>
          <ac:spMkLst>
            <pc:docMk/>
            <pc:sldMk cId="1308921315" sldId="329"/>
            <ac:spMk id="2" creationId="{F9B608E5-C7E0-2740-E169-DD9AB91812A0}"/>
          </ac:spMkLst>
        </pc:spChg>
        <pc:spChg chg="mod">
          <ac:chgData name="Victor Fidalgo" userId="4aca1dba80e36c7f" providerId="LiveId" clId="{A7D92D2C-85A3-4EA7-90B8-7ECBF6673CE2}" dt="2026-06-03T23:12:43.376" v="7037" actId="20577"/>
          <ac:spMkLst>
            <pc:docMk/>
            <pc:sldMk cId="1308921315" sldId="329"/>
            <ac:spMk id="779" creationId="{BE31BF73-E772-9414-4BF2-1E1C5E71738C}"/>
          </ac:spMkLst>
        </pc:spChg>
        <pc:spChg chg="mod">
          <ac:chgData name="Victor Fidalgo" userId="4aca1dba80e36c7f" providerId="LiveId" clId="{A7D92D2C-85A3-4EA7-90B8-7ECBF6673CE2}" dt="2026-05-28T19:10:54.203" v="4883" actId="14100"/>
          <ac:spMkLst>
            <pc:docMk/>
            <pc:sldMk cId="1308921315" sldId="329"/>
            <ac:spMk id="780" creationId="{05D79C58-B7F5-E7A8-FA29-8BE24C190381}"/>
          </ac:spMkLst>
        </pc:spChg>
      </pc:sldChg>
      <pc:sldChg chg="addSp delSp modSp add mod">
        <pc:chgData name="Victor Fidalgo" userId="4aca1dba80e36c7f" providerId="LiveId" clId="{A7D92D2C-85A3-4EA7-90B8-7ECBF6673CE2}" dt="2026-05-28T19:14:59.057" v="5010" actId="22"/>
        <pc:sldMkLst>
          <pc:docMk/>
          <pc:sldMk cId="1772344706" sldId="330"/>
        </pc:sldMkLst>
        <pc:spChg chg="mod">
          <ac:chgData name="Victor Fidalgo" userId="4aca1dba80e36c7f" providerId="LiveId" clId="{A7D92D2C-85A3-4EA7-90B8-7ECBF6673CE2}" dt="2026-05-28T19:12:19.834" v="4920" actId="403"/>
          <ac:spMkLst>
            <pc:docMk/>
            <pc:sldMk cId="1772344706" sldId="330"/>
            <ac:spMk id="2227" creationId="{E2DC8E00-4011-4CCD-29C7-BFD08CAADA6A}"/>
          </ac:spMkLst>
        </pc:spChg>
        <pc:spChg chg="mod">
          <ac:chgData name="Victor Fidalgo" userId="4aca1dba80e36c7f" providerId="LiveId" clId="{A7D92D2C-85A3-4EA7-90B8-7ECBF6673CE2}" dt="2026-05-28T19:12:45.286" v="4935" actId="20577"/>
          <ac:spMkLst>
            <pc:docMk/>
            <pc:sldMk cId="1772344706" sldId="330"/>
            <ac:spMk id="2228" creationId="{3C3BF70B-189C-2BD8-57DB-3E46E66AA605}"/>
          </ac:spMkLst>
        </pc:spChg>
        <pc:spChg chg="mod">
          <ac:chgData name="Victor Fidalgo" userId="4aca1dba80e36c7f" providerId="LiveId" clId="{A7D92D2C-85A3-4EA7-90B8-7ECBF6673CE2}" dt="2026-05-28T19:14:13.486" v="5001" actId="14100"/>
          <ac:spMkLst>
            <pc:docMk/>
            <pc:sldMk cId="1772344706" sldId="330"/>
            <ac:spMk id="2229" creationId="{8CB87130-B3E2-97A4-7AF9-2C9E21C41879}"/>
          </ac:spMkLst>
        </pc:spChg>
        <pc:spChg chg="mod">
          <ac:chgData name="Victor Fidalgo" userId="4aca1dba80e36c7f" providerId="LiveId" clId="{A7D92D2C-85A3-4EA7-90B8-7ECBF6673CE2}" dt="2026-05-28T19:14:07.867" v="5000" actId="1076"/>
          <ac:spMkLst>
            <pc:docMk/>
            <pc:sldMk cId="1772344706" sldId="330"/>
            <ac:spMk id="2230" creationId="{80D94CF0-34A2-4410-9C00-64D518BBB54A}"/>
          </ac:spMkLst>
        </pc:spChg>
        <pc:spChg chg="mod">
          <ac:chgData name="Victor Fidalgo" userId="4aca1dba80e36c7f" providerId="LiveId" clId="{A7D92D2C-85A3-4EA7-90B8-7ECBF6673CE2}" dt="2026-05-28T19:13:07.494" v="4958" actId="20577"/>
          <ac:spMkLst>
            <pc:docMk/>
            <pc:sldMk cId="1772344706" sldId="330"/>
            <ac:spMk id="2231" creationId="{E3300CD0-DD87-4292-54D9-D57419D6B9F4}"/>
          </ac:spMkLst>
        </pc:spChg>
        <pc:spChg chg="mod">
          <ac:chgData name="Victor Fidalgo" userId="4aca1dba80e36c7f" providerId="LiveId" clId="{A7D92D2C-85A3-4EA7-90B8-7ECBF6673CE2}" dt="2026-05-28T19:14:26.769" v="5004" actId="1076"/>
          <ac:spMkLst>
            <pc:docMk/>
            <pc:sldMk cId="1772344706" sldId="330"/>
            <ac:spMk id="2232" creationId="{DCE74DF9-B34A-6521-44E4-C7667BFBE2B4}"/>
          </ac:spMkLst>
        </pc:spChg>
        <pc:spChg chg="mod">
          <ac:chgData name="Victor Fidalgo" userId="4aca1dba80e36c7f" providerId="LiveId" clId="{A7D92D2C-85A3-4EA7-90B8-7ECBF6673CE2}" dt="2026-05-28T19:13:36.236" v="4993" actId="20577"/>
          <ac:spMkLst>
            <pc:docMk/>
            <pc:sldMk cId="1772344706" sldId="330"/>
            <ac:spMk id="2234" creationId="{9F0902EF-14DC-DFD5-BA9D-167C920BEF73}"/>
          </ac:spMkLst>
        </pc:spChg>
        <pc:spChg chg="mod">
          <ac:chgData name="Victor Fidalgo" userId="4aca1dba80e36c7f" providerId="LiveId" clId="{A7D92D2C-85A3-4EA7-90B8-7ECBF6673CE2}" dt="2026-05-28T19:12:56.379" v="4946" actId="20577"/>
          <ac:spMkLst>
            <pc:docMk/>
            <pc:sldMk cId="1772344706" sldId="330"/>
            <ac:spMk id="2237" creationId="{4516847D-199C-5B7D-1FED-FB1900D58C55}"/>
          </ac:spMkLst>
        </pc:spChg>
        <pc:spChg chg="mod">
          <ac:chgData name="Victor Fidalgo" userId="4aca1dba80e36c7f" providerId="LiveId" clId="{A7D92D2C-85A3-4EA7-90B8-7ECBF6673CE2}" dt="2026-05-28T19:13:22.130" v="4972" actId="14100"/>
          <ac:spMkLst>
            <pc:docMk/>
            <pc:sldMk cId="1772344706" sldId="330"/>
            <ac:spMk id="2240" creationId="{7A3CEC58-B4F3-3E7E-404D-A6D17440947C}"/>
          </ac:spMkLst>
        </pc:spChg>
        <pc:cxnChg chg="mod">
          <ac:chgData name="Victor Fidalgo" userId="4aca1dba80e36c7f" providerId="LiveId" clId="{A7D92D2C-85A3-4EA7-90B8-7ECBF6673CE2}" dt="2026-05-28T19:14:13.486" v="5001" actId="14100"/>
          <ac:cxnSpMkLst>
            <pc:docMk/>
            <pc:sldMk cId="1772344706" sldId="330"/>
            <ac:cxnSpMk id="2243" creationId="{99EB16C7-BD05-E9CB-B9CF-905D1E88F49D}"/>
          </ac:cxnSpMkLst>
        </pc:cxnChg>
        <pc:cxnChg chg="mod">
          <ac:chgData name="Victor Fidalgo" userId="4aca1dba80e36c7f" providerId="LiveId" clId="{A7D92D2C-85A3-4EA7-90B8-7ECBF6673CE2}" dt="2026-05-28T19:14:32.046" v="5005" actId="14100"/>
          <ac:cxnSpMkLst>
            <pc:docMk/>
            <pc:sldMk cId="1772344706" sldId="330"/>
            <ac:cxnSpMk id="2245" creationId="{B3151D35-9402-3C2D-08F4-C493654CE226}"/>
          </ac:cxnSpMkLst>
        </pc:cxnChg>
      </pc:sldChg>
      <pc:sldChg chg="addSp delSp modSp add mod">
        <pc:chgData name="Victor Fidalgo" userId="4aca1dba80e36c7f" providerId="LiveId" clId="{A7D92D2C-85A3-4EA7-90B8-7ECBF6673CE2}" dt="2026-05-28T19:19:16.093" v="5064" actId="478"/>
        <pc:sldMkLst>
          <pc:docMk/>
          <pc:sldMk cId="2518785649" sldId="331"/>
        </pc:sldMkLst>
        <pc:spChg chg="add mod">
          <ac:chgData name="Victor Fidalgo" userId="4aca1dba80e36c7f" providerId="LiveId" clId="{A7D92D2C-85A3-4EA7-90B8-7ECBF6673CE2}" dt="2026-05-28T19:19:01.002" v="5061" actId="122"/>
          <ac:spMkLst>
            <pc:docMk/>
            <pc:sldMk cId="2518785649" sldId="331"/>
            <ac:spMk id="3" creationId="{A038B0F4-2119-0943-790B-D18E8C1DEB5A}"/>
          </ac:spMkLst>
        </pc:spChg>
        <pc:spChg chg="add mod">
          <ac:chgData name="Victor Fidalgo" userId="4aca1dba80e36c7f" providerId="LiveId" clId="{A7D92D2C-85A3-4EA7-90B8-7ECBF6673CE2}" dt="2026-05-28T19:18:04.819" v="5047" actId="113"/>
          <ac:spMkLst>
            <pc:docMk/>
            <pc:sldMk cId="2518785649" sldId="331"/>
            <ac:spMk id="4" creationId="{6C52F545-4039-5B0A-73CE-29D2A0CC48E4}"/>
          </ac:spMkLst>
        </pc:spChg>
        <pc:grpChg chg="add del mod">
          <ac:chgData name="Victor Fidalgo" userId="4aca1dba80e36c7f" providerId="LiveId" clId="{A7D92D2C-85A3-4EA7-90B8-7ECBF6673CE2}" dt="2026-05-28T19:18:42.365" v="5057" actId="478"/>
          <ac:grpSpMkLst>
            <pc:docMk/>
            <pc:sldMk cId="2518785649" sldId="331"/>
            <ac:grpSpMk id="1535" creationId="{81CA7479-0C42-B5C4-D207-5943BE3A8E35}"/>
          </ac:grpSpMkLst>
        </pc:grpChg>
      </pc:sldChg>
      <pc:sldChg chg="modSp add mod">
        <pc:chgData name="Victor Fidalgo" userId="4aca1dba80e36c7f" providerId="LiveId" clId="{A7D92D2C-85A3-4EA7-90B8-7ECBF6673CE2}" dt="2026-05-28T20:16:30.449" v="5146" actId="20577"/>
        <pc:sldMkLst>
          <pc:docMk/>
          <pc:sldMk cId="25018047" sldId="332"/>
        </pc:sldMkLst>
        <pc:spChg chg="mod">
          <ac:chgData name="Victor Fidalgo" userId="4aca1dba80e36c7f" providerId="LiveId" clId="{A7D92D2C-85A3-4EA7-90B8-7ECBF6673CE2}" dt="2026-05-28T20:07:22.067" v="5114" actId="113"/>
          <ac:spMkLst>
            <pc:docMk/>
            <pc:sldMk cId="25018047" sldId="332"/>
            <ac:spMk id="2448" creationId="{8607639B-67F8-B577-0511-E4E5A96A74CA}"/>
          </ac:spMkLst>
        </pc:spChg>
        <pc:spChg chg="mod">
          <ac:chgData name="Victor Fidalgo" userId="4aca1dba80e36c7f" providerId="LiveId" clId="{A7D92D2C-85A3-4EA7-90B8-7ECBF6673CE2}" dt="2026-05-28T20:16:30.449" v="5146" actId="20577"/>
          <ac:spMkLst>
            <pc:docMk/>
            <pc:sldMk cId="25018047" sldId="332"/>
            <ac:spMk id="2449" creationId="{57FBEC6F-3913-5460-17BF-000506A789CB}"/>
          </ac:spMkLst>
        </pc:spChg>
      </pc:sldChg>
      <pc:sldChg chg="addSp modSp add mod">
        <pc:chgData name="Victor Fidalgo" userId="4aca1dba80e36c7f" providerId="LiveId" clId="{A7D92D2C-85A3-4EA7-90B8-7ECBF6673CE2}" dt="2026-05-28T20:16:51.629" v="5154" actId="1076"/>
        <pc:sldMkLst>
          <pc:docMk/>
          <pc:sldMk cId="2886472591" sldId="333"/>
        </pc:sldMkLst>
        <pc:spChg chg="add mod">
          <ac:chgData name="Victor Fidalgo" userId="4aca1dba80e36c7f" providerId="LiveId" clId="{A7D92D2C-85A3-4EA7-90B8-7ECBF6673CE2}" dt="2026-05-28T20:16:51.629" v="5154" actId="1076"/>
          <ac:spMkLst>
            <pc:docMk/>
            <pc:sldMk cId="2886472591" sldId="333"/>
            <ac:spMk id="2" creationId="{5D4B3990-D90C-F821-DEEB-C8690003D7B1}"/>
          </ac:spMkLst>
        </pc:spChg>
        <pc:spChg chg="mod">
          <ac:chgData name="Victor Fidalgo" userId="4aca1dba80e36c7f" providerId="LiveId" clId="{A7D92D2C-85A3-4EA7-90B8-7ECBF6673CE2}" dt="2026-05-28T20:16:16.823" v="5127" actId="20577"/>
          <ac:spMkLst>
            <pc:docMk/>
            <pc:sldMk cId="2886472591" sldId="333"/>
            <ac:spMk id="2262" creationId="{EF33CEE3-FD3D-9718-1492-50E9096206E4}"/>
          </ac:spMkLst>
        </pc:spChg>
      </pc:sldChg>
      <pc:sldChg chg="modSp add mod">
        <pc:chgData name="Victor Fidalgo" userId="4aca1dba80e36c7f" providerId="LiveId" clId="{A7D92D2C-85A3-4EA7-90B8-7ECBF6673CE2}" dt="2026-05-28T20:32:57.745" v="5897" actId="20577"/>
        <pc:sldMkLst>
          <pc:docMk/>
          <pc:sldMk cId="1715178406" sldId="334"/>
        </pc:sldMkLst>
        <pc:spChg chg="mod">
          <ac:chgData name="Victor Fidalgo" userId="4aca1dba80e36c7f" providerId="LiveId" clId="{A7D92D2C-85A3-4EA7-90B8-7ECBF6673CE2}" dt="2026-05-28T20:28:21.902" v="5515" actId="1076"/>
          <ac:spMkLst>
            <pc:docMk/>
            <pc:sldMk cId="1715178406" sldId="334"/>
            <ac:spMk id="8372" creationId="{F3743665-C2F1-2F56-8E29-765F086721FE}"/>
          </ac:spMkLst>
        </pc:spChg>
        <pc:spChg chg="mod">
          <ac:chgData name="Victor Fidalgo" userId="4aca1dba80e36c7f" providerId="LiveId" clId="{A7D92D2C-85A3-4EA7-90B8-7ECBF6673CE2}" dt="2026-05-28T20:27:31.528" v="5480" actId="14100"/>
          <ac:spMkLst>
            <pc:docMk/>
            <pc:sldMk cId="1715178406" sldId="334"/>
            <ac:spMk id="8373" creationId="{FC0C4F3B-5211-4847-71A2-010AB10118E6}"/>
          </ac:spMkLst>
        </pc:spChg>
        <pc:spChg chg="mod">
          <ac:chgData name="Victor Fidalgo" userId="4aca1dba80e36c7f" providerId="LiveId" clId="{A7D92D2C-85A3-4EA7-90B8-7ECBF6673CE2}" dt="2026-05-28T20:17:41.864" v="5165" actId="1076"/>
          <ac:spMkLst>
            <pc:docMk/>
            <pc:sldMk cId="1715178406" sldId="334"/>
            <ac:spMk id="8376" creationId="{C270C9E3-4A68-B38D-6DEF-E4C79324C5BB}"/>
          </ac:spMkLst>
        </pc:spChg>
        <pc:spChg chg="mod">
          <ac:chgData name="Victor Fidalgo" userId="4aca1dba80e36c7f" providerId="LiveId" clId="{A7D92D2C-85A3-4EA7-90B8-7ECBF6673CE2}" dt="2026-05-28T20:32:57.745" v="5897" actId="20577"/>
          <ac:spMkLst>
            <pc:docMk/>
            <pc:sldMk cId="1715178406" sldId="334"/>
            <ac:spMk id="8377" creationId="{85A4BD2D-D18C-0FE0-4E44-6C0B2E11F218}"/>
          </ac:spMkLst>
        </pc:spChg>
        <pc:spChg chg="mod">
          <ac:chgData name="Victor Fidalgo" userId="4aca1dba80e36c7f" providerId="LiveId" clId="{A7D92D2C-85A3-4EA7-90B8-7ECBF6673CE2}" dt="2026-05-28T20:32:47.204" v="5893" actId="20577"/>
          <ac:spMkLst>
            <pc:docMk/>
            <pc:sldMk cId="1715178406" sldId="334"/>
            <ac:spMk id="8378" creationId="{F5348618-FF20-C56D-8991-0F6343F5C1E8}"/>
          </ac:spMkLst>
        </pc:spChg>
        <pc:grpChg chg="mod">
          <ac:chgData name="Victor Fidalgo" userId="4aca1dba80e36c7f" providerId="LiveId" clId="{A7D92D2C-85A3-4EA7-90B8-7ECBF6673CE2}" dt="2026-05-28T20:18:15.163" v="5182" actId="1076"/>
          <ac:grpSpMkLst>
            <pc:docMk/>
            <pc:sldMk cId="1715178406" sldId="334"/>
            <ac:grpSpMk id="8379" creationId="{8D99362D-5CF5-A39E-A3F5-17B40AF51050}"/>
          </ac:grpSpMkLst>
        </pc:grpChg>
        <pc:picChg chg="mod">
          <ac:chgData name="Victor Fidalgo" userId="4aca1dba80e36c7f" providerId="LiveId" clId="{A7D92D2C-85A3-4EA7-90B8-7ECBF6673CE2}" dt="2026-05-28T20:27:54.930" v="5484" actId="1076"/>
          <ac:picMkLst>
            <pc:docMk/>
            <pc:sldMk cId="1715178406" sldId="334"/>
            <ac:picMk id="8374" creationId="{1ED6C3D6-2C05-8511-FF4B-93B595B3C338}"/>
          </ac:picMkLst>
        </pc:picChg>
        <pc:picChg chg="mod">
          <ac:chgData name="Victor Fidalgo" userId="4aca1dba80e36c7f" providerId="LiveId" clId="{A7D92D2C-85A3-4EA7-90B8-7ECBF6673CE2}" dt="2026-05-28T20:18:24.402" v="5216" actId="1035"/>
          <ac:picMkLst>
            <pc:docMk/>
            <pc:sldMk cId="1715178406" sldId="334"/>
            <ac:picMk id="8375" creationId="{F301E194-CB8B-79BE-9346-12594C5E0293}"/>
          </ac:picMkLst>
        </pc:picChg>
      </pc:sldChg>
      <pc:sldChg chg="modSp add mod">
        <pc:chgData name="Victor Fidalgo" userId="4aca1dba80e36c7f" providerId="LiveId" clId="{A7D92D2C-85A3-4EA7-90B8-7ECBF6673CE2}" dt="2026-05-28T21:05:09.785" v="5939" actId="113"/>
        <pc:sldMkLst>
          <pc:docMk/>
          <pc:sldMk cId="2208679099" sldId="335"/>
        </pc:sldMkLst>
        <pc:spChg chg="mod">
          <ac:chgData name="Victor Fidalgo" userId="4aca1dba80e36c7f" providerId="LiveId" clId="{A7D92D2C-85A3-4EA7-90B8-7ECBF6673CE2}" dt="2026-05-28T21:04:34.026" v="5932" actId="1076"/>
          <ac:spMkLst>
            <pc:docMk/>
            <pc:sldMk cId="2208679099" sldId="335"/>
            <ac:spMk id="3362" creationId="{993E5B1D-415A-757C-97EE-3A131A81394F}"/>
          </ac:spMkLst>
        </pc:spChg>
        <pc:spChg chg="mod">
          <ac:chgData name="Victor Fidalgo" userId="4aca1dba80e36c7f" providerId="LiveId" clId="{A7D92D2C-85A3-4EA7-90B8-7ECBF6673CE2}" dt="2026-05-28T21:05:09.785" v="5939" actId="113"/>
          <ac:spMkLst>
            <pc:docMk/>
            <pc:sldMk cId="2208679099" sldId="335"/>
            <ac:spMk id="3363" creationId="{A660C832-B7BB-B7BE-EC6A-84076F4FDEA0}"/>
          </ac:spMkLst>
        </pc:spChg>
      </pc:sldChg>
      <pc:sldChg chg="addSp delSp modSp add mod">
        <pc:chgData name="Victor Fidalgo" userId="4aca1dba80e36c7f" providerId="LiveId" clId="{A7D92D2C-85A3-4EA7-90B8-7ECBF6673CE2}" dt="2026-05-28T22:31:28.934" v="7034" actId="14100"/>
        <pc:sldMkLst>
          <pc:docMk/>
          <pc:sldMk cId="640837928" sldId="336"/>
        </pc:sldMkLst>
        <pc:spChg chg="mod">
          <ac:chgData name="Victor Fidalgo" userId="4aca1dba80e36c7f" providerId="LiveId" clId="{A7D92D2C-85A3-4EA7-90B8-7ECBF6673CE2}" dt="2026-05-28T22:29:15.114" v="6978" actId="1076"/>
          <ac:spMkLst>
            <pc:docMk/>
            <pc:sldMk cId="640837928" sldId="336"/>
            <ac:spMk id="751" creationId="{328724C4-3BB5-4C30-EC14-B2D7EBDA0673}"/>
          </ac:spMkLst>
        </pc:spChg>
        <pc:spChg chg="mod">
          <ac:chgData name="Victor Fidalgo" userId="4aca1dba80e36c7f" providerId="LiveId" clId="{A7D92D2C-85A3-4EA7-90B8-7ECBF6673CE2}" dt="2026-05-28T22:30:34.320" v="7029" actId="1076"/>
          <ac:spMkLst>
            <pc:docMk/>
            <pc:sldMk cId="640837928" sldId="336"/>
            <ac:spMk id="752" creationId="{C8CDE0BD-E694-68E6-16F0-863C11FC30BA}"/>
          </ac:spMkLst>
        </pc:spChg>
        <pc:spChg chg="mod">
          <ac:chgData name="Victor Fidalgo" userId="4aca1dba80e36c7f" providerId="LiveId" clId="{A7D92D2C-85A3-4EA7-90B8-7ECBF6673CE2}" dt="2026-05-28T22:29:58.147" v="7011" actId="1035"/>
          <ac:spMkLst>
            <pc:docMk/>
            <pc:sldMk cId="640837928" sldId="336"/>
            <ac:spMk id="753" creationId="{15908571-7725-5562-AA10-08BEED680DEF}"/>
          </ac:spMkLst>
        </pc:spChg>
        <pc:spChg chg="mod">
          <ac:chgData name="Victor Fidalgo" userId="4aca1dba80e36c7f" providerId="LiveId" clId="{A7D92D2C-85A3-4EA7-90B8-7ECBF6673CE2}" dt="2026-05-28T22:29:58.147" v="7011" actId="1035"/>
          <ac:spMkLst>
            <pc:docMk/>
            <pc:sldMk cId="640837928" sldId="336"/>
            <ac:spMk id="754" creationId="{E3CF1A61-B754-E5AF-D716-6B0A658517AF}"/>
          </ac:spMkLst>
        </pc:spChg>
        <pc:spChg chg="mod">
          <ac:chgData name="Victor Fidalgo" userId="4aca1dba80e36c7f" providerId="LiveId" clId="{A7D92D2C-85A3-4EA7-90B8-7ECBF6673CE2}" dt="2026-05-28T22:30:50.559" v="7031" actId="1076"/>
          <ac:spMkLst>
            <pc:docMk/>
            <pc:sldMk cId="640837928" sldId="336"/>
            <ac:spMk id="755" creationId="{1DFEB0DF-A0AD-9461-CFA4-95A72CF5001F}"/>
          </ac:spMkLst>
        </pc:spChg>
        <pc:spChg chg="mod">
          <ac:chgData name="Victor Fidalgo" userId="4aca1dba80e36c7f" providerId="LiveId" clId="{A7D92D2C-85A3-4EA7-90B8-7ECBF6673CE2}" dt="2026-05-28T22:29:58.147" v="7011" actId="1035"/>
          <ac:spMkLst>
            <pc:docMk/>
            <pc:sldMk cId="640837928" sldId="336"/>
            <ac:spMk id="756" creationId="{E49EAE3C-59A3-1753-B408-C5DC83CCA52B}"/>
          </ac:spMkLst>
        </pc:spChg>
        <pc:spChg chg="mod">
          <ac:chgData name="Victor Fidalgo" userId="4aca1dba80e36c7f" providerId="LiveId" clId="{A7D92D2C-85A3-4EA7-90B8-7ECBF6673CE2}" dt="2026-05-28T22:31:28.934" v="7034" actId="14100"/>
          <ac:spMkLst>
            <pc:docMk/>
            <pc:sldMk cId="640837928" sldId="336"/>
            <ac:spMk id="757" creationId="{E4981F38-1E91-E9A4-0218-6D8A4AFF05A3}"/>
          </ac:spMkLst>
        </pc:spChg>
        <pc:spChg chg="mod">
          <ac:chgData name="Victor Fidalgo" userId="4aca1dba80e36c7f" providerId="LiveId" clId="{A7D92D2C-85A3-4EA7-90B8-7ECBF6673CE2}" dt="2026-05-28T22:29:24.075" v="6979" actId="1076"/>
          <ac:spMkLst>
            <pc:docMk/>
            <pc:sldMk cId="640837928" sldId="336"/>
            <ac:spMk id="758" creationId="{AE272C83-FE36-8B58-6199-DF01CA10DB73}"/>
          </ac:spMkLst>
        </pc:spChg>
        <pc:spChg chg="mod">
          <ac:chgData name="Victor Fidalgo" userId="4aca1dba80e36c7f" providerId="LiveId" clId="{A7D92D2C-85A3-4EA7-90B8-7ECBF6673CE2}" dt="2026-05-28T22:30:21.446" v="7027" actId="1036"/>
          <ac:spMkLst>
            <pc:docMk/>
            <pc:sldMk cId="640837928" sldId="336"/>
            <ac:spMk id="759" creationId="{A7857864-20DC-17C2-D172-51BDEC73C0D5}"/>
          </ac:spMkLst>
        </pc:spChg>
        <pc:spChg chg="mod">
          <ac:chgData name="Victor Fidalgo" userId="4aca1dba80e36c7f" providerId="LiveId" clId="{A7D92D2C-85A3-4EA7-90B8-7ECBF6673CE2}" dt="2026-05-28T22:29:31.359" v="6980" actId="1076"/>
          <ac:spMkLst>
            <pc:docMk/>
            <pc:sldMk cId="640837928" sldId="336"/>
            <ac:spMk id="760" creationId="{C86103C2-A724-D468-FB1B-2F3E7F5FA3C2}"/>
          </ac:spMkLst>
        </pc:spChg>
        <pc:spChg chg="mod">
          <ac:chgData name="Victor Fidalgo" userId="4aca1dba80e36c7f" providerId="LiveId" clId="{A7D92D2C-85A3-4EA7-90B8-7ECBF6673CE2}" dt="2026-05-28T22:30:21.446" v="7027" actId="1036"/>
          <ac:spMkLst>
            <pc:docMk/>
            <pc:sldMk cId="640837928" sldId="336"/>
            <ac:spMk id="761" creationId="{DF10E04F-6AA0-6744-14EA-A254BDC245F5}"/>
          </ac:spMkLst>
        </pc:spChg>
        <pc:spChg chg="mod">
          <ac:chgData name="Victor Fidalgo" userId="4aca1dba80e36c7f" providerId="LiveId" clId="{A7D92D2C-85A3-4EA7-90B8-7ECBF6673CE2}" dt="2026-05-28T22:29:36.004" v="6981" actId="1076"/>
          <ac:spMkLst>
            <pc:docMk/>
            <pc:sldMk cId="640837928" sldId="336"/>
            <ac:spMk id="762" creationId="{0E5C283C-6920-3C08-7F96-B1C15E2AA281}"/>
          </ac:spMkLst>
        </pc:spChg>
        <pc:spChg chg="mod">
          <ac:chgData name="Victor Fidalgo" userId="4aca1dba80e36c7f" providerId="LiveId" clId="{A7D92D2C-85A3-4EA7-90B8-7ECBF6673CE2}" dt="2026-05-28T22:30:21.446" v="7027" actId="1036"/>
          <ac:spMkLst>
            <pc:docMk/>
            <pc:sldMk cId="640837928" sldId="336"/>
            <ac:spMk id="763" creationId="{AFA36232-159D-C71C-E52D-D398BC1C3121}"/>
          </ac:spMkLst>
        </pc:spChg>
        <pc:spChg chg="mod">
          <ac:chgData name="Victor Fidalgo" userId="4aca1dba80e36c7f" providerId="LiveId" clId="{A7D92D2C-85A3-4EA7-90B8-7ECBF6673CE2}" dt="2026-05-28T22:29:58.147" v="7011" actId="1035"/>
          <ac:spMkLst>
            <pc:docMk/>
            <pc:sldMk cId="640837928" sldId="336"/>
            <ac:spMk id="764" creationId="{F118FD28-D274-D9A4-B88C-3B639BE11982}"/>
          </ac:spMkLst>
        </pc:spChg>
        <pc:spChg chg="mod">
          <ac:chgData name="Victor Fidalgo" userId="4aca1dba80e36c7f" providerId="LiveId" clId="{A7D92D2C-85A3-4EA7-90B8-7ECBF6673CE2}" dt="2026-05-28T22:29:58.147" v="7011" actId="1035"/>
          <ac:spMkLst>
            <pc:docMk/>
            <pc:sldMk cId="640837928" sldId="336"/>
            <ac:spMk id="765" creationId="{4C6502AC-DFFC-199E-B50B-9617A4F83465}"/>
          </ac:spMkLst>
        </pc:spChg>
        <pc:spChg chg="mod">
          <ac:chgData name="Victor Fidalgo" userId="4aca1dba80e36c7f" providerId="LiveId" clId="{A7D92D2C-85A3-4EA7-90B8-7ECBF6673CE2}" dt="2026-05-28T22:29:58.147" v="7011" actId="1035"/>
          <ac:spMkLst>
            <pc:docMk/>
            <pc:sldMk cId="640837928" sldId="336"/>
            <ac:spMk id="766" creationId="{1EAB467A-2751-C59E-0E13-3C8A3E2EFBC0}"/>
          </ac:spMkLst>
        </pc:spChg>
        <pc:spChg chg="mod">
          <ac:chgData name="Victor Fidalgo" userId="4aca1dba80e36c7f" providerId="LiveId" clId="{A7D92D2C-85A3-4EA7-90B8-7ECBF6673CE2}" dt="2026-05-28T22:30:27.742" v="7028" actId="1076"/>
          <ac:spMkLst>
            <pc:docMk/>
            <pc:sldMk cId="640837928" sldId="336"/>
            <ac:spMk id="767" creationId="{F5B2CB78-7999-0B16-55E1-7F8346D899DE}"/>
          </ac:spMkLst>
        </pc:spChg>
        <pc:spChg chg="mod">
          <ac:chgData name="Victor Fidalgo" userId="4aca1dba80e36c7f" providerId="LiveId" clId="{A7D92D2C-85A3-4EA7-90B8-7ECBF6673CE2}" dt="2026-05-28T22:30:44.418" v="7030" actId="1076"/>
          <ac:spMkLst>
            <pc:docMk/>
            <pc:sldMk cId="640837928" sldId="336"/>
            <ac:spMk id="768" creationId="{E654B9CF-7BDB-5633-70D5-D7886AF94640}"/>
          </ac:spMkLst>
        </pc:spChg>
        <pc:spChg chg="mod">
          <ac:chgData name="Victor Fidalgo" userId="4aca1dba80e36c7f" providerId="LiveId" clId="{A7D92D2C-85A3-4EA7-90B8-7ECBF6673CE2}" dt="2026-05-28T22:30:57.091" v="7032" actId="1076"/>
          <ac:spMkLst>
            <pc:docMk/>
            <pc:sldMk cId="640837928" sldId="336"/>
            <ac:spMk id="769" creationId="{EB64995C-05C7-6C0A-986C-B2029035CE75}"/>
          </ac:spMkLst>
        </pc:spChg>
      </pc:sldChg>
      <pc:sldChg chg="addSp delSp modSp add mod">
        <pc:chgData name="Victor Fidalgo" userId="4aca1dba80e36c7f" providerId="LiveId" clId="{A7D92D2C-85A3-4EA7-90B8-7ECBF6673CE2}" dt="2026-05-28T22:04:55.071" v="6814" actId="208"/>
        <pc:sldMkLst>
          <pc:docMk/>
          <pc:sldMk cId="1455354485" sldId="337"/>
        </pc:sldMkLst>
        <pc:spChg chg="add mod">
          <ac:chgData name="Victor Fidalgo" userId="4aca1dba80e36c7f" providerId="LiveId" clId="{A7D92D2C-85A3-4EA7-90B8-7ECBF6673CE2}" dt="2026-05-28T22:04:55.071" v="6814" actId="208"/>
          <ac:spMkLst>
            <pc:docMk/>
            <pc:sldMk cId="1455354485" sldId="337"/>
            <ac:spMk id="2" creationId="{7E3C0EEE-72C6-5261-85B1-4B1E1B6677C0}"/>
          </ac:spMkLst>
        </pc:spChg>
        <pc:spChg chg="mod">
          <ac:chgData name="Victor Fidalgo" userId="4aca1dba80e36c7f" providerId="LiveId" clId="{A7D92D2C-85A3-4EA7-90B8-7ECBF6673CE2}" dt="2026-05-28T22:03:54.690" v="6674" actId="14100"/>
          <ac:spMkLst>
            <pc:docMk/>
            <pc:sldMk cId="1455354485" sldId="337"/>
            <ac:spMk id="8672" creationId="{D85CAAA0-814F-E86F-A62D-5CACE982F543}"/>
          </ac:spMkLst>
        </pc:spChg>
        <pc:spChg chg="mod">
          <ac:chgData name="Victor Fidalgo" userId="4aca1dba80e36c7f" providerId="LiveId" clId="{A7D92D2C-85A3-4EA7-90B8-7ECBF6673CE2}" dt="2026-05-28T22:04:32.465" v="6810" actId="20577"/>
          <ac:spMkLst>
            <pc:docMk/>
            <pc:sldMk cId="1455354485" sldId="337"/>
            <ac:spMk id="8673" creationId="{53C01FAB-8025-BD14-875F-DB3AC5A2E080}"/>
          </ac:spMkLst>
        </pc:spChg>
      </pc:sldChg>
      <pc:sldMasterChg chg="delSldLayout">
        <pc:chgData name="Victor Fidalgo" userId="4aca1dba80e36c7f" providerId="LiveId" clId="{A7D92D2C-85A3-4EA7-90B8-7ECBF6673CE2}" dt="2026-05-28T22:05:19.321" v="6850" actId="47"/>
        <pc:sldMasterMkLst>
          <pc:docMk/>
          <pc:sldMasterMk cId="0" sldId="2147483683"/>
        </pc:sldMasterMkLst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17:07:00.5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17:07:03.3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17:07:07.3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37 24575,'4'0'0,"4"0"0,-3 0 0,-5 0 0,-6 0 0,-7 0 0,1-3 0,0-5 0,4-5 0,3 1-8191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17:07:33.5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17:07:36.8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17:07:33.5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17:07:36.8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17:07:33.5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17:07:36.8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EAAE6C3B-C7BA-068B-E09B-874B6BF9C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14072739ea5_12_0:notes">
            <a:extLst>
              <a:ext uri="{FF2B5EF4-FFF2-40B4-BE49-F238E27FC236}">
                <a16:creationId xmlns:a16="http://schemas.microsoft.com/office/drawing/2014/main" id="{84643A83-4DE7-C537-840D-897A3F67DF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14072739ea5_12_0:notes">
            <a:extLst>
              <a:ext uri="{FF2B5EF4-FFF2-40B4-BE49-F238E27FC236}">
                <a16:creationId xmlns:a16="http://schemas.microsoft.com/office/drawing/2014/main" id="{4A102C8E-89D8-3677-4F4A-A9F3EAD17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1770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19098BD8-3B9D-8F6D-F4B4-9DCC9E42E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14072739ea5_12_0:notes">
            <a:extLst>
              <a:ext uri="{FF2B5EF4-FFF2-40B4-BE49-F238E27FC236}">
                <a16:creationId xmlns:a16="http://schemas.microsoft.com/office/drawing/2014/main" id="{93DE8F30-BE01-B9C5-38CF-F3BF3F7AD8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14072739ea5_12_0:notes">
            <a:extLst>
              <a:ext uri="{FF2B5EF4-FFF2-40B4-BE49-F238E27FC236}">
                <a16:creationId xmlns:a16="http://schemas.microsoft.com/office/drawing/2014/main" id="{21274D92-4BAB-EE31-8DAF-2073C68DC7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2971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045456C4-733F-B2A1-7AF9-50B7D6B2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14072739ea5_12_0:notes">
            <a:extLst>
              <a:ext uri="{FF2B5EF4-FFF2-40B4-BE49-F238E27FC236}">
                <a16:creationId xmlns:a16="http://schemas.microsoft.com/office/drawing/2014/main" id="{4ED23215-EE00-A643-768E-DBB81FE8C9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14072739ea5_12_0:notes">
            <a:extLst>
              <a:ext uri="{FF2B5EF4-FFF2-40B4-BE49-F238E27FC236}">
                <a16:creationId xmlns:a16="http://schemas.microsoft.com/office/drawing/2014/main" id="{C297A100-EA34-C50D-F595-4C3D61320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5746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8">
          <a:extLst>
            <a:ext uri="{FF2B5EF4-FFF2-40B4-BE49-F238E27FC236}">
              <a16:creationId xmlns:a16="http://schemas.microsoft.com/office/drawing/2014/main" id="{7E0C998A-FAAD-2C4A-41E5-8120C5F7A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54dda1946d_6_377:notes">
            <a:extLst>
              <a:ext uri="{FF2B5EF4-FFF2-40B4-BE49-F238E27FC236}">
                <a16:creationId xmlns:a16="http://schemas.microsoft.com/office/drawing/2014/main" id="{43ACE037-A1A6-6671-1128-B6FB14A391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0" name="Google Shape;2260;g54dda1946d_6_377:notes">
            <a:extLst>
              <a:ext uri="{FF2B5EF4-FFF2-40B4-BE49-F238E27FC236}">
                <a16:creationId xmlns:a16="http://schemas.microsoft.com/office/drawing/2014/main" id="{AA8578AD-F6DA-F258-DCB0-19867BC61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5031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0ED5BC2-3734-0F31-0FA3-AC5E6A22A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71C022E-3298-09C6-F0AF-E9927CCFC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531D852-69CF-31D5-E5D1-C1DC38CF3B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7972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>
          <a:extLst>
            <a:ext uri="{FF2B5EF4-FFF2-40B4-BE49-F238E27FC236}">
              <a16:creationId xmlns:a16="http://schemas.microsoft.com/office/drawing/2014/main" id="{FAFF52D6-6E64-ADD0-B856-C53222A6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54dda1946d_6_257:notes">
            <a:extLst>
              <a:ext uri="{FF2B5EF4-FFF2-40B4-BE49-F238E27FC236}">
                <a16:creationId xmlns:a16="http://schemas.microsoft.com/office/drawing/2014/main" id="{F704867F-DB49-27A2-7C35-D6B8839CB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54dda1946d_6_257:notes">
            <a:extLst>
              <a:ext uri="{FF2B5EF4-FFF2-40B4-BE49-F238E27FC236}">
                <a16:creationId xmlns:a16="http://schemas.microsoft.com/office/drawing/2014/main" id="{58667BEC-BF61-1719-52E4-02E1D809FA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7260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>
          <a:extLst>
            <a:ext uri="{FF2B5EF4-FFF2-40B4-BE49-F238E27FC236}">
              <a16:creationId xmlns:a16="http://schemas.microsoft.com/office/drawing/2014/main" id="{928FCA8C-0AD7-2AEA-B0AE-17FBB1CF2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54dda1946d_6_257:notes">
            <a:extLst>
              <a:ext uri="{FF2B5EF4-FFF2-40B4-BE49-F238E27FC236}">
                <a16:creationId xmlns:a16="http://schemas.microsoft.com/office/drawing/2014/main" id="{DD8E89EF-31FC-9EA4-99B3-25D962AC08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54dda1946d_6_257:notes">
            <a:extLst>
              <a:ext uri="{FF2B5EF4-FFF2-40B4-BE49-F238E27FC236}">
                <a16:creationId xmlns:a16="http://schemas.microsoft.com/office/drawing/2014/main" id="{143F4020-0CC1-D875-E7DF-50B7DEE0D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395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>
          <a:extLst>
            <a:ext uri="{FF2B5EF4-FFF2-40B4-BE49-F238E27FC236}">
              <a16:creationId xmlns:a16="http://schemas.microsoft.com/office/drawing/2014/main" id="{3F39C7EC-308B-917C-230A-49F4632BC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54dda1946d_6_322:notes">
            <a:extLst>
              <a:ext uri="{FF2B5EF4-FFF2-40B4-BE49-F238E27FC236}">
                <a16:creationId xmlns:a16="http://schemas.microsoft.com/office/drawing/2014/main" id="{35A2E2F8-E45A-8DCA-AA2B-5409F7AAB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54dda1946d_6_322:notes">
            <a:extLst>
              <a:ext uri="{FF2B5EF4-FFF2-40B4-BE49-F238E27FC236}">
                <a16:creationId xmlns:a16="http://schemas.microsoft.com/office/drawing/2014/main" id="{B286BF9E-D76E-1F15-127C-535F5E9B18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5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>
          <a:extLst>
            <a:ext uri="{FF2B5EF4-FFF2-40B4-BE49-F238E27FC236}">
              <a16:creationId xmlns:a16="http://schemas.microsoft.com/office/drawing/2014/main" id="{379FC27C-3039-F506-DB5D-A53BECA9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54dda1946d_6_322:notes">
            <a:extLst>
              <a:ext uri="{FF2B5EF4-FFF2-40B4-BE49-F238E27FC236}">
                <a16:creationId xmlns:a16="http://schemas.microsoft.com/office/drawing/2014/main" id="{D83C538A-3FDB-6428-3F16-E7B10835C9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54dda1946d_6_322:notes">
            <a:extLst>
              <a:ext uri="{FF2B5EF4-FFF2-40B4-BE49-F238E27FC236}">
                <a16:creationId xmlns:a16="http://schemas.microsoft.com/office/drawing/2014/main" id="{BDFD66D0-0DE8-AF55-AB15-08E61B0972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0145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8">
          <a:extLst>
            <a:ext uri="{FF2B5EF4-FFF2-40B4-BE49-F238E27FC236}">
              <a16:creationId xmlns:a16="http://schemas.microsoft.com/office/drawing/2014/main" id="{17AA80F9-F059-E5CD-5889-19A261C7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9" name="Google Shape;8669;g135e18421cc_13_10:notes">
            <a:extLst>
              <a:ext uri="{FF2B5EF4-FFF2-40B4-BE49-F238E27FC236}">
                <a16:creationId xmlns:a16="http://schemas.microsoft.com/office/drawing/2014/main" id="{56202D7E-676F-1089-B25D-B21AE670F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0" name="Google Shape;8670;g135e18421cc_13_10:notes">
            <a:extLst>
              <a:ext uri="{FF2B5EF4-FFF2-40B4-BE49-F238E27FC236}">
                <a16:creationId xmlns:a16="http://schemas.microsoft.com/office/drawing/2014/main" id="{7B6DDCCE-E104-632B-4993-F1C9BD2C0D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9907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>
          <a:extLst>
            <a:ext uri="{FF2B5EF4-FFF2-40B4-BE49-F238E27FC236}">
              <a16:creationId xmlns:a16="http://schemas.microsoft.com/office/drawing/2014/main" id="{580B2132-4EF9-F836-3F90-0A85AA6AE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54dda1946d_6_344:notes">
            <a:extLst>
              <a:ext uri="{FF2B5EF4-FFF2-40B4-BE49-F238E27FC236}">
                <a16:creationId xmlns:a16="http://schemas.microsoft.com/office/drawing/2014/main" id="{93CE1067-29F7-3C6D-EA74-FE63C945B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54dda1946d_6_344:notes">
            <a:extLst>
              <a:ext uri="{FF2B5EF4-FFF2-40B4-BE49-F238E27FC236}">
                <a16:creationId xmlns:a16="http://schemas.microsoft.com/office/drawing/2014/main" id="{BA4E1EF7-ACA7-9ACB-02B8-397E7AA1C5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8487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>
          <a:extLst>
            <a:ext uri="{FF2B5EF4-FFF2-40B4-BE49-F238E27FC236}">
              <a16:creationId xmlns:a16="http://schemas.microsoft.com/office/drawing/2014/main" id="{EE8764CD-071C-A6C3-47EB-3DEBDB50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54dda1946d_6_344:notes">
            <a:extLst>
              <a:ext uri="{FF2B5EF4-FFF2-40B4-BE49-F238E27FC236}">
                <a16:creationId xmlns:a16="http://schemas.microsoft.com/office/drawing/2014/main" id="{FA15D0DB-EA14-FE0C-2F42-06A566EA35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54dda1946d_6_344:notes">
            <a:extLst>
              <a:ext uri="{FF2B5EF4-FFF2-40B4-BE49-F238E27FC236}">
                <a16:creationId xmlns:a16="http://schemas.microsoft.com/office/drawing/2014/main" id="{5D3A2ED2-9974-3BB9-4B58-0EDA51E58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071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4">
          <a:extLst>
            <a:ext uri="{FF2B5EF4-FFF2-40B4-BE49-F238E27FC236}">
              <a16:creationId xmlns:a16="http://schemas.microsoft.com/office/drawing/2014/main" id="{9A76B063-D400-5CC2-277A-82B8B931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g54ff9c4cb4_3_5:notes">
            <a:extLst>
              <a:ext uri="{FF2B5EF4-FFF2-40B4-BE49-F238E27FC236}">
                <a16:creationId xmlns:a16="http://schemas.microsoft.com/office/drawing/2014/main" id="{2E427D27-76BF-B5FE-FD58-68EF8D34F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6" name="Google Shape;2446;g54ff9c4cb4_3_5:notes">
            <a:extLst>
              <a:ext uri="{FF2B5EF4-FFF2-40B4-BE49-F238E27FC236}">
                <a16:creationId xmlns:a16="http://schemas.microsoft.com/office/drawing/2014/main" id="{10D28492-1E93-A67C-33F3-E299ABE20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371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4">
          <a:extLst>
            <a:ext uri="{FF2B5EF4-FFF2-40B4-BE49-F238E27FC236}">
              <a16:creationId xmlns:a16="http://schemas.microsoft.com/office/drawing/2014/main" id="{3E098D02-610F-2F08-882E-9C4E8056E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g54ff9c4cb4_3_5:notes">
            <a:extLst>
              <a:ext uri="{FF2B5EF4-FFF2-40B4-BE49-F238E27FC236}">
                <a16:creationId xmlns:a16="http://schemas.microsoft.com/office/drawing/2014/main" id="{B48CD5FB-A76B-30E9-F11F-9325BFF992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6" name="Google Shape;2446;g54ff9c4cb4_3_5:notes">
            <a:extLst>
              <a:ext uri="{FF2B5EF4-FFF2-40B4-BE49-F238E27FC236}">
                <a16:creationId xmlns:a16="http://schemas.microsoft.com/office/drawing/2014/main" id="{6DE77F93-9A93-E298-1999-D211846E33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38840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3">
          <a:extLst>
            <a:ext uri="{FF2B5EF4-FFF2-40B4-BE49-F238E27FC236}">
              <a16:creationId xmlns:a16="http://schemas.microsoft.com/office/drawing/2014/main" id="{FF77DA43-7890-9EFA-4D11-B4361E7A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g54dda1946d_0_3:notes">
            <a:extLst>
              <a:ext uri="{FF2B5EF4-FFF2-40B4-BE49-F238E27FC236}">
                <a16:creationId xmlns:a16="http://schemas.microsoft.com/office/drawing/2014/main" id="{61E6BC70-BCD3-924D-A454-14348B5CB7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5" name="Google Shape;3345;g54dda1946d_0_3:notes">
            <a:extLst>
              <a:ext uri="{FF2B5EF4-FFF2-40B4-BE49-F238E27FC236}">
                <a16:creationId xmlns:a16="http://schemas.microsoft.com/office/drawing/2014/main" id="{34B80783-7E70-3254-E491-6B16F6C88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14364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>
          <a:extLst>
            <a:ext uri="{FF2B5EF4-FFF2-40B4-BE49-F238E27FC236}">
              <a16:creationId xmlns:a16="http://schemas.microsoft.com/office/drawing/2014/main" id="{73481499-89E3-D8C1-3969-2C0784B58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14072739ea5_12_0:notes">
            <a:extLst>
              <a:ext uri="{FF2B5EF4-FFF2-40B4-BE49-F238E27FC236}">
                <a16:creationId xmlns:a16="http://schemas.microsoft.com/office/drawing/2014/main" id="{61061D81-E52A-949C-17DD-78E6373DFD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14072739ea5_12_0:notes">
            <a:extLst>
              <a:ext uri="{FF2B5EF4-FFF2-40B4-BE49-F238E27FC236}">
                <a16:creationId xmlns:a16="http://schemas.microsoft.com/office/drawing/2014/main" id="{94E0FA7E-19FF-80A8-466B-64CBF33279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3349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>
          <a:extLst>
            <a:ext uri="{FF2B5EF4-FFF2-40B4-BE49-F238E27FC236}">
              <a16:creationId xmlns:a16="http://schemas.microsoft.com/office/drawing/2014/main" id="{DED8D084-DC79-AA70-CB8F-CBF28D414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54dda1946d_6_257:notes">
            <a:extLst>
              <a:ext uri="{FF2B5EF4-FFF2-40B4-BE49-F238E27FC236}">
                <a16:creationId xmlns:a16="http://schemas.microsoft.com/office/drawing/2014/main" id="{EB1AB2C4-C581-AB50-2ED9-911410F4C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54dda1946d_6_257:notes">
            <a:extLst>
              <a:ext uri="{FF2B5EF4-FFF2-40B4-BE49-F238E27FC236}">
                <a16:creationId xmlns:a16="http://schemas.microsoft.com/office/drawing/2014/main" id="{A3D87C09-1358-870F-3F06-71F2DAF2A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0141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3">
          <a:extLst>
            <a:ext uri="{FF2B5EF4-FFF2-40B4-BE49-F238E27FC236}">
              <a16:creationId xmlns:a16="http://schemas.microsoft.com/office/drawing/2014/main" id="{B86BFFC8-8014-7AFC-7462-0C5164E7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g2610e5fcc6d_0_742:notes">
            <a:extLst>
              <a:ext uri="{FF2B5EF4-FFF2-40B4-BE49-F238E27FC236}">
                <a16:creationId xmlns:a16="http://schemas.microsoft.com/office/drawing/2014/main" id="{C2298E7D-E4ED-AF21-106A-CDF7933AC3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5" name="Google Shape;2225;g2610e5fcc6d_0_742:notes">
            <a:extLst>
              <a:ext uri="{FF2B5EF4-FFF2-40B4-BE49-F238E27FC236}">
                <a16:creationId xmlns:a16="http://schemas.microsoft.com/office/drawing/2014/main" id="{EF945D9F-0C79-45C8-E932-B16AE2CBD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7124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>
          <a:extLst>
            <a:ext uri="{FF2B5EF4-FFF2-40B4-BE49-F238E27FC236}">
              <a16:creationId xmlns:a16="http://schemas.microsoft.com/office/drawing/2014/main" id="{A6D25A4C-4339-A19D-6333-C66FCCEFE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54dda1946d_6_322:notes">
            <a:extLst>
              <a:ext uri="{FF2B5EF4-FFF2-40B4-BE49-F238E27FC236}">
                <a16:creationId xmlns:a16="http://schemas.microsoft.com/office/drawing/2014/main" id="{42E9BD4D-D0F1-EDCA-07CA-C76F134BA9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54dda1946d_6_322:notes">
            <a:extLst>
              <a:ext uri="{FF2B5EF4-FFF2-40B4-BE49-F238E27FC236}">
                <a16:creationId xmlns:a16="http://schemas.microsoft.com/office/drawing/2014/main" id="{002D4DF6-6FBC-B384-096B-331457BB35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43484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4">
          <a:extLst>
            <a:ext uri="{FF2B5EF4-FFF2-40B4-BE49-F238E27FC236}">
              <a16:creationId xmlns:a16="http://schemas.microsoft.com/office/drawing/2014/main" id="{BE3701E6-CFB0-FD50-BC4A-671953A9D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g54ff9c4cb4_3_5:notes">
            <a:extLst>
              <a:ext uri="{FF2B5EF4-FFF2-40B4-BE49-F238E27FC236}">
                <a16:creationId xmlns:a16="http://schemas.microsoft.com/office/drawing/2014/main" id="{CE7F0043-8663-D524-2904-8067F68DFA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6" name="Google Shape;2446;g54ff9c4cb4_3_5:notes">
            <a:extLst>
              <a:ext uri="{FF2B5EF4-FFF2-40B4-BE49-F238E27FC236}">
                <a16:creationId xmlns:a16="http://schemas.microsoft.com/office/drawing/2014/main" id="{E94C4ACA-1B67-8E5C-9813-12EF83648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57217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8">
          <a:extLst>
            <a:ext uri="{FF2B5EF4-FFF2-40B4-BE49-F238E27FC236}">
              <a16:creationId xmlns:a16="http://schemas.microsoft.com/office/drawing/2014/main" id="{84FEF95B-4381-E910-F299-4906F6F31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54dda1946d_6_377:notes">
            <a:extLst>
              <a:ext uri="{FF2B5EF4-FFF2-40B4-BE49-F238E27FC236}">
                <a16:creationId xmlns:a16="http://schemas.microsoft.com/office/drawing/2014/main" id="{57D0D35E-3931-FDDC-FB81-69EB10C6D3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0" name="Google Shape;2260;g54dda1946d_6_377:notes">
            <a:extLst>
              <a:ext uri="{FF2B5EF4-FFF2-40B4-BE49-F238E27FC236}">
                <a16:creationId xmlns:a16="http://schemas.microsoft.com/office/drawing/2014/main" id="{9B5F7731-6065-8775-26A1-409EBC8C90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92259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8">
          <a:extLst>
            <a:ext uri="{FF2B5EF4-FFF2-40B4-BE49-F238E27FC236}">
              <a16:creationId xmlns:a16="http://schemas.microsoft.com/office/drawing/2014/main" id="{2D162077-9597-FE71-5411-97E750E4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9" name="Google Shape;8369;gd5260bdd85_0_313:notes">
            <a:extLst>
              <a:ext uri="{FF2B5EF4-FFF2-40B4-BE49-F238E27FC236}">
                <a16:creationId xmlns:a16="http://schemas.microsoft.com/office/drawing/2014/main" id="{6E3D5452-3BE9-AE9C-B7E5-D6EECE386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0" name="Google Shape;8370;gd5260bdd85_0_313:notes">
            <a:extLst>
              <a:ext uri="{FF2B5EF4-FFF2-40B4-BE49-F238E27FC236}">
                <a16:creationId xmlns:a16="http://schemas.microsoft.com/office/drawing/2014/main" id="{B8F66B01-F89D-BCAF-DE86-3814F3CCD8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0221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4">
          <a:extLst>
            <a:ext uri="{FF2B5EF4-FFF2-40B4-BE49-F238E27FC236}">
              <a16:creationId xmlns:a16="http://schemas.microsoft.com/office/drawing/2014/main" id="{E7D7D282-E312-08D0-822E-8DAC8D67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" name="Google Shape;3355;g54dda1946d_4_2742:notes">
            <a:extLst>
              <a:ext uri="{FF2B5EF4-FFF2-40B4-BE49-F238E27FC236}">
                <a16:creationId xmlns:a16="http://schemas.microsoft.com/office/drawing/2014/main" id="{A8368BC0-BE2F-A47F-0A05-0BCA7236B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6" name="Google Shape;3356;g54dda1946d_4_2742:notes">
            <a:extLst>
              <a:ext uri="{FF2B5EF4-FFF2-40B4-BE49-F238E27FC236}">
                <a16:creationId xmlns:a16="http://schemas.microsoft.com/office/drawing/2014/main" id="{5B2A6594-0D97-F3D9-589D-C0E3CFF00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48806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>
          <a:extLst>
            <a:ext uri="{FF2B5EF4-FFF2-40B4-BE49-F238E27FC236}">
              <a16:creationId xmlns:a16="http://schemas.microsoft.com/office/drawing/2014/main" id="{D3488776-3535-4F1A-6513-5C307969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d431007ba2_0_215:notes">
            <a:extLst>
              <a:ext uri="{FF2B5EF4-FFF2-40B4-BE49-F238E27FC236}">
                <a16:creationId xmlns:a16="http://schemas.microsoft.com/office/drawing/2014/main" id="{21152AFD-2E46-A3D1-99EB-EEE650C8C7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d431007ba2_0_215:notes">
            <a:extLst>
              <a:ext uri="{FF2B5EF4-FFF2-40B4-BE49-F238E27FC236}">
                <a16:creationId xmlns:a16="http://schemas.microsoft.com/office/drawing/2014/main" id="{2C42C76B-56FB-5EC8-6258-9E0DD1CB43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46018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8">
          <a:extLst>
            <a:ext uri="{FF2B5EF4-FFF2-40B4-BE49-F238E27FC236}">
              <a16:creationId xmlns:a16="http://schemas.microsoft.com/office/drawing/2014/main" id="{F194C844-06F1-5016-2344-887156B2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9" name="Google Shape;8669;g135e18421cc_13_10:notes">
            <a:extLst>
              <a:ext uri="{FF2B5EF4-FFF2-40B4-BE49-F238E27FC236}">
                <a16:creationId xmlns:a16="http://schemas.microsoft.com/office/drawing/2014/main" id="{964B8378-3BD5-5558-AF56-0B62FE0C3F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0" name="Google Shape;8670;g135e18421cc_13_10:notes">
            <a:extLst>
              <a:ext uri="{FF2B5EF4-FFF2-40B4-BE49-F238E27FC236}">
                <a16:creationId xmlns:a16="http://schemas.microsoft.com/office/drawing/2014/main" id="{7D6DA25A-C602-52E4-A88E-B98E789F32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7614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58075" y="301209"/>
            <a:ext cx="8691424" cy="4645767"/>
            <a:chOff x="258075" y="301209"/>
            <a:chExt cx="8691424" cy="4645767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258075" y="301209"/>
              <a:ext cx="8627275" cy="4645767"/>
              <a:chOff x="258075" y="301209"/>
              <a:chExt cx="8627275" cy="4645767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8585394" y="2807585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" name="Google Shape;12;p2"/>
              <p:cNvGrpSpPr/>
              <p:nvPr/>
            </p:nvGrpSpPr>
            <p:grpSpPr>
              <a:xfrm>
                <a:off x="7024950" y="374473"/>
                <a:ext cx="114150" cy="114196"/>
                <a:chOff x="-685100" y="4136737"/>
                <a:chExt cx="38359" cy="38359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" name="Google Shape;15;p2"/>
              <p:cNvGrpSpPr/>
              <p:nvPr/>
            </p:nvGrpSpPr>
            <p:grpSpPr>
              <a:xfrm>
                <a:off x="8771200" y="1615548"/>
                <a:ext cx="114150" cy="114196"/>
                <a:chOff x="-685100" y="4136737"/>
                <a:chExt cx="38359" cy="38359"/>
              </a:xfrm>
            </p:grpSpPr>
            <p:sp>
              <p:nvSpPr>
                <p:cNvPr id="16" name="Google Shape;16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" name="Google Shape;18;p2"/>
              <p:cNvSpPr/>
              <p:nvPr/>
            </p:nvSpPr>
            <p:spPr>
              <a:xfrm>
                <a:off x="258075" y="4847625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551881" y="4596791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00426" y="538456"/>
                <a:ext cx="89032" cy="89191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51886" y="301209"/>
                <a:ext cx="418657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38" h="167" fill="none" extrusionOk="0">
                    <a:moveTo>
                      <a:pt x="0" y="1"/>
                    </a:moveTo>
                    <a:cubicBezTo>
                      <a:pt x="216" y="1"/>
                      <a:pt x="216" y="167"/>
                      <a:pt x="438" y="167"/>
                    </a:cubicBezTo>
                    <a:cubicBezTo>
                      <a:pt x="661" y="167"/>
                      <a:pt x="661" y="1"/>
                      <a:pt x="877" y="1"/>
                    </a:cubicBezTo>
                    <a:cubicBezTo>
                      <a:pt x="1099" y="1"/>
                      <a:pt x="1099" y="167"/>
                      <a:pt x="1315" y="167"/>
                    </a:cubicBezTo>
                    <a:cubicBezTo>
                      <a:pt x="1537" y="167"/>
                      <a:pt x="1537" y="1"/>
                      <a:pt x="1762" y="1"/>
                    </a:cubicBezTo>
                    <a:cubicBezTo>
                      <a:pt x="1977" y="1"/>
                      <a:pt x="1977" y="167"/>
                      <a:pt x="2200" y="167"/>
                    </a:cubicBezTo>
                    <a:cubicBezTo>
                      <a:pt x="2422" y="167"/>
                      <a:pt x="2422" y="1"/>
                      <a:pt x="2638" y="1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" name="Google Shape;22;p2"/>
            <p:cNvSpPr/>
            <p:nvPr/>
          </p:nvSpPr>
          <p:spPr>
            <a:xfrm>
              <a:off x="8530365" y="3457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713225" y="889825"/>
            <a:ext cx="4945200" cy="18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713300" y="2754300"/>
            <a:ext cx="49452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3"/>
          <p:cNvGrpSpPr/>
          <p:nvPr/>
        </p:nvGrpSpPr>
        <p:grpSpPr>
          <a:xfrm>
            <a:off x="201177" y="366922"/>
            <a:ext cx="8734643" cy="4630271"/>
            <a:chOff x="201177" y="366922"/>
            <a:chExt cx="8734643" cy="4630271"/>
          </a:xfrm>
        </p:grpSpPr>
        <p:grpSp>
          <p:nvGrpSpPr>
            <p:cNvPr id="27" name="Google Shape;27;p3"/>
            <p:cNvGrpSpPr/>
            <p:nvPr/>
          </p:nvGrpSpPr>
          <p:grpSpPr>
            <a:xfrm>
              <a:off x="201177" y="471879"/>
              <a:ext cx="8734643" cy="4525314"/>
              <a:chOff x="201177" y="471879"/>
              <a:chExt cx="8734643" cy="4525314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301027" y="47187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476060" y="1130766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" name="Google Shape;30;p3"/>
              <p:cNvGrpSpPr/>
              <p:nvPr/>
            </p:nvGrpSpPr>
            <p:grpSpPr>
              <a:xfrm>
                <a:off x="201177" y="4781904"/>
                <a:ext cx="842275" cy="215289"/>
                <a:chOff x="201177" y="4781904"/>
                <a:chExt cx="842275" cy="215289"/>
              </a:xfrm>
            </p:grpSpPr>
            <p:sp>
              <p:nvSpPr>
                <p:cNvPr id="31" name="Google Shape;31;p3"/>
                <p:cNvSpPr/>
                <p:nvPr/>
              </p:nvSpPr>
              <p:spPr>
                <a:xfrm>
                  <a:off x="201177" y="4781904"/>
                  <a:ext cx="165226" cy="13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" h="577" fill="none" extrusionOk="0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2" name="Google Shape;32;p3"/>
                <p:cNvGrpSpPr/>
                <p:nvPr/>
              </p:nvGrpSpPr>
              <p:grpSpPr>
                <a:xfrm>
                  <a:off x="929303" y="488299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33" name="Google Shape;33;p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5" name="Google Shape;35;p3"/>
              <p:cNvSpPr/>
              <p:nvPr/>
            </p:nvSpPr>
            <p:spPr>
              <a:xfrm>
                <a:off x="8680375" y="7552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8830760" y="2348372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" name="Google Shape;37;p3"/>
            <p:cNvSpPr/>
            <p:nvPr/>
          </p:nvSpPr>
          <p:spPr>
            <a:xfrm>
              <a:off x="756840" y="366922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435365" y="459074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756850" y="2263364"/>
            <a:ext cx="41850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title" idx="2" hasCustomPrompt="1"/>
          </p:nvPr>
        </p:nvSpPr>
        <p:spPr>
          <a:xfrm>
            <a:off x="3984975" y="1542825"/>
            <a:ext cx="9567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" name="Google Shape;41;p3"/>
          <p:cNvSpPr txBox="1">
            <a:spLocks noGrp="1"/>
          </p:cNvSpPr>
          <p:nvPr>
            <p:ph type="subTitle" idx="1"/>
          </p:nvPr>
        </p:nvSpPr>
        <p:spPr>
          <a:xfrm>
            <a:off x="756850" y="3228675"/>
            <a:ext cx="4185000" cy="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255310" y="200698"/>
            <a:ext cx="8775027" cy="4761865"/>
            <a:chOff x="255310" y="200698"/>
            <a:chExt cx="8775027" cy="4761865"/>
          </a:xfrm>
        </p:grpSpPr>
        <p:grpSp>
          <p:nvGrpSpPr>
            <p:cNvPr id="44" name="Google Shape;44;p4"/>
            <p:cNvGrpSpPr/>
            <p:nvPr/>
          </p:nvGrpSpPr>
          <p:grpSpPr>
            <a:xfrm>
              <a:off x="255310" y="200698"/>
              <a:ext cx="8698789" cy="4761865"/>
              <a:chOff x="255310" y="200698"/>
              <a:chExt cx="8698789" cy="4761865"/>
            </a:xfrm>
          </p:grpSpPr>
          <p:grpSp>
            <p:nvGrpSpPr>
              <p:cNvPr id="45" name="Google Shape;45;p4"/>
              <p:cNvGrpSpPr/>
              <p:nvPr/>
            </p:nvGrpSpPr>
            <p:grpSpPr>
              <a:xfrm>
                <a:off x="255310" y="200698"/>
                <a:ext cx="8664905" cy="4650763"/>
                <a:chOff x="255310" y="200698"/>
                <a:chExt cx="8664905" cy="465076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255310" y="4750685"/>
                  <a:ext cx="105061" cy="10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35" extrusionOk="0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7" name="Google Shape;47;p4"/>
                <p:cNvGrpSpPr/>
                <p:nvPr/>
              </p:nvGrpSpPr>
              <p:grpSpPr>
                <a:xfrm>
                  <a:off x="8806065" y="20069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48" name="Google Shape;48;p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0" name="Google Shape;50;p4"/>
                <p:cNvSpPr/>
                <p:nvPr/>
              </p:nvSpPr>
              <p:spPr>
                <a:xfrm>
                  <a:off x="8128102" y="381679"/>
                  <a:ext cx="165226" cy="13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" h="577" fill="none" extrusionOk="0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1" name="Google Shape;51;p4"/>
              <p:cNvSpPr/>
              <p:nvPr/>
            </p:nvSpPr>
            <p:spPr>
              <a:xfrm>
                <a:off x="8534965" y="84157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598315" y="493605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" name="Google Shape;53;p4"/>
            <p:cNvSpPr/>
            <p:nvPr/>
          </p:nvSpPr>
          <p:spPr>
            <a:xfrm>
              <a:off x="8381200" y="45543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8611203" y="4351272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Google Shape;55;p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7704000" cy="3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171510" y="345675"/>
            <a:ext cx="9133914" cy="4639293"/>
            <a:chOff x="171510" y="345675"/>
            <a:chExt cx="9133914" cy="4639293"/>
          </a:xfrm>
        </p:grpSpPr>
        <p:sp>
          <p:nvSpPr>
            <p:cNvPr id="59" name="Google Shape;59;p5"/>
            <p:cNvSpPr/>
            <p:nvPr/>
          </p:nvSpPr>
          <p:spPr>
            <a:xfrm>
              <a:off x="171510" y="2079666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372102" y="165945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75053" y="2476172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" name="Google Shape;62;p5"/>
            <p:cNvGrpSpPr/>
            <p:nvPr/>
          </p:nvGrpSpPr>
          <p:grpSpPr>
            <a:xfrm>
              <a:off x="8579615" y="345675"/>
              <a:ext cx="725808" cy="600193"/>
              <a:chOff x="8579615" y="345675"/>
              <a:chExt cx="725808" cy="600193"/>
            </a:xfrm>
          </p:grpSpPr>
          <p:grpSp>
            <p:nvGrpSpPr>
              <p:cNvPr id="63" name="Google Shape;63;p5"/>
              <p:cNvGrpSpPr/>
              <p:nvPr/>
            </p:nvGrpSpPr>
            <p:grpSpPr>
              <a:xfrm>
                <a:off x="8579615" y="831673"/>
                <a:ext cx="114150" cy="114196"/>
                <a:chOff x="-685100" y="4136737"/>
                <a:chExt cx="38359" cy="38359"/>
              </a:xfrm>
            </p:grpSpPr>
            <p:sp>
              <p:nvSpPr>
                <p:cNvPr id="64" name="Google Shape;64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65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6" name="Google Shape;66;p5"/>
              <p:cNvSpPr/>
              <p:nvPr/>
            </p:nvSpPr>
            <p:spPr>
              <a:xfrm>
                <a:off x="8787137" y="345675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8886290" y="71812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" name="Google Shape;68;p5"/>
            <p:cNvGrpSpPr/>
            <p:nvPr/>
          </p:nvGrpSpPr>
          <p:grpSpPr>
            <a:xfrm>
              <a:off x="8011640" y="4248354"/>
              <a:ext cx="872625" cy="736614"/>
              <a:chOff x="8011640" y="4248354"/>
              <a:chExt cx="872625" cy="736614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54090" y="4248354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011640" y="47054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" name="Google Shape;71;p5"/>
              <p:cNvGrpSpPr/>
              <p:nvPr/>
            </p:nvGrpSpPr>
            <p:grpSpPr>
              <a:xfrm>
                <a:off x="8770115" y="4870773"/>
                <a:ext cx="114150" cy="114196"/>
                <a:chOff x="-685100" y="4136737"/>
                <a:chExt cx="38359" cy="38359"/>
              </a:xfrm>
            </p:grpSpPr>
            <p:sp>
              <p:nvSpPr>
                <p:cNvPr id="72" name="Google Shape;72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4" name="Google Shape;74;p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1"/>
          </p:nvPr>
        </p:nvSpPr>
        <p:spPr>
          <a:xfrm>
            <a:off x="6132758" y="3122537"/>
            <a:ext cx="222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ubTitle" idx="2"/>
          </p:nvPr>
        </p:nvSpPr>
        <p:spPr>
          <a:xfrm>
            <a:off x="3317950" y="3122537"/>
            <a:ext cx="222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subTitle" idx="3"/>
          </p:nvPr>
        </p:nvSpPr>
        <p:spPr>
          <a:xfrm>
            <a:off x="6132750" y="2702238"/>
            <a:ext cx="222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subTitle" idx="4"/>
          </p:nvPr>
        </p:nvSpPr>
        <p:spPr>
          <a:xfrm>
            <a:off x="3317750" y="2702238"/>
            <a:ext cx="222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7"/>
          <p:cNvGrpSpPr/>
          <p:nvPr/>
        </p:nvGrpSpPr>
        <p:grpSpPr>
          <a:xfrm>
            <a:off x="294090" y="2304041"/>
            <a:ext cx="6647183" cy="2636887"/>
            <a:chOff x="294090" y="2304041"/>
            <a:chExt cx="6647183" cy="2636887"/>
          </a:xfrm>
        </p:grpSpPr>
        <p:grpSp>
          <p:nvGrpSpPr>
            <p:cNvPr id="94" name="Google Shape;94;p7"/>
            <p:cNvGrpSpPr/>
            <p:nvPr/>
          </p:nvGrpSpPr>
          <p:grpSpPr>
            <a:xfrm>
              <a:off x="368572" y="2304041"/>
              <a:ext cx="6572702" cy="2636887"/>
              <a:chOff x="368572" y="2304041"/>
              <a:chExt cx="6572702" cy="2636887"/>
            </a:xfrm>
          </p:grpSpPr>
          <p:sp>
            <p:nvSpPr>
              <p:cNvPr id="95" name="Google Shape;95;p7"/>
              <p:cNvSpPr/>
              <p:nvPr/>
            </p:nvSpPr>
            <p:spPr>
              <a:xfrm>
                <a:off x="368572" y="2304041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6466917" y="4895330"/>
                <a:ext cx="474357" cy="45598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39" extrusionOk="0">
                    <a:moveTo>
                      <a:pt x="38" y="0"/>
                    </a:moveTo>
                    <a:cubicBezTo>
                      <a:pt x="22" y="0"/>
                      <a:pt x="1" y="0"/>
                      <a:pt x="1" y="17"/>
                    </a:cubicBezTo>
                    <a:cubicBezTo>
                      <a:pt x="1" y="34"/>
                      <a:pt x="22" y="51"/>
                      <a:pt x="38" y="51"/>
                    </a:cubicBezTo>
                    <a:cubicBezTo>
                      <a:pt x="89" y="51"/>
                      <a:pt x="105" y="67"/>
                      <a:pt x="143" y="88"/>
                    </a:cubicBezTo>
                    <a:cubicBezTo>
                      <a:pt x="160" y="105"/>
                      <a:pt x="193" y="138"/>
                      <a:pt x="264" y="138"/>
                    </a:cubicBezTo>
                    <a:cubicBezTo>
                      <a:pt x="335" y="138"/>
                      <a:pt x="368" y="105"/>
                      <a:pt x="402" y="88"/>
                    </a:cubicBezTo>
                    <a:cubicBezTo>
                      <a:pt x="419" y="67"/>
                      <a:pt x="456" y="51"/>
                      <a:pt x="506" y="51"/>
                    </a:cubicBezTo>
                    <a:cubicBezTo>
                      <a:pt x="544" y="51"/>
                      <a:pt x="577" y="67"/>
                      <a:pt x="594" y="88"/>
                    </a:cubicBezTo>
                    <a:cubicBezTo>
                      <a:pt x="627" y="105"/>
                      <a:pt x="665" y="138"/>
                      <a:pt x="732" y="138"/>
                    </a:cubicBezTo>
                    <a:cubicBezTo>
                      <a:pt x="803" y="138"/>
                      <a:pt x="836" y="105"/>
                      <a:pt x="857" y="88"/>
                    </a:cubicBezTo>
                    <a:cubicBezTo>
                      <a:pt x="890" y="67"/>
                      <a:pt x="907" y="51"/>
                      <a:pt x="961" y="51"/>
                    </a:cubicBezTo>
                    <a:cubicBezTo>
                      <a:pt x="1012" y="51"/>
                      <a:pt x="1028" y="67"/>
                      <a:pt x="1066" y="88"/>
                    </a:cubicBezTo>
                    <a:cubicBezTo>
                      <a:pt x="1099" y="105"/>
                      <a:pt x="1133" y="138"/>
                      <a:pt x="1204" y="138"/>
                    </a:cubicBezTo>
                    <a:cubicBezTo>
                      <a:pt x="1254" y="138"/>
                      <a:pt x="1291" y="105"/>
                      <a:pt x="1325" y="88"/>
                    </a:cubicBezTo>
                    <a:cubicBezTo>
                      <a:pt x="1358" y="67"/>
                      <a:pt x="1379" y="51"/>
                      <a:pt x="1429" y="51"/>
                    </a:cubicBezTo>
                    <a:cubicBezTo>
                      <a:pt x="1446" y="51"/>
                      <a:pt x="1446" y="34"/>
                      <a:pt x="1446" y="17"/>
                    </a:cubicBezTo>
                    <a:cubicBezTo>
                      <a:pt x="1446" y="0"/>
                      <a:pt x="1446" y="0"/>
                      <a:pt x="1429" y="0"/>
                    </a:cubicBezTo>
                    <a:cubicBezTo>
                      <a:pt x="1358" y="0"/>
                      <a:pt x="1325" y="17"/>
                      <a:pt x="1291" y="51"/>
                    </a:cubicBezTo>
                    <a:cubicBezTo>
                      <a:pt x="1275" y="67"/>
                      <a:pt x="1237" y="88"/>
                      <a:pt x="1204" y="88"/>
                    </a:cubicBezTo>
                    <a:cubicBezTo>
                      <a:pt x="1149" y="88"/>
                      <a:pt x="1116" y="67"/>
                      <a:pt x="1099" y="51"/>
                    </a:cubicBezTo>
                    <a:cubicBezTo>
                      <a:pt x="1066" y="17"/>
                      <a:pt x="1028" y="0"/>
                      <a:pt x="961" y="0"/>
                    </a:cubicBezTo>
                    <a:cubicBezTo>
                      <a:pt x="890" y="0"/>
                      <a:pt x="857" y="17"/>
                      <a:pt x="836" y="51"/>
                    </a:cubicBezTo>
                    <a:cubicBezTo>
                      <a:pt x="803" y="67"/>
                      <a:pt x="786" y="88"/>
                      <a:pt x="732" y="88"/>
                    </a:cubicBezTo>
                    <a:cubicBezTo>
                      <a:pt x="682" y="88"/>
                      <a:pt x="665" y="67"/>
                      <a:pt x="627" y="51"/>
                    </a:cubicBezTo>
                    <a:cubicBezTo>
                      <a:pt x="594" y="17"/>
                      <a:pt x="561" y="0"/>
                      <a:pt x="506" y="0"/>
                    </a:cubicBezTo>
                    <a:cubicBezTo>
                      <a:pt x="439" y="0"/>
                      <a:pt x="402" y="17"/>
                      <a:pt x="368" y="51"/>
                    </a:cubicBezTo>
                    <a:cubicBezTo>
                      <a:pt x="335" y="67"/>
                      <a:pt x="314" y="88"/>
                      <a:pt x="264" y="88"/>
                    </a:cubicBezTo>
                    <a:cubicBezTo>
                      <a:pt x="210" y="88"/>
                      <a:pt x="193" y="67"/>
                      <a:pt x="160" y="51"/>
                    </a:cubicBezTo>
                    <a:cubicBezTo>
                      <a:pt x="143" y="17"/>
                      <a:pt x="105" y="0"/>
                      <a:pt x="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>
                <a:off x="6601710" y="4604010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7"/>
              <p:cNvSpPr/>
              <p:nvPr/>
            </p:nvSpPr>
            <p:spPr>
              <a:xfrm>
                <a:off x="6202812" y="4630525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" name="Google Shape;99;p7"/>
            <p:cNvSpPr/>
            <p:nvPr/>
          </p:nvSpPr>
          <p:spPr>
            <a:xfrm>
              <a:off x="294090" y="27174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109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subTitle" idx="1"/>
          </p:nvPr>
        </p:nvSpPr>
        <p:spPr>
          <a:xfrm>
            <a:off x="4135975" y="1507500"/>
            <a:ext cx="4294800" cy="21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8"/>
          <p:cNvGrpSpPr/>
          <p:nvPr/>
        </p:nvGrpSpPr>
        <p:grpSpPr>
          <a:xfrm>
            <a:off x="197390" y="309004"/>
            <a:ext cx="8653755" cy="3593757"/>
            <a:chOff x="197390" y="309004"/>
            <a:chExt cx="8653755" cy="3593757"/>
          </a:xfrm>
        </p:grpSpPr>
        <p:grpSp>
          <p:nvGrpSpPr>
            <p:cNvPr id="104" name="Google Shape;104;p8"/>
            <p:cNvGrpSpPr/>
            <p:nvPr/>
          </p:nvGrpSpPr>
          <p:grpSpPr>
            <a:xfrm>
              <a:off x="197390" y="2348909"/>
              <a:ext cx="8653755" cy="1553852"/>
              <a:chOff x="197390" y="2348909"/>
              <a:chExt cx="8653755" cy="1553852"/>
            </a:xfrm>
          </p:grpSpPr>
          <p:sp>
            <p:nvSpPr>
              <p:cNvPr id="105" name="Google Shape;105;p8"/>
              <p:cNvSpPr/>
              <p:nvPr/>
            </p:nvSpPr>
            <p:spPr>
              <a:xfrm>
                <a:off x="197390" y="31052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517362" y="3702613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8"/>
              <p:cNvSpPr/>
              <p:nvPr/>
            </p:nvSpPr>
            <p:spPr>
              <a:xfrm>
                <a:off x="197410" y="3473310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8"/>
              <p:cNvSpPr/>
              <p:nvPr/>
            </p:nvSpPr>
            <p:spPr>
              <a:xfrm>
                <a:off x="8746085" y="3801985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8"/>
              <p:cNvSpPr/>
              <p:nvPr/>
            </p:nvSpPr>
            <p:spPr>
              <a:xfrm>
                <a:off x="8430765" y="234890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" name="Google Shape;110;p8"/>
            <p:cNvSpPr/>
            <p:nvPr/>
          </p:nvSpPr>
          <p:spPr>
            <a:xfrm>
              <a:off x="1191252" y="30900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1735685" y="489122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8"/>
          <p:cNvSpPr txBox="1">
            <a:spLocks noGrp="1"/>
          </p:cNvSpPr>
          <p:nvPr>
            <p:ph type="title"/>
          </p:nvPr>
        </p:nvSpPr>
        <p:spPr>
          <a:xfrm>
            <a:off x="713225" y="1000650"/>
            <a:ext cx="3884100" cy="195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9"/>
          <p:cNvGrpSpPr/>
          <p:nvPr/>
        </p:nvGrpSpPr>
        <p:grpSpPr>
          <a:xfrm>
            <a:off x="246028" y="1839998"/>
            <a:ext cx="7592371" cy="3114363"/>
            <a:chOff x="246028" y="1839998"/>
            <a:chExt cx="7592371" cy="3114363"/>
          </a:xfrm>
        </p:grpSpPr>
        <p:grpSp>
          <p:nvGrpSpPr>
            <p:cNvPr id="115" name="Google Shape;115;p9"/>
            <p:cNvGrpSpPr/>
            <p:nvPr/>
          </p:nvGrpSpPr>
          <p:grpSpPr>
            <a:xfrm>
              <a:off x="246028" y="1839998"/>
              <a:ext cx="7483968" cy="3114363"/>
              <a:chOff x="246028" y="1839998"/>
              <a:chExt cx="7483968" cy="3114363"/>
            </a:xfrm>
          </p:grpSpPr>
          <p:grpSp>
            <p:nvGrpSpPr>
              <p:cNvPr id="116" name="Google Shape;116;p9"/>
              <p:cNvGrpSpPr/>
              <p:nvPr/>
            </p:nvGrpSpPr>
            <p:grpSpPr>
              <a:xfrm>
                <a:off x="463875" y="1839998"/>
                <a:ext cx="7266121" cy="3114363"/>
                <a:chOff x="463875" y="1839998"/>
                <a:chExt cx="7266121" cy="3114363"/>
              </a:xfrm>
            </p:grpSpPr>
            <p:sp>
              <p:nvSpPr>
                <p:cNvPr id="117" name="Google Shape;117;p9"/>
                <p:cNvSpPr/>
                <p:nvPr/>
              </p:nvSpPr>
              <p:spPr>
                <a:xfrm>
                  <a:off x="7624935" y="4853585"/>
                  <a:ext cx="105061" cy="10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35" extrusionOk="0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118;p9"/>
                <p:cNvSpPr/>
                <p:nvPr/>
              </p:nvSpPr>
              <p:spPr>
                <a:xfrm>
                  <a:off x="7071125" y="4735213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9"/>
                <p:cNvGrpSpPr/>
                <p:nvPr/>
              </p:nvGrpSpPr>
              <p:grpSpPr>
                <a:xfrm>
                  <a:off x="463875" y="1839998"/>
                  <a:ext cx="294240" cy="1658216"/>
                  <a:chOff x="463875" y="1839998"/>
                  <a:chExt cx="294240" cy="1658216"/>
                </a:xfrm>
              </p:grpSpPr>
              <p:grpSp>
                <p:nvGrpSpPr>
                  <p:cNvPr id="120" name="Google Shape;120;p9"/>
                  <p:cNvGrpSpPr/>
                  <p:nvPr/>
                </p:nvGrpSpPr>
                <p:grpSpPr>
                  <a:xfrm>
                    <a:off x="643965" y="1839998"/>
                    <a:ext cx="114150" cy="114196"/>
                    <a:chOff x="-685100" y="4136737"/>
                    <a:chExt cx="38359" cy="38359"/>
                  </a:xfrm>
                </p:grpSpPr>
                <p:sp>
                  <p:nvSpPr>
                    <p:cNvPr id="121" name="Google Shape;121;p9"/>
                    <p:cNvSpPr/>
                    <p:nvPr/>
                  </p:nvSpPr>
                  <p:spPr>
                    <a:xfrm>
                      <a:off x="-685100" y="4136737"/>
                      <a:ext cx="38359" cy="383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9" h="389" fill="none" extrusionOk="0">
                          <a:moveTo>
                            <a:pt x="0" y="1"/>
                          </a:moveTo>
                          <a:lnTo>
                            <a:pt x="388" y="389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22" name="Google Shape;122;p9"/>
                    <p:cNvSpPr/>
                    <p:nvPr/>
                  </p:nvSpPr>
                  <p:spPr>
                    <a:xfrm>
                      <a:off x="-685100" y="4136737"/>
                      <a:ext cx="38359" cy="383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9" h="389" fill="none" extrusionOk="0">
                          <a:moveTo>
                            <a:pt x="388" y="1"/>
                          </a:moveTo>
                          <a:lnTo>
                            <a:pt x="0" y="389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23" name="Google Shape;123;p9"/>
                  <p:cNvSpPr/>
                  <p:nvPr/>
                </p:nvSpPr>
                <p:spPr>
                  <a:xfrm>
                    <a:off x="463875" y="3398863"/>
                    <a:ext cx="99155" cy="99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1" h="562" fill="none" extrusionOk="0">
                        <a:moveTo>
                          <a:pt x="561" y="282"/>
                        </a:moveTo>
                        <a:cubicBezTo>
                          <a:pt x="561" y="432"/>
                          <a:pt x="438" y="561"/>
                          <a:pt x="281" y="561"/>
                        </a:cubicBezTo>
                        <a:cubicBezTo>
                          <a:pt x="129" y="561"/>
                          <a:pt x="0" y="432"/>
                          <a:pt x="0" y="282"/>
                        </a:cubicBezTo>
                        <a:cubicBezTo>
                          <a:pt x="0" y="123"/>
                          <a:pt x="129" y="0"/>
                          <a:pt x="281" y="0"/>
                        </a:cubicBezTo>
                        <a:cubicBezTo>
                          <a:pt x="438" y="0"/>
                          <a:pt x="561" y="123"/>
                          <a:pt x="561" y="282"/>
                        </a:cubicBezTo>
                        <a:close/>
                      </a:path>
                    </a:pathLst>
                  </a:custGeom>
                  <a:noFill/>
                  <a:ln w="9525" cap="rnd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4" name="Google Shape;124;p9"/>
              <p:cNvSpPr/>
              <p:nvPr/>
            </p:nvSpPr>
            <p:spPr>
              <a:xfrm>
                <a:off x="246028" y="25584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5" name="Google Shape;125;p9"/>
            <p:cNvSpPr/>
            <p:nvPr/>
          </p:nvSpPr>
          <p:spPr>
            <a:xfrm>
              <a:off x="7419265" y="460399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9"/>
          <p:cNvSpPr txBox="1">
            <a:spLocks noGrp="1"/>
          </p:cNvSpPr>
          <p:nvPr>
            <p:ph type="title"/>
          </p:nvPr>
        </p:nvSpPr>
        <p:spPr>
          <a:xfrm>
            <a:off x="4646950" y="1048650"/>
            <a:ext cx="35526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subTitle" idx="1"/>
          </p:nvPr>
        </p:nvSpPr>
        <p:spPr>
          <a:xfrm>
            <a:off x="4646950" y="2163750"/>
            <a:ext cx="3552600" cy="10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3"/>
          <p:cNvGrpSpPr/>
          <p:nvPr/>
        </p:nvGrpSpPr>
        <p:grpSpPr>
          <a:xfrm>
            <a:off x="140465" y="125025"/>
            <a:ext cx="8836013" cy="4774862"/>
            <a:chOff x="140465" y="125025"/>
            <a:chExt cx="8836013" cy="4774862"/>
          </a:xfrm>
        </p:grpSpPr>
        <p:grpSp>
          <p:nvGrpSpPr>
            <p:cNvPr id="143" name="Google Shape;143;p13"/>
            <p:cNvGrpSpPr/>
            <p:nvPr/>
          </p:nvGrpSpPr>
          <p:grpSpPr>
            <a:xfrm>
              <a:off x="140465" y="125025"/>
              <a:ext cx="8836013" cy="4774862"/>
              <a:chOff x="140465" y="125025"/>
              <a:chExt cx="8836013" cy="4774862"/>
            </a:xfrm>
          </p:grpSpPr>
          <p:grpSp>
            <p:nvGrpSpPr>
              <p:cNvPr id="144" name="Google Shape;144;p13"/>
              <p:cNvGrpSpPr/>
              <p:nvPr/>
            </p:nvGrpSpPr>
            <p:grpSpPr>
              <a:xfrm>
                <a:off x="140465" y="125025"/>
                <a:ext cx="8836013" cy="4682629"/>
                <a:chOff x="140465" y="125025"/>
                <a:chExt cx="8836013" cy="4682629"/>
              </a:xfrm>
            </p:grpSpPr>
            <p:grpSp>
              <p:nvGrpSpPr>
                <p:cNvPr id="145" name="Google Shape;145;p13"/>
                <p:cNvGrpSpPr/>
                <p:nvPr/>
              </p:nvGrpSpPr>
              <p:grpSpPr>
                <a:xfrm>
                  <a:off x="140465" y="679273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46" name="Google Shape;146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" name="Google Shape;147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48" name="Google Shape;148;p13"/>
                <p:cNvSpPr/>
                <p:nvPr/>
              </p:nvSpPr>
              <p:spPr>
                <a:xfrm>
                  <a:off x="212200" y="125025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" name="Google Shape;149;p13"/>
                <p:cNvSpPr/>
                <p:nvPr/>
              </p:nvSpPr>
              <p:spPr>
                <a:xfrm>
                  <a:off x="720010" y="193616"/>
                  <a:ext cx="105061" cy="99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26" extrusionOk="0">
                      <a:moveTo>
                        <a:pt x="1" y="1"/>
                      </a:moveTo>
                      <a:lnTo>
                        <a:pt x="239" y="625"/>
                      </a:lnTo>
                      <a:lnTo>
                        <a:pt x="662" y="10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150;p13"/>
                <p:cNvSpPr/>
                <p:nvPr/>
              </p:nvSpPr>
              <p:spPr>
                <a:xfrm>
                  <a:off x="8811252" y="4672404"/>
                  <a:ext cx="165226" cy="13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" h="577" fill="none" extrusionOk="0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51" name="Google Shape;151;p13"/>
                <p:cNvGrpSpPr/>
                <p:nvPr/>
              </p:nvGrpSpPr>
              <p:grpSpPr>
                <a:xfrm>
                  <a:off x="8612715" y="428924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52" name="Google Shape;152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54" name="Google Shape;154;p13"/>
              <p:cNvSpPr/>
              <p:nvPr/>
            </p:nvSpPr>
            <p:spPr>
              <a:xfrm>
                <a:off x="8161165" y="48733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" name="Google Shape;155;p13"/>
            <p:cNvGrpSpPr/>
            <p:nvPr/>
          </p:nvGrpSpPr>
          <p:grpSpPr>
            <a:xfrm>
              <a:off x="7893815" y="336373"/>
              <a:ext cx="1032283" cy="1057878"/>
              <a:chOff x="7893815" y="336373"/>
              <a:chExt cx="1032283" cy="1057878"/>
            </a:xfrm>
          </p:grpSpPr>
          <p:grpSp>
            <p:nvGrpSpPr>
              <p:cNvPr id="156" name="Google Shape;156;p13"/>
              <p:cNvGrpSpPr/>
              <p:nvPr/>
            </p:nvGrpSpPr>
            <p:grpSpPr>
              <a:xfrm>
                <a:off x="7893815" y="336373"/>
                <a:ext cx="114150" cy="114196"/>
                <a:chOff x="-685100" y="4136737"/>
                <a:chExt cx="38359" cy="38359"/>
              </a:xfrm>
            </p:grpSpPr>
            <p:sp>
              <p:nvSpPr>
                <p:cNvPr id="157" name="Google Shape;157;p1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158;p1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9" name="Google Shape;159;p13"/>
              <p:cNvSpPr/>
              <p:nvPr/>
            </p:nvSpPr>
            <p:spPr>
              <a:xfrm>
                <a:off x="8506965" y="4632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8660337" y="12949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" name="Google Shape;161;p1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1"/>
          </p:nvPr>
        </p:nvSpPr>
        <p:spPr>
          <a:xfrm>
            <a:off x="720000" y="221794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2"/>
          </p:nvPr>
        </p:nvSpPr>
        <p:spPr>
          <a:xfrm>
            <a:off x="3419271" y="221794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subTitle" idx="3"/>
          </p:nvPr>
        </p:nvSpPr>
        <p:spPr>
          <a:xfrm>
            <a:off x="720000" y="39511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4"/>
          </p:nvPr>
        </p:nvSpPr>
        <p:spPr>
          <a:xfrm>
            <a:off x="3419274" y="39511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5"/>
          </p:nvPr>
        </p:nvSpPr>
        <p:spPr>
          <a:xfrm>
            <a:off x="6118549" y="221794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6"/>
          </p:nvPr>
        </p:nvSpPr>
        <p:spPr>
          <a:xfrm>
            <a:off x="6118549" y="39511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8" hasCustomPrompt="1"/>
          </p:nvPr>
        </p:nvSpPr>
        <p:spPr>
          <a:xfrm>
            <a:off x="720000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9" hasCustomPrompt="1"/>
          </p:nvPr>
        </p:nvSpPr>
        <p:spPr>
          <a:xfrm>
            <a:off x="3419275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13" hasCustomPrompt="1"/>
          </p:nvPr>
        </p:nvSpPr>
        <p:spPr>
          <a:xfrm>
            <a:off x="3419275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14" hasCustomPrompt="1"/>
          </p:nvPr>
        </p:nvSpPr>
        <p:spPr>
          <a:xfrm>
            <a:off x="6118550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15" hasCustomPrompt="1"/>
          </p:nvPr>
        </p:nvSpPr>
        <p:spPr>
          <a:xfrm>
            <a:off x="6118550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6"/>
          </p:nvPr>
        </p:nvSpPr>
        <p:spPr>
          <a:xfrm>
            <a:off x="720000" y="18860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17"/>
          </p:nvPr>
        </p:nvSpPr>
        <p:spPr>
          <a:xfrm>
            <a:off x="3419271" y="18860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18"/>
          </p:nvPr>
        </p:nvSpPr>
        <p:spPr>
          <a:xfrm>
            <a:off x="6118549" y="18860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19"/>
          </p:nvPr>
        </p:nvSpPr>
        <p:spPr>
          <a:xfrm>
            <a:off x="720000" y="36187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20"/>
          </p:nvPr>
        </p:nvSpPr>
        <p:spPr>
          <a:xfrm>
            <a:off x="3419271" y="36187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21"/>
          </p:nvPr>
        </p:nvSpPr>
        <p:spPr>
          <a:xfrm>
            <a:off x="6118549" y="36187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4"/>
          <p:cNvGrpSpPr/>
          <p:nvPr/>
        </p:nvGrpSpPr>
        <p:grpSpPr>
          <a:xfrm>
            <a:off x="294090" y="222985"/>
            <a:ext cx="8656850" cy="3145983"/>
            <a:chOff x="294090" y="222985"/>
            <a:chExt cx="8656850" cy="3145983"/>
          </a:xfrm>
        </p:grpSpPr>
        <p:sp>
          <p:nvSpPr>
            <p:cNvPr id="182" name="Google Shape;182;p14"/>
            <p:cNvSpPr/>
            <p:nvPr/>
          </p:nvSpPr>
          <p:spPr>
            <a:xfrm>
              <a:off x="294090" y="2385322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8596637" y="7553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8011640" y="2668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5" name="Google Shape;185;p14"/>
            <p:cNvGrpSpPr/>
            <p:nvPr/>
          </p:nvGrpSpPr>
          <p:grpSpPr>
            <a:xfrm>
              <a:off x="8836790" y="222985"/>
              <a:ext cx="114150" cy="114196"/>
              <a:chOff x="-685100" y="4136737"/>
              <a:chExt cx="38359" cy="38359"/>
            </a:xfrm>
          </p:grpSpPr>
          <p:sp>
            <p:nvSpPr>
              <p:cNvPr id="186" name="Google Shape;186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" name="Google Shape;188;p14"/>
            <p:cNvGrpSpPr/>
            <p:nvPr/>
          </p:nvGrpSpPr>
          <p:grpSpPr>
            <a:xfrm>
              <a:off x="446578" y="3254773"/>
              <a:ext cx="114150" cy="114196"/>
              <a:chOff x="-685100" y="4136737"/>
              <a:chExt cx="38359" cy="38359"/>
            </a:xfrm>
          </p:grpSpPr>
          <p:sp>
            <p:nvSpPr>
              <p:cNvPr id="189" name="Google Shape;189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1" name="Google Shape;191;p14"/>
          <p:cNvSpPr txBox="1">
            <a:spLocks noGrp="1"/>
          </p:cNvSpPr>
          <p:nvPr>
            <p:ph type="title"/>
          </p:nvPr>
        </p:nvSpPr>
        <p:spPr>
          <a:xfrm>
            <a:off x="3825775" y="3227788"/>
            <a:ext cx="46050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2" name="Google Shape;192;p14"/>
          <p:cNvSpPr txBox="1">
            <a:spLocks noGrp="1"/>
          </p:cNvSpPr>
          <p:nvPr>
            <p:ph type="subTitle" idx="1"/>
          </p:nvPr>
        </p:nvSpPr>
        <p:spPr>
          <a:xfrm>
            <a:off x="3825725" y="1253913"/>
            <a:ext cx="46050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3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5"/>
          <p:cNvGrpSpPr/>
          <p:nvPr/>
        </p:nvGrpSpPr>
        <p:grpSpPr>
          <a:xfrm>
            <a:off x="357512" y="259179"/>
            <a:ext cx="8674608" cy="4655758"/>
            <a:chOff x="357512" y="259179"/>
            <a:chExt cx="8674608" cy="4655758"/>
          </a:xfrm>
        </p:grpSpPr>
        <p:sp>
          <p:nvSpPr>
            <p:cNvPr id="195" name="Google Shape;195;p15"/>
            <p:cNvSpPr/>
            <p:nvPr/>
          </p:nvSpPr>
          <p:spPr>
            <a:xfrm>
              <a:off x="357512" y="4136700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410202" y="47531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1076065" y="48884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8" name="Google Shape;198;p15"/>
            <p:cNvGrpSpPr/>
            <p:nvPr/>
          </p:nvGrpSpPr>
          <p:grpSpPr>
            <a:xfrm>
              <a:off x="8751065" y="269698"/>
              <a:ext cx="114150" cy="114196"/>
              <a:chOff x="-685100" y="4136737"/>
              <a:chExt cx="38359" cy="38359"/>
            </a:xfrm>
          </p:grpSpPr>
          <p:sp>
            <p:nvSpPr>
              <p:cNvPr id="199" name="Google Shape;199;p1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1" name="Google Shape;201;p15"/>
            <p:cNvSpPr/>
            <p:nvPr/>
          </p:nvSpPr>
          <p:spPr>
            <a:xfrm>
              <a:off x="8430765" y="8383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8011165" y="2591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8927060" y="116494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" name="Google Shape;204;p1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19"/>
          <p:cNvGrpSpPr/>
          <p:nvPr/>
        </p:nvGrpSpPr>
        <p:grpSpPr>
          <a:xfrm>
            <a:off x="140465" y="285954"/>
            <a:ext cx="8839008" cy="4543534"/>
            <a:chOff x="140465" y="285954"/>
            <a:chExt cx="8839008" cy="4543534"/>
          </a:xfrm>
        </p:grpSpPr>
        <p:sp>
          <p:nvSpPr>
            <p:cNvPr id="251" name="Google Shape;251;p19"/>
            <p:cNvSpPr/>
            <p:nvPr/>
          </p:nvSpPr>
          <p:spPr>
            <a:xfrm>
              <a:off x="303865" y="28168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214852" y="32231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1268960" y="473014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7958802" y="28595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8560340" y="8192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8622260" y="30389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7" name="Google Shape;257;p19"/>
            <p:cNvGrpSpPr/>
            <p:nvPr/>
          </p:nvGrpSpPr>
          <p:grpSpPr>
            <a:xfrm>
              <a:off x="140465" y="2341473"/>
              <a:ext cx="114150" cy="114196"/>
              <a:chOff x="-685100" y="4136737"/>
              <a:chExt cx="38359" cy="38359"/>
            </a:xfrm>
          </p:grpSpPr>
          <p:sp>
            <p:nvSpPr>
              <p:cNvPr id="258" name="Google Shape;258;p1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0" name="Google Shape;260;p19"/>
          <p:cNvSpPr txBox="1">
            <a:spLocks noGrp="1"/>
          </p:cNvSpPr>
          <p:nvPr>
            <p:ph type="title"/>
          </p:nvPr>
        </p:nvSpPr>
        <p:spPr>
          <a:xfrm>
            <a:off x="1083876" y="1085875"/>
            <a:ext cx="30234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9"/>
          <p:cNvSpPr txBox="1">
            <a:spLocks noGrp="1"/>
          </p:cNvSpPr>
          <p:nvPr>
            <p:ph type="subTitle" idx="1"/>
          </p:nvPr>
        </p:nvSpPr>
        <p:spPr>
          <a:xfrm>
            <a:off x="1083876" y="2149075"/>
            <a:ext cx="3023400" cy="12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2" name="Google Shape;262;p19"/>
          <p:cNvGrpSpPr/>
          <p:nvPr/>
        </p:nvGrpSpPr>
        <p:grpSpPr>
          <a:xfrm flipH="1">
            <a:off x="202193" y="3559134"/>
            <a:ext cx="760404" cy="1419169"/>
            <a:chOff x="3793658" y="8817100"/>
            <a:chExt cx="570746" cy="1065202"/>
          </a:xfrm>
        </p:grpSpPr>
        <p:sp>
          <p:nvSpPr>
            <p:cNvPr id="263" name="Google Shape;263;p19"/>
            <p:cNvSpPr/>
            <p:nvPr/>
          </p:nvSpPr>
          <p:spPr>
            <a:xfrm>
              <a:off x="4247893" y="9670561"/>
              <a:ext cx="3937" cy="2341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7" y="22"/>
                  </a:moveTo>
                  <a:cubicBezTo>
                    <a:pt x="23" y="15"/>
                    <a:pt x="16" y="8"/>
                    <a:pt x="1" y="1"/>
                  </a:cubicBezTo>
                  <a:lnTo>
                    <a:pt x="1" y="1"/>
                  </a:lnTo>
                  <a:cubicBezTo>
                    <a:pt x="16" y="8"/>
                    <a:pt x="23" y="15"/>
                    <a:pt x="37" y="22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3958796" y="9645237"/>
              <a:ext cx="355172" cy="185460"/>
            </a:xfrm>
            <a:custGeom>
              <a:avLst/>
              <a:gdLst/>
              <a:ahLst/>
              <a:cxnLst/>
              <a:rect l="l" t="t" r="r" b="b"/>
              <a:pathLst>
                <a:path w="3338" h="1743" extrusionOk="0">
                  <a:moveTo>
                    <a:pt x="1453" y="1"/>
                  </a:moveTo>
                  <a:lnTo>
                    <a:pt x="1453" y="1"/>
                  </a:lnTo>
                  <a:cubicBezTo>
                    <a:pt x="1151" y="23"/>
                    <a:pt x="849" y="103"/>
                    <a:pt x="611" y="239"/>
                  </a:cubicBezTo>
                  <a:cubicBezTo>
                    <a:pt x="16" y="570"/>
                    <a:pt x="1" y="1122"/>
                    <a:pt x="584" y="1476"/>
                  </a:cubicBezTo>
                  <a:cubicBezTo>
                    <a:pt x="882" y="1653"/>
                    <a:pt x="1278" y="1743"/>
                    <a:pt x="1675" y="1743"/>
                  </a:cubicBezTo>
                  <a:cubicBezTo>
                    <a:pt x="2052" y="1743"/>
                    <a:pt x="2430" y="1661"/>
                    <a:pt x="2725" y="1497"/>
                  </a:cubicBezTo>
                  <a:cubicBezTo>
                    <a:pt x="3322" y="1158"/>
                    <a:pt x="3337" y="605"/>
                    <a:pt x="2754" y="260"/>
                  </a:cubicBezTo>
                  <a:cubicBezTo>
                    <a:pt x="2740" y="253"/>
                    <a:pt x="2733" y="246"/>
                    <a:pt x="2718" y="239"/>
                  </a:cubicBezTo>
                  <a:cubicBezTo>
                    <a:pt x="2588" y="167"/>
                    <a:pt x="2438" y="110"/>
                    <a:pt x="2286" y="66"/>
                  </a:cubicBezTo>
                  <a:lnTo>
                    <a:pt x="2266" y="123"/>
                  </a:lnTo>
                  <a:cubicBezTo>
                    <a:pt x="2388" y="160"/>
                    <a:pt x="2495" y="210"/>
                    <a:pt x="2595" y="268"/>
                  </a:cubicBezTo>
                  <a:cubicBezTo>
                    <a:pt x="3099" y="570"/>
                    <a:pt x="3085" y="1045"/>
                    <a:pt x="2575" y="1331"/>
                  </a:cubicBezTo>
                  <a:cubicBezTo>
                    <a:pt x="2320" y="1472"/>
                    <a:pt x="1993" y="1543"/>
                    <a:pt x="1668" y="1543"/>
                  </a:cubicBezTo>
                  <a:cubicBezTo>
                    <a:pt x="1330" y="1543"/>
                    <a:pt x="994" y="1467"/>
                    <a:pt x="741" y="1317"/>
                  </a:cubicBezTo>
                  <a:cubicBezTo>
                    <a:pt x="239" y="1015"/>
                    <a:pt x="253" y="541"/>
                    <a:pt x="763" y="253"/>
                  </a:cubicBezTo>
                  <a:cubicBezTo>
                    <a:pt x="956" y="146"/>
                    <a:pt x="1188" y="80"/>
                    <a:pt x="1431" y="53"/>
                  </a:cubicBezTo>
                  <a:lnTo>
                    <a:pt x="145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3984120" y="9650770"/>
              <a:ext cx="304418" cy="158646"/>
            </a:xfrm>
            <a:custGeom>
              <a:avLst/>
              <a:gdLst/>
              <a:ahLst/>
              <a:cxnLst/>
              <a:rect l="l" t="t" r="r" b="b"/>
              <a:pathLst>
                <a:path w="2861" h="1491" extrusionOk="0">
                  <a:moveTo>
                    <a:pt x="1193" y="1"/>
                  </a:moveTo>
                  <a:cubicBezTo>
                    <a:pt x="950" y="28"/>
                    <a:pt x="718" y="94"/>
                    <a:pt x="525" y="201"/>
                  </a:cubicBezTo>
                  <a:cubicBezTo>
                    <a:pt x="15" y="489"/>
                    <a:pt x="1" y="963"/>
                    <a:pt x="503" y="1265"/>
                  </a:cubicBezTo>
                  <a:cubicBezTo>
                    <a:pt x="756" y="1415"/>
                    <a:pt x="1092" y="1491"/>
                    <a:pt x="1430" y="1491"/>
                  </a:cubicBezTo>
                  <a:cubicBezTo>
                    <a:pt x="1755" y="1491"/>
                    <a:pt x="2082" y="1420"/>
                    <a:pt x="2337" y="1279"/>
                  </a:cubicBezTo>
                  <a:cubicBezTo>
                    <a:pt x="2847" y="993"/>
                    <a:pt x="2861" y="518"/>
                    <a:pt x="2357" y="216"/>
                  </a:cubicBezTo>
                  <a:cubicBezTo>
                    <a:pt x="2257" y="158"/>
                    <a:pt x="2150" y="108"/>
                    <a:pt x="2028" y="71"/>
                  </a:cubicBezTo>
                  <a:lnTo>
                    <a:pt x="1833" y="582"/>
                  </a:lnTo>
                  <a:lnTo>
                    <a:pt x="1452" y="805"/>
                  </a:lnTo>
                  <a:lnTo>
                    <a:pt x="993" y="539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3950390" y="9757067"/>
              <a:ext cx="371770" cy="125236"/>
            </a:xfrm>
            <a:custGeom>
              <a:avLst/>
              <a:gdLst/>
              <a:ahLst/>
              <a:cxnLst/>
              <a:rect l="l" t="t" r="r" b="b"/>
              <a:pathLst>
                <a:path w="3494" h="1177" extrusionOk="0">
                  <a:moveTo>
                    <a:pt x="3494" y="7"/>
                  </a:moveTo>
                  <a:cubicBezTo>
                    <a:pt x="3491" y="31"/>
                    <a:pt x="3489" y="54"/>
                    <a:pt x="3488" y="76"/>
                  </a:cubicBezTo>
                  <a:lnTo>
                    <a:pt x="3488" y="76"/>
                  </a:lnTo>
                  <a:cubicBezTo>
                    <a:pt x="3491" y="53"/>
                    <a:pt x="3493" y="30"/>
                    <a:pt x="3494" y="7"/>
                  </a:cubicBezTo>
                  <a:close/>
                  <a:moveTo>
                    <a:pt x="0" y="1"/>
                  </a:moveTo>
                  <a:lnTo>
                    <a:pt x="0" y="166"/>
                  </a:lnTo>
                  <a:cubicBezTo>
                    <a:pt x="0" y="416"/>
                    <a:pt x="166" y="675"/>
                    <a:pt x="497" y="870"/>
                  </a:cubicBezTo>
                  <a:cubicBezTo>
                    <a:pt x="837" y="1074"/>
                    <a:pt x="1290" y="1177"/>
                    <a:pt x="1745" y="1177"/>
                  </a:cubicBezTo>
                  <a:cubicBezTo>
                    <a:pt x="2184" y="1177"/>
                    <a:pt x="2623" y="1081"/>
                    <a:pt x="2962" y="891"/>
                  </a:cubicBezTo>
                  <a:cubicBezTo>
                    <a:pt x="3314" y="697"/>
                    <a:pt x="3487" y="439"/>
                    <a:pt x="3487" y="173"/>
                  </a:cubicBezTo>
                  <a:cubicBezTo>
                    <a:pt x="3487" y="139"/>
                    <a:pt x="3487" y="108"/>
                    <a:pt x="3488" y="76"/>
                  </a:cubicBezTo>
                  <a:lnTo>
                    <a:pt x="3488" y="76"/>
                  </a:lnTo>
                  <a:cubicBezTo>
                    <a:pt x="3455" y="317"/>
                    <a:pt x="3284" y="549"/>
                    <a:pt x="2962" y="727"/>
                  </a:cubicBezTo>
                  <a:cubicBezTo>
                    <a:pt x="2624" y="917"/>
                    <a:pt x="2186" y="1012"/>
                    <a:pt x="1748" y="1012"/>
                  </a:cubicBezTo>
                  <a:cubicBezTo>
                    <a:pt x="1292" y="1012"/>
                    <a:pt x="838" y="909"/>
                    <a:pt x="497" y="704"/>
                  </a:cubicBezTo>
                  <a:cubicBezTo>
                    <a:pt x="166" y="511"/>
                    <a:pt x="0" y="25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3950390" y="9670561"/>
              <a:ext cx="371770" cy="194185"/>
            </a:xfrm>
            <a:custGeom>
              <a:avLst/>
              <a:gdLst/>
              <a:ahLst/>
              <a:cxnLst/>
              <a:rect l="l" t="t" r="r" b="b"/>
              <a:pathLst>
                <a:path w="3494" h="1825" extrusionOk="0">
                  <a:moveTo>
                    <a:pt x="2833" y="22"/>
                  </a:moveTo>
                  <a:lnTo>
                    <a:pt x="2833" y="22"/>
                  </a:lnTo>
                  <a:cubicBezTo>
                    <a:pt x="2835" y="23"/>
                    <a:pt x="2837" y="24"/>
                    <a:pt x="2840" y="26"/>
                  </a:cubicBezTo>
                  <a:lnTo>
                    <a:pt x="2840" y="26"/>
                  </a:lnTo>
                  <a:cubicBezTo>
                    <a:pt x="2837" y="24"/>
                    <a:pt x="2835" y="23"/>
                    <a:pt x="2833" y="22"/>
                  </a:cubicBezTo>
                  <a:close/>
                  <a:moveTo>
                    <a:pt x="690" y="1"/>
                  </a:moveTo>
                  <a:lnTo>
                    <a:pt x="533" y="87"/>
                  </a:lnTo>
                  <a:cubicBezTo>
                    <a:pt x="181" y="289"/>
                    <a:pt x="0" y="548"/>
                    <a:pt x="0" y="814"/>
                  </a:cubicBezTo>
                  <a:cubicBezTo>
                    <a:pt x="0" y="1065"/>
                    <a:pt x="166" y="1324"/>
                    <a:pt x="497" y="1517"/>
                  </a:cubicBezTo>
                  <a:cubicBezTo>
                    <a:pt x="838" y="1722"/>
                    <a:pt x="1292" y="1825"/>
                    <a:pt x="1748" y="1825"/>
                  </a:cubicBezTo>
                  <a:cubicBezTo>
                    <a:pt x="2186" y="1825"/>
                    <a:pt x="2624" y="1730"/>
                    <a:pt x="2962" y="1540"/>
                  </a:cubicBezTo>
                  <a:cubicBezTo>
                    <a:pt x="3314" y="1345"/>
                    <a:pt x="3487" y="1086"/>
                    <a:pt x="3494" y="820"/>
                  </a:cubicBezTo>
                  <a:cubicBezTo>
                    <a:pt x="3494" y="569"/>
                    <a:pt x="3330" y="310"/>
                    <a:pt x="2999" y="117"/>
                  </a:cubicBezTo>
                  <a:cubicBezTo>
                    <a:pt x="2985" y="108"/>
                    <a:pt x="2969" y="101"/>
                    <a:pt x="2962" y="94"/>
                  </a:cubicBezTo>
                  <a:cubicBezTo>
                    <a:pt x="2942" y="80"/>
                    <a:pt x="2919" y="73"/>
                    <a:pt x="2905" y="58"/>
                  </a:cubicBezTo>
                  <a:cubicBezTo>
                    <a:pt x="2899" y="58"/>
                    <a:pt x="2883" y="51"/>
                    <a:pt x="2876" y="44"/>
                  </a:cubicBezTo>
                  <a:cubicBezTo>
                    <a:pt x="2864" y="38"/>
                    <a:pt x="2852" y="33"/>
                    <a:pt x="2840" y="26"/>
                  </a:cubicBezTo>
                  <a:lnTo>
                    <a:pt x="2840" y="26"/>
                  </a:lnTo>
                  <a:cubicBezTo>
                    <a:pt x="3416" y="371"/>
                    <a:pt x="3398" y="922"/>
                    <a:pt x="2804" y="1259"/>
                  </a:cubicBezTo>
                  <a:cubicBezTo>
                    <a:pt x="2509" y="1423"/>
                    <a:pt x="2131" y="1505"/>
                    <a:pt x="1754" y="1505"/>
                  </a:cubicBezTo>
                  <a:cubicBezTo>
                    <a:pt x="1357" y="1505"/>
                    <a:pt x="961" y="1415"/>
                    <a:pt x="663" y="1238"/>
                  </a:cubicBezTo>
                  <a:cubicBezTo>
                    <a:pt x="80" y="884"/>
                    <a:pt x="95" y="332"/>
                    <a:pt x="690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4247893" y="9670561"/>
              <a:ext cx="3937" cy="2341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1" y="1"/>
                  </a:moveTo>
                  <a:lnTo>
                    <a:pt x="25" y="15"/>
                  </a:lnTo>
                  <a:lnTo>
                    <a:pt x="25" y="15"/>
                  </a:lnTo>
                  <a:cubicBezTo>
                    <a:pt x="18" y="10"/>
                    <a:pt x="11" y="6"/>
                    <a:pt x="1" y="1"/>
                  </a:cubicBezTo>
                  <a:close/>
                  <a:moveTo>
                    <a:pt x="25" y="15"/>
                  </a:moveTo>
                  <a:cubicBezTo>
                    <a:pt x="29" y="17"/>
                    <a:pt x="32" y="19"/>
                    <a:pt x="37" y="22"/>
                  </a:cubicBezTo>
                  <a:lnTo>
                    <a:pt x="25" y="1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4247893" y="9670561"/>
              <a:ext cx="3937" cy="2341"/>
            </a:xfrm>
            <a:custGeom>
              <a:avLst/>
              <a:gdLst/>
              <a:ahLst/>
              <a:cxnLst/>
              <a:rect l="l" t="t" r="r" b="b"/>
              <a:pathLst>
                <a:path w="37" h="22" fill="none" extrusionOk="0">
                  <a:moveTo>
                    <a:pt x="37" y="22"/>
                  </a:moveTo>
                  <a:cubicBezTo>
                    <a:pt x="23" y="15"/>
                    <a:pt x="16" y="8"/>
                    <a:pt x="1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4107335" y="8917332"/>
              <a:ext cx="22983" cy="37560"/>
            </a:xfrm>
            <a:custGeom>
              <a:avLst/>
              <a:gdLst/>
              <a:ahLst/>
              <a:cxnLst/>
              <a:rect l="l" t="t" r="r" b="b"/>
              <a:pathLst>
                <a:path w="216" h="353" extrusionOk="0">
                  <a:moveTo>
                    <a:pt x="0" y="0"/>
                  </a:moveTo>
                  <a:lnTo>
                    <a:pt x="216" y="352"/>
                  </a:lnTo>
                  <a:cubicBezTo>
                    <a:pt x="216" y="338"/>
                    <a:pt x="207" y="330"/>
                    <a:pt x="207" y="323"/>
                  </a:cubicBezTo>
                  <a:cubicBezTo>
                    <a:pt x="180" y="252"/>
                    <a:pt x="157" y="216"/>
                    <a:pt x="130" y="166"/>
                  </a:cubicBezTo>
                  <a:cubicBezTo>
                    <a:pt x="114" y="143"/>
                    <a:pt x="100" y="123"/>
                    <a:pt x="87" y="93"/>
                  </a:cubicBezTo>
                  <a:cubicBezTo>
                    <a:pt x="78" y="86"/>
                    <a:pt x="71" y="79"/>
                    <a:pt x="64" y="71"/>
                  </a:cubicBezTo>
                  <a:cubicBezTo>
                    <a:pt x="50" y="50"/>
                    <a:pt x="28" y="2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4121061" y="8925738"/>
              <a:ext cx="207378" cy="300587"/>
            </a:xfrm>
            <a:custGeom>
              <a:avLst/>
              <a:gdLst/>
              <a:ahLst/>
              <a:cxnLst/>
              <a:rect l="l" t="t" r="r" b="b"/>
              <a:pathLst>
                <a:path w="1949" h="2825" extrusionOk="0">
                  <a:moveTo>
                    <a:pt x="58" y="0"/>
                  </a:moveTo>
                  <a:lnTo>
                    <a:pt x="1" y="87"/>
                  </a:lnTo>
                  <a:cubicBezTo>
                    <a:pt x="28" y="137"/>
                    <a:pt x="51" y="173"/>
                    <a:pt x="78" y="244"/>
                  </a:cubicBezTo>
                  <a:cubicBezTo>
                    <a:pt x="78" y="251"/>
                    <a:pt x="87" y="259"/>
                    <a:pt x="87" y="273"/>
                  </a:cubicBezTo>
                  <a:lnTo>
                    <a:pt x="1495" y="2566"/>
                  </a:lnTo>
                  <a:lnTo>
                    <a:pt x="1948" y="2824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4127126" y="8904989"/>
              <a:ext cx="237278" cy="831429"/>
            </a:xfrm>
            <a:custGeom>
              <a:avLst/>
              <a:gdLst/>
              <a:ahLst/>
              <a:cxnLst/>
              <a:rect l="l" t="t" r="r" b="b"/>
              <a:pathLst>
                <a:path w="2230" h="7814" extrusionOk="0">
                  <a:moveTo>
                    <a:pt x="130" y="1"/>
                  </a:moveTo>
                  <a:lnTo>
                    <a:pt x="130" y="7"/>
                  </a:lnTo>
                  <a:lnTo>
                    <a:pt x="1" y="195"/>
                  </a:lnTo>
                  <a:lnTo>
                    <a:pt x="1891" y="3019"/>
                  </a:lnTo>
                  <a:lnTo>
                    <a:pt x="425" y="6973"/>
                  </a:lnTo>
                  <a:lnTo>
                    <a:pt x="403" y="7023"/>
                  </a:lnTo>
                  <a:lnTo>
                    <a:pt x="108" y="7814"/>
                  </a:lnTo>
                  <a:lnTo>
                    <a:pt x="489" y="7591"/>
                  </a:lnTo>
                  <a:lnTo>
                    <a:pt x="684" y="7080"/>
                  </a:lnTo>
                  <a:lnTo>
                    <a:pt x="704" y="7023"/>
                  </a:lnTo>
                  <a:lnTo>
                    <a:pt x="2229" y="2890"/>
                  </a:lnTo>
                  <a:lnTo>
                    <a:pt x="2207" y="2688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4089672" y="9198662"/>
              <a:ext cx="238767" cy="537758"/>
            </a:xfrm>
            <a:custGeom>
              <a:avLst/>
              <a:gdLst/>
              <a:ahLst/>
              <a:cxnLst/>
              <a:rect l="l" t="t" r="r" b="b"/>
              <a:pathLst>
                <a:path w="2244" h="5054" extrusionOk="0">
                  <a:moveTo>
                    <a:pt x="1790" y="1"/>
                  </a:moveTo>
                  <a:lnTo>
                    <a:pt x="223" y="4198"/>
                  </a:lnTo>
                  <a:lnTo>
                    <a:pt x="201" y="4250"/>
                  </a:lnTo>
                  <a:lnTo>
                    <a:pt x="1" y="4788"/>
                  </a:lnTo>
                  <a:lnTo>
                    <a:pt x="460" y="5054"/>
                  </a:lnTo>
                  <a:lnTo>
                    <a:pt x="755" y="4263"/>
                  </a:lnTo>
                  <a:lnTo>
                    <a:pt x="777" y="4213"/>
                  </a:lnTo>
                  <a:lnTo>
                    <a:pt x="2243" y="259"/>
                  </a:lnTo>
                  <a:lnTo>
                    <a:pt x="179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4026149" y="8817100"/>
              <a:ext cx="124065" cy="117894"/>
            </a:xfrm>
            <a:custGeom>
              <a:avLst/>
              <a:gdLst/>
              <a:ahLst/>
              <a:cxnLst/>
              <a:rect l="l" t="t" r="r" b="b"/>
              <a:pathLst>
                <a:path w="1166" h="1108" extrusionOk="0">
                  <a:moveTo>
                    <a:pt x="623" y="0"/>
                  </a:moveTo>
                  <a:cubicBezTo>
                    <a:pt x="524" y="0"/>
                    <a:pt x="454" y="27"/>
                    <a:pt x="418" y="43"/>
                  </a:cubicBezTo>
                  <a:cubicBezTo>
                    <a:pt x="418" y="43"/>
                    <a:pt x="382" y="57"/>
                    <a:pt x="339" y="86"/>
                  </a:cubicBezTo>
                  <a:cubicBezTo>
                    <a:pt x="310" y="100"/>
                    <a:pt x="310" y="100"/>
                    <a:pt x="266" y="137"/>
                  </a:cubicBezTo>
                  <a:cubicBezTo>
                    <a:pt x="260" y="150"/>
                    <a:pt x="246" y="159"/>
                    <a:pt x="237" y="173"/>
                  </a:cubicBezTo>
                  <a:cubicBezTo>
                    <a:pt x="223" y="193"/>
                    <a:pt x="203" y="216"/>
                    <a:pt x="180" y="237"/>
                  </a:cubicBezTo>
                  <a:lnTo>
                    <a:pt x="1" y="518"/>
                  </a:lnTo>
                  <a:cubicBezTo>
                    <a:pt x="30" y="518"/>
                    <a:pt x="58" y="525"/>
                    <a:pt x="87" y="532"/>
                  </a:cubicBezTo>
                  <a:cubicBezTo>
                    <a:pt x="123" y="538"/>
                    <a:pt x="166" y="554"/>
                    <a:pt x="223" y="575"/>
                  </a:cubicBezTo>
                  <a:cubicBezTo>
                    <a:pt x="260" y="590"/>
                    <a:pt x="303" y="611"/>
                    <a:pt x="346" y="640"/>
                  </a:cubicBezTo>
                  <a:cubicBezTo>
                    <a:pt x="367" y="647"/>
                    <a:pt x="382" y="654"/>
                    <a:pt x="396" y="661"/>
                  </a:cubicBezTo>
                  <a:cubicBezTo>
                    <a:pt x="496" y="720"/>
                    <a:pt x="598" y="790"/>
                    <a:pt x="684" y="863"/>
                  </a:cubicBezTo>
                  <a:cubicBezTo>
                    <a:pt x="691" y="870"/>
                    <a:pt x="705" y="883"/>
                    <a:pt x="720" y="892"/>
                  </a:cubicBezTo>
                  <a:cubicBezTo>
                    <a:pt x="734" y="913"/>
                    <a:pt x="748" y="927"/>
                    <a:pt x="763" y="942"/>
                  </a:cubicBezTo>
                  <a:cubicBezTo>
                    <a:pt x="791" y="963"/>
                    <a:pt x="813" y="992"/>
                    <a:pt x="827" y="1013"/>
                  </a:cubicBezTo>
                  <a:cubicBezTo>
                    <a:pt x="834" y="1021"/>
                    <a:pt x="841" y="1028"/>
                    <a:pt x="850" y="1035"/>
                  </a:cubicBezTo>
                  <a:cubicBezTo>
                    <a:pt x="863" y="1065"/>
                    <a:pt x="877" y="1085"/>
                    <a:pt x="893" y="1108"/>
                  </a:cubicBezTo>
                  <a:lnTo>
                    <a:pt x="950" y="1021"/>
                  </a:lnTo>
                  <a:lnTo>
                    <a:pt x="1079" y="833"/>
                  </a:lnTo>
                  <a:lnTo>
                    <a:pt x="1079" y="827"/>
                  </a:lnTo>
                  <a:cubicBezTo>
                    <a:pt x="1086" y="813"/>
                    <a:pt x="1093" y="797"/>
                    <a:pt x="1100" y="783"/>
                  </a:cubicBezTo>
                  <a:cubicBezTo>
                    <a:pt x="1108" y="777"/>
                    <a:pt x="1108" y="770"/>
                    <a:pt x="1115" y="763"/>
                  </a:cubicBezTo>
                  <a:cubicBezTo>
                    <a:pt x="1129" y="726"/>
                    <a:pt x="1143" y="690"/>
                    <a:pt x="1151" y="654"/>
                  </a:cubicBezTo>
                  <a:cubicBezTo>
                    <a:pt x="1151" y="640"/>
                    <a:pt x="1158" y="633"/>
                    <a:pt x="1158" y="618"/>
                  </a:cubicBezTo>
                  <a:cubicBezTo>
                    <a:pt x="1165" y="568"/>
                    <a:pt x="1165" y="504"/>
                    <a:pt x="1158" y="452"/>
                  </a:cubicBezTo>
                  <a:cubicBezTo>
                    <a:pt x="1122" y="237"/>
                    <a:pt x="956" y="57"/>
                    <a:pt x="748" y="14"/>
                  </a:cubicBezTo>
                  <a:cubicBezTo>
                    <a:pt x="702" y="4"/>
                    <a:pt x="660" y="0"/>
                    <a:pt x="62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4107335" y="8917332"/>
              <a:ext cx="22983" cy="37560"/>
            </a:xfrm>
            <a:custGeom>
              <a:avLst/>
              <a:gdLst/>
              <a:ahLst/>
              <a:cxnLst/>
              <a:rect l="l" t="t" r="r" b="b"/>
              <a:pathLst>
                <a:path w="216" h="353" extrusionOk="0">
                  <a:moveTo>
                    <a:pt x="0" y="0"/>
                  </a:moveTo>
                  <a:lnTo>
                    <a:pt x="216" y="352"/>
                  </a:lnTo>
                  <a:cubicBezTo>
                    <a:pt x="216" y="338"/>
                    <a:pt x="207" y="330"/>
                    <a:pt x="207" y="323"/>
                  </a:cubicBezTo>
                  <a:cubicBezTo>
                    <a:pt x="180" y="252"/>
                    <a:pt x="157" y="216"/>
                    <a:pt x="130" y="166"/>
                  </a:cubicBezTo>
                  <a:cubicBezTo>
                    <a:pt x="114" y="143"/>
                    <a:pt x="100" y="123"/>
                    <a:pt x="87" y="93"/>
                  </a:cubicBezTo>
                  <a:cubicBezTo>
                    <a:pt x="78" y="86"/>
                    <a:pt x="71" y="79"/>
                    <a:pt x="64" y="71"/>
                  </a:cubicBezTo>
                  <a:cubicBezTo>
                    <a:pt x="50" y="50"/>
                    <a:pt x="28" y="2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3793658" y="9001923"/>
              <a:ext cx="294522" cy="202378"/>
            </a:xfrm>
            <a:custGeom>
              <a:avLst/>
              <a:gdLst/>
              <a:ahLst/>
              <a:cxnLst/>
              <a:rect l="l" t="t" r="r" b="b"/>
              <a:pathLst>
                <a:path w="2768" h="1902" extrusionOk="0">
                  <a:moveTo>
                    <a:pt x="504" y="232"/>
                  </a:moveTo>
                  <a:cubicBezTo>
                    <a:pt x="601" y="232"/>
                    <a:pt x="742" y="267"/>
                    <a:pt x="921" y="340"/>
                  </a:cubicBezTo>
                  <a:cubicBezTo>
                    <a:pt x="1121" y="427"/>
                    <a:pt x="1344" y="556"/>
                    <a:pt x="1560" y="692"/>
                  </a:cubicBezTo>
                  <a:cubicBezTo>
                    <a:pt x="1870" y="901"/>
                    <a:pt x="2150" y="1139"/>
                    <a:pt x="2301" y="1339"/>
                  </a:cubicBezTo>
                  <a:cubicBezTo>
                    <a:pt x="2468" y="1556"/>
                    <a:pt x="2447" y="1675"/>
                    <a:pt x="2275" y="1675"/>
                  </a:cubicBezTo>
                  <a:cubicBezTo>
                    <a:pt x="2179" y="1675"/>
                    <a:pt x="2037" y="1639"/>
                    <a:pt x="1855" y="1562"/>
                  </a:cubicBezTo>
                  <a:cubicBezTo>
                    <a:pt x="1646" y="1475"/>
                    <a:pt x="1423" y="1355"/>
                    <a:pt x="1215" y="1210"/>
                  </a:cubicBezTo>
                  <a:cubicBezTo>
                    <a:pt x="906" y="1010"/>
                    <a:pt x="619" y="765"/>
                    <a:pt x="468" y="570"/>
                  </a:cubicBezTo>
                  <a:cubicBezTo>
                    <a:pt x="300" y="351"/>
                    <a:pt x="326" y="232"/>
                    <a:pt x="504" y="232"/>
                  </a:cubicBezTo>
                  <a:close/>
                  <a:moveTo>
                    <a:pt x="222" y="1"/>
                  </a:moveTo>
                  <a:cubicBezTo>
                    <a:pt x="135" y="1"/>
                    <a:pt x="77" y="23"/>
                    <a:pt x="50" y="68"/>
                  </a:cubicBezTo>
                  <a:cubicBezTo>
                    <a:pt x="0" y="138"/>
                    <a:pt x="43" y="268"/>
                    <a:pt x="179" y="449"/>
                  </a:cubicBezTo>
                  <a:cubicBezTo>
                    <a:pt x="381" y="708"/>
                    <a:pt x="756" y="1023"/>
                    <a:pt x="1158" y="1296"/>
                  </a:cubicBezTo>
                  <a:cubicBezTo>
                    <a:pt x="1439" y="1475"/>
                    <a:pt x="1732" y="1641"/>
                    <a:pt x="2006" y="1757"/>
                  </a:cubicBezTo>
                  <a:cubicBezTo>
                    <a:pt x="2240" y="1855"/>
                    <a:pt x="2424" y="1902"/>
                    <a:pt x="2550" y="1902"/>
                  </a:cubicBezTo>
                  <a:cubicBezTo>
                    <a:pt x="2636" y="1902"/>
                    <a:pt x="2695" y="1880"/>
                    <a:pt x="2724" y="1836"/>
                  </a:cubicBezTo>
                  <a:cubicBezTo>
                    <a:pt x="2767" y="1770"/>
                    <a:pt x="2733" y="1641"/>
                    <a:pt x="2595" y="1462"/>
                  </a:cubicBezTo>
                  <a:cubicBezTo>
                    <a:pt x="2395" y="1196"/>
                    <a:pt x="2020" y="880"/>
                    <a:pt x="1611" y="613"/>
                  </a:cubicBezTo>
                  <a:cubicBezTo>
                    <a:pt x="1337" y="427"/>
                    <a:pt x="1042" y="261"/>
                    <a:pt x="769" y="147"/>
                  </a:cubicBezTo>
                  <a:cubicBezTo>
                    <a:pt x="535" y="49"/>
                    <a:pt x="349" y="1"/>
                    <a:pt x="222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3825472" y="9026502"/>
              <a:ext cx="230787" cy="153752"/>
            </a:xfrm>
            <a:custGeom>
              <a:avLst/>
              <a:gdLst/>
              <a:ahLst/>
              <a:cxnLst/>
              <a:rect l="l" t="t" r="r" b="b"/>
              <a:pathLst>
                <a:path w="2169" h="1445" extrusionOk="0">
                  <a:moveTo>
                    <a:pt x="205" y="1"/>
                  </a:moveTo>
                  <a:cubicBezTo>
                    <a:pt x="27" y="1"/>
                    <a:pt x="1" y="120"/>
                    <a:pt x="169" y="339"/>
                  </a:cubicBezTo>
                  <a:cubicBezTo>
                    <a:pt x="320" y="534"/>
                    <a:pt x="607" y="779"/>
                    <a:pt x="916" y="979"/>
                  </a:cubicBezTo>
                  <a:cubicBezTo>
                    <a:pt x="1124" y="1124"/>
                    <a:pt x="1347" y="1244"/>
                    <a:pt x="1556" y="1331"/>
                  </a:cubicBezTo>
                  <a:cubicBezTo>
                    <a:pt x="1738" y="1408"/>
                    <a:pt x="1880" y="1444"/>
                    <a:pt x="1976" y="1444"/>
                  </a:cubicBezTo>
                  <a:cubicBezTo>
                    <a:pt x="2148" y="1444"/>
                    <a:pt x="2169" y="1325"/>
                    <a:pt x="2002" y="1108"/>
                  </a:cubicBezTo>
                  <a:cubicBezTo>
                    <a:pt x="1851" y="908"/>
                    <a:pt x="1571" y="670"/>
                    <a:pt x="1261" y="461"/>
                  </a:cubicBezTo>
                  <a:cubicBezTo>
                    <a:pt x="1045" y="325"/>
                    <a:pt x="822" y="196"/>
                    <a:pt x="622" y="109"/>
                  </a:cubicBezTo>
                  <a:cubicBezTo>
                    <a:pt x="443" y="36"/>
                    <a:pt x="302" y="1"/>
                    <a:pt x="205" y="1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3798978" y="8870940"/>
              <a:ext cx="345170" cy="326336"/>
            </a:xfrm>
            <a:custGeom>
              <a:avLst/>
              <a:gdLst/>
              <a:ahLst/>
              <a:cxnLst/>
              <a:rect l="l" t="t" r="r" b="b"/>
              <a:pathLst>
                <a:path w="3244" h="3067" extrusionOk="0">
                  <a:moveTo>
                    <a:pt x="3" y="1293"/>
                  </a:moveTo>
                  <a:cubicBezTo>
                    <a:pt x="2" y="1295"/>
                    <a:pt x="1" y="1297"/>
                    <a:pt x="0" y="1299"/>
                  </a:cubicBezTo>
                  <a:cubicBezTo>
                    <a:pt x="1" y="1297"/>
                    <a:pt x="2" y="1295"/>
                    <a:pt x="3" y="1293"/>
                  </a:cubicBezTo>
                  <a:close/>
                  <a:moveTo>
                    <a:pt x="1962" y="1"/>
                  </a:moveTo>
                  <a:cubicBezTo>
                    <a:pt x="1859" y="1"/>
                    <a:pt x="1767" y="12"/>
                    <a:pt x="1698" y="26"/>
                  </a:cubicBezTo>
                  <a:cubicBezTo>
                    <a:pt x="1423" y="69"/>
                    <a:pt x="1208" y="177"/>
                    <a:pt x="1130" y="214"/>
                  </a:cubicBezTo>
                  <a:cubicBezTo>
                    <a:pt x="914" y="314"/>
                    <a:pt x="706" y="472"/>
                    <a:pt x="626" y="536"/>
                  </a:cubicBezTo>
                  <a:cubicBezTo>
                    <a:pt x="554" y="593"/>
                    <a:pt x="474" y="666"/>
                    <a:pt x="388" y="759"/>
                  </a:cubicBezTo>
                  <a:cubicBezTo>
                    <a:pt x="368" y="781"/>
                    <a:pt x="338" y="817"/>
                    <a:pt x="318" y="838"/>
                  </a:cubicBezTo>
                  <a:cubicBezTo>
                    <a:pt x="281" y="881"/>
                    <a:pt x="238" y="947"/>
                    <a:pt x="202" y="990"/>
                  </a:cubicBezTo>
                  <a:cubicBezTo>
                    <a:pt x="139" y="1088"/>
                    <a:pt x="68" y="1193"/>
                    <a:pt x="3" y="1293"/>
                  </a:cubicBezTo>
                  <a:lnTo>
                    <a:pt x="3" y="1293"/>
                  </a:lnTo>
                  <a:cubicBezTo>
                    <a:pt x="31" y="1253"/>
                    <a:pt x="89" y="1232"/>
                    <a:pt x="172" y="1232"/>
                  </a:cubicBezTo>
                  <a:cubicBezTo>
                    <a:pt x="299" y="1232"/>
                    <a:pt x="485" y="1280"/>
                    <a:pt x="719" y="1378"/>
                  </a:cubicBezTo>
                  <a:cubicBezTo>
                    <a:pt x="992" y="1492"/>
                    <a:pt x="1287" y="1658"/>
                    <a:pt x="1561" y="1844"/>
                  </a:cubicBezTo>
                  <a:cubicBezTo>
                    <a:pt x="1970" y="2111"/>
                    <a:pt x="2345" y="2427"/>
                    <a:pt x="2545" y="2693"/>
                  </a:cubicBezTo>
                  <a:cubicBezTo>
                    <a:pt x="2682" y="2871"/>
                    <a:pt x="2717" y="2999"/>
                    <a:pt x="2675" y="3065"/>
                  </a:cubicBezTo>
                  <a:lnTo>
                    <a:pt x="2675" y="3065"/>
                  </a:lnTo>
                  <a:cubicBezTo>
                    <a:pt x="2740" y="2964"/>
                    <a:pt x="2812" y="2865"/>
                    <a:pt x="2876" y="2765"/>
                  </a:cubicBezTo>
                  <a:cubicBezTo>
                    <a:pt x="3028" y="2542"/>
                    <a:pt x="3098" y="2304"/>
                    <a:pt x="3128" y="2189"/>
                  </a:cubicBezTo>
                  <a:cubicBezTo>
                    <a:pt x="3135" y="2182"/>
                    <a:pt x="3214" y="1902"/>
                    <a:pt x="3235" y="1601"/>
                  </a:cubicBezTo>
                  <a:cubicBezTo>
                    <a:pt x="3243" y="1406"/>
                    <a:pt x="3235" y="1226"/>
                    <a:pt x="3178" y="997"/>
                  </a:cubicBezTo>
                  <a:cubicBezTo>
                    <a:pt x="3178" y="997"/>
                    <a:pt x="3157" y="888"/>
                    <a:pt x="3114" y="788"/>
                  </a:cubicBezTo>
                  <a:lnTo>
                    <a:pt x="2898" y="436"/>
                  </a:lnTo>
                  <a:cubicBezTo>
                    <a:pt x="2883" y="421"/>
                    <a:pt x="2869" y="407"/>
                    <a:pt x="2855" y="386"/>
                  </a:cubicBezTo>
                  <a:cubicBezTo>
                    <a:pt x="2840" y="377"/>
                    <a:pt x="2826" y="364"/>
                    <a:pt x="2819" y="357"/>
                  </a:cubicBezTo>
                  <a:cubicBezTo>
                    <a:pt x="2733" y="284"/>
                    <a:pt x="2631" y="214"/>
                    <a:pt x="2531" y="155"/>
                  </a:cubicBezTo>
                  <a:cubicBezTo>
                    <a:pt x="2517" y="148"/>
                    <a:pt x="2502" y="141"/>
                    <a:pt x="2481" y="134"/>
                  </a:cubicBezTo>
                  <a:cubicBezTo>
                    <a:pt x="2438" y="105"/>
                    <a:pt x="2395" y="84"/>
                    <a:pt x="2358" y="69"/>
                  </a:cubicBezTo>
                  <a:cubicBezTo>
                    <a:pt x="2301" y="48"/>
                    <a:pt x="2258" y="32"/>
                    <a:pt x="2222" y="26"/>
                  </a:cubicBezTo>
                  <a:cubicBezTo>
                    <a:pt x="2193" y="19"/>
                    <a:pt x="2165" y="12"/>
                    <a:pt x="2136" y="12"/>
                  </a:cubicBezTo>
                  <a:cubicBezTo>
                    <a:pt x="2076" y="4"/>
                    <a:pt x="2018" y="1"/>
                    <a:pt x="1962" y="1"/>
                  </a:cubicBezTo>
                  <a:close/>
                  <a:moveTo>
                    <a:pt x="2675" y="3065"/>
                  </a:moveTo>
                  <a:cubicBezTo>
                    <a:pt x="2675" y="3066"/>
                    <a:pt x="2674" y="3066"/>
                    <a:pt x="2674" y="3067"/>
                  </a:cubicBezTo>
                  <a:cubicBezTo>
                    <a:pt x="2674" y="3066"/>
                    <a:pt x="2675" y="3066"/>
                    <a:pt x="2675" y="3065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0"/>
          <p:cNvGrpSpPr/>
          <p:nvPr/>
        </p:nvGrpSpPr>
        <p:grpSpPr>
          <a:xfrm>
            <a:off x="1762077" y="317323"/>
            <a:ext cx="7204876" cy="4590157"/>
            <a:chOff x="1762077" y="317323"/>
            <a:chExt cx="7204876" cy="4590157"/>
          </a:xfrm>
        </p:grpSpPr>
        <p:sp>
          <p:nvSpPr>
            <p:cNvPr id="281" name="Google Shape;281;p20"/>
            <p:cNvSpPr/>
            <p:nvPr/>
          </p:nvSpPr>
          <p:spPr>
            <a:xfrm>
              <a:off x="8801727" y="116495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8449803" y="195354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3" name="Google Shape;283;p20"/>
            <p:cNvGrpSpPr/>
            <p:nvPr/>
          </p:nvGrpSpPr>
          <p:grpSpPr>
            <a:xfrm>
              <a:off x="8170040" y="317323"/>
              <a:ext cx="114150" cy="114196"/>
              <a:chOff x="-685100" y="4136737"/>
              <a:chExt cx="38359" cy="38359"/>
            </a:xfrm>
          </p:grpSpPr>
          <p:sp>
            <p:nvSpPr>
              <p:cNvPr id="284" name="Google Shape;284;p2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6" name="Google Shape;286;p20"/>
            <p:cNvSpPr/>
            <p:nvPr/>
          </p:nvSpPr>
          <p:spPr>
            <a:xfrm>
              <a:off x="1762077" y="47722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7" name="Google Shape;287;p20"/>
          <p:cNvSpPr txBox="1">
            <a:spLocks noGrp="1"/>
          </p:cNvSpPr>
          <p:nvPr>
            <p:ph type="title"/>
          </p:nvPr>
        </p:nvSpPr>
        <p:spPr>
          <a:xfrm>
            <a:off x="4808712" y="1436400"/>
            <a:ext cx="25731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0"/>
          <p:cNvSpPr txBox="1">
            <a:spLocks noGrp="1"/>
          </p:cNvSpPr>
          <p:nvPr>
            <p:ph type="subTitle" idx="1"/>
          </p:nvPr>
        </p:nvSpPr>
        <p:spPr>
          <a:xfrm>
            <a:off x="4808837" y="2497200"/>
            <a:ext cx="2573100" cy="12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3"/>
          <p:cNvGrpSpPr/>
          <p:nvPr/>
        </p:nvGrpSpPr>
        <p:grpSpPr>
          <a:xfrm>
            <a:off x="173003" y="643329"/>
            <a:ext cx="8773518" cy="4278864"/>
            <a:chOff x="173003" y="643329"/>
            <a:chExt cx="8773518" cy="4278864"/>
          </a:xfrm>
        </p:grpSpPr>
        <p:grpSp>
          <p:nvGrpSpPr>
            <p:cNvPr id="314" name="Google Shape;314;p23"/>
            <p:cNvGrpSpPr/>
            <p:nvPr/>
          </p:nvGrpSpPr>
          <p:grpSpPr>
            <a:xfrm>
              <a:off x="173003" y="4096500"/>
              <a:ext cx="967437" cy="825693"/>
              <a:chOff x="173003" y="4096500"/>
              <a:chExt cx="967437" cy="825693"/>
            </a:xfrm>
          </p:grpSpPr>
          <p:grpSp>
            <p:nvGrpSpPr>
              <p:cNvPr id="315" name="Google Shape;315;p23"/>
              <p:cNvGrpSpPr/>
              <p:nvPr/>
            </p:nvGrpSpPr>
            <p:grpSpPr>
              <a:xfrm>
                <a:off x="1026290" y="4807998"/>
                <a:ext cx="114150" cy="114196"/>
                <a:chOff x="-685100" y="4136737"/>
                <a:chExt cx="38359" cy="38359"/>
              </a:xfrm>
            </p:grpSpPr>
            <p:sp>
              <p:nvSpPr>
                <p:cNvPr id="316" name="Google Shape;316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8" name="Google Shape;318;p23"/>
              <p:cNvSpPr/>
              <p:nvPr/>
            </p:nvSpPr>
            <p:spPr>
              <a:xfrm>
                <a:off x="173003" y="45802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92962" y="40965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0" name="Google Shape;320;p23"/>
            <p:cNvGrpSpPr/>
            <p:nvPr/>
          </p:nvGrpSpPr>
          <p:grpSpPr>
            <a:xfrm>
              <a:off x="8422315" y="643329"/>
              <a:ext cx="524205" cy="880858"/>
              <a:chOff x="8422315" y="643329"/>
              <a:chExt cx="524205" cy="880858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8841460" y="1057460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430777" y="64332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8422315" y="14976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23"/>
          <p:cNvSpPr txBox="1">
            <a:spLocks noGrp="1"/>
          </p:cNvSpPr>
          <p:nvPr>
            <p:ph type="subTitle" idx="1"/>
          </p:nvPr>
        </p:nvSpPr>
        <p:spPr>
          <a:xfrm>
            <a:off x="4880547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23"/>
          <p:cNvSpPr txBox="1">
            <a:spLocks noGrp="1"/>
          </p:cNvSpPr>
          <p:nvPr>
            <p:ph type="subTitle" idx="2"/>
          </p:nvPr>
        </p:nvSpPr>
        <p:spPr>
          <a:xfrm>
            <a:off x="1549650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3"/>
          <p:cNvSpPr txBox="1">
            <a:spLocks noGrp="1"/>
          </p:cNvSpPr>
          <p:nvPr>
            <p:ph type="subTitle" idx="3"/>
          </p:nvPr>
        </p:nvSpPr>
        <p:spPr>
          <a:xfrm>
            <a:off x="1549651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28" name="Google Shape;328;p23"/>
          <p:cNvSpPr txBox="1">
            <a:spLocks noGrp="1"/>
          </p:cNvSpPr>
          <p:nvPr>
            <p:ph type="subTitle" idx="4"/>
          </p:nvPr>
        </p:nvSpPr>
        <p:spPr>
          <a:xfrm>
            <a:off x="4880550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24"/>
          <p:cNvGrpSpPr/>
          <p:nvPr/>
        </p:nvGrpSpPr>
        <p:grpSpPr>
          <a:xfrm>
            <a:off x="236590" y="228373"/>
            <a:ext cx="8797477" cy="4710226"/>
            <a:chOff x="236590" y="228373"/>
            <a:chExt cx="8797477" cy="4710226"/>
          </a:xfrm>
        </p:grpSpPr>
        <p:grpSp>
          <p:nvGrpSpPr>
            <p:cNvPr id="331" name="Google Shape;331;p24"/>
            <p:cNvGrpSpPr/>
            <p:nvPr/>
          </p:nvGrpSpPr>
          <p:grpSpPr>
            <a:xfrm>
              <a:off x="513562" y="228373"/>
              <a:ext cx="8520505" cy="4710226"/>
              <a:chOff x="513562" y="228373"/>
              <a:chExt cx="8520505" cy="4710226"/>
            </a:xfrm>
          </p:grpSpPr>
          <p:grpSp>
            <p:nvGrpSpPr>
              <p:cNvPr id="332" name="Google Shape;332;p24"/>
              <p:cNvGrpSpPr/>
              <p:nvPr/>
            </p:nvGrpSpPr>
            <p:grpSpPr>
              <a:xfrm>
                <a:off x="8699790" y="3091698"/>
                <a:ext cx="114150" cy="114196"/>
                <a:chOff x="-685100" y="4136737"/>
                <a:chExt cx="38359" cy="38359"/>
              </a:xfrm>
            </p:grpSpPr>
            <p:sp>
              <p:nvSpPr>
                <p:cNvPr id="333" name="Google Shape;333;p24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" name="Google Shape;334;p24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35" name="Google Shape;335;p24"/>
              <p:cNvGrpSpPr/>
              <p:nvPr/>
            </p:nvGrpSpPr>
            <p:grpSpPr>
              <a:xfrm>
                <a:off x="513562" y="228373"/>
                <a:ext cx="8061130" cy="4710226"/>
                <a:chOff x="513562" y="228373"/>
                <a:chExt cx="8061130" cy="4710226"/>
              </a:xfrm>
            </p:grpSpPr>
            <p:sp>
              <p:nvSpPr>
                <p:cNvPr id="336" name="Google Shape;336;p24"/>
                <p:cNvSpPr/>
                <p:nvPr/>
              </p:nvSpPr>
              <p:spPr>
                <a:xfrm>
                  <a:off x="513562" y="4451925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" name="Google Shape;337;p24"/>
                <p:cNvSpPr/>
                <p:nvPr/>
              </p:nvSpPr>
              <p:spPr>
                <a:xfrm>
                  <a:off x="906835" y="4837822"/>
                  <a:ext cx="105061" cy="10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35" extrusionOk="0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38" name="Google Shape;338;p24"/>
                <p:cNvGrpSpPr/>
                <p:nvPr/>
              </p:nvGrpSpPr>
              <p:grpSpPr>
                <a:xfrm>
                  <a:off x="7899840" y="228373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339" name="Google Shape;339;p2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0" name="Google Shape;340;p2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41" name="Google Shape;341;p24"/>
                <p:cNvSpPr/>
                <p:nvPr/>
              </p:nvSpPr>
              <p:spPr>
                <a:xfrm>
                  <a:off x="8475537" y="489825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42" name="Google Shape;342;p24"/>
              <p:cNvSpPr/>
              <p:nvPr/>
            </p:nvSpPr>
            <p:spPr>
              <a:xfrm>
                <a:off x="8934912" y="34736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3" name="Google Shape;343;p24"/>
            <p:cNvSpPr/>
            <p:nvPr/>
          </p:nvSpPr>
          <p:spPr>
            <a:xfrm>
              <a:off x="236590" y="48133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8325640" y="2283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" name="Google Shape;345;p2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24"/>
          <p:cNvSpPr txBox="1">
            <a:spLocks noGrp="1"/>
          </p:cNvSpPr>
          <p:nvPr>
            <p:ph type="subTitle" idx="1"/>
          </p:nvPr>
        </p:nvSpPr>
        <p:spPr>
          <a:xfrm>
            <a:off x="4144219" y="1675150"/>
            <a:ext cx="3010200" cy="21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24"/>
          <p:cNvSpPr txBox="1">
            <a:spLocks noGrp="1"/>
          </p:cNvSpPr>
          <p:nvPr>
            <p:ph type="subTitle" idx="2"/>
          </p:nvPr>
        </p:nvSpPr>
        <p:spPr>
          <a:xfrm>
            <a:off x="726825" y="1675150"/>
            <a:ext cx="3010200" cy="21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26"/>
          <p:cNvGrpSpPr/>
          <p:nvPr/>
        </p:nvGrpSpPr>
        <p:grpSpPr>
          <a:xfrm>
            <a:off x="-209010" y="539498"/>
            <a:ext cx="9154058" cy="4421204"/>
            <a:chOff x="-209010" y="539498"/>
            <a:chExt cx="9154058" cy="4421204"/>
          </a:xfrm>
        </p:grpSpPr>
        <p:sp>
          <p:nvSpPr>
            <p:cNvPr id="364" name="Google Shape;364;p26"/>
            <p:cNvSpPr/>
            <p:nvPr/>
          </p:nvSpPr>
          <p:spPr>
            <a:xfrm>
              <a:off x="137152" y="978104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5" name="Google Shape;365;p26"/>
            <p:cNvGrpSpPr/>
            <p:nvPr/>
          </p:nvGrpSpPr>
          <p:grpSpPr>
            <a:xfrm>
              <a:off x="442090" y="539498"/>
              <a:ext cx="114150" cy="114196"/>
              <a:chOff x="-685100" y="4136737"/>
              <a:chExt cx="38359" cy="38359"/>
            </a:xfrm>
          </p:grpSpPr>
          <p:sp>
            <p:nvSpPr>
              <p:cNvPr id="366" name="Google Shape;366;p26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6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8" name="Google Shape;368;p26"/>
            <p:cNvSpPr/>
            <p:nvPr/>
          </p:nvSpPr>
          <p:spPr>
            <a:xfrm>
              <a:off x="-209010" y="6537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8111350" y="4861351"/>
              <a:ext cx="105074" cy="99351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8525915" y="49340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8548850" y="4504650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26"/>
            <p:cNvGrpSpPr/>
            <p:nvPr/>
          </p:nvGrpSpPr>
          <p:grpSpPr>
            <a:xfrm>
              <a:off x="8807965" y="4028023"/>
              <a:ext cx="114162" cy="114196"/>
              <a:chOff x="-731163" y="4510964"/>
              <a:chExt cx="38363" cy="38359"/>
            </a:xfrm>
          </p:grpSpPr>
          <p:sp>
            <p:nvSpPr>
              <p:cNvPr id="373" name="Google Shape;373;p26"/>
              <p:cNvSpPr/>
              <p:nvPr/>
            </p:nvSpPr>
            <p:spPr>
              <a:xfrm>
                <a:off x="-731163" y="4510964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>
                <a:off x="-731159" y="4510964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75" name="Google Shape;375;p26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26"/>
          <p:cNvSpPr txBox="1">
            <a:spLocks noGrp="1"/>
          </p:cNvSpPr>
          <p:nvPr>
            <p:ph type="subTitle" idx="1"/>
          </p:nvPr>
        </p:nvSpPr>
        <p:spPr>
          <a:xfrm>
            <a:off x="719988" y="2767583"/>
            <a:ext cx="22119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26"/>
          <p:cNvSpPr txBox="1">
            <a:spLocks noGrp="1"/>
          </p:cNvSpPr>
          <p:nvPr>
            <p:ph type="subTitle" idx="2"/>
          </p:nvPr>
        </p:nvSpPr>
        <p:spPr>
          <a:xfrm>
            <a:off x="3309720" y="2767583"/>
            <a:ext cx="22119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26"/>
          <p:cNvSpPr txBox="1">
            <a:spLocks noGrp="1"/>
          </p:cNvSpPr>
          <p:nvPr>
            <p:ph type="subTitle" idx="3"/>
          </p:nvPr>
        </p:nvSpPr>
        <p:spPr>
          <a:xfrm>
            <a:off x="5899452" y="2767583"/>
            <a:ext cx="22119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26"/>
          <p:cNvSpPr txBox="1">
            <a:spLocks noGrp="1"/>
          </p:cNvSpPr>
          <p:nvPr>
            <p:ph type="subTitle" idx="4"/>
          </p:nvPr>
        </p:nvSpPr>
        <p:spPr>
          <a:xfrm>
            <a:off x="719988" y="2365250"/>
            <a:ext cx="22119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0" name="Google Shape;380;p26"/>
          <p:cNvSpPr txBox="1">
            <a:spLocks noGrp="1"/>
          </p:cNvSpPr>
          <p:nvPr>
            <p:ph type="subTitle" idx="5"/>
          </p:nvPr>
        </p:nvSpPr>
        <p:spPr>
          <a:xfrm>
            <a:off x="3309720" y="2365250"/>
            <a:ext cx="22119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1" name="Google Shape;381;p26"/>
          <p:cNvSpPr txBox="1">
            <a:spLocks noGrp="1"/>
          </p:cNvSpPr>
          <p:nvPr>
            <p:ph type="subTitle" idx="6"/>
          </p:nvPr>
        </p:nvSpPr>
        <p:spPr>
          <a:xfrm>
            <a:off x="5899452" y="2365250"/>
            <a:ext cx="22119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1"/>
          <p:cNvGrpSpPr/>
          <p:nvPr/>
        </p:nvGrpSpPr>
        <p:grpSpPr>
          <a:xfrm>
            <a:off x="138940" y="385979"/>
            <a:ext cx="9153658" cy="4555558"/>
            <a:chOff x="138940" y="385979"/>
            <a:chExt cx="9153658" cy="4555558"/>
          </a:xfrm>
        </p:grpSpPr>
        <p:grpSp>
          <p:nvGrpSpPr>
            <p:cNvPr id="475" name="Google Shape;475;p31"/>
            <p:cNvGrpSpPr/>
            <p:nvPr/>
          </p:nvGrpSpPr>
          <p:grpSpPr>
            <a:xfrm>
              <a:off x="138940" y="385979"/>
              <a:ext cx="815713" cy="707939"/>
              <a:chOff x="138940" y="385979"/>
              <a:chExt cx="815713" cy="707939"/>
            </a:xfrm>
          </p:grpSpPr>
          <p:sp>
            <p:nvSpPr>
              <p:cNvPr id="476" name="Google Shape;476;p31"/>
              <p:cNvSpPr/>
              <p:nvPr/>
            </p:nvSpPr>
            <p:spPr>
              <a:xfrm>
                <a:off x="253090" y="68700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7" name="Google Shape;477;p31"/>
              <p:cNvGrpSpPr/>
              <p:nvPr/>
            </p:nvGrpSpPr>
            <p:grpSpPr>
              <a:xfrm>
                <a:off x="138940" y="979723"/>
                <a:ext cx="114150" cy="114196"/>
                <a:chOff x="-685100" y="4136737"/>
                <a:chExt cx="38359" cy="38359"/>
              </a:xfrm>
            </p:grpSpPr>
            <p:sp>
              <p:nvSpPr>
                <p:cNvPr id="478" name="Google Shape;478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0" name="Google Shape;480;p31"/>
              <p:cNvSpPr/>
              <p:nvPr/>
            </p:nvSpPr>
            <p:spPr>
              <a:xfrm>
                <a:off x="789427" y="38597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1" name="Google Shape;481;p31"/>
            <p:cNvGrpSpPr/>
            <p:nvPr/>
          </p:nvGrpSpPr>
          <p:grpSpPr>
            <a:xfrm>
              <a:off x="7815365" y="3282566"/>
              <a:ext cx="1477233" cy="1658972"/>
              <a:chOff x="7815365" y="3282566"/>
              <a:chExt cx="1477233" cy="1658972"/>
            </a:xfrm>
          </p:grpSpPr>
          <p:sp>
            <p:nvSpPr>
              <p:cNvPr id="482" name="Google Shape;482;p31"/>
              <p:cNvSpPr/>
              <p:nvPr/>
            </p:nvSpPr>
            <p:spPr>
              <a:xfrm>
                <a:off x="7815365" y="491503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31"/>
              <p:cNvSpPr/>
              <p:nvPr/>
            </p:nvSpPr>
            <p:spPr>
              <a:xfrm>
                <a:off x="8675210" y="3282566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8522812" y="37498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8873465" y="343972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6" name="Google Shape;486;p31"/>
          <p:cNvSpPr txBox="1">
            <a:spLocks noGrp="1"/>
          </p:cNvSpPr>
          <p:nvPr>
            <p:ph type="title" hasCustomPrompt="1"/>
          </p:nvPr>
        </p:nvSpPr>
        <p:spPr>
          <a:xfrm>
            <a:off x="1327325" y="1487975"/>
            <a:ext cx="13989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7" name="Google Shape;487;p31"/>
          <p:cNvSpPr txBox="1">
            <a:spLocks noGrp="1"/>
          </p:cNvSpPr>
          <p:nvPr>
            <p:ph type="subTitle" idx="1"/>
          </p:nvPr>
        </p:nvSpPr>
        <p:spPr>
          <a:xfrm>
            <a:off x="789425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8" name="Google Shape;488;p31"/>
          <p:cNvSpPr txBox="1">
            <a:spLocks noGrp="1"/>
          </p:cNvSpPr>
          <p:nvPr>
            <p:ph type="subTitle" idx="2"/>
          </p:nvPr>
        </p:nvSpPr>
        <p:spPr>
          <a:xfrm>
            <a:off x="789425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89" name="Google Shape;489;p31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0" name="Google Shape;490;p31"/>
          <p:cNvSpPr txBox="1">
            <a:spLocks noGrp="1"/>
          </p:cNvSpPr>
          <p:nvPr>
            <p:ph type="subTitle" idx="4"/>
          </p:nvPr>
        </p:nvSpPr>
        <p:spPr>
          <a:xfrm>
            <a:off x="3418010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1" name="Google Shape;491;p31"/>
          <p:cNvSpPr txBox="1">
            <a:spLocks noGrp="1"/>
          </p:cNvSpPr>
          <p:nvPr>
            <p:ph type="subTitle" idx="5"/>
          </p:nvPr>
        </p:nvSpPr>
        <p:spPr>
          <a:xfrm>
            <a:off x="3418010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2" name="Google Shape;492;p31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31"/>
          <p:cNvSpPr txBox="1">
            <a:spLocks noGrp="1"/>
          </p:cNvSpPr>
          <p:nvPr>
            <p:ph type="subTitle" idx="7"/>
          </p:nvPr>
        </p:nvSpPr>
        <p:spPr>
          <a:xfrm>
            <a:off x="6046596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4" name="Google Shape;494;p31"/>
          <p:cNvSpPr txBox="1">
            <a:spLocks noGrp="1"/>
          </p:cNvSpPr>
          <p:nvPr>
            <p:ph type="subTitle" idx="8"/>
          </p:nvPr>
        </p:nvSpPr>
        <p:spPr>
          <a:xfrm>
            <a:off x="6046596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5" name="Google Shape;495;p31"/>
          <p:cNvSpPr txBox="1">
            <a:spLocks noGrp="1"/>
          </p:cNvSpPr>
          <p:nvPr>
            <p:ph type="title" idx="9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32"/>
          <p:cNvGrpSpPr/>
          <p:nvPr/>
        </p:nvGrpSpPr>
        <p:grpSpPr>
          <a:xfrm>
            <a:off x="252712" y="1215225"/>
            <a:ext cx="8588261" cy="3771088"/>
            <a:chOff x="252712" y="1215225"/>
            <a:chExt cx="8588261" cy="3771088"/>
          </a:xfrm>
        </p:grpSpPr>
        <p:sp>
          <p:nvSpPr>
            <p:cNvPr id="498" name="Google Shape;498;p32"/>
            <p:cNvSpPr/>
            <p:nvPr/>
          </p:nvSpPr>
          <p:spPr>
            <a:xfrm>
              <a:off x="252712" y="43755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351885" y="4886966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577090" y="47071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8735910" y="176488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2"/>
            <p:cNvSpPr/>
            <p:nvPr/>
          </p:nvSpPr>
          <p:spPr>
            <a:xfrm>
              <a:off x="8421840" y="255849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2"/>
            <p:cNvSpPr/>
            <p:nvPr/>
          </p:nvSpPr>
          <p:spPr>
            <a:xfrm>
              <a:off x="8581837" y="12152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32"/>
          <p:cNvSpPr txBox="1">
            <a:spLocks noGrp="1"/>
          </p:cNvSpPr>
          <p:nvPr>
            <p:ph type="title"/>
          </p:nvPr>
        </p:nvSpPr>
        <p:spPr>
          <a:xfrm>
            <a:off x="713254" y="596213"/>
            <a:ext cx="36402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subTitle" idx="1"/>
          </p:nvPr>
        </p:nvSpPr>
        <p:spPr>
          <a:xfrm>
            <a:off x="713225" y="1605150"/>
            <a:ext cx="3640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32"/>
          <p:cNvSpPr txBox="1"/>
          <p:nvPr/>
        </p:nvSpPr>
        <p:spPr>
          <a:xfrm>
            <a:off x="713250" y="3415425"/>
            <a:ext cx="36402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lang="en" sz="1200" b="1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1200" b="1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lang="en" sz="1200" b="1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sz="1200" b="1" u="sng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3"/>
          <p:cNvGrpSpPr/>
          <p:nvPr/>
        </p:nvGrpSpPr>
        <p:grpSpPr>
          <a:xfrm>
            <a:off x="161390" y="169473"/>
            <a:ext cx="8787130" cy="4849563"/>
            <a:chOff x="161390" y="169473"/>
            <a:chExt cx="8787130" cy="4849563"/>
          </a:xfrm>
        </p:grpSpPr>
        <p:sp>
          <p:nvSpPr>
            <p:cNvPr id="509" name="Google Shape;509;p33"/>
            <p:cNvSpPr/>
            <p:nvPr/>
          </p:nvSpPr>
          <p:spPr>
            <a:xfrm>
              <a:off x="1066352" y="2836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61390" y="7536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33"/>
            <p:cNvGrpSpPr/>
            <p:nvPr/>
          </p:nvGrpSpPr>
          <p:grpSpPr>
            <a:xfrm>
              <a:off x="509840" y="169473"/>
              <a:ext cx="114150" cy="114196"/>
              <a:chOff x="-685100" y="4136737"/>
              <a:chExt cx="38359" cy="38359"/>
            </a:xfrm>
          </p:grpSpPr>
          <p:sp>
            <p:nvSpPr>
              <p:cNvPr id="512" name="Google Shape;512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4" name="Google Shape;514;p33"/>
            <p:cNvSpPr/>
            <p:nvPr/>
          </p:nvSpPr>
          <p:spPr>
            <a:xfrm>
              <a:off x="318435" y="11649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7686165" y="48917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6" name="Google Shape;516;p33"/>
            <p:cNvGrpSpPr/>
            <p:nvPr/>
          </p:nvGrpSpPr>
          <p:grpSpPr>
            <a:xfrm>
              <a:off x="8510815" y="4649073"/>
              <a:ext cx="114150" cy="114196"/>
              <a:chOff x="-685100" y="4136737"/>
              <a:chExt cx="38359" cy="38359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9" name="Google Shape;519;p33"/>
            <p:cNvSpPr/>
            <p:nvPr/>
          </p:nvSpPr>
          <p:spPr>
            <a:xfrm>
              <a:off x="8846412" y="42097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8843460" y="49182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510815" y="37910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4"/>
          <p:cNvGrpSpPr/>
          <p:nvPr/>
        </p:nvGrpSpPr>
        <p:grpSpPr>
          <a:xfrm>
            <a:off x="83890" y="2026310"/>
            <a:ext cx="8947508" cy="1725551"/>
            <a:chOff x="83890" y="2026310"/>
            <a:chExt cx="8947508" cy="1725551"/>
          </a:xfrm>
        </p:grpSpPr>
        <p:sp>
          <p:nvSpPr>
            <p:cNvPr id="524" name="Google Shape;524;p34"/>
            <p:cNvSpPr/>
            <p:nvPr/>
          </p:nvSpPr>
          <p:spPr>
            <a:xfrm>
              <a:off x="397960" y="20263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8612277" y="32916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83890" y="23489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7" name="Google Shape;527;p34"/>
            <p:cNvGrpSpPr/>
            <p:nvPr/>
          </p:nvGrpSpPr>
          <p:grpSpPr>
            <a:xfrm>
              <a:off x="8912990" y="2710048"/>
              <a:ext cx="114150" cy="114196"/>
              <a:chOff x="-685100" y="4136737"/>
              <a:chExt cx="38359" cy="38359"/>
            </a:xfrm>
          </p:grpSpPr>
          <p:sp>
            <p:nvSpPr>
              <p:cNvPr id="528" name="Google Shape;528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0" name="Google Shape;530;p34"/>
            <p:cNvSpPr/>
            <p:nvPr/>
          </p:nvSpPr>
          <p:spPr>
            <a:xfrm>
              <a:off x="157487" y="26181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1" name="Google Shape;531;p34"/>
            <p:cNvGrpSpPr/>
            <p:nvPr/>
          </p:nvGrpSpPr>
          <p:grpSpPr>
            <a:xfrm>
              <a:off x="503015" y="2710048"/>
              <a:ext cx="114150" cy="114196"/>
              <a:chOff x="-685100" y="4136737"/>
              <a:chExt cx="38359" cy="38359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4" name="Google Shape;534;p34"/>
            <p:cNvSpPr/>
            <p:nvPr/>
          </p:nvSpPr>
          <p:spPr>
            <a:xfrm>
              <a:off x="8917547" y="365108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8612265" y="31137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8" r:id="rId8"/>
    <p:sldLayoutId id="2147483659" r:id="rId9"/>
    <p:sldLayoutId id="2147483660" r:id="rId10"/>
    <p:sldLayoutId id="2147483661" r:id="rId11"/>
    <p:sldLayoutId id="2147483665" r:id="rId12"/>
    <p:sldLayoutId id="2147483666" r:id="rId13"/>
    <p:sldLayoutId id="2147483669" r:id="rId14"/>
    <p:sldLayoutId id="2147483670" r:id="rId15"/>
    <p:sldLayoutId id="2147483672" r:id="rId16"/>
    <p:sldLayoutId id="2147483677" r:id="rId17"/>
    <p:sldLayoutId id="2147483678" r:id="rId18"/>
    <p:sldLayoutId id="2147483679" r:id="rId19"/>
    <p:sldLayoutId id="2147483680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customXml" Target="../ink/ink5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customXml" Target="../ink/ink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customXml" Target="../ink/ink9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8"/>
          <p:cNvSpPr txBox="1">
            <a:spLocks noGrp="1"/>
          </p:cNvSpPr>
          <p:nvPr>
            <p:ph type="ctrTitle"/>
          </p:nvPr>
        </p:nvSpPr>
        <p:spPr>
          <a:xfrm>
            <a:off x="713225" y="1252810"/>
            <a:ext cx="4945200" cy="18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 dirty="0">
                <a:solidFill>
                  <a:schemeClr val="bg2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E </a:t>
            </a:r>
            <a:r>
              <a:rPr lang="en" sz="8800" dirty="0"/>
              <a:t>-</a:t>
            </a:r>
            <a:r>
              <a:rPr lang="en" sz="8000" dirty="0"/>
              <a:t>Duca</a:t>
            </a:r>
            <a:endParaRPr sz="8800" dirty="0"/>
          </a:p>
        </p:txBody>
      </p:sp>
      <p:sp>
        <p:nvSpPr>
          <p:cNvPr id="547" name="Google Shape;547;p38"/>
          <p:cNvSpPr txBox="1">
            <a:spLocks noGrp="1"/>
          </p:cNvSpPr>
          <p:nvPr>
            <p:ph type="subTitle" idx="1"/>
          </p:nvPr>
        </p:nvSpPr>
        <p:spPr>
          <a:xfrm>
            <a:off x="713225" y="4015775"/>
            <a:ext cx="49452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900" dirty="0"/>
              <a:t>"Ensinar não é transferir conhecimento, mas criar as possibilidades para a sua própria produção ou a sua construção.“ ~Paulo Freire</a:t>
            </a:r>
            <a:endParaRPr sz="900" dirty="0"/>
          </a:p>
        </p:txBody>
      </p:sp>
      <p:grpSp>
        <p:nvGrpSpPr>
          <p:cNvPr id="548" name="Google Shape;548;p38"/>
          <p:cNvGrpSpPr/>
          <p:nvPr/>
        </p:nvGrpSpPr>
        <p:grpSpPr>
          <a:xfrm>
            <a:off x="3175595" y="-4299"/>
            <a:ext cx="5968255" cy="4713916"/>
            <a:chOff x="3175595" y="-4299"/>
            <a:chExt cx="5968255" cy="4713916"/>
          </a:xfrm>
        </p:grpSpPr>
        <p:grpSp>
          <p:nvGrpSpPr>
            <p:cNvPr id="549" name="Google Shape;549;p38"/>
            <p:cNvGrpSpPr/>
            <p:nvPr/>
          </p:nvGrpSpPr>
          <p:grpSpPr>
            <a:xfrm>
              <a:off x="3175595" y="-4299"/>
              <a:ext cx="5968255" cy="4713916"/>
              <a:chOff x="3175595" y="-4299"/>
              <a:chExt cx="5968255" cy="4713916"/>
            </a:xfrm>
          </p:grpSpPr>
          <p:grpSp>
            <p:nvGrpSpPr>
              <p:cNvPr id="550" name="Google Shape;550;p38"/>
              <p:cNvGrpSpPr/>
              <p:nvPr/>
            </p:nvGrpSpPr>
            <p:grpSpPr>
              <a:xfrm>
                <a:off x="7559999" y="-4299"/>
                <a:ext cx="1025403" cy="1619847"/>
                <a:chOff x="7547137" y="-96399"/>
                <a:chExt cx="1025403" cy="1619847"/>
              </a:xfrm>
            </p:grpSpPr>
            <p:sp>
              <p:nvSpPr>
                <p:cNvPr id="551" name="Google Shape;551;p38"/>
                <p:cNvSpPr/>
                <p:nvPr/>
              </p:nvSpPr>
              <p:spPr>
                <a:xfrm>
                  <a:off x="7927084" y="1320968"/>
                  <a:ext cx="265858" cy="104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" h="296" extrusionOk="0">
                      <a:moveTo>
                        <a:pt x="0" y="0"/>
                      </a:moveTo>
                      <a:cubicBezTo>
                        <a:pt x="43" y="173"/>
                        <a:pt x="193" y="295"/>
                        <a:pt x="373" y="295"/>
                      </a:cubicBezTo>
                      <a:cubicBezTo>
                        <a:pt x="561" y="295"/>
                        <a:pt x="711" y="173"/>
                        <a:pt x="7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" name="Google Shape;552;p38"/>
                <p:cNvSpPr/>
                <p:nvPr/>
              </p:nvSpPr>
              <p:spPr>
                <a:xfrm>
                  <a:off x="8058076" y="1472740"/>
                  <a:ext cx="352" cy="50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44" fill="none" extrusionOk="0">
                      <a:moveTo>
                        <a:pt x="1" y="0"/>
                      </a:moveTo>
                      <a:lnTo>
                        <a:pt x="1" y="144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3" name="Google Shape;553;p38"/>
                <p:cNvSpPr/>
                <p:nvPr/>
              </p:nvSpPr>
              <p:spPr>
                <a:xfrm>
                  <a:off x="8151742" y="1447034"/>
                  <a:ext cx="25705" cy="46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" h="131" fill="none" extrusionOk="0">
                      <a:moveTo>
                        <a:pt x="0" y="1"/>
                      </a:moveTo>
                      <a:lnTo>
                        <a:pt x="73" y="13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4" name="Google Shape;554;p38"/>
                <p:cNvSpPr/>
                <p:nvPr/>
              </p:nvSpPr>
              <p:spPr>
                <a:xfrm>
                  <a:off x="8217943" y="1381536"/>
                  <a:ext cx="45777" cy="26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74" fill="none" extrusionOk="0">
                      <a:moveTo>
                        <a:pt x="0" y="1"/>
                      </a:moveTo>
                      <a:lnTo>
                        <a:pt x="130" y="73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5" name="Google Shape;555;p38"/>
                <p:cNvSpPr/>
                <p:nvPr/>
              </p:nvSpPr>
              <p:spPr>
                <a:xfrm>
                  <a:off x="7855954" y="1381536"/>
                  <a:ext cx="43312" cy="26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74" fill="none" extrusionOk="0">
                      <a:moveTo>
                        <a:pt x="123" y="1"/>
                      </a:moveTo>
                      <a:lnTo>
                        <a:pt x="0" y="73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" name="Google Shape;556;p38"/>
                <p:cNvSpPr/>
                <p:nvPr/>
              </p:nvSpPr>
              <p:spPr>
                <a:xfrm>
                  <a:off x="7942226" y="1447034"/>
                  <a:ext cx="25353" cy="46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" h="131" fill="none" extrusionOk="0">
                      <a:moveTo>
                        <a:pt x="71" y="1"/>
                      </a:moveTo>
                      <a:lnTo>
                        <a:pt x="0" y="13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" name="Google Shape;557;p38"/>
                <p:cNvSpPr/>
                <p:nvPr/>
              </p:nvSpPr>
              <p:spPr>
                <a:xfrm>
                  <a:off x="8058076" y="-96399"/>
                  <a:ext cx="352" cy="1068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3034" fill="none" extrusionOk="0">
                      <a:moveTo>
                        <a:pt x="1" y="0"/>
                      </a:moveTo>
                      <a:lnTo>
                        <a:pt x="1" y="3033"/>
                      </a:lnTo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" name="Google Shape;558;p38"/>
                <p:cNvSpPr/>
                <p:nvPr/>
              </p:nvSpPr>
              <p:spPr>
                <a:xfrm>
                  <a:off x="7547137" y="971644"/>
                  <a:ext cx="1025403" cy="34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2" h="993" extrusionOk="0">
                      <a:moveTo>
                        <a:pt x="1452" y="0"/>
                      </a:moveTo>
                      <a:cubicBezTo>
                        <a:pt x="1329" y="0"/>
                        <a:pt x="1209" y="36"/>
                        <a:pt x="1122" y="100"/>
                      </a:cubicBezTo>
                      <a:lnTo>
                        <a:pt x="180" y="754"/>
                      </a:lnTo>
                      <a:cubicBezTo>
                        <a:pt x="1" y="883"/>
                        <a:pt x="29" y="992"/>
                        <a:pt x="260" y="992"/>
                      </a:cubicBezTo>
                      <a:lnTo>
                        <a:pt x="2652" y="992"/>
                      </a:lnTo>
                      <a:cubicBezTo>
                        <a:pt x="2882" y="992"/>
                        <a:pt x="2911" y="883"/>
                        <a:pt x="2725" y="754"/>
                      </a:cubicBezTo>
                      <a:lnTo>
                        <a:pt x="1790" y="100"/>
                      </a:lnTo>
                      <a:cubicBezTo>
                        <a:pt x="1697" y="36"/>
                        <a:pt x="1574" y="0"/>
                        <a:pt x="14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9" name="Google Shape;559;p38"/>
              <p:cNvGrpSpPr/>
              <p:nvPr/>
            </p:nvGrpSpPr>
            <p:grpSpPr>
              <a:xfrm>
                <a:off x="3175595" y="2066775"/>
                <a:ext cx="5968255" cy="2642842"/>
                <a:chOff x="3175595" y="2066775"/>
                <a:chExt cx="5968255" cy="2642842"/>
              </a:xfrm>
            </p:grpSpPr>
            <p:sp>
              <p:nvSpPr>
                <p:cNvPr id="560" name="Google Shape;560;p38"/>
                <p:cNvSpPr/>
                <p:nvPr/>
              </p:nvSpPr>
              <p:spPr>
                <a:xfrm>
                  <a:off x="3175595" y="4583317"/>
                  <a:ext cx="5968255" cy="1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9" h="1" fill="none" extrusionOk="0">
                      <a:moveTo>
                        <a:pt x="6068" y="0"/>
                      </a:moveTo>
                      <a:lnTo>
                        <a:pt x="1" y="0"/>
                      </a:lnTo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" name="Google Shape;561;p38"/>
                <p:cNvSpPr/>
                <p:nvPr/>
              </p:nvSpPr>
              <p:spPr>
                <a:xfrm>
                  <a:off x="5407500" y="4295652"/>
                  <a:ext cx="43842" cy="4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" h="169" extrusionOk="0">
                      <a:moveTo>
                        <a:pt x="96" y="1"/>
                      </a:moveTo>
                      <a:cubicBezTo>
                        <a:pt x="23" y="1"/>
                        <a:pt x="0" y="39"/>
                        <a:pt x="0" y="39"/>
                      </a:cubicBezTo>
                      <a:cubicBezTo>
                        <a:pt x="7" y="60"/>
                        <a:pt x="14" y="103"/>
                        <a:pt x="14" y="169"/>
                      </a:cubicBezTo>
                      <a:cubicBezTo>
                        <a:pt x="14" y="169"/>
                        <a:pt x="34" y="103"/>
                        <a:pt x="129" y="103"/>
                      </a:cubicBezTo>
                      <a:cubicBezTo>
                        <a:pt x="134" y="103"/>
                        <a:pt x="138" y="103"/>
                        <a:pt x="143" y="103"/>
                      </a:cubicBezTo>
                      <a:lnTo>
                        <a:pt x="166" y="103"/>
                      </a:lnTo>
                      <a:lnTo>
                        <a:pt x="159" y="10"/>
                      </a:lnTo>
                      <a:cubicBezTo>
                        <a:pt x="143" y="3"/>
                        <a:pt x="136" y="3"/>
                        <a:pt x="130" y="3"/>
                      </a:cubicBezTo>
                      <a:cubicBezTo>
                        <a:pt x="117" y="1"/>
                        <a:pt x="106" y="1"/>
                        <a:pt x="9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2" name="Google Shape;562;p38"/>
                <p:cNvSpPr/>
                <p:nvPr/>
              </p:nvSpPr>
              <p:spPr>
                <a:xfrm>
                  <a:off x="5473791" y="4301727"/>
                  <a:ext cx="26939" cy="27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103" extrusionOk="0">
                      <a:moveTo>
                        <a:pt x="1" y="1"/>
                      </a:moveTo>
                      <a:lnTo>
                        <a:pt x="8" y="96"/>
                      </a:lnTo>
                      <a:cubicBezTo>
                        <a:pt x="37" y="96"/>
                        <a:pt x="73" y="102"/>
                        <a:pt x="101" y="102"/>
                      </a:cubicBezTo>
                      <a:lnTo>
                        <a:pt x="94" y="9"/>
                      </a:lnTo>
                      <a:cubicBezTo>
                        <a:pt x="65" y="9"/>
                        <a:pt x="30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3" name="Google Shape;563;p38"/>
                <p:cNvSpPr/>
                <p:nvPr/>
              </p:nvSpPr>
              <p:spPr>
                <a:xfrm>
                  <a:off x="5523179" y="4307801"/>
                  <a:ext cx="27203" cy="24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" h="94" extrusionOk="0">
                      <a:moveTo>
                        <a:pt x="0" y="0"/>
                      </a:moveTo>
                      <a:lnTo>
                        <a:pt x="16" y="93"/>
                      </a:lnTo>
                      <a:lnTo>
                        <a:pt x="43" y="93"/>
                      </a:lnTo>
                      <a:lnTo>
                        <a:pt x="66" y="57"/>
                      </a:lnTo>
                      <a:cubicBezTo>
                        <a:pt x="66" y="57"/>
                        <a:pt x="80" y="43"/>
                        <a:pt x="102" y="21"/>
                      </a:cubicBezTo>
                      <a:lnTo>
                        <a:pt x="102" y="7"/>
                      </a:lnTo>
                      <a:cubicBezTo>
                        <a:pt x="66" y="7"/>
                        <a:pt x="37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564;p38"/>
                <p:cNvSpPr/>
                <p:nvPr/>
              </p:nvSpPr>
              <p:spPr>
                <a:xfrm>
                  <a:off x="5527141" y="4332364"/>
                  <a:ext cx="7659" cy="11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4" extrusionOk="0">
                      <a:moveTo>
                        <a:pt x="1" y="0"/>
                      </a:moveTo>
                      <a:lnTo>
                        <a:pt x="1" y="43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" name="Google Shape;565;p38"/>
                <p:cNvSpPr/>
                <p:nvPr/>
              </p:nvSpPr>
              <p:spPr>
                <a:xfrm>
                  <a:off x="5221568" y="4284295"/>
                  <a:ext cx="189629" cy="135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" h="514" extrusionOk="0">
                      <a:moveTo>
                        <a:pt x="343" y="1"/>
                      </a:moveTo>
                      <a:cubicBezTo>
                        <a:pt x="88" y="1"/>
                        <a:pt x="0" y="146"/>
                        <a:pt x="0" y="146"/>
                      </a:cubicBezTo>
                      <a:lnTo>
                        <a:pt x="632" y="513"/>
                      </a:lnTo>
                      <a:cubicBezTo>
                        <a:pt x="697" y="391"/>
                        <a:pt x="718" y="291"/>
                        <a:pt x="718" y="212"/>
                      </a:cubicBezTo>
                      <a:cubicBezTo>
                        <a:pt x="718" y="146"/>
                        <a:pt x="711" y="103"/>
                        <a:pt x="704" y="82"/>
                      </a:cubicBezTo>
                      <a:cubicBezTo>
                        <a:pt x="704" y="75"/>
                        <a:pt x="697" y="75"/>
                        <a:pt x="697" y="75"/>
                      </a:cubicBezTo>
                      <a:cubicBezTo>
                        <a:pt x="554" y="21"/>
                        <a:pt x="437" y="1"/>
                        <a:pt x="3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6" name="Google Shape;566;p38"/>
                <p:cNvSpPr/>
                <p:nvPr/>
              </p:nvSpPr>
              <p:spPr>
                <a:xfrm>
                  <a:off x="5221568" y="4250752"/>
                  <a:ext cx="189629" cy="169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" h="641" fill="none" extrusionOk="0">
                      <a:moveTo>
                        <a:pt x="0" y="273"/>
                      </a:moveTo>
                      <a:cubicBezTo>
                        <a:pt x="0" y="273"/>
                        <a:pt x="166" y="0"/>
                        <a:pt x="697" y="202"/>
                      </a:cubicBezTo>
                      <a:cubicBezTo>
                        <a:pt x="697" y="202"/>
                        <a:pt x="704" y="202"/>
                        <a:pt x="704" y="209"/>
                      </a:cubicBezTo>
                      <a:cubicBezTo>
                        <a:pt x="711" y="230"/>
                        <a:pt x="718" y="273"/>
                        <a:pt x="718" y="339"/>
                      </a:cubicBezTo>
                      <a:cubicBezTo>
                        <a:pt x="718" y="418"/>
                        <a:pt x="697" y="518"/>
                        <a:pt x="632" y="640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" name="Google Shape;567;p38"/>
                <p:cNvSpPr/>
                <p:nvPr/>
              </p:nvSpPr>
              <p:spPr>
                <a:xfrm>
                  <a:off x="5475640" y="4326818"/>
                  <a:ext cx="25090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" h="8" fill="none" extrusionOk="0">
                      <a:moveTo>
                        <a:pt x="94" y="7"/>
                      </a:moveTo>
                      <a:cubicBezTo>
                        <a:pt x="66" y="7"/>
                        <a:pt x="3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568;p38"/>
                <p:cNvSpPr/>
                <p:nvPr/>
              </p:nvSpPr>
              <p:spPr>
                <a:xfrm>
                  <a:off x="5527141" y="4332364"/>
                  <a:ext cx="7659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1" fill="none" extrusionOk="0">
                      <a:moveTo>
                        <a:pt x="28" y="0"/>
                      </a:moveTo>
                      <a:lnTo>
                        <a:pt x="1" y="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569;p38"/>
                <p:cNvSpPr/>
                <p:nvPr/>
              </p:nvSpPr>
              <p:spPr>
                <a:xfrm>
                  <a:off x="5410933" y="4321007"/>
                  <a:ext cx="40408" cy="19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73" fill="none" extrusionOk="0">
                      <a:moveTo>
                        <a:pt x="153" y="7"/>
                      </a:moveTo>
                      <a:lnTo>
                        <a:pt x="130" y="7"/>
                      </a:lnTo>
                      <a:cubicBezTo>
                        <a:pt x="23" y="0"/>
                        <a:pt x="1" y="73"/>
                        <a:pt x="1" y="73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0" name="Google Shape;570;p38"/>
                <p:cNvSpPr/>
                <p:nvPr/>
              </p:nvSpPr>
              <p:spPr>
                <a:xfrm>
                  <a:off x="5473791" y="4301727"/>
                  <a:ext cx="25090" cy="2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" h="10" fill="none" extrusionOk="0">
                      <a:moveTo>
                        <a:pt x="94" y="9"/>
                      </a:moveTo>
                      <a:cubicBezTo>
                        <a:pt x="65" y="9"/>
                        <a:pt x="3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1" name="Google Shape;571;p38"/>
                <p:cNvSpPr/>
                <p:nvPr/>
              </p:nvSpPr>
              <p:spPr>
                <a:xfrm>
                  <a:off x="5523179" y="4307801"/>
                  <a:ext cx="27203" cy="1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" h="7" fill="none" extrusionOk="0">
                      <a:moveTo>
                        <a:pt x="102" y="7"/>
                      </a:moveTo>
                      <a:cubicBezTo>
                        <a:pt x="66" y="7"/>
                        <a:pt x="37" y="0"/>
                        <a:pt x="0" y="0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2" name="Google Shape;572;p38"/>
                <p:cNvSpPr/>
                <p:nvPr/>
              </p:nvSpPr>
              <p:spPr>
                <a:xfrm>
                  <a:off x="5407500" y="4292747"/>
                  <a:ext cx="41993" cy="13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" h="51" fill="none" extrusionOk="0">
                      <a:moveTo>
                        <a:pt x="0" y="50"/>
                      </a:moveTo>
                      <a:cubicBezTo>
                        <a:pt x="0" y="50"/>
                        <a:pt x="29" y="0"/>
                        <a:pt x="130" y="14"/>
                      </a:cubicBezTo>
                      <a:cubicBezTo>
                        <a:pt x="136" y="14"/>
                        <a:pt x="143" y="14"/>
                        <a:pt x="159" y="21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3" name="Google Shape;573;p38"/>
                <p:cNvSpPr/>
                <p:nvPr/>
              </p:nvSpPr>
              <p:spPr>
                <a:xfrm>
                  <a:off x="5447380" y="4279013"/>
                  <a:ext cx="32221" cy="87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332" extrusionOk="0">
                      <a:moveTo>
                        <a:pt x="44" y="0"/>
                      </a:moveTo>
                      <a:cubicBezTo>
                        <a:pt x="22" y="0"/>
                        <a:pt x="1" y="30"/>
                        <a:pt x="1" y="52"/>
                      </a:cubicBezTo>
                      <a:lnTo>
                        <a:pt x="8" y="73"/>
                      </a:lnTo>
                      <a:lnTo>
                        <a:pt x="15" y="166"/>
                      </a:lnTo>
                      <a:lnTo>
                        <a:pt x="22" y="288"/>
                      </a:lnTo>
                      <a:cubicBezTo>
                        <a:pt x="29" y="311"/>
                        <a:pt x="44" y="332"/>
                        <a:pt x="72" y="332"/>
                      </a:cubicBezTo>
                      <a:cubicBezTo>
                        <a:pt x="101" y="332"/>
                        <a:pt x="122" y="302"/>
                        <a:pt x="115" y="282"/>
                      </a:cubicBezTo>
                      <a:lnTo>
                        <a:pt x="108" y="182"/>
                      </a:lnTo>
                      <a:lnTo>
                        <a:pt x="101" y="87"/>
                      </a:lnTo>
                      <a:lnTo>
                        <a:pt x="94" y="44"/>
                      </a:lnTo>
                      <a:cubicBezTo>
                        <a:pt x="94" y="23"/>
                        <a:pt x="72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4" name="Google Shape;574;p38"/>
                <p:cNvSpPr/>
                <p:nvPr/>
              </p:nvSpPr>
              <p:spPr>
                <a:xfrm>
                  <a:off x="5498617" y="4282974"/>
                  <a:ext cx="28788" cy="89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340" extrusionOk="0">
                      <a:moveTo>
                        <a:pt x="43" y="1"/>
                      </a:moveTo>
                      <a:cubicBezTo>
                        <a:pt x="14" y="1"/>
                        <a:pt x="0" y="29"/>
                        <a:pt x="0" y="51"/>
                      </a:cubicBezTo>
                      <a:lnTo>
                        <a:pt x="0" y="80"/>
                      </a:lnTo>
                      <a:lnTo>
                        <a:pt x="7" y="173"/>
                      </a:lnTo>
                      <a:lnTo>
                        <a:pt x="23" y="310"/>
                      </a:lnTo>
                      <a:cubicBezTo>
                        <a:pt x="23" y="317"/>
                        <a:pt x="29" y="330"/>
                        <a:pt x="36" y="339"/>
                      </a:cubicBezTo>
                      <a:lnTo>
                        <a:pt x="109" y="230"/>
                      </a:lnTo>
                      <a:lnTo>
                        <a:pt x="109" y="187"/>
                      </a:lnTo>
                      <a:lnTo>
                        <a:pt x="93" y="94"/>
                      </a:lnTo>
                      <a:lnTo>
                        <a:pt x="93" y="44"/>
                      </a:lnTo>
                      <a:cubicBezTo>
                        <a:pt x="86" y="22"/>
                        <a:pt x="73" y="1"/>
                        <a:pt x="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5" name="Google Shape;575;p38"/>
                <p:cNvSpPr/>
                <p:nvPr/>
              </p:nvSpPr>
              <p:spPr>
                <a:xfrm>
                  <a:off x="5547742" y="4286672"/>
                  <a:ext cx="25354" cy="26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" h="101" extrusionOk="0">
                      <a:moveTo>
                        <a:pt x="44" y="1"/>
                      </a:moveTo>
                      <a:cubicBezTo>
                        <a:pt x="23" y="8"/>
                        <a:pt x="0" y="30"/>
                        <a:pt x="0" y="51"/>
                      </a:cubicBezTo>
                      <a:lnTo>
                        <a:pt x="9" y="87"/>
                      </a:lnTo>
                      <a:lnTo>
                        <a:pt x="9" y="101"/>
                      </a:lnTo>
                      <a:cubicBezTo>
                        <a:pt x="9" y="94"/>
                        <a:pt x="16" y="87"/>
                        <a:pt x="23" y="87"/>
                      </a:cubicBezTo>
                      <a:cubicBezTo>
                        <a:pt x="37" y="73"/>
                        <a:pt x="66" y="51"/>
                        <a:pt x="95" y="37"/>
                      </a:cubicBezTo>
                      <a:cubicBezTo>
                        <a:pt x="87" y="15"/>
                        <a:pt x="73" y="1"/>
                        <a:pt x="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6" name="Google Shape;576;p38"/>
                <p:cNvSpPr/>
                <p:nvPr/>
              </p:nvSpPr>
              <p:spPr>
                <a:xfrm>
                  <a:off x="5948658" y="4243093"/>
                  <a:ext cx="74214" cy="64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" h="246" extrusionOk="0">
                      <a:moveTo>
                        <a:pt x="94" y="0"/>
                      </a:moveTo>
                      <a:cubicBezTo>
                        <a:pt x="71" y="29"/>
                        <a:pt x="35" y="73"/>
                        <a:pt x="1" y="116"/>
                      </a:cubicBezTo>
                      <a:cubicBezTo>
                        <a:pt x="21" y="152"/>
                        <a:pt x="35" y="188"/>
                        <a:pt x="58" y="216"/>
                      </a:cubicBezTo>
                      <a:cubicBezTo>
                        <a:pt x="78" y="216"/>
                        <a:pt x="94" y="209"/>
                        <a:pt x="108" y="202"/>
                      </a:cubicBezTo>
                      <a:lnTo>
                        <a:pt x="121" y="202"/>
                      </a:lnTo>
                      <a:cubicBezTo>
                        <a:pt x="130" y="195"/>
                        <a:pt x="137" y="195"/>
                        <a:pt x="144" y="195"/>
                      </a:cubicBezTo>
                      <a:lnTo>
                        <a:pt x="151" y="195"/>
                      </a:lnTo>
                      <a:cubicBezTo>
                        <a:pt x="155" y="193"/>
                        <a:pt x="159" y="192"/>
                        <a:pt x="165" y="192"/>
                      </a:cubicBezTo>
                      <a:cubicBezTo>
                        <a:pt x="177" y="192"/>
                        <a:pt x="191" y="197"/>
                        <a:pt x="201" y="202"/>
                      </a:cubicBezTo>
                      <a:cubicBezTo>
                        <a:pt x="201" y="209"/>
                        <a:pt x="208" y="209"/>
                        <a:pt x="208" y="209"/>
                      </a:cubicBezTo>
                      <a:cubicBezTo>
                        <a:pt x="208" y="216"/>
                        <a:pt x="216" y="216"/>
                        <a:pt x="216" y="216"/>
                      </a:cubicBezTo>
                      <a:cubicBezTo>
                        <a:pt x="216" y="223"/>
                        <a:pt x="223" y="223"/>
                        <a:pt x="223" y="223"/>
                      </a:cubicBezTo>
                      <a:cubicBezTo>
                        <a:pt x="223" y="231"/>
                        <a:pt x="230" y="238"/>
                        <a:pt x="230" y="245"/>
                      </a:cubicBezTo>
                      <a:lnTo>
                        <a:pt x="280" y="159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577;p38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7" h="409" extrusionOk="0">
                      <a:moveTo>
                        <a:pt x="173" y="0"/>
                      </a:moveTo>
                      <a:lnTo>
                        <a:pt x="1" y="252"/>
                      </a:lnTo>
                      <a:cubicBezTo>
                        <a:pt x="230" y="338"/>
                        <a:pt x="454" y="409"/>
                        <a:pt x="547" y="409"/>
                      </a:cubicBezTo>
                      <a:lnTo>
                        <a:pt x="713" y="409"/>
                      </a:lnTo>
                      <a:cubicBezTo>
                        <a:pt x="748" y="359"/>
                        <a:pt x="784" y="302"/>
                        <a:pt x="827" y="252"/>
                      </a:cubicBezTo>
                      <a:cubicBezTo>
                        <a:pt x="504" y="129"/>
                        <a:pt x="173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38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" h="2993" extrusionOk="0">
                      <a:moveTo>
                        <a:pt x="1755" y="1"/>
                      </a:moveTo>
                      <a:cubicBezTo>
                        <a:pt x="1689" y="23"/>
                        <a:pt x="1626" y="44"/>
                        <a:pt x="1567" y="66"/>
                      </a:cubicBez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579;p38"/>
                <p:cNvSpPr/>
                <p:nvPr/>
              </p:nvSpPr>
              <p:spPr>
                <a:xfrm>
                  <a:off x="6821537" y="3054834"/>
                  <a:ext cx="275464" cy="341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294" extrusionOk="0">
                      <a:moveTo>
                        <a:pt x="1043" y="0"/>
                      </a:moveTo>
                      <a:cubicBezTo>
                        <a:pt x="1029" y="50"/>
                        <a:pt x="1015" y="93"/>
                        <a:pt x="1008" y="123"/>
                      </a:cubicBezTo>
                      <a:cubicBezTo>
                        <a:pt x="951" y="304"/>
                        <a:pt x="703" y="445"/>
                        <a:pt x="531" y="445"/>
                      </a:cubicBezTo>
                      <a:cubicBezTo>
                        <a:pt x="526" y="445"/>
                        <a:pt x="522" y="445"/>
                        <a:pt x="518" y="445"/>
                      </a:cubicBezTo>
                      <a:cubicBezTo>
                        <a:pt x="382" y="590"/>
                        <a:pt x="217" y="733"/>
                        <a:pt x="1" y="863"/>
                      </a:cubicBezTo>
                      <a:lnTo>
                        <a:pt x="137" y="1294"/>
                      </a:lnTo>
                      <a:lnTo>
                        <a:pt x="562" y="1294"/>
                      </a:lnTo>
                      <a:cubicBezTo>
                        <a:pt x="562" y="1287"/>
                        <a:pt x="555" y="1287"/>
                        <a:pt x="555" y="1287"/>
                      </a:cubicBezTo>
                      <a:lnTo>
                        <a:pt x="260" y="1287"/>
                      </a:lnTo>
                      <a:cubicBezTo>
                        <a:pt x="210" y="1287"/>
                        <a:pt x="217" y="1237"/>
                        <a:pt x="232" y="1214"/>
                      </a:cubicBezTo>
                      <a:cubicBezTo>
                        <a:pt x="239" y="1194"/>
                        <a:pt x="310" y="970"/>
                        <a:pt x="346" y="942"/>
                      </a:cubicBezTo>
                      <a:cubicBezTo>
                        <a:pt x="389" y="913"/>
                        <a:pt x="641" y="790"/>
                        <a:pt x="670" y="790"/>
                      </a:cubicBezTo>
                      <a:cubicBezTo>
                        <a:pt x="698" y="790"/>
                        <a:pt x="836" y="813"/>
                        <a:pt x="913" y="833"/>
                      </a:cubicBezTo>
                      <a:cubicBezTo>
                        <a:pt x="972" y="647"/>
                        <a:pt x="1015" y="488"/>
                        <a:pt x="1029" y="402"/>
                      </a:cubicBezTo>
                      <a:cubicBezTo>
                        <a:pt x="1043" y="288"/>
                        <a:pt x="1043" y="136"/>
                        <a:pt x="10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580;p38"/>
                <p:cNvSpPr/>
                <p:nvPr/>
              </p:nvSpPr>
              <p:spPr>
                <a:xfrm>
                  <a:off x="6673636" y="2838259"/>
                  <a:ext cx="1775331" cy="1771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2" h="6707" extrusionOk="0">
                      <a:moveTo>
                        <a:pt x="4227" y="1"/>
                      </a:moveTo>
                      <a:cubicBezTo>
                        <a:pt x="4228" y="1"/>
                        <a:pt x="4229" y="1"/>
                        <a:pt x="4231" y="2"/>
                      </a:cubicBezTo>
                      <a:lnTo>
                        <a:pt x="4231" y="2"/>
                      </a:lnTo>
                      <a:cubicBezTo>
                        <a:pt x="4230" y="1"/>
                        <a:pt x="4228" y="1"/>
                        <a:pt x="4227" y="1"/>
                      </a:cubicBezTo>
                      <a:close/>
                      <a:moveTo>
                        <a:pt x="4231" y="2"/>
                      </a:moveTo>
                      <a:lnTo>
                        <a:pt x="4231" y="2"/>
                      </a:lnTo>
                      <a:cubicBezTo>
                        <a:pt x="4234" y="4"/>
                        <a:pt x="4234" y="7"/>
                        <a:pt x="4234" y="7"/>
                      </a:cubicBezTo>
                      <a:lnTo>
                        <a:pt x="4234" y="21"/>
                      </a:lnTo>
                      <a:lnTo>
                        <a:pt x="4242" y="30"/>
                      </a:lnTo>
                      <a:cubicBezTo>
                        <a:pt x="4263" y="116"/>
                        <a:pt x="4285" y="216"/>
                        <a:pt x="4299" y="309"/>
                      </a:cubicBezTo>
                      <a:cubicBezTo>
                        <a:pt x="4299" y="309"/>
                        <a:pt x="4939" y="561"/>
                        <a:pt x="4708" y="1237"/>
                      </a:cubicBezTo>
                      <a:cubicBezTo>
                        <a:pt x="4594" y="1574"/>
                        <a:pt x="4299" y="1812"/>
                        <a:pt x="3911" y="2005"/>
                      </a:cubicBezTo>
                      <a:cubicBezTo>
                        <a:pt x="3689" y="2114"/>
                        <a:pt x="3430" y="2214"/>
                        <a:pt x="3164" y="2307"/>
                      </a:cubicBezTo>
                      <a:cubicBezTo>
                        <a:pt x="3069" y="2343"/>
                        <a:pt x="2976" y="2373"/>
                        <a:pt x="2876" y="2409"/>
                      </a:cubicBezTo>
                      <a:cubicBezTo>
                        <a:pt x="2790" y="2436"/>
                        <a:pt x="2697" y="2473"/>
                        <a:pt x="2603" y="2502"/>
                      </a:cubicBezTo>
                      <a:cubicBezTo>
                        <a:pt x="2488" y="2538"/>
                        <a:pt x="2372" y="2581"/>
                        <a:pt x="2258" y="2618"/>
                      </a:cubicBezTo>
                      <a:cubicBezTo>
                        <a:pt x="2200" y="2638"/>
                        <a:pt x="2150" y="2661"/>
                        <a:pt x="2093" y="2681"/>
                      </a:cubicBezTo>
                      <a:cubicBezTo>
                        <a:pt x="2000" y="2725"/>
                        <a:pt x="1905" y="2761"/>
                        <a:pt x="1812" y="2804"/>
                      </a:cubicBezTo>
                      <a:cubicBezTo>
                        <a:pt x="1301" y="3049"/>
                        <a:pt x="878" y="3378"/>
                        <a:pt x="561" y="3789"/>
                      </a:cubicBezTo>
                      <a:cubicBezTo>
                        <a:pt x="518" y="3839"/>
                        <a:pt x="482" y="3896"/>
                        <a:pt x="447" y="3946"/>
                      </a:cubicBezTo>
                      <a:cubicBezTo>
                        <a:pt x="288" y="4184"/>
                        <a:pt x="173" y="4436"/>
                        <a:pt x="86" y="4715"/>
                      </a:cubicBezTo>
                      <a:cubicBezTo>
                        <a:pt x="30" y="4924"/>
                        <a:pt x="0" y="5140"/>
                        <a:pt x="7" y="5342"/>
                      </a:cubicBezTo>
                      <a:cubicBezTo>
                        <a:pt x="7" y="5362"/>
                        <a:pt x="7" y="5385"/>
                        <a:pt x="16" y="5405"/>
                      </a:cubicBezTo>
                      <a:lnTo>
                        <a:pt x="16" y="5442"/>
                      </a:lnTo>
                      <a:cubicBezTo>
                        <a:pt x="16" y="5464"/>
                        <a:pt x="16" y="5478"/>
                        <a:pt x="23" y="5492"/>
                      </a:cubicBezTo>
                      <a:cubicBezTo>
                        <a:pt x="23" y="5514"/>
                        <a:pt x="23" y="5535"/>
                        <a:pt x="30" y="5550"/>
                      </a:cubicBezTo>
                      <a:cubicBezTo>
                        <a:pt x="30" y="5571"/>
                        <a:pt x="36" y="5593"/>
                        <a:pt x="36" y="5614"/>
                      </a:cubicBezTo>
                      <a:cubicBezTo>
                        <a:pt x="43" y="5628"/>
                        <a:pt x="43" y="5637"/>
                        <a:pt x="43" y="5650"/>
                      </a:cubicBezTo>
                      <a:cubicBezTo>
                        <a:pt x="50" y="5671"/>
                        <a:pt x="50" y="5693"/>
                        <a:pt x="59" y="5707"/>
                      </a:cubicBezTo>
                      <a:cubicBezTo>
                        <a:pt x="59" y="5723"/>
                        <a:pt x="66" y="5737"/>
                        <a:pt x="66" y="5750"/>
                      </a:cubicBezTo>
                      <a:cubicBezTo>
                        <a:pt x="73" y="5766"/>
                        <a:pt x="80" y="5787"/>
                        <a:pt x="86" y="5800"/>
                      </a:cubicBezTo>
                      <a:cubicBezTo>
                        <a:pt x="86" y="5816"/>
                        <a:pt x="93" y="5830"/>
                        <a:pt x="93" y="5837"/>
                      </a:cubicBezTo>
                      <a:cubicBezTo>
                        <a:pt x="137" y="5966"/>
                        <a:pt x="195" y="6082"/>
                        <a:pt x="266" y="6189"/>
                      </a:cubicBezTo>
                      <a:cubicBezTo>
                        <a:pt x="275" y="6204"/>
                        <a:pt x="288" y="6218"/>
                        <a:pt x="295" y="6232"/>
                      </a:cubicBezTo>
                      <a:cubicBezTo>
                        <a:pt x="302" y="6247"/>
                        <a:pt x="318" y="6261"/>
                        <a:pt x="325" y="6275"/>
                      </a:cubicBezTo>
                      <a:cubicBezTo>
                        <a:pt x="331" y="6275"/>
                        <a:pt x="338" y="6283"/>
                        <a:pt x="338" y="6290"/>
                      </a:cubicBezTo>
                      <a:cubicBezTo>
                        <a:pt x="352" y="6304"/>
                        <a:pt x="361" y="6311"/>
                        <a:pt x="368" y="6327"/>
                      </a:cubicBezTo>
                      <a:cubicBezTo>
                        <a:pt x="381" y="6333"/>
                        <a:pt x="388" y="6347"/>
                        <a:pt x="395" y="6354"/>
                      </a:cubicBezTo>
                      <a:cubicBezTo>
                        <a:pt x="411" y="6370"/>
                        <a:pt x="418" y="6377"/>
                        <a:pt x="425" y="6383"/>
                      </a:cubicBezTo>
                      <a:cubicBezTo>
                        <a:pt x="438" y="6397"/>
                        <a:pt x="447" y="6404"/>
                        <a:pt x="461" y="6420"/>
                      </a:cubicBezTo>
                      <a:cubicBezTo>
                        <a:pt x="475" y="6427"/>
                        <a:pt x="490" y="6440"/>
                        <a:pt x="504" y="6456"/>
                      </a:cubicBezTo>
                      <a:cubicBezTo>
                        <a:pt x="518" y="6470"/>
                        <a:pt x="540" y="6484"/>
                        <a:pt x="554" y="6490"/>
                      </a:cubicBezTo>
                      <a:cubicBezTo>
                        <a:pt x="568" y="6506"/>
                        <a:pt x="590" y="6520"/>
                        <a:pt x="604" y="6527"/>
                      </a:cubicBezTo>
                      <a:lnTo>
                        <a:pt x="611" y="6534"/>
                      </a:lnTo>
                      <a:cubicBezTo>
                        <a:pt x="626" y="6542"/>
                        <a:pt x="640" y="6549"/>
                        <a:pt x="654" y="6563"/>
                      </a:cubicBezTo>
                      <a:cubicBezTo>
                        <a:pt x="683" y="6577"/>
                        <a:pt x="706" y="6585"/>
                        <a:pt x="727" y="6599"/>
                      </a:cubicBezTo>
                      <a:cubicBezTo>
                        <a:pt x="740" y="6606"/>
                        <a:pt x="749" y="6606"/>
                        <a:pt x="763" y="6613"/>
                      </a:cubicBezTo>
                      <a:cubicBezTo>
                        <a:pt x="763" y="6613"/>
                        <a:pt x="770" y="6620"/>
                        <a:pt x="777" y="6620"/>
                      </a:cubicBezTo>
                      <a:cubicBezTo>
                        <a:pt x="792" y="6628"/>
                        <a:pt x="806" y="6635"/>
                        <a:pt x="827" y="6635"/>
                      </a:cubicBezTo>
                      <a:cubicBezTo>
                        <a:pt x="842" y="6642"/>
                        <a:pt x="863" y="6649"/>
                        <a:pt x="885" y="6656"/>
                      </a:cubicBezTo>
                      <a:cubicBezTo>
                        <a:pt x="899" y="6663"/>
                        <a:pt x="921" y="6672"/>
                        <a:pt x="935" y="6672"/>
                      </a:cubicBezTo>
                      <a:cubicBezTo>
                        <a:pt x="942" y="6672"/>
                        <a:pt x="949" y="6672"/>
                        <a:pt x="949" y="6678"/>
                      </a:cubicBezTo>
                      <a:cubicBezTo>
                        <a:pt x="965" y="6678"/>
                        <a:pt x="978" y="6685"/>
                        <a:pt x="992" y="6685"/>
                      </a:cubicBezTo>
                      <a:lnTo>
                        <a:pt x="1015" y="6685"/>
                      </a:lnTo>
                      <a:cubicBezTo>
                        <a:pt x="1015" y="6692"/>
                        <a:pt x="1022" y="6692"/>
                        <a:pt x="1028" y="6692"/>
                      </a:cubicBezTo>
                      <a:cubicBezTo>
                        <a:pt x="1085" y="6699"/>
                        <a:pt x="1144" y="6706"/>
                        <a:pt x="1208" y="6706"/>
                      </a:cubicBezTo>
                      <a:lnTo>
                        <a:pt x="3178" y="6706"/>
                      </a:lnTo>
                      <a:cubicBezTo>
                        <a:pt x="3846" y="6706"/>
                        <a:pt x="5355" y="6549"/>
                        <a:pt x="5995" y="5076"/>
                      </a:cubicBezTo>
                      <a:cubicBezTo>
                        <a:pt x="6621" y="3645"/>
                        <a:pt x="6721" y="658"/>
                        <a:pt x="4231" y="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581;p38"/>
                <p:cNvSpPr/>
                <p:nvPr/>
              </p:nvSpPr>
              <p:spPr>
                <a:xfrm>
                  <a:off x="6119537" y="3838731"/>
                  <a:ext cx="873139" cy="770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6" h="2919" extrusionOk="0">
                      <a:moveTo>
                        <a:pt x="1833" y="1"/>
                      </a:moveTo>
                      <a:lnTo>
                        <a:pt x="734" y="1697"/>
                      </a:lnTo>
                      <a:lnTo>
                        <a:pt x="518" y="1531"/>
                      </a:lnTo>
                      <a:cubicBezTo>
                        <a:pt x="389" y="1719"/>
                        <a:pt x="137" y="2107"/>
                        <a:pt x="78" y="2200"/>
                      </a:cubicBezTo>
                      <a:cubicBezTo>
                        <a:pt x="35" y="2264"/>
                        <a:pt x="14" y="2337"/>
                        <a:pt x="0" y="2387"/>
                      </a:cubicBezTo>
                      <a:cubicBezTo>
                        <a:pt x="7" y="2394"/>
                        <a:pt x="7" y="2409"/>
                        <a:pt x="14" y="2423"/>
                      </a:cubicBezTo>
                      <a:cubicBezTo>
                        <a:pt x="416" y="2718"/>
                        <a:pt x="949" y="2918"/>
                        <a:pt x="1624" y="2918"/>
                      </a:cubicBezTo>
                      <a:lnTo>
                        <a:pt x="3306" y="2918"/>
                      </a:lnTo>
                      <a:cubicBezTo>
                        <a:pt x="3242" y="2918"/>
                        <a:pt x="3183" y="2911"/>
                        <a:pt x="3126" y="2904"/>
                      </a:cubicBezTo>
                      <a:cubicBezTo>
                        <a:pt x="3120" y="2904"/>
                        <a:pt x="3113" y="2904"/>
                        <a:pt x="3113" y="2897"/>
                      </a:cubicBezTo>
                      <a:lnTo>
                        <a:pt x="3090" y="2897"/>
                      </a:lnTo>
                      <a:cubicBezTo>
                        <a:pt x="3076" y="2897"/>
                        <a:pt x="3063" y="2890"/>
                        <a:pt x="3047" y="2890"/>
                      </a:cubicBezTo>
                      <a:cubicBezTo>
                        <a:pt x="3047" y="2884"/>
                        <a:pt x="3040" y="2884"/>
                        <a:pt x="3033" y="2884"/>
                      </a:cubicBezTo>
                      <a:cubicBezTo>
                        <a:pt x="3019" y="2884"/>
                        <a:pt x="2997" y="2875"/>
                        <a:pt x="2983" y="2868"/>
                      </a:cubicBezTo>
                      <a:cubicBezTo>
                        <a:pt x="2961" y="2861"/>
                        <a:pt x="2940" y="2854"/>
                        <a:pt x="2925" y="2847"/>
                      </a:cubicBezTo>
                      <a:cubicBezTo>
                        <a:pt x="2904" y="2847"/>
                        <a:pt x="2890" y="2840"/>
                        <a:pt x="2875" y="2832"/>
                      </a:cubicBezTo>
                      <a:cubicBezTo>
                        <a:pt x="2868" y="2832"/>
                        <a:pt x="2861" y="2825"/>
                        <a:pt x="2861" y="2825"/>
                      </a:cubicBezTo>
                      <a:cubicBezTo>
                        <a:pt x="2847" y="2818"/>
                        <a:pt x="2838" y="2818"/>
                        <a:pt x="2825" y="2811"/>
                      </a:cubicBezTo>
                      <a:cubicBezTo>
                        <a:pt x="2804" y="2797"/>
                        <a:pt x="2781" y="2789"/>
                        <a:pt x="2752" y="2775"/>
                      </a:cubicBezTo>
                      <a:cubicBezTo>
                        <a:pt x="2738" y="2761"/>
                        <a:pt x="2724" y="2754"/>
                        <a:pt x="2709" y="2746"/>
                      </a:cubicBezTo>
                      <a:lnTo>
                        <a:pt x="2702" y="2739"/>
                      </a:lnTo>
                      <a:cubicBezTo>
                        <a:pt x="2688" y="2732"/>
                        <a:pt x="2666" y="2718"/>
                        <a:pt x="2652" y="2702"/>
                      </a:cubicBezTo>
                      <a:cubicBezTo>
                        <a:pt x="2638" y="2696"/>
                        <a:pt x="2616" y="2682"/>
                        <a:pt x="2602" y="2668"/>
                      </a:cubicBezTo>
                      <a:cubicBezTo>
                        <a:pt x="2588" y="2652"/>
                        <a:pt x="2573" y="2639"/>
                        <a:pt x="2559" y="2632"/>
                      </a:cubicBezTo>
                      <a:cubicBezTo>
                        <a:pt x="2545" y="2616"/>
                        <a:pt x="2536" y="2609"/>
                        <a:pt x="2523" y="2595"/>
                      </a:cubicBezTo>
                      <a:cubicBezTo>
                        <a:pt x="2516" y="2589"/>
                        <a:pt x="2509" y="2582"/>
                        <a:pt x="2493" y="2566"/>
                      </a:cubicBezTo>
                      <a:cubicBezTo>
                        <a:pt x="2486" y="2559"/>
                        <a:pt x="2479" y="2545"/>
                        <a:pt x="2466" y="2539"/>
                      </a:cubicBezTo>
                      <a:cubicBezTo>
                        <a:pt x="2459" y="2523"/>
                        <a:pt x="2450" y="2516"/>
                        <a:pt x="2436" y="2502"/>
                      </a:cubicBezTo>
                      <a:cubicBezTo>
                        <a:pt x="2436" y="2495"/>
                        <a:pt x="2429" y="2487"/>
                        <a:pt x="2423" y="2487"/>
                      </a:cubicBezTo>
                      <a:cubicBezTo>
                        <a:pt x="2416" y="2473"/>
                        <a:pt x="2400" y="2459"/>
                        <a:pt x="2393" y="2444"/>
                      </a:cubicBezTo>
                      <a:cubicBezTo>
                        <a:pt x="2386" y="2430"/>
                        <a:pt x="2373" y="2416"/>
                        <a:pt x="2364" y="2401"/>
                      </a:cubicBezTo>
                      <a:cubicBezTo>
                        <a:pt x="2293" y="2294"/>
                        <a:pt x="2235" y="2178"/>
                        <a:pt x="2191" y="2049"/>
                      </a:cubicBezTo>
                      <a:cubicBezTo>
                        <a:pt x="2191" y="2042"/>
                        <a:pt x="2184" y="2028"/>
                        <a:pt x="2184" y="2012"/>
                      </a:cubicBezTo>
                      <a:cubicBezTo>
                        <a:pt x="2178" y="1999"/>
                        <a:pt x="2171" y="1978"/>
                        <a:pt x="2164" y="1962"/>
                      </a:cubicBezTo>
                      <a:cubicBezTo>
                        <a:pt x="2164" y="1949"/>
                        <a:pt x="2157" y="1935"/>
                        <a:pt x="2157" y="1919"/>
                      </a:cubicBezTo>
                      <a:cubicBezTo>
                        <a:pt x="2148" y="1905"/>
                        <a:pt x="2148" y="1883"/>
                        <a:pt x="2141" y="1862"/>
                      </a:cubicBezTo>
                      <a:cubicBezTo>
                        <a:pt x="2141" y="1849"/>
                        <a:pt x="2141" y="1840"/>
                        <a:pt x="2134" y="1826"/>
                      </a:cubicBezTo>
                      <a:cubicBezTo>
                        <a:pt x="2134" y="1805"/>
                        <a:pt x="2128" y="1783"/>
                        <a:pt x="2128" y="1762"/>
                      </a:cubicBezTo>
                      <a:cubicBezTo>
                        <a:pt x="2121" y="1747"/>
                        <a:pt x="2121" y="1726"/>
                        <a:pt x="2121" y="1704"/>
                      </a:cubicBezTo>
                      <a:cubicBezTo>
                        <a:pt x="2114" y="1690"/>
                        <a:pt x="2114" y="1676"/>
                        <a:pt x="2114" y="1654"/>
                      </a:cubicBezTo>
                      <a:lnTo>
                        <a:pt x="2114" y="1617"/>
                      </a:lnTo>
                      <a:cubicBezTo>
                        <a:pt x="2105" y="1597"/>
                        <a:pt x="2105" y="1574"/>
                        <a:pt x="2105" y="1554"/>
                      </a:cubicBezTo>
                      <a:cubicBezTo>
                        <a:pt x="2098" y="1352"/>
                        <a:pt x="2128" y="1136"/>
                        <a:pt x="2184" y="927"/>
                      </a:cubicBezTo>
                      <a:cubicBezTo>
                        <a:pt x="2271" y="648"/>
                        <a:pt x="2386" y="396"/>
                        <a:pt x="2545" y="158"/>
                      </a:cubicBezTo>
                      <a:lnTo>
                        <a:pt x="2379" y="158"/>
                      </a:lnTo>
                      <a:cubicBezTo>
                        <a:pt x="2286" y="158"/>
                        <a:pt x="2062" y="87"/>
                        <a:pt x="18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582;p38"/>
                <p:cNvSpPr/>
                <p:nvPr/>
              </p:nvSpPr>
              <p:spPr>
                <a:xfrm>
                  <a:off x="5880254" y="3453385"/>
                  <a:ext cx="417818" cy="6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316" extrusionOk="0">
                      <a:moveTo>
                        <a:pt x="1581" y="0"/>
                      </a:moveTo>
                      <a:lnTo>
                        <a:pt x="1581" y="0"/>
                      </a:lnTo>
                      <a:cubicBezTo>
                        <a:pt x="518" y="402"/>
                        <a:pt x="115" y="1086"/>
                        <a:pt x="15" y="1912"/>
                      </a:cubicBezTo>
                      <a:cubicBezTo>
                        <a:pt x="1" y="2041"/>
                        <a:pt x="1" y="2178"/>
                        <a:pt x="15" y="2316"/>
                      </a:cubicBezTo>
                      <a:lnTo>
                        <a:pt x="158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38"/>
                <p:cNvSpPr/>
                <p:nvPr/>
              </p:nvSpPr>
              <p:spPr>
                <a:xfrm>
                  <a:off x="5948658" y="4243093"/>
                  <a:ext cx="74214" cy="64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" h="246" fill="none" extrusionOk="0">
                      <a:moveTo>
                        <a:pt x="280" y="159"/>
                      </a:moveTo>
                      <a:lnTo>
                        <a:pt x="230" y="245"/>
                      </a:lnTo>
                      <a:cubicBezTo>
                        <a:pt x="230" y="238"/>
                        <a:pt x="223" y="231"/>
                        <a:pt x="223" y="223"/>
                      </a:cubicBezTo>
                      <a:cubicBezTo>
                        <a:pt x="223" y="223"/>
                        <a:pt x="216" y="223"/>
                        <a:pt x="216" y="216"/>
                      </a:cubicBezTo>
                      <a:cubicBezTo>
                        <a:pt x="216" y="216"/>
                        <a:pt x="208" y="216"/>
                        <a:pt x="208" y="209"/>
                      </a:cubicBezTo>
                      <a:cubicBezTo>
                        <a:pt x="208" y="209"/>
                        <a:pt x="201" y="209"/>
                        <a:pt x="201" y="202"/>
                      </a:cubicBezTo>
                      <a:cubicBezTo>
                        <a:pt x="187" y="195"/>
                        <a:pt x="164" y="188"/>
                        <a:pt x="151" y="195"/>
                      </a:cubicBezTo>
                      <a:lnTo>
                        <a:pt x="144" y="195"/>
                      </a:lnTo>
                      <a:cubicBezTo>
                        <a:pt x="137" y="195"/>
                        <a:pt x="130" y="195"/>
                        <a:pt x="121" y="202"/>
                      </a:cubicBezTo>
                      <a:lnTo>
                        <a:pt x="108" y="202"/>
                      </a:lnTo>
                      <a:cubicBezTo>
                        <a:pt x="94" y="209"/>
                        <a:pt x="78" y="216"/>
                        <a:pt x="58" y="216"/>
                      </a:cubicBezTo>
                      <a:cubicBezTo>
                        <a:pt x="35" y="188"/>
                        <a:pt x="21" y="152"/>
                        <a:pt x="1" y="116"/>
                      </a:cubicBezTo>
                      <a:cubicBezTo>
                        <a:pt x="35" y="73"/>
                        <a:pt x="71" y="29"/>
                        <a:pt x="9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38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7" h="409" fill="none" extrusionOk="0">
                      <a:moveTo>
                        <a:pt x="827" y="252"/>
                      </a:moveTo>
                      <a:cubicBezTo>
                        <a:pt x="784" y="302"/>
                        <a:pt x="748" y="359"/>
                        <a:pt x="713" y="409"/>
                      </a:cubicBezTo>
                      <a:lnTo>
                        <a:pt x="547" y="409"/>
                      </a:lnTo>
                      <a:cubicBezTo>
                        <a:pt x="454" y="409"/>
                        <a:pt x="230" y="338"/>
                        <a:pt x="1" y="252"/>
                      </a:cubicBezTo>
                      <a:lnTo>
                        <a:pt x="173" y="0"/>
                      </a:lnTo>
                      <a:cubicBezTo>
                        <a:pt x="173" y="0"/>
                        <a:pt x="504" y="129"/>
                        <a:pt x="827" y="25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38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" h="2993" fill="none" extrusionOk="0">
                      <a:moveTo>
                        <a:pt x="2221" y="1"/>
                      </a:moveTo>
                      <a:lnTo>
                        <a:pt x="970" y="2382"/>
                      </a:lnTo>
                      <a:lnTo>
                        <a:pt x="970" y="2382"/>
                      </a:lnTo>
                      <a:lnTo>
                        <a:pt x="849" y="2618"/>
                      </a:lnTo>
                      <a:lnTo>
                        <a:pt x="884" y="2640"/>
                      </a:lnTo>
                      <a:lnTo>
                        <a:pt x="668" y="2992"/>
                      </a:lnTo>
                      <a:lnTo>
                        <a:pt x="1" y="2382"/>
                      </a:lnTo>
                      <a:lnTo>
                        <a:pt x="1" y="2382"/>
                      </a:lnTo>
                      <a:lnTo>
                        <a:pt x="1" y="2382"/>
                      </a:lnTo>
                      <a:lnTo>
                        <a:pt x="1567" y="66"/>
                      </a:lnTo>
                      <a:cubicBezTo>
                        <a:pt x="1626" y="44"/>
                        <a:pt x="1689" y="23"/>
                        <a:pt x="17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38"/>
                <p:cNvSpPr/>
                <p:nvPr/>
              </p:nvSpPr>
              <p:spPr>
                <a:xfrm>
                  <a:off x="6071733" y="2910362"/>
                  <a:ext cx="797605" cy="525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0" h="1991" extrusionOk="0">
                      <a:moveTo>
                        <a:pt x="1446" y="792"/>
                      </a:moveTo>
                      <a:cubicBezTo>
                        <a:pt x="1525" y="792"/>
                        <a:pt x="1605" y="856"/>
                        <a:pt x="1625" y="935"/>
                      </a:cubicBezTo>
                      <a:cubicBezTo>
                        <a:pt x="1639" y="971"/>
                        <a:pt x="1662" y="1058"/>
                        <a:pt x="1510" y="1172"/>
                      </a:cubicBezTo>
                      <a:lnTo>
                        <a:pt x="1446" y="1223"/>
                      </a:lnTo>
                      <a:lnTo>
                        <a:pt x="1360" y="1172"/>
                      </a:lnTo>
                      <a:cubicBezTo>
                        <a:pt x="1144" y="1058"/>
                        <a:pt x="1115" y="971"/>
                        <a:pt x="1108" y="935"/>
                      </a:cubicBezTo>
                      <a:cubicBezTo>
                        <a:pt x="1087" y="856"/>
                        <a:pt x="1130" y="792"/>
                        <a:pt x="1208" y="792"/>
                      </a:cubicBezTo>
                      <a:cubicBezTo>
                        <a:pt x="1260" y="792"/>
                        <a:pt x="1310" y="820"/>
                        <a:pt x="1346" y="856"/>
                      </a:cubicBezTo>
                      <a:cubicBezTo>
                        <a:pt x="1360" y="820"/>
                        <a:pt x="1396" y="792"/>
                        <a:pt x="1446" y="792"/>
                      </a:cubicBezTo>
                      <a:close/>
                      <a:moveTo>
                        <a:pt x="0" y="0"/>
                      </a:moveTo>
                      <a:lnTo>
                        <a:pt x="633" y="1991"/>
                      </a:lnTo>
                      <a:lnTo>
                        <a:pt x="3019" y="1991"/>
                      </a:lnTo>
                      <a:lnTo>
                        <a:pt x="2976" y="1841"/>
                      </a:lnTo>
                      <a:lnTo>
                        <a:pt x="2840" y="1410"/>
                      </a:lnTo>
                      <a:lnTo>
                        <a:pt x="23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38"/>
                <p:cNvSpPr/>
                <p:nvPr/>
              </p:nvSpPr>
              <p:spPr>
                <a:xfrm>
                  <a:off x="6857720" y="3396336"/>
                  <a:ext cx="171142" cy="398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" h="151" extrusionOk="0">
                      <a:moveTo>
                        <a:pt x="0" y="1"/>
                      </a:moveTo>
                      <a:lnTo>
                        <a:pt x="43" y="151"/>
                      </a:lnTo>
                      <a:lnTo>
                        <a:pt x="647" y="151"/>
                      </a:lnTo>
                      <a:cubicBezTo>
                        <a:pt x="633" y="137"/>
                        <a:pt x="613" y="123"/>
                        <a:pt x="590" y="108"/>
                      </a:cubicBezTo>
                      <a:cubicBezTo>
                        <a:pt x="518" y="51"/>
                        <a:pt x="447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38"/>
                <p:cNvSpPr/>
                <p:nvPr/>
              </p:nvSpPr>
              <p:spPr>
                <a:xfrm>
                  <a:off x="6821537" y="3054834"/>
                  <a:ext cx="275464" cy="341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1294" fill="none" extrusionOk="0">
                      <a:moveTo>
                        <a:pt x="1029" y="402"/>
                      </a:moveTo>
                      <a:cubicBezTo>
                        <a:pt x="1015" y="488"/>
                        <a:pt x="972" y="647"/>
                        <a:pt x="913" y="833"/>
                      </a:cubicBezTo>
                      <a:cubicBezTo>
                        <a:pt x="836" y="813"/>
                        <a:pt x="698" y="790"/>
                        <a:pt x="670" y="790"/>
                      </a:cubicBezTo>
                      <a:cubicBezTo>
                        <a:pt x="641" y="790"/>
                        <a:pt x="389" y="913"/>
                        <a:pt x="346" y="942"/>
                      </a:cubicBezTo>
                      <a:cubicBezTo>
                        <a:pt x="310" y="970"/>
                        <a:pt x="239" y="1194"/>
                        <a:pt x="232" y="1214"/>
                      </a:cubicBezTo>
                      <a:cubicBezTo>
                        <a:pt x="217" y="1237"/>
                        <a:pt x="210" y="1287"/>
                        <a:pt x="260" y="1287"/>
                      </a:cubicBezTo>
                      <a:lnTo>
                        <a:pt x="555" y="1287"/>
                      </a:lnTo>
                      <a:cubicBezTo>
                        <a:pt x="555" y="1287"/>
                        <a:pt x="562" y="1287"/>
                        <a:pt x="562" y="1294"/>
                      </a:cubicBezTo>
                      <a:lnTo>
                        <a:pt x="137" y="1294"/>
                      </a:lnTo>
                      <a:lnTo>
                        <a:pt x="1" y="863"/>
                      </a:lnTo>
                      <a:cubicBezTo>
                        <a:pt x="217" y="733"/>
                        <a:pt x="382" y="590"/>
                        <a:pt x="518" y="445"/>
                      </a:cubicBezTo>
                      <a:cubicBezTo>
                        <a:pt x="691" y="452"/>
                        <a:pt x="950" y="309"/>
                        <a:pt x="1008" y="123"/>
                      </a:cubicBezTo>
                      <a:cubicBezTo>
                        <a:pt x="1015" y="93"/>
                        <a:pt x="1029" y="50"/>
                        <a:pt x="1043" y="0"/>
                      </a:cubicBezTo>
                      <a:cubicBezTo>
                        <a:pt x="1043" y="136"/>
                        <a:pt x="1043" y="288"/>
                        <a:pt x="1029" y="40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8"/>
                <p:cNvSpPr/>
                <p:nvPr/>
              </p:nvSpPr>
              <p:spPr>
                <a:xfrm>
                  <a:off x="5806040" y="4326818"/>
                  <a:ext cx="7923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" h="8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8" y="7"/>
                        <a:pt x="23" y="7"/>
                        <a:pt x="30" y="7"/>
                      </a:cubicBezTo>
                      <a:cubicBezTo>
                        <a:pt x="23" y="7"/>
                        <a:pt x="14" y="7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38"/>
                <p:cNvSpPr/>
                <p:nvPr/>
              </p:nvSpPr>
              <p:spPr>
                <a:xfrm>
                  <a:off x="5895308" y="4338175"/>
                  <a:ext cx="2113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8" extrusionOk="0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38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38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8" extrusionOk="0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38"/>
                <p:cNvSpPr/>
                <p:nvPr/>
              </p:nvSpPr>
              <p:spPr>
                <a:xfrm>
                  <a:off x="5722581" y="4133220"/>
                  <a:ext cx="250902" cy="177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0" h="672" extrusionOk="0">
                      <a:moveTo>
                        <a:pt x="489" y="0"/>
                      </a:moveTo>
                      <a:lnTo>
                        <a:pt x="1" y="639"/>
                      </a:lnTo>
                      <a:lnTo>
                        <a:pt x="8" y="647"/>
                      </a:lnTo>
                      <a:cubicBezTo>
                        <a:pt x="8" y="647"/>
                        <a:pt x="15" y="647"/>
                        <a:pt x="15" y="654"/>
                      </a:cubicBezTo>
                      <a:cubicBezTo>
                        <a:pt x="15" y="654"/>
                        <a:pt x="37" y="616"/>
                        <a:pt x="111" y="616"/>
                      </a:cubicBezTo>
                      <a:cubicBezTo>
                        <a:pt x="121" y="616"/>
                        <a:pt x="132" y="616"/>
                        <a:pt x="144" y="618"/>
                      </a:cubicBezTo>
                      <a:cubicBezTo>
                        <a:pt x="151" y="618"/>
                        <a:pt x="158" y="618"/>
                        <a:pt x="173" y="625"/>
                      </a:cubicBezTo>
                      <a:lnTo>
                        <a:pt x="173" y="604"/>
                      </a:lnTo>
                      <a:cubicBezTo>
                        <a:pt x="167" y="582"/>
                        <a:pt x="187" y="552"/>
                        <a:pt x="210" y="552"/>
                      </a:cubicBezTo>
                      <a:lnTo>
                        <a:pt x="217" y="552"/>
                      </a:lnTo>
                      <a:cubicBezTo>
                        <a:pt x="237" y="552"/>
                        <a:pt x="260" y="575"/>
                        <a:pt x="260" y="596"/>
                      </a:cubicBezTo>
                      <a:lnTo>
                        <a:pt x="267" y="639"/>
                      </a:lnTo>
                      <a:cubicBezTo>
                        <a:pt x="296" y="639"/>
                        <a:pt x="330" y="647"/>
                        <a:pt x="360" y="647"/>
                      </a:cubicBezTo>
                      <a:lnTo>
                        <a:pt x="360" y="618"/>
                      </a:lnTo>
                      <a:cubicBezTo>
                        <a:pt x="360" y="596"/>
                        <a:pt x="374" y="568"/>
                        <a:pt x="403" y="568"/>
                      </a:cubicBezTo>
                      <a:cubicBezTo>
                        <a:pt x="432" y="568"/>
                        <a:pt x="446" y="589"/>
                        <a:pt x="453" y="611"/>
                      </a:cubicBezTo>
                      <a:lnTo>
                        <a:pt x="453" y="661"/>
                      </a:lnTo>
                      <a:lnTo>
                        <a:pt x="503" y="661"/>
                      </a:lnTo>
                      <a:cubicBezTo>
                        <a:pt x="518" y="661"/>
                        <a:pt x="539" y="668"/>
                        <a:pt x="555" y="668"/>
                      </a:cubicBezTo>
                      <a:lnTo>
                        <a:pt x="546" y="632"/>
                      </a:lnTo>
                      <a:cubicBezTo>
                        <a:pt x="546" y="611"/>
                        <a:pt x="568" y="589"/>
                        <a:pt x="589" y="582"/>
                      </a:cubicBezTo>
                      <a:lnTo>
                        <a:pt x="598" y="582"/>
                      </a:lnTo>
                      <a:cubicBezTo>
                        <a:pt x="619" y="582"/>
                        <a:pt x="641" y="604"/>
                        <a:pt x="641" y="625"/>
                      </a:cubicBezTo>
                      <a:lnTo>
                        <a:pt x="648" y="668"/>
                      </a:lnTo>
                      <a:cubicBezTo>
                        <a:pt x="660" y="670"/>
                        <a:pt x="671" y="671"/>
                        <a:pt x="682" y="671"/>
                      </a:cubicBezTo>
                      <a:cubicBezTo>
                        <a:pt x="703" y="671"/>
                        <a:pt x="721" y="668"/>
                        <a:pt x="741" y="668"/>
                      </a:cubicBezTo>
                      <a:lnTo>
                        <a:pt x="741" y="647"/>
                      </a:lnTo>
                      <a:cubicBezTo>
                        <a:pt x="734" y="625"/>
                        <a:pt x="755" y="604"/>
                        <a:pt x="784" y="596"/>
                      </a:cubicBezTo>
                      <a:cubicBezTo>
                        <a:pt x="791" y="596"/>
                        <a:pt x="798" y="604"/>
                        <a:pt x="798" y="604"/>
                      </a:cubicBezTo>
                      <a:cubicBezTo>
                        <a:pt x="820" y="575"/>
                        <a:pt x="841" y="552"/>
                        <a:pt x="857" y="532"/>
                      </a:cubicBezTo>
                      <a:cubicBezTo>
                        <a:pt x="891" y="489"/>
                        <a:pt x="927" y="445"/>
                        <a:pt x="950" y="416"/>
                      </a:cubicBezTo>
                      <a:lnTo>
                        <a:pt x="719" y="207"/>
                      </a:lnTo>
                      <a:lnTo>
                        <a:pt x="489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38"/>
                <p:cNvSpPr/>
                <p:nvPr/>
              </p:nvSpPr>
              <p:spPr>
                <a:xfrm>
                  <a:off x="5189082" y="4322592"/>
                  <a:ext cx="560172" cy="359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" h="1361" extrusionOk="0">
                      <a:moveTo>
                        <a:pt x="123" y="1"/>
                      </a:moveTo>
                      <a:lnTo>
                        <a:pt x="1" y="189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755" y="368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38"/>
                <p:cNvSpPr/>
                <p:nvPr/>
              </p:nvSpPr>
              <p:spPr>
                <a:xfrm>
                  <a:off x="5388220" y="4322592"/>
                  <a:ext cx="408574" cy="309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" h="1173" extrusionOk="0">
                      <a:moveTo>
                        <a:pt x="202" y="1"/>
                      </a:moveTo>
                      <a:cubicBezTo>
                        <a:pt x="107" y="1"/>
                        <a:pt x="87" y="67"/>
                        <a:pt x="87" y="67"/>
                      </a:cubicBezTo>
                      <a:cubicBezTo>
                        <a:pt x="87" y="146"/>
                        <a:pt x="66" y="246"/>
                        <a:pt x="1" y="368"/>
                      </a:cubicBezTo>
                      <a:lnTo>
                        <a:pt x="1367" y="1172"/>
                      </a:lnTo>
                      <a:cubicBezTo>
                        <a:pt x="1453" y="1065"/>
                        <a:pt x="1510" y="943"/>
                        <a:pt x="1546" y="827"/>
                      </a:cubicBezTo>
                      <a:lnTo>
                        <a:pt x="454" y="189"/>
                      </a:lnTo>
                      <a:cubicBezTo>
                        <a:pt x="447" y="180"/>
                        <a:pt x="441" y="167"/>
                        <a:pt x="441" y="160"/>
                      </a:cubicBezTo>
                      <a:lnTo>
                        <a:pt x="425" y="23"/>
                      </a:lnTo>
                      <a:cubicBezTo>
                        <a:pt x="397" y="23"/>
                        <a:pt x="361" y="17"/>
                        <a:pt x="332" y="17"/>
                      </a:cubicBezTo>
                      <a:lnTo>
                        <a:pt x="339" y="117"/>
                      </a:lnTo>
                      <a:cubicBezTo>
                        <a:pt x="346" y="137"/>
                        <a:pt x="325" y="167"/>
                        <a:pt x="296" y="167"/>
                      </a:cubicBezTo>
                      <a:cubicBezTo>
                        <a:pt x="268" y="167"/>
                        <a:pt x="253" y="146"/>
                        <a:pt x="246" y="123"/>
                      </a:cubicBezTo>
                      <a:lnTo>
                        <a:pt x="239" y="1"/>
                      </a:lnTo>
                      <a:lnTo>
                        <a:pt x="216" y="1"/>
                      </a:lnTo>
                      <a:cubicBezTo>
                        <a:pt x="211" y="1"/>
                        <a:pt x="207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38"/>
                <p:cNvSpPr/>
                <p:nvPr/>
              </p:nvSpPr>
              <p:spPr>
                <a:xfrm>
                  <a:off x="5189082" y="4322592"/>
                  <a:ext cx="560172" cy="359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" h="1361" extrusionOk="0">
                      <a:moveTo>
                        <a:pt x="123" y="1"/>
                      </a:moveTo>
                      <a:lnTo>
                        <a:pt x="1" y="189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755" y="368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8"/>
                <p:cNvSpPr/>
                <p:nvPr/>
              </p:nvSpPr>
              <p:spPr>
                <a:xfrm>
                  <a:off x="5748992" y="4541016"/>
                  <a:ext cx="47803" cy="9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" h="346" fill="none" extrusionOk="0">
                      <a:moveTo>
                        <a:pt x="180" y="0"/>
                      </a:moveTo>
                      <a:cubicBezTo>
                        <a:pt x="144" y="116"/>
                        <a:pt x="87" y="238"/>
                        <a:pt x="1" y="345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38"/>
                <p:cNvSpPr/>
                <p:nvPr/>
              </p:nvSpPr>
              <p:spPr>
                <a:xfrm>
                  <a:off x="5540347" y="4284031"/>
                  <a:ext cx="189893" cy="136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" h="515" extrusionOk="0">
                      <a:moveTo>
                        <a:pt x="345" y="1"/>
                      </a:moveTo>
                      <a:cubicBezTo>
                        <a:pt x="247" y="1"/>
                        <a:pt x="175" y="21"/>
                        <a:pt x="123" y="47"/>
                      </a:cubicBezTo>
                      <a:cubicBezTo>
                        <a:pt x="94" y="61"/>
                        <a:pt x="65" y="83"/>
                        <a:pt x="51" y="97"/>
                      </a:cubicBezTo>
                      <a:cubicBezTo>
                        <a:pt x="44" y="97"/>
                        <a:pt x="37" y="104"/>
                        <a:pt x="37" y="111"/>
                      </a:cubicBezTo>
                      <a:cubicBezTo>
                        <a:pt x="15" y="133"/>
                        <a:pt x="1" y="147"/>
                        <a:pt x="1" y="147"/>
                      </a:cubicBezTo>
                      <a:lnTo>
                        <a:pt x="44" y="169"/>
                      </a:lnTo>
                      <a:lnTo>
                        <a:pt x="94" y="197"/>
                      </a:lnTo>
                      <a:lnTo>
                        <a:pt x="144" y="226"/>
                      </a:lnTo>
                      <a:lnTo>
                        <a:pt x="244" y="292"/>
                      </a:lnTo>
                      <a:lnTo>
                        <a:pt x="346" y="349"/>
                      </a:lnTo>
                      <a:lnTo>
                        <a:pt x="575" y="485"/>
                      </a:lnTo>
                      <a:lnTo>
                        <a:pt x="632" y="514"/>
                      </a:lnTo>
                      <a:cubicBezTo>
                        <a:pt x="641" y="499"/>
                        <a:pt x="648" y="485"/>
                        <a:pt x="655" y="471"/>
                      </a:cubicBezTo>
                      <a:cubicBezTo>
                        <a:pt x="675" y="435"/>
                        <a:pt x="691" y="399"/>
                        <a:pt x="698" y="363"/>
                      </a:cubicBezTo>
                      <a:cubicBezTo>
                        <a:pt x="705" y="349"/>
                        <a:pt x="705" y="342"/>
                        <a:pt x="705" y="326"/>
                      </a:cubicBezTo>
                      <a:cubicBezTo>
                        <a:pt x="712" y="320"/>
                        <a:pt x="712" y="306"/>
                        <a:pt x="712" y="299"/>
                      </a:cubicBezTo>
                      <a:cubicBezTo>
                        <a:pt x="719" y="276"/>
                        <a:pt x="719" y="256"/>
                        <a:pt x="719" y="240"/>
                      </a:cubicBezTo>
                      <a:lnTo>
                        <a:pt x="719" y="213"/>
                      </a:lnTo>
                      <a:cubicBezTo>
                        <a:pt x="719" y="147"/>
                        <a:pt x="712" y="104"/>
                        <a:pt x="705" y="83"/>
                      </a:cubicBezTo>
                      <a:cubicBezTo>
                        <a:pt x="705" y="76"/>
                        <a:pt x="698" y="76"/>
                        <a:pt x="698" y="76"/>
                      </a:cubicBezTo>
                      <a:lnTo>
                        <a:pt x="691" y="68"/>
                      </a:lnTo>
                      <a:cubicBezTo>
                        <a:pt x="551" y="19"/>
                        <a:pt x="437" y="1"/>
                        <a:pt x="3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38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" h="2993" extrusionOk="0">
                      <a:moveTo>
                        <a:pt x="1610" y="1"/>
                      </a:moveTo>
                      <a:lnTo>
                        <a:pt x="1567" y="66"/>
                      </a:ln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38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7" h="409" extrusionOk="0">
                      <a:moveTo>
                        <a:pt x="173" y="0"/>
                      </a:moveTo>
                      <a:lnTo>
                        <a:pt x="1" y="252"/>
                      </a:lnTo>
                      <a:cubicBezTo>
                        <a:pt x="230" y="338"/>
                        <a:pt x="454" y="409"/>
                        <a:pt x="547" y="409"/>
                      </a:cubicBezTo>
                      <a:lnTo>
                        <a:pt x="713" y="409"/>
                      </a:lnTo>
                      <a:cubicBezTo>
                        <a:pt x="748" y="359"/>
                        <a:pt x="784" y="302"/>
                        <a:pt x="827" y="252"/>
                      </a:cubicBezTo>
                      <a:cubicBezTo>
                        <a:pt x="504" y="129"/>
                        <a:pt x="173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38"/>
                <p:cNvSpPr/>
                <p:nvPr/>
              </p:nvSpPr>
              <p:spPr>
                <a:xfrm>
                  <a:off x="5843807" y="4064814"/>
                  <a:ext cx="216832" cy="22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34" extrusionOk="0">
                      <a:moveTo>
                        <a:pt x="153" y="1"/>
                      </a:moveTo>
                      <a:lnTo>
                        <a:pt x="1" y="237"/>
                      </a:lnTo>
                      <a:lnTo>
                        <a:pt x="30" y="259"/>
                      </a:lnTo>
                      <a:lnTo>
                        <a:pt x="260" y="466"/>
                      </a:lnTo>
                      <a:lnTo>
                        <a:pt x="491" y="675"/>
                      </a:lnTo>
                      <a:lnTo>
                        <a:pt x="677" y="834"/>
                      </a:lnTo>
                      <a:lnTo>
                        <a:pt x="820" y="611"/>
                      </a:lnTo>
                      <a:lnTo>
                        <a:pt x="1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" name="Google Shape;602;p38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" h="2993" extrusionOk="0">
                      <a:moveTo>
                        <a:pt x="1610" y="1"/>
                      </a:moveTo>
                      <a:lnTo>
                        <a:pt x="1567" y="66"/>
                      </a:ln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" name="Google Shape;603;p38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7" h="409" fill="none" extrusionOk="0">
                      <a:moveTo>
                        <a:pt x="827" y="252"/>
                      </a:moveTo>
                      <a:cubicBezTo>
                        <a:pt x="784" y="302"/>
                        <a:pt x="748" y="359"/>
                        <a:pt x="713" y="409"/>
                      </a:cubicBezTo>
                      <a:lnTo>
                        <a:pt x="547" y="409"/>
                      </a:lnTo>
                      <a:cubicBezTo>
                        <a:pt x="454" y="409"/>
                        <a:pt x="230" y="338"/>
                        <a:pt x="1" y="252"/>
                      </a:cubicBezTo>
                      <a:lnTo>
                        <a:pt x="173" y="0"/>
                      </a:lnTo>
                      <a:cubicBezTo>
                        <a:pt x="173" y="0"/>
                        <a:pt x="504" y="129"/>
                        <a:pt x="827" y="25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" name="Google Shape;604;p38"/>
                <p:cNvSpPr/>
                <p:nvPr/>
              </p:nvSpPr>
              <p:spPr>
                <a:xfrm>
                  <a:off x="6108180" y="3435954"/>
                  <a:ext cx="1325027" cy="850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7" h="3222" extrusionOk="0">
                      <a:moveTo>
                        <a:pt x="1372" y="1"/>
                      </a:moveTo>
                      <a:lnTo>
                        <a:pt x="121" y="2382"/>
                      </a:lnTo>
                      <a:lnTo>
                        <a:pt x="0" y="2618"/>
                      </a:lnTo>
                      <a:lnTo>
                        <a:pt x="35" y="2640"/>
                      </a:lnTo>
                      <a:lnTo>
                        <a:pt x="107" y="2697"/>
                      </a:lnTo>
                      <a:lnTo>
                        <a:pt x="561" y="3056"/>
                      </a:lnTo>
                      <a:lnTo>
                        <a:pt x="777" y="3222"/>
                      </a:lnTo>
                      <a:lnTo>
                        <a:pt x="1876" y="1526"/>
                      </a:lnTo>
                      <a:lnTo>
                        <a:pt x="2048" y="1274"/>
                      </a:lnTo>
                      <a:cubicBezTo>
                        <a:pt x="2048" y="1274"/>
                        <a:pt x="2379" y="1403"/>
                        <a:pt x="2702" y="1526"/>
                      </a:cubicBezTo>
                      <a:cubicBezTo>
                        <a:pt x="3019" y="1115"/>
                        <a:pt x="3442" y="786"/>
                        <a:pt x="3953" y="541"/>
                      </a:cubicBezTo>
                      <a:cubicBezTo>
                        <a:pt x="4046" y="498"/>
                        <a:pt x="4141" y="462"/>
                        <a:pt x="4234" y="418"/>
                      </a:cubicBezTo>
                      <a:cubicBezTo>
                        <a:pt x="4291" y="398"/>
                        <a:pt x="4341" y="375"/>
                        <a:pt x="4399" y="355"/>
                      </a:cubicBezTo>
                      <a:cubicBezTo>
                        <a:pt x="4513" y="318"/>
                        <a:pt x="4629" y="275"/>
                        <a:pt x="4744" y="239"/>
                      </a:cubicBezTo>
                      <a:cubicBezTo>
                        <a:pt x="4838" y="210"/>
                        <a:pt x="4931" y="173"/>
                        <a:pt x="5017" y="146"/>
                      </a:cubicBezTo>
                      <a:lnTo>
                        <a:pt x="4622" y="146"/>
                      </a:lnTo>
                      <a:cubicBezTo>
                        <a:pt x="4341" y="146"/>
                        <a:pt x="4098" y="146"/>
                        <a:pt x="4003" y="139"/>
                      </a:cubicBezTo>
                      <a:cubicBezTo>
                        <a:pt x="3996" y="146"/>
                        <a:pt x="3996" y="146"/>
                        <a:pt x="3989" y="146"/>
                      </a:cubicBezTo>
                      <a:cubicBezTo>
                        <a:pt x="3916" y="160"/>
                        <a:pt x="3859" y="166"/>
                        <a:pt x="3813" y="166"/>
                      </a:cubicBezTo>
                      <a:cubicBezTo>
                        <a:pt x="3695" y="166"/>
                        <a:pt x="3652" y="129"/>
                        <a:pt x="3614" y="103"/>
                      </a:cubicBezTo>
                      <a:cubicBezTo>
                        <a:pt x="3594" y="80"/>
                        <a:pt x="3544" y="44"/>
                        <a:pt x="34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" name="Google Shape;605;p38"/>
                <p:cNvSpPr/>
                <p:nvPr/>
              </p:nvSpPr>
              <p:spPr>
                <a:xfrm>
                  <a:off x="5991972" y="4133220"/>
                  <a:ext cx="264636" cy="335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2" h="1272" extrusionOk="0">
                      <a:moveTo>
                        <a:pt x="475" y="0"/>
                      </a:moveTo>
                      <a:lnTo>
                        <a:pt x="259" y="352"/>
                      </a:lnTo>
                      <a:lnTo>
                        <a:pt x="116" y="575"/>
                      </a:lnTo>
                      <a:lnTo>
                        <a:pt x="66" y="661"/>
                      </a:lnTo>
                      <a:cubicBezTo>
                        <a:pt x="73" y="668"/>
                        <a:pt x="73" y="675"/>
                        <a:pt x="80" y="690"/>
                      </a:cubicBezTo>
                      <a:lnTo>
                        <a:pt x="80" y="718"/>
                      </a:lnTo>
                      <a:lnTo>
                        <a:pt x="80" y="747"/>
                      </a:lnTo>
                      <a:cubicBezTo>
                        <a:pt x="80" y="754"/>
                        <a:pt x="80" y="754"/>
                        <a:pt x="73" y="761"/>
                      </a:cubicBezTo>
                      <a:cubicBezTo>
                        <a:pt x="73" y="761"/>
                        <a:pt x="73" y="768"/>
                        <a:pt x="66" y="777"/>
                      </a:cubicBezTo>
                      <a:lnTo>
                        <a:pt x="66" y="784"/>
                      </a:lnTo>
                      <a:cubicBezTo>
                        <a:pt x="66" y="784"/>
                        <a:pt x="66" y="790"/>
                        <a:pt x="59" y="790"/>
                      </a:cubicBezTo>
                      <a:cubicBezTo>
                        <a:pt x="59" y="797"/>
                        <a:pt x="59" y="797"/>
                        <a:pt x="52" y="797"/>
                      </a:cubicBezTo>
                      <a:cubicBezTo>
                        <a:pt x="52" y="804"/>
                        <a:pt x="52" y="804"/>
                        <a:pt x="44" y="811"/>
                      </a:cubicBezTo>
                      <a:cubicBezTo>
                        <a:pt x="44" y="820"/>
                        <a:pt x="37" y="827"/>
                        <a:pt x="30" y="834"/>
                      </a:cubicBezTo>
                      <a:cubicBezTo>
                        <a:pt x="23" y="840"/>
                        <a:pt x="9" y="847"/>
                        <a:pt x="0" y="847"/>
                      </a:cubicBezTo>
                      <a:cubicBezTo>
                        <a:pt x="37" y="870"/>
                        <a:pt x="66" y="906"/>
                        <a:pt x="95" y="949"/>
                      </a:cubicBezTo>
                      <a:cubicBezTo>
                        <a:pt x="145" y="1042"/>
                        <a:pt x="232" y="1142"/>
                        <a:pt x="332" y="1199"/>
                      </a:cubicBezTo>
                      <a:cubicBezTo>
                        <a:pt x="361" y="1215"/>
                        <a:pt x="382" y="1222"/>
                        <a:pt x="404" y="1236"/>
                      </a:cubicBezTo>
                      <a:cubicBezTo>
                        <a:pt x="440" y="1242"/>
                        <a:pt x="461" y="1258"/>
                        <a:pt x="483" y="1272"/>
                      </a:cubicBezTo>
                      <a:cubicBezTo>
                        <a:pt x="497" y="1222"/>
                        <a:pt x="518" y="1149"/>
                        <a:pt x="561" y="1085"/>
                      </a:cubicBezTo>
                      <a:cubicBezTo>
                        <a:pt x="620" y="992"/>
                        <a:pt x="872" y="604"/>
                        <a:pt x="1001" y="416"/>
                      </a:cubicBezTo>
                      <a:lnTo>
                        <a:pt x="547" y="57"/>
                      </a:lnTo>
                      <a:lnTo>
                        <a:pt x="475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" name="Google Shape;606;p38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" extrusionOk="0">
                      <a:moveTo>
                        <a:pt x="37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" name="Google Shape;607;p38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8" extrusionOk="0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" name="Google Shape;608;p38"/>
                <p:cNvSpPr/>
                <p:nvPr/>
              </p:nvSpPr>
              <p:spPr>
                <a:xfrm>
                  <a:off x="5707263" y="4322592"/>
                  <a:ext cx="418082" cy="309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" h="1173" extrusionOk="0">
                      <a:moveTo>
                        <a:pt x="202" y="1"/>
                      </a:moveTo>
                      <a:cubicBezTo>
                        <a:pt x="107" y="1"/>
                        <a:pt x="87" y="67"/>
                        <a:pt x="87" y="67"/>
                      </a:cubicBezTo>
                      <a:lnTo>
                        <a:pt x="87" y="94"/>
                      </a:lnTo>
                      <a:cubicBezTo>
                        <a:pt x="87" y="110"/>
                        <a:pt x="87" y="130"/>
                        <a:pt x="80" y="153"/>
                      </a:cubicBezTo>
                      <a:cubicBezTo>
                        <a:pt x="80" y="160"/>
                        <a:pt x="80" y="174"/>
                        <a:pt x="73" y="180"/>
                      </a:cubicBezTo>
                      <a:cubicBezTo>
                        <a:pt x="73" y="196"/>
                        <a:pt x="73" y="203"/>
                        <a:pt x="66" y="217"/>
                      </a:cubicBezTo>
                      <a:cubicBezTo>
                        <a:pt x="59" y="253"/>
                        <a:pt x="43" y="289"/>
                        <a:pt x="23" y="325"/>
                      </a:cubicBezTo>
                      <a:cubicBezTo>
                        <a:pt x="16" y="339"/>
                        <a:pt x="9" y="353"/>
                        <a:pt x="0" y="368"/>
                      </a:cubicBezTo>
                      <a:lnTo>
                        <a:pt x="354" y="577"/>
                      </a:lnTo>
                      <a:lnTo>
                        <a:pt x="368" y="584"/>
                      </a:lnTo>
                      <a:lnTo>
                        <a:pt x="1367" y="1172"/>
                      </a:lnTo>
                      <a:cubicBezTo>
                        <a:pt x="1396" y="1145"/>
                        <a:pt x="1410" y="1115"/>
                        <a:pt x="1432" y="1086"/>
                      </a:cubicBezTo>
                      <a:cubicBezTo>
                        <a:pt x="1539" y="907"/>
                        <a:pt x="1582" y="698"/>
                        <a:pt x="1582" y="620"/>
                      </a:cubicBezTo>
                      <a:cubicBezTo>
                        <a:pt x="1582" y="605"/>
                        <a:pt x="1575" y="598"/>
                        <a:pt x="1575" y="591"/>
                      </a:cubicBezTo>
                      <a:cubicBezTo>
                        <a:pt x="1568" y="577"/>
                        <a:pt x="1568" y="562"/>
                        <a:pt x="1561" y="555"/>
                      </a:cubicBezTo>
                      <a:cubicBezTo>
                        <a:pt x="1539" y="541"/>
                        <a:pt x="1518" y="525"/>
                        <a:pt x="1482" y="519"/>
                      </a:cubicBezTo>
                      <a:cubicBezTo>
                        <a:pt x="1460" y="505"/>
                        <a:pt x="1439" y="498"/>
                        <a:pt x="1410" y="482"/>
                      </a:cubicBezTo>
                      <a:cubicBezTo>
                        <a:pt x="1310" y="425"/>
                        <a:pt x="1223" y="325"/>
                        <a:pt x="1173" y="232"/>
                      </a:cubicBezTo>
                      <a:cubicBezTo>
                        <a:pt x="1144" y="189"/>
                        <a:pt x="1115" y="153"/>
                        <a:pt x="1078" y="130"/>
                      </a:cubicBezTo>
                      <a:cubicBezTo>
                        <a:pt x="1072" y="123"/>
                        <a:pt x="1058" y="117"/>
                        <a:pt x="1044" y="117"/>
                      </a:cubicBezTo>
                      <a:cubicBezTo>
                        <a:pt x="1015" y="103"/>
                        <a:pt x="985" y="94"/>
                        <a:pt x="949" y="94"/>
                      </a:cubicBezTo>
                      <a:cubicBezTo>
                        <a:pt x="935" y="87"/>
                        <a:pt x="921" y="87"/>
                        <a:pt x="906" y="87"/>
                      </a:cubicBezTo>
                      <a:lnTo>
                        <a:pt x="921" y="224"/>
                      </a:lnTo>
                      <a:cubicBezTo>
                        <a:pt x="921" y="246"/>
                        <a:pt x="906" y="267"/>
                        <a:pt x="878" y="275"/>
                      </a:cubicBezTo>
                      <a:cubicBezTo>
                        <a:pt x="849" y="275"/>
                        <a:pt x="835" y="253"/>
                        <a:pt x="828" y="232"/>
                      </a:cubicBezTo>
                      <a:lnTo>
                        <a:pt x="813" y="73"/>
                      </a:lnTo>
                      <a:cubicBezTo>
                        <a:pt x="785" y="67"/>
                        <a:pt x="749" y="67"/>
                        <a:pt x="720" y="60"/>
                      </a:cubicBezTo>
                      <a:lnTo>
                        <a:pt x="713" y="67"/>
                      </a:lnTo>
                      <a:lnTo>
                        <a:pt x="727" y="189"/>
                      </a:lnTo>
                      <a:cubicBezTo>
                        <a:pt x="727" y="210"/>
                        <a:pt x="713" y="232"/>
                        <a:pt x="683" y="239"/>
                      </a:cubicBezTo>
                      <a:cubicBezTo>
                        <a:pt x="656" y="239"/>
                        <a:pt x="640" y="217"/>
                        <a:pt x="633" y="196"/>
                      </a:cubicBezTo>
                      <a:lnTo>
                        <a:pt x="633" y="167"/>
                      </a:lnTo>
                      <a:lnTo>
                        <a:pt x="620" y="51"/>
                      </a:lnTo>
                      <a:cubicBezTo>
                        <a:pt x="590" y="44"/>
                        <a:pt x="554" y="37"/>
                        <a:pt x="526" y="37"/>
                      </a:cubicBezTo>
                      <a:lnTo>
                        <a:pt x="533" y="153"/>
                      </a:lnTo>
                      <a:cubicBezTo>
                        <a:pt x="533" y="174"/>
                        <a:pt x="518" y="203"/>
                        <a:pt x="490" y="203"/>
                      </a:cubicBezTo>
                      <a:cubicBezTo>
                        <a:pt x="461" y="203"/>
                        <a:pt x="447" y="180"/>
                        <a:pt x="440" y="160"/>
                      </a:cubicBezTo>
                      <a:lnTo>
                        <a:pt x="432" y="23"/>
                      </a:lnTo>
                      <a:lnTo>
                        <a:pt x="404" y="23"/>
                      </a:lnTo>
                      <a:cubicBezTo>
                        <a:pt x="397" y="23"/>
                        <a:pt x="388" y="23"/>
                        <a:pt x="375" y="17"/>
                      </a:cubicBezTo>
                      <a:lnTo>
                        <a:pt x="331" y="17"/>
                      </a:lnTo>
                      <a:lnTo>
                        <a:pt x="338" y="117"/>
                      </a:lnTo>
                      <a:cubicBezTo>
                        <a:pt x="345" y="137"/>
                        <a:pt x="325" y="167"/>
                        <a:pt x="295" y="167"/>
                      </a:cubicBezTo>
                      <a:cubicBezTo>
                        <a:pt x="275" y="167"/>
                        <a:pt x="252" y="146"/>
                        <a:pt x="245" y="123"/>
                      </a:cubicBezTo>
                      <a:lnTo>
                        <a:pt x="238" y="1"/>
                      </a:lnTo>
                      <a:lnTo>
                        <a:pt x="216" y="1"/>
                      </a:lnTo>
                      <a:cubicBezTo>
                        <a:pt x="211" y="1"/>
                        <a:pt x="206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" name="Google Shape;609;p38"/>
                <p:cNvSpPr/>
                <p:nvPr/>
              </p:nvSpPr>
              <p:spPr>
                <a:xfrm>
                  <a:off x="5895308" y="4338175"/>
                  <a:ext cx="2113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8" extrusionOk="0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610;p38"/>
                <p:cNvSpPr/>
                <p:nvPr/>
              </p:nvSpPr>
              <p:spPr>
                <a:xfrm>
                  <a:off x="5508125" y="4322592"/>
                  <a:ext cx="560172" cy="359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" h="1361" extrusionOk="0">
                      <a:moveTo>
                        <a:pt x="123" y="1"/>
                      </a:moveTo>
                      <a:lnTo>
                        <a:pt x="100" y="37"/>
                      </a:lnTo>
                      <a:lnTo>
                        <a:pt x="73" y="80"/>
                      </a:lnTo>
                      <a:lnTo>
                        <a:pt x="0" y="189"/>
                      </a:lnTo>
                      <a:lnTo>
                        <a:pt x="1092" y="827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1122" y="584"/>
                      </a:lnTo>
                      <a:lnTo>
                        <a:pt x="1108" y="577"/>
                      </a:lnTo>
                      <a:lnTo>
                        <a:pt x="754" y="368"/>
                      </a:lnTo>
                      <a:lnTo>
                        <a:pt x="697" y="339"/>
                      </a:lnTo>
                      <a:lnTo>
                        <a:pt x="468" y="203"/>
                      </a:lnTo>
                      <a:lnTo>
                        <a:pt x="366" y="146"/>
                      </a:lnTo>
                      <a:lnTo>
                        <a:pt x="266" y="80"/>
                      </a:lnTo>
                      <a:lnTo>
                        <a:pt x="216" y="51"/>
                      </a:lnTo>
                      <a:lnTo>
                        <a:pt x="166" y="23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" name="Google Shape;611;p38"/>
                <p:cNvSpPr/>
                <p:nvPr/>
              </p:nvSpPr>
              <p:spPr>
                <a:xfrm>
                  <a:off x="5726279" y="4295652"/>
                  <a:ext cx="44106" cy="4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" h="169" extrusionOk="0">
                      <a:moveTo>
                        <a:pt x="97" y="1"/>
                      </a:moveTo>
                      <a:cubicBezTo>
                        <a:pt x="23" y="1"/>
                        <a:pt x="1" y="39"/>
                        <a:pt x="1" y="39"/>
                      </a:cubicBezTo>
                      <a:cubicBezTo>
                        <a:pt x="8" y="60"/>
                        <a:pt x="15" y="103"/>
                        <a:pt x="15" y="169"/>
                      </a:cubicBezTo>
                      <a:cubicBezTo>
                        <a:pt x="15" y="169"/>
                        <a:pt x="35" y="103"/>
                        <a:pt x="130" y="103"/>
                      </a:cubicBezTo>
                      <a:cubicBezTo>
                        <a:pt x="134" y="103"/>
                        <a:pt x="139" y="103"/>
                        <a:pt x="144" y="103"/>
                      </a:cubicBezTo>
                      <a:lnTo>
                        <a:pt x="166" y="103"/>
                      </a:lnTo>
                      <a:lnTo>
                        <a:pt x="159" y="10"/>
                      </a:lnTo>
                      <a:cubicBezTo>
                        <a:pt x="144" y="3"/>
                        <a:pt x="137" y="3"/>
                        <a:pt x="130" y="3"/>
                      </a:cubicBezTo>
                      <a:cubicBezTo>
                        <a:pt x="118" y="1"/>
                        <a:pt x="107" y="1"/>
                        <a:pt x="9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38"/>
                <p:cNvSpPr/>
                <p:nvPr/>
              </p:nvSpPr>
              <p:spPr>
                <a:xfrm>
                  <a:off x="5792834" y="4301727"/>
                  <a:ext cx="28524" cy="27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103" extrusionOk="0">
                      <a:moveTo>
                        <a:pt x="1" y="1"/>
                      </a:moveTo>
                      <a:lnTo>
                        <a:pt x="7" y="96"/>
                      </a:lnTo>
                      <a:lnTo>
                        <a:pt x="51" y="96"/>
                      </a:lnTo>
                      <a:cubicBezTo>
                        <a:pt x="58" y="102"/>
                        <a:pt x="73" y="102"/>
                        <a:pt x="80" y="102"/>
                      </a:cubicBezTo>
                      <a:lnTo>
                        <a:pt x="108" y="102"/>
                      </a:lnTo>
                      <a:lnTo>
                        <a:pt x="94" y="9"/>
                      </a:lnTo>
                      <a:cubicBezTo>
                        <a:pt x="64" y="9"/>
                        <a:pt x="30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38"/>
                <p:cNvSpPr/>
                <p:nvPr/>
              </p:nvSpPr>
              <p:spPr>
                <a:xfrm>
                  <a:off x="5841958" y="4307801"/>
                  <a:ext cx="29052" cy="285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108" extrusionOk="0">
                      <a:moveTo>
                        <a:pt x="1" y="0"/>
                      </a:moveTo>
                      <a:lnTo>
                        <a:pt x="16" y="93"/>
                      </a:lnTo>
                      <a:cubicBezTo>
                        <a:pt x="44" y="93"/>
                        <a:pt x="80" y="100"/>
                        <a:pt x="110" y="107"/>
                      </a:cubicBezTo>
                      <a:lnTo>
                        <a:pt x="103" y="7"/>
                      </a:lnTo>
                      <a:cubicBezTo>
                        <a:pt x="87" y="7"/>
                        <a:pt x="66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38"/>
                <p:cNvSpPr/>
                <p:nvPr/>
              </p:nvSpPr>
              <p:spPr>
                <a:xfrm>
                  <a:off x="5893460" y="4309386"/>
                  <a:ext cx="28524" cy="3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124" extrusionOk="0">
                      <a:moveTo>
                        <a:pt x="94" y="1"/>
                      </a:moveTo>
                      <a:cubicBezTo>
                        <a:pt x="74" y="1"/>
                        <a:pt x="56" y="4"/>
                        <a:pt x="35" y="4"/>
                      </a:cubicBezTo>
                      <a:cubicBezTo>
                        <a:pt x="24" y="4"/>
                        <a:pt x="13" y="3"/>
                        <a:pt x="1" y="1"/>
                      </a:cubicBezTo>
                      <a:lnTo>
                        <a:pt x="1" y="1"/>
                      </a:lnTo>
                      <a:lnTo>
                        <a:pt x="8" y="110"/>
                      </a:lnTo>
                      <a:lnTo>
                        <a:pt x="15" y="110"/>
                      </a:lnTo>
                      <a:cubicBezTo>
                        <a:pt x="44" y="117"/>
                        <a:pt x="80" y="117"/>
                        <a:pt x="108" y="123"/>
                      </a:cubicBezTo>
                      <a:lnTo>
                        <a:pt x="94" y="8"/>
                      </a:lnTo>
                      <a:lnTo>
                        <a:pt x="9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38"/>
                <p:cNvSpPr/>
                <p:nvPr/>
              </p:nvSpPr>
              <p:spPr>
                <a:xfrm>
                  <a:off x="5942848" y="4293803"/>
                  <a:ext cx="70253" cy="6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240" extrusionOk="0">
                      <a:moveTo>
                        <a:pt x="187" y="0"/>
                      </a:moveTo>
                      <a:cubicBezTo>
                        <a:pt x="181" y="0"/>
                        <a:pt x="177" y="1"/>
                        <a:pt x="173" y="3"/>
                      </a:cubicBezTo>
                      <a:lnTo>
                        <a:pt x="166" y="3"/>
                      </a:lnTo>
                      <a:cubicBezTo>
                        <a:pt x="159" y="3"/>
                        <a:pt x="152" y="3"/>
                        <a:pt x="143" y="10"/>
                      </a:cubicBezTo>
                      <a:lnTo>
                        <a:pt x="130" y="10"/>
                      </a:lnTo>
                      <a:cubicBezTo>
                        <a:pt x="116" y="17"/>
                        <a:pt x="100" y="24"/>
                        <a:pt x="80" y="24"/>
                      </a:cubicBezTo>
                      <a:cubicBezTo>
                        <a:pt x="57" y="31"/>
                        <a:pt x="29" y="46"/>
                        <a:pt x="0" y="46"/>
                      </a:cubicBezTo>
                      <a:lnTo>
                        <a:pt x="14" y="196"/>
                      </a:lnTo>
                      <a:cubicBezTo>
                        <a:pt x="29" y="196"/>
                        <a:pt x="43" y="196"/>
                        <a:pt x="57" y="203"/>
                      </a:cubicBezTo>
                      <a:cubicBezTo>
                        <a:pt x="93" y="203"/>
                        <a:pt x="123" y="212"/>
                        <a:pt x="152" y="226"/>
                      </a:cubicBezTo>
                      <a:cubicBezTo>
                        <a:pt x="166" y="226"/>
                        <a:pt x="180" y="232"/>
                        <a:pt x="186" y="239"/>
                      </a:cubicBezTo>
                      <a:cubicBezTo>
                        <a:pt x="195" y="239"/>
                        <a:pt x="209" y="232"/>
                        <a:pt x="216" y="226"/>
                      </a:cubicBezTo>
                      <a:cubicBezTo>
                        <a:pt x="223" y="219"/>
                        <a:pt x="230" y="212"/>
                        <a:pt x="230" y="203"/>
                      </a:cubicBezTo>
                      <a:cubicBezTo>
                        <a:pt x="238" y="196"/>
                        <a:pt x="238" y="196"/>
                        <a:pt x="238" y="189"/>
                      </a:cubicBezTo>
                      <a:cubicBezTo>
                        <a:pt x="245" y="189"/>
                        <a:pt x="245" y="189"/>
                        <a:pt x="245" y="182"/>
                      </a:cubicBezTo>
                      <a:cubicBezTo>
                        <a:pt x="252" y="182"/>
                        <a:pt x="252" y="176"/>
                        <a:pt x="252" y="176"/>
                      </a:cubicBezTo>
                      <a:lnTo>
                        <a:pt x="252" y="169"/>
                      </a:lnTo>
                      <a:cubicBezTo>
                        <a:pt x="259" y="160"/>
                        <a:pt x="259" y="153"/>
                        <a:pt x="259" y="153"/>
                      </a:cubicBezTo>
                      <a:cubicBezTo>
                        <a:pt x="266" y="146"/>
                        <a:pt x="266" y="146"/>
                        <a:pt x="266" y="139"/>
                      </a:cubicBezTo>
                      <a:lnTo>
                        <a:pt x="266" y="110"/>
                      </a:lnTo>
                      <a:lnTo>
                        <a:pt x="266" y="82"/>
                      </a:lnTo>
                      <a:cubicBezTo>
                        <a:pt x="259" y="67"/>
                        <a:pt x="259" y="60"/>
                        <a:pt x="252" y="53"/>
                      </a:cubicBezTo>
                      <a:cubicBezTo>
                        <a:pt x="252" y="46"/>
                        <a:pt x="245" y="39"/>
                        <a:pt x="245" y="31"/>
                      </a:cubicBezTo>
                      <a:cubicBezTo>
                        <a:pt x="245" y="31"/>
                        <a:pt x="238" y="31"/>
                        <a:pt x="238" y="24"/>
                      </a:cubicBezTo>
                      <a:cubicBezTo>
                        <a:pt x="238" y="24"/>
                        <a:pt x="230" y="24"/>
                        <a:pt x="230" y="17"/>
                      </a:cubicBezTo>
                      <a:cubicBezTo>
                        <a:pt x="230" y="17"/>
                        <a:pt x="223" y="17"/>
                        <a:pt x="223" y="10"/>
                      </a:cubicBezTo>
                      <a:cubicBezTo>
                        <a:pt x="213" y="5"/>
                        <a:pt x="199" y="0"/>
                        <a:pt x="18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38"/>
                <p:cNvSpPr/>
                <p:nvPr/>
              </p:nvSpPr>
              <p:spPr>
                <a:xfrm>
                  <a:off x="5766423" y="4279013"/>
                  <a:ext cx="32221" cy="87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332" extrusionOk="0">
                      <a:moveTo>
                        <a:pt x="44" y="0"/>
                      </a:moveTo>
                      <a:cubicBezTo>
                        <a:pt x="21" y="0"/>
                        <a:pt x="1" y="30"/>
                        <a:pt x="7" y="52"/>
                      </a:cubicBezTo>
                      <a:lnTo>
                        <a:pt x="7" y="73"/>
                      </a:lnTo>
                      <a:lnTo>
                        <a:pt x="14" y="166"/>
                      </a:lnTo>
                      <a:lnTo>
                        <a:pt x="21" y="288"/>
                      </a:lnTo>
                      <a:cubicBezTo>
                        <a:pt x="28" y="311"/>
                        <a:pt x="51" y="332"/>
                        <a:pt x="71" y="332"/>
                      </a:cubicBezTo>
                      <a:cubicBezTo>
                        <a:pt x="101" y="332"/>
                        <a:pt x="121" y="302"/>
                        <a:pt x="114" y="282"/>
                      </a:cubicBezTo>
                      <a:lnTo>
                        <a:pt x="107" y="182"/>
                      </a:lnTo>
                      <a:lnTo>
                        <a:pt x="101" y="87"/>
                      </a:lnTo>
                      <a:lnTo>
                        <a:pt x="94" y="44"/>
                      </a:lnTo>
                      <a:cubicBezTo>
                        <a:pt x="94" y="23"/>
                        <a:pt x="71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38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" extrusionOk="0">
                      <a:moveTo>
                        <a:pt x="37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38"/>
                <p:cNvSpPr/>
                <p:nvPr/>
              </p:nvSpPr>
              <p:spPr>
                <a:xfrm>
                  <a:off x="5817396" y="4282974"/>
                  <a:ext cx="30901" cy="93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353" extrusionOk="0">
                      <a:moveTo>
                        <a:pt x="44" y="1"/>
                      </a:moveTo>
                      <a:cubicBezTo>
                        <a:pt x="15" y="1"/>
                        <a:pt x="1" y="29"/>
                        <a:pt x="1" y="51"/>
                      </a:cubicBezTo>
                      <a:lnTo>
                        <a:pt x="1" y="80"/>
                      </a:lnTo>
                      <a:lnTo>
                        <a:pt x="15" y="173"/>
                      </a:lnTo>
                      <a:lnTo>
                        <a:pt x="23" y="310"/>
                      </a:lnTo>
                      <a:cubicBezTo>
                        <a:pt x="30" y="330"/>
                        <a:pt x="44" y="353"/>
                        <a:pt x="73" y="353"/>
                      </a:cubicBezTo>
                      <a:cubicBezTo>
                        <a:pt x="101" y="353"/>
                        <a:pt x="116" y="324"/>
                        <a:pt x="116" y="303"/>
                      </a:cubicBezTo>
                      <a:lnTo>
                        <a:pt x="109" y="187"/>
                      </a:lnTo>
                      <a:lnTo>
                        <a:pt x="94" y="94"/>
                      </a:lnTo>
                      <a:lnTo>
                        <a:pt x="94" y="44"/>
                      </a:lnTo>
                      <a:cubicBezTo>
                        <a:pt x="87" y="22"/>
                        <a:pt x="73" y="1"/>
                        <a:pt x="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38"/>
                <p:cNvSpPr/>
                <p:nvPr/>
              </p:nvSpPr>
              <p:spPr>
                <a:xfrm>
                  <a:off x="5866785" y="4286672"/>
                  <a:ext cx="32485" cy="99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376" extrusionOk="0">
                      <a:moveTo>
                        <a:pt x="43" y="1"/>
                      </a:moveTo>
                      <a:cubicBezTo>
                        <a:pt x="22" y="8"/>
                        <a:pt x="0" y="30"/>
                        <a:pt x="0" y="51"/>
                      </a:cubicBezTo>
                      <a:lnTo>
                        <a:pt x="9" y="87"/>
                      </a:lnTo>
                      <a:lnTo>
                        <a:pt x="16" y="187"/>
                      </a:lnTo>
                      <a:lnTo>
                        <a:pt x="29" y="303"/>
                      </a:lnTo>
                      <a:lnTo>
                        <a:pt x="29" y="332"/>
                      </a:lnTo>
                      <a:cubicBezTo>
                        <a:pt x="36" y="353"/>
                        <a:pt x="52" y="375"/>
                        <a:pt x="79" y="375"/>
                      </a:cubicBezTo>
                      <a:cubicBezTo>
                        <a:pt x="109" y="368"/>
                        <a:pt x="123" y="346"/>
                        <a:pt x="123" y="325"/>
                      </a:cubicBezTo>
                      <a:lnTo>
                        <a:pt x="109" y="203"/>
                      </a:lnTo>
                      <a:lnTo>
                        <a:pt x="109" y="196"/>
                      </a:lnTo>
                      <a:lnTo>
                        <a:pt x="102" y="87"/>
                      </a:lnTo>
                      <a:lnTo>
                        <a:pt x="95" y="44"/>
                      </a:lnTo>
                      <a:cubicBezTo>
                        <a:pt x="95" y="23"/>
                        <a:pt x="73" y="1"/>
                        <a:pt x="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38"/>
                <p:cNvSpPr/>
                <p:nvPr/>
              </p:nvSpPr>
              <p:spPr>
                <a:xfrm>
                  <a:off x="5916437" y="4290370"/>
                  <a:ext cx="34334" cy="105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398" extrusionOk="0">
                      <a:moveTo>
                        <a:pt x="50" y="1"/>
                      </a:moveTo>
                      <a:cubicBezTo>
                        <a:pt x="21" y="9"/>
                        <a:pt x="0" y="30"/>
                        <a:pt x="7" y="52"/>
                      </a:cubicBezTo>
                      <a:lnTo>
                        <a:pt x="7" y="73"/>
                      </a:lnTo>
                      <a:lnTo>
                        <a:pt x="14" y="73"/>
                      </a:lnTo>
                      <a:lnTo>
                        <a:pt x="7" y="80"/>
                      </a:lnTo>
                      <a:lnTo>
                        <a:pt x="21" y="195"/>
                      </a:lnTo>
                      <a:lnTo>
                        <a:pt x="36" y="354"/>
                      </a:lnTo>
                      <a:cubicBezTo>
                        <a:pt x="43" y="375"/>
                        <a:pt x="57" y="397"/>
                        <a:pt x="86" y="397"/>
                      </a:cubicBezTo>
                      <a:cubicBezTo>
                        <a:pt x="114" y="389"/>
                        <a:pt x="129" y="368"/>
                        <a:pt x="129" y="346"/>
                      </a:cubicBezTo>
                      <a:lnTo>
                        <a:pt x="114" y="209"/>
                      </a:lnTo>
                      <a:lnTo>
                        <a:pt x="100" y="59"/>
                      </a:lnTo>
                      <a:lnTo>
                        <a:pt x="100" y="44"/>
                      </a:lnTo>
                      <a:cubicBezTo>
                        <a:pt x="93" y="30"/>
                        <a:pt x="86" y="16"/>
                        <a:pt x="64" y="9"/>
                      </a:cubicBezTo>
                      <a:cubicBezTo>
                        <a:pt x="64" y="9"/>
                        <a:pt x="57" y="1"/>
                        <a:pt x="5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38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8" extrusionOk="0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38"/>
                <p:cNvSpPr/>
                <p:nvPr/>
              </p:nvSpPr>
              <p:spPr>
                <a:xfrm>
                  <a:off x="6620815" y="3572766"/>
                  <a:ext cx="47539" cy="1999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" h="757" fill="none" extrusionOk="0">
                      <a:moveTo>
                        <a:pt x="107" y="756"/>
                      </a:moveTo>
                      <a:cubicBezTo>
                        <a:pt x="107" y="756"/>
                        <a:pt x="180" y="332"/>
                        <a:pt x="0" y="0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38"/>
                <p:cNvSpPr/>
                <p:nvPr/>
              </p:nvSpPr>
              <p:spPr>
                <a:xfrm>
                  <a:off x="6140137" y="4064814"/>
                  <a:ext cx="209173" cy="168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639" fill="none" extrusionOk="0">
                      <a:moveTo>
                        <a:pt x="792" y="639"/>
                      </a:moveTo>
                      <a:lnTo>
                        <a:pt x="0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38"/>
                <p:cNvSpPr/>
                <p:nvPr/>
              </p:nvSpPr>
              <p:spPr>
                <a:xfrm>
                  <a:off x="6140137" y="4064814"/>
                  <a:ext cx="264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38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" h="15" extrusionOk="0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38"/>
                <p:cNvSpPr/>
                <p:nvPr/>
              </p:nvSpPr>
              <p:spPr>
                <a:xfrm>
                  <a:off x="7085381" y="2066775"/>
                  <a:ext cx="744783" cy="756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0" h="2865" extrusionOk="0">
                      <a:moveTo>
                        <a:pt x="1412" y="1"/>
                      </a:moveTo>
                      <a:cubicBezTo>
                        <a:pt x="1175" y="1"/>
                        <a:pt x="962" y="65"/>
                        <a:pt x="843" y="139"/>
                      </a:cubicBezTo>
                      <a:cubicBezTo>
                        <a:pt x="418" y="391"/>
                        <a:pt x="1" y="1017"/>
                        <a:pt x="634" y="1190"/>
                      </a:cubicBezTo>
                      <a:lnTo>
                        <a:pt x="634" y="1088"/>
                      </a:lnTo>
                      <a:cubicBezTo>
                        <a:pt x="634" y="858"/>
                        <a:pt x="670" y="636"/>
                        <a:pt x="820" y="456"/>
                      </a:cubicBezTo>
                      <a:cubicBezTo>
                        <a:pt x="856" y="563"/>
                        <a:pt x="922" y="679"/>
                        <a:pt x="1008" y="786"/>
                      </a:cubicBezTo>
                      <a:cubicBezTo>
                        <a:pt x="1079" y="872"/>
                        <a:pt x="1158" y="952"/>
                        <a:pt x="1267" y="1024"/>
                      </a:cubicBezTo>
                      <a:cubicBezTo>
                        <a:pt x="1274" y="1031"/>
                        <a:pt x="1281" y="1038"/>
                        <a:pt x="1295" y="1045"/>
                      </a:cubicBezTo>
                      <a:lnTo>
                        <a:pt x="1310" y="1060"/>
                      </a:lnTo>
                      <a:cubicBezTo>
                        <a:pt x="1569" y="1226"/>
                        <a:pt x="1798" y="1297"/>
                        <a:pt x="1950" y="1326"/>
                      </a:cubicBezTo>
                      <a:cubicBezTo>
                        <a:pt x="1983" y="1285"/>
                        <a:pt x="2058" y="1210"/>
                        <a:pt x="2153" y="1210"/>
                      </a:cubicBezTo>
                      <a:cubicBezTo>
                        <a:pt x="2157" y="1210"/>
                        <a:pt x="2162" y="1210"/>
                        <a:pt x="2166" y="1210"/>
                      </a:cubicBezTo>
                      <a:cubicBezTo>
                        <a:pt x="2209" y="1217"/>
                        <a:pt x="2236" y="1247"/>
                        <a:pt x="2252" y="1283"/>
                      </a:cubicBezTo>
                      <a:cubicBezTo>
                        <a:pt x="2252" y="1297"/>
                        <a:pt x="2259" y="1319"/>
                        <a:pt x="2252" y="1340"/>
                      </a:cubicBezTo>
                      <a:cubicBezTo>
                        <a:pt x="2252" y="1419"/>
                        <a:pt x="2216" y="1512"/>
                        <a:pt x="2166" y="1578"/>
                      </a:cubicBezTo>
                      <a:cubicBezTo>
                        <a:pt x="2080" y="1685"/>
                        <a:pt x="1941" y="1728"/>
                        <a:pt x="1871" y="1728"/>
                      </a:cubicBezTo>
                      <a:cubicBezTo>
                        <a:pt x="1864" y="1837"/>
                        <a:pt x="1855" y="1980"/>
                        <a:pt x="1864" y="2088"/>
                      </a:cubicBezTo>
                      <a:cubicBezTo>
                        <a:pt x="1871" y="2268"/>
                        <a:pt x="2028" y="2418"/>
                        <a:pt x="2028" y="2418"/>
                      </a:cubicBezTo>
                      <a:cubicBezTo>
                        <a:pt x="2028" y="2418"/>
                        <a:pt x="2388" y="2597"/>
                        <a:pt x="2502" y="2699"/>
                      </a:cubicBezTo>
                      <a:cubicBezTo>
                        <a:pt x="2568" y="2756"/>
                        <a:pt x="2611" y="2806"/>
                        <a:pt x="2647" y="2865"/>
                      </a:cubicBezTo>
                      <a:cubicBezTo>
                        <a:pt x="2820" y="2590"/>
                        <a:pt x="2668" y="2252"/>
                        <a:pt x="2518" y="2016"/>
                      </a:cubicBezTo>
                      <a:cubicBezTo>
                        <a:pt x="2359" y="1764"/>
                        <a:pt x="2388" y="1605"/>
                        <a:pt x="2452" y="1117"/>
                      </a:cubicBezTo>
                      <a:cubicBezTo>
                        <a:pt x="2459" y="1103"/>
                        <a:pt x="2459" y="1081"/>
                        <a:pt x="2459" y="1060"/>
                      </a:cubicBezTo>
                      <a:cubicBezTo>
                        <a:pt x="2495" y="772"/>
                        <a:pt x="2395" y="370"/>
                        <a:pt x="1957" y="132"/>
                      </a:cubicBezTo>
                      <a:cubicBezTo>
                        <a:pt x="1781" y="37"/>
                        <a:pt x="1590" y="1"/>
                        <a:pt x="14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38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" h="15" extrusionOk="0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38"/>
                <p:cNvSpPr/>
                <p:nvPr/>
              </p:nvSpPr>
              <p:spPr>
                <a:xfrm>
                  <a:off x="7244903" y="2187212"/>
                  <a:ext cx="437098" cy="4426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676" extrusionOk="0">
                      <a:moveTo>
                        <a:pt x="123" y="740"/>
                      </a:moveTo>
                      <a:cubicBezTo>
                        <a:pt x="139" y="740"/>
                        <a:pt x="145" y="747"/>
                        <a:pt x="152" y="754"/>
                      </a:cubicBezTo>
                      <a:cubicBezTo>
                        <a:pt x="166" y="770"/>
                        <a:pt x="173" y="791"/>
                        <a:pt x="173" y="820"/>
                      </a:cubicBezTo>
                      <a:cubicBezTo>
                        <a:pt x="173" y="856"/>
                        <a:pt x="152" y="891"/>
                        <a:pt x="123" y="891"/>
                      </a:cubicBezTo>
                      <a:cubicBezTo>
                        <a:pt x="95" y="891"/>
                        <a:pt x="73" y="856"/>
                        <a:pt x="73" y="820"/>
                      </a:cubicBezTo>
                      <a:cubicBezTo>
                        <a:pt x="73" y="784"/>
                        <a:pt x="87" y="754"/>
                        <a:pt x="102" y="747"/>
                      </a:cubicBezTo>
                      <a:cubicBezTo>
                        <a:pt x="109" y="747"/>
                        <a:pt x="116" y="740"/>
                        <a:pt x="123" y="740"/>
                      </a:cubicBezTo>
                      <a:close/>
                      <a:moveTo>
                        <a:pt x="656" y="734"/>
                      </a:moveTo>
                      <a:cubicBezTo>
                        <a:pt x="691" y="734"/>
                        <a:pt x="720" y="770"/>
                        <a:pt x="720" y="820"/>
                      </a:cubicBezTo>
                      <a:cubicBezTo>
                        <a:pt x="720" y="863"/>
                        <a:pt x="691" y="899"/>
                        <a:pt x="656" y="899"/>
                      </a:cubicBezTo>
                      <a:cubicBezTo>
                        <a:pt x="620" y="899"/>
                        <a:pt x="591" y="863"/>
                        <a:pt x="591" y="820"/>
                      </a:cubicBezTo>
                      <a:cubicBezTo>
                        <a:pt x="591" y="770"/>
                        <a:pt x="620" y="734"/>
                        <a:pt x="656" y="734"/>
                      </a:cubicBezTo>
                      <a:close/>
                      <a:moveTo>
                        <a:pt x="216" y="0"/>
                      </a:moveTo>
                      <a:cubicBezTo>
                        <a:pt x="66" y="180"/>
                        <a:pt x="30" y="402"/>
                        <a:pt x="30" y="632"/>
                      </a:cubicBezTo>
                      <a:lnTo>
                        <a:pt x="30" y="734"/>
                      </a:lnTo>
                      <a:cubicBezTo>
                        <a:pt x="30" y="934"/>
                        <a:pt x="30" y="963"/>
                        <a:pt x="16" y="1092"/>
                      </a:cubicBezTo>
                      <a:cubicBezTo>
                        <a:pt x="1" y="1208"/>
                        <a:pt x="73" y="1437"/>
                        <a:pt x="182" y="1567"/>
                      </a:cubicBezTo>
                      <a:lnTo>
                        <a:pt x="268" y="1567"/>
                      </a:lnTo>
                      <a:cubicBezTo>
                        <a:pt x="318" y="1567"/>
                        <a:pt x="368" y="1581"/>
                        <a:pt x="404" y="1617"/>
                      </a:cubicBezTo>
                      <a:cubicBezTo>
                        <a:pt x="418" y="1639"/>
                        <a:pt x="447" y="1653"/>
                        <a:pt x="468" y="1675"/>
                      </a:cubicBezTo>
                      <a:lnTo>
                        <a:pt x="534" y="1675"/>
                      </a:lnTo>
                      <a:cubicBezTo>
                        <a:pt x="540" y="1667"/>
                        <a:pt x="540" y="1667"/>
                        <a:pt x="547" y="1667"/>
                      </a:cubicBezTo>
                      <a:cubicBezTo>
                        <a:pt x="785" y="1639"/>
                        <a:pt x="1087" y="1517"/>
                        <a:pt x="1237" y="1272"/>
                      </a:cubicBezTo>
                      <a:lnTo>
                        <a:pt x="1267" y="1272"/>
                      </a:lnTo>
                      <a:cubicBezTo>
                        <a:pt x="1337" y="1272"/>
                        <a:pt x="1476" y="1229"/>
                        <a:pt x="1562" y="1122"/>
                      </a:cubicBezTo>
                      <a:cubicBezTo>
                        <a:pt x="1612" y="1056"/>
                        <a:pt x="1648" y="963"/>
                        <a:pt x="1648" y="884"/>
                      </a:cubicBezTo>
                      <a:cubicBezTo>
                        <a:pt x="1655" y="863"/>
                        <a:pt x="1648" y="841"/>
                        <a:pt x="1648" y="827"/>
                      </a:cubicBezTo>
                      <a:cubicBezTo>
                        <a:pt x="1632" y="791"/>
                        <a:pt x="1605" y="761"/>
                        <a:pt x="1562" y="754"/>
                      </a:cubicBezTo>
                      <a:cubicBezTo>
                        <a:pt x="1558" y="754"/>
                        <a:pt x="1553" y="754"/>
                        <a:pt x="1549" y="754"/>
                      </a:cubicBezTo>
                      <a:cubicBezTo>
                        <a:pt x="1454" y="754"/>
                        <a:pt x="1379" y="829"/>
                        <a:pt x="1346" y="870"/>
                      </a:cubicBezTo>
                      <a:cubicBezTo>
                        <a:pt x="1194" y="841"/>
                        <a:pt x="965" y="770"/>
                        <a:pt x="706" y="604"/>
                      </a:cubicBezTo>
                      <a:lnTo>
                        <a:pt x="691" y="589"/>
                      </a:lnTo>
                      <a:cubicBezTo>
                        <a:pt x="677" y="582"/>
                        <a:pt x="670" y="575"/>
                        <a:pt x="663" y="568"/>
                      </a:cubicBezTo>
                      <a:cubicBezTo>
                        <a:pt x="554" y="496"/>
                        <a:pt x="475" y="416"/>
                        <a:pt x="404" y="330"/>
                      </a:cubicBezTo>
                      <a:cubicBezTo>
                        <a:pt x="318" y="223"/>
                        <a:pt x="252" y="107"/>
                        <a:pt x="216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38"/>
                <p:cNvSpPr/>
                <p:nvPr/>
              </p:nvSpPr>
              <p:spPr>
                <a:xfrm>
                  <a:off x="7400727" y="2380809"/>
                  <a:ext cx="34334" cy="44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67" extrusionOk="0">
                      <a:moveTo>
                        <a:pt x="66" y="1"/>
                      </a:moveTo>
                      <a:cubicBezTo>
                        <a:pt x="30" y="1"/>
                        <a:pt x="1" y="37"/>
                        <a:pt x="1" y="87"/>
                      </a:cubicBezTo>
                      <a:cubicBezTo>
                        <a:pt x="1" y="130"/>
                        <a:pt x="30" y="166"/>
                        <a:pt x="66" y="166"/>
                      </a:cubicBezTo>
                      <a:cubicBezTo>
                        <a:pt x="101" y="166"/>
                        <a:pt x="130" y="130"/>
                        <a:pt x="130" y="87"/>
                      </a:cubicBezTo>
                      <a:cubicBezTo>
                        <a:pt x="130" y="37"/>
                        <a:pt x="101" y="1"/>
                        <a:pt x="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8"/>
                <p:cNvSpPr/>
                <p:nvPr/>
              </p:nvSpPr>
              <p:spPr>
                <a:xfrm>
                  <a:off x="7263919" y="2384507"/>
                  <a:ext cx="26939" cy="38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144" extrusionOk="0">
                      <a:moveTo>
                        <a:pt x="30" y="0"/>
                      </a:moveTo>
                      <a:cubicBezTo>
                        <a:pt x="15" y="7"/>
                        <a:pt x="1" y="37"/>
                        <a:pt x="1" y="73"/>
                      </a:cubicBezTo>
                      <a:cubicBezTo>
                        <a:pt x="1" y="109"/>
                        <a:pt x="23" y="144"/>
                        <a:pt x="51" y="144"/>
                      </a:cubicBezTo>
                      <a:cubicBezTo>
                        <a:pt x="80" y="144"/>
                        <a:pt x="101" y="109"/>
                        <a:pt x="101" y="73"/>
                      </a:cubicBezTo>
                      <a:cubicBezTo>
                        <a:pt x="101" y="44"/>
                        <a:pt x="94" y="23"/>
                        <a:pt x="80" y="7"/>
                      </a:cubicBezTo>
                      <a:cubicBezTo>
                        <a:pt x="67" y="7"/>
                        <a:pt x="51" y="0"/>
                        <a:pt x="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38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" h="15" extrusionOk="0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38"/>
                <p:cNvSpPr/>
                <p:nvPr/>
              </p:nvSpPr>
              <p:spPr>
                <a:xfrm>
                  <a:off x="7305912" y="2466119"/>
                  <a:ext cx="11621" cy="26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102" fill="none" extrusionOk="0">
                      <a:moveTo>
                        <a:pt x="44" y="102"/>
                      </a:moveTo>
                      <a:cubicBezTo>
                        <a:pt x="44" y="102"/>
                        <a:pt x="1" y="73"/>
                        <a:pt x="21" y="0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38"/>
                <p:cNvSpPr/>
                <p:nvPr/>
              </p:nvSpPr>
              <p:spPr>
                <a:xfrm>
                  <a:off x="7313307" y="2536110"/>
                  <a:ext cx="72630" cy="21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" h="81" fill="none" extrusionOk="0">
                      <a:moveTo>
                        <a:pt x="0" y="37"/>
                      </a:moveTo>
                      <a:cubicBezTo>
                        <a:pt x="0" y="37"/>
                        <a:pt x="138" y="80"/>
                        <a:pt x="275" y="1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38"/>
                <p:cNvSpPr/>
                <p:nvPr/>
              </p:nvSpPr>
              <p:spPr>
                <a:xfrm>
                  <a:off x="7427138" y="2342512"/>
                  <a:ext cx="22977" cy="4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" h="17" fill="none" extrusionOk="0">
                      <a:moveTo>
                        <a:pt x="87" y="16"/>
                      </a:moveTo>
                      <a:cubicBezTo>
                        <a:pt x="59" y="9"/>
                        <a:pt x="30" y="9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38"/>
                <p:cNvSpPr/>
                <p:nvPr/>
              </p:nvSpPr>
              <p:spPr>
                <a:xfrm>
                  <a:off x="7389370" y="2340664"/>
                  <a:ext cx="38031" cy="6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24" fill="none" extrusionOk="0">
                      <a:moveTo>
                        <a:pt x="0" y="23"/>
                      </a:moveTo>
                      <a:cubicBezTo>
                        <a:pt x="0" y="23"/>
                        <a:pt x="44" y="1"/>
                        <a:pt x="144" y="8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38"/>
                <p:cNvSpPr/>
                <p:nvPr/>
              </p:nvSpPr>
              <p:spPr>
                <a:xfrm>
                  <a:off x="7265768" y="2336966"/>
                  <a:ext cx="25090" cy="5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" h="22" fill="none" extrusionOk="0">
                      <a:moveTo>
                        <a:pt x="94" y="22"/>
                      </a:moveTo>
                      <a:cubicBezTo>
                        <a:pt x="94" y="22"/>
                        <a:pt x="6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38"/>
                <p:cNvSpPr/>
                <p:nvPr/>
              </p:nvSpPr>
              <p:spPr>
                <a:xfrm>
                  <a:off x="7336020" y="2522904"/>
                  <a:ext cx="284972" cy="2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1005" extrusionOk="0">
                      <a:moveTo>
                        <a:pt x="892" y="1"/>
                      </a:moveTo>
                      <a:cubicBezTo>
                        <a:pt x="742" y="246"/>
                        <a:pt x="440" y="368"/>
                        <a:pt x="202" y="396"/>
                      </a:cubicBezTo>
                      <a:cubicBezTo>
                        <a:pt x="195" y="396"/>
                        <a:pt x="195" y="396"/>
                        <a:pt x="189" y="404"/>
                      </a:cubicBezTo>
                      <a:lnTo>
                        <a:pt x="123" y="404"/>
                      </a:lnTo>
                      <a:cubicBezTo>
                        <a:pt x="145" y="425"/>
                        <a:pt x="166" y="439"/>
                        <a:pt x="182" y="448"/>
                      </a:cubicBezTo>
                      <a:cubicBezTo>
                        <a:pt x="182" y="455"/>
                        <a:pt x="189" y="455"/>
                        <a:pt x="189" y="455"/>
                      </a:cubicBezTo>
                      <a:cubicBezTo>
                        <a:pt x="195" y="461"/>
                        <a:pt x="209" y="468"/>
                        <a:pt x="209" y="475"/>
                      </a:cubicBezTo>
                      <a:cubicBezTo>
                        <a:pt x="232" y="491"/>
                        <a:pt x="275" y="511"/>
                        <a:pt x="268" y="525"/>
                      </a:cubicBezTo>
                      <a:cubicBezTo>
                        <a:pt x="259" y="541"/>
                        <a:pt x="232" y="568"/>
                        <a:pt x="189" y="568"/>
                      </a:cubicBezTo>
                      <a:cubicBezTo>
                        <a:pt x="166" y="568"/>
                        <a:pt x="145" y="568"/>
                        <a:pt x="123" y="555"/>
                      </a:cubicBezTo>
                      <a:cubicBezTo>
                        <a:pt x="95" y="598"/>
                        <a:pt x="73" y="627"/>
                        <a:pt x="52" y="648"/>
                      </a:cubicBezTo>
                      <a:cubicBezTo>
                        <a:pt x="44" y="655"/>
                        <a:pt x="37" y="663"/>
                        <a:pt x="30" y="670"/>
                      </a:cubicBezTo>
                      <a:cubicBezTo>
                        <a:pt x="1" y="713"/>
                        <a:pt x="16" y="893"/>
                        <a:pt x="189" y="965"/>
                      </a:cubicBezTo>
                      <a:cubicBezTo>
                        <a:pt x="209" y="972"/>
                        <a:pt x="239" y="986"/>
                        <a:pt x="268" y="986"/>
                      </a:cubicBezTo>
                      <a:cubicBezTo>
                        <a:pt x="334" y="999"/>
                        <a:pt x="397" y="1004"/>
                        <a:pt x="454" y="1004"/>
                      </a:cubicBezTo>
                      <a:cubicBezTo>
                        <a:pt x="884" y="1004"/>
                        <a:pt x="1079" y="691"/>
                        <a:pt x="1079" y="691"/>
                      </a:cubicBezTo>
                      <a:cubicBezTo>
                        <a:pt x="1079" y="691"/>
                        <a:pt x="922" y="541"/>
                        <a:pt x="915" y="361"/>
                      </a:cubicBezTo>
                      <a:cubicBezTo>
                        <a:pt x="906" y="253"/>
                        <a:pt x="915" y="110"/>
                        <a:pt x="922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38"/>
                <p:cNvSpPr/>
                <p:nvPr/>
              </p:nvSpPr>
              <p:spPr>
                <a:xfrm>
                  <a:off x="6901298" y="2600818"/>
                  <a:ext cx="507351" cy="57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1" h="2165" extrusionOk="0">
                      <a:moveTo>
                        <a:pt x="1317" y="1"/>
                      </a:moveTo>
                      <a:cubicBezTo>
                        <a:pt x="1274" y="1"/>
                        <a:pt x="886" y="303"/>
                        <a:pt x="850" y="353"/>
                      </a:cubicBezTo>
                      <a:cubicBezTo>
                        <a:pt x="806" y="396"/>
                        <a:pt x="44" y="1590"/>
                        <a:pt x="23" y="1719"/>
                      </a:cubicBezTo>
                      <a:cubicBezTo>
                        <a:pt x="1" y="1855"/>
                        <a:pt x="23" y="2150"/>
                        <a:pt x="196" y="2164"/>
                      </a:cubicBezTo>
                      <a:lnTo>
                        <a:pt x="216" y="2164"/>
                      </a:lnTo>
                      <a:cubicBezTo>
                        <a:pt x="220" y="2164"/>
                        <a:pt x="224" y="2164"/>
                        <a:pt x="229" y="2164"/>
                      </a:cubicBezTo>
                      <a:cubicBezTo>
                        <a:pt x="401" y="2164"/>
                        <a:pt x="649" y="2023"/>
                        <a:pt x="706" y="1842"/>
                      </a:cubicBezTo>
                      <a:cubicBezTo>
                        <a:pt x="713" y="1812"/>
                        <a:pt x="727" y="1769"/>
                        <a:pt x="741" y="1719"/>
                      </a:cubicBezTo>
                      <a:lnTo>
                        <a:pt x="741" y="1712"/>
                      </a:lnTo>
                      <a:cubicBezTo>
                        <a:pt x="756" y="1662"/>
                        <a:pt x="777" y="1590"/>
                        <a:pt x="800" y="1517"/>
                      </a:cubicBezTo>
                      <a:cubicBezTo>
                        <a:pt x="856" y="1324"/>
                        <a:pt x="922" y="1086"/>
                        <a:pt x="972" y="920"/>
                      </a:cubicBezTo>
                      <a:cubicBezTo>
                        <a:pt x="1008" y="800"/>
                        <a:pt x="1036" y="713"/>
                        <a:pt x="1036" y="713"/>
                      </a:cubicBezTo>
                      <a:cubicBezTo>
                        <a:pt x="1036" y="713"/>
                        <a:pt x="1079" y="720"/>
                        <a:pt x="1115" y="734"/>
                      </a:cubicBezTo>
                      <a:cubicBezTo>
                        <a:pt x="1151" y="741"/>
                        <a:pt x="1188" y="748"/>
                        <a:pt x="1195" y="756"/>
                      </a:cubicBezTo>
                      <a:cubicBezTo>
                        <a:pt x="1207" y="760"/>
                        <a:pt x="1243" y="764"/>
                        <a:pt x="1277" y="764"/>
                      </a:cubicBezTo>
                      <a:cubicBezTo>
                        <a:pt x="1302" y="764"/>
                        <a:pt x="1326" y="762"/>
                        <a:pt x="1338" y="756"/>
                      </a:cubicBezTo>
                      <a:cubicBezTo>
                        <a:pt x="1367" y="741"/>
                        <a:pt x="1533" y="555"/>
                        <a:pt x="1533" y="525"/>
                      </a:cubicBezTo>
                      <a:lnTo>
                        <a:pt x="1533" y="461"/>
                      </a:lnTo>
                      <a:lnTo>
                        <a:pt x="1533" y="180"/>
                      </a:lnTo>
                      <a:cubicBezTo>
                        <a:pt x="1533" y="180"/>
                        <a:pt x="1603" y="180"/>
                        <a:pt x="1626" y="196"/>
                      </a:cubicBezTo>
                      <a:cubicBezTo>
                        <a:pt x="1655" y="203"/>
                        <a:pt x="1690" y="230"/>
                        <a:pt x="1769" y="260"/>
                      </a:cubicBezTo>
                      <a:cubicBezTo>
                        <a:pt x="1791" y="273"/>
                        <a:pt x="1812" y="273"/>
                        <a:pt x="1835" y="273"/>
                      </a:cubicBezTo>
                      <a:cubicBezTo>
                        <a:pt x="1878" y="273"/>
                        <a:pt x="1905" y="246"/>
                        <a:pt x="1914" y="230"/>
                      </a:cubicBezTo>
                      <a:cubicBezTo>
                        <a:pt x="1921" y="216"/>
                        <a:pt x="1878" y="196"/>
                        <a:pt x="1855" y="180"/>
                      </a:cubicBezTo>
                      <a:cubicBezTo>
                        <a:pt x="1855" y="173"/>
                        <a:pt x="1841" y="166"/>
                        <a:pt x="1835" y="160"/>
                      </a:cubicBezTo>
                      <a:cubicBezTo>
                        <a:pt x="1835" y="160"/>
                        <a:pt x="1828" y="160"/>
                        <a:pt x="1828" y="153"/>
                      </a:cubicBezTo>
                      <a:cubicBezTo>
                        <a:pt x="1812" y="144"/>
                        <a:pt x="1791" y="130"/>
                        <a:pt x="1769" y="109"/>
                      </a:cubicBezTo>
                      <a:cubicBezTo>
                        <a:pt x="1748" y="87"/>
                        <a:pt x="1719" y="73"/>
                        <a:pt x="1705" y="51"/>
                      </a:cubicBezTo>
                      <a:cubicBezTo>
                        <a:pt x="1669" y="15"/>
                        <a:pt x="1619" y="1"/>
                        <a:pt x="1569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38"/>
                <p:cNvSpPr/>
                <p:nvPr/>
              </p:nvSpPr>
              <p:spPr>
                <a:xfrm>
                  <a:off x="6876755" y="3138036"/>
                  <a:ext cx="892419" cy="341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9" h="1321" extrusionOk="0">
                      <a:moveTo>
                        <a:pt x="2631" y="0"/>
                      </a:moveTo>
                      <a:lnTo>
                        <a:pt x="2618" y="143"/>
                      </a:lnTo>
                      <a:lnTo>
                        <a:pt x="2538" y="654"/>
                      </a:lnTo>
                      <a:lnTo>
                        <a:pt x="1058" y="926"/>
                      </a:lnTo>
                      <a:cubicBezTo>
                        <a:pt x="1058" y="926"/>
                        <a:pt x="777" y="581"/>
                        <a:pt x="756" y="561"/>
                      </a:cubicBezTo>
                      <a:cubicBezTo>
                        <a:pt x="748" y="552"/>
                        <a:pt x="734" y="552"/>
                        <a:pt x="704" y="545"/>
                      </a:cubicBezTo>
                      <a:cubicBezTo>
                        <a:pt x="627" y="525"/>
                        <a:pt x="489" y="502"/>
                        <a:pt x="461" y="502"/>
                      </a:cubicBezTo>
                      <a:cubicBezTo>
                        <a:pt x="432" y="502"/>
                        <a:pt x="180" y="625"/>
                        <a:pt x="137" y="654"/>
                      </a:cubicBezTo>
                      <a:cubicBezTo>
                        <a:pt x="101" y="682"/>
                        <a:pt x="30" y="906"/>
                        <a:pt x="23" y="926"/>
                      </a:cubicBezTo>
                      <a:cubicBezTo>
                        <a:pt x="8" y="949"/>
                        <a:pt x="1" y="999"/>
                        <a:pt x="51" y="999"/>
                      </a:cubicBezTo>
                      <a:lnTo>
                        <a:pt x="346" y="999"/>
                      </a:lnTo>
                      <a:cubicBezTo>
                        <a:pt x="346" y="999"/>
                        <a:pt x="353" y="999"/>
                        <a:pt x="353" y="1006"/>
                      </a:cubicBezTo>
                      <a:cubicBezTo>
                        <a:pt x="375" y="1006"/>
                        <a:pt x="446" y="1056"/>
                        <a:pt x="518" y="1113"/>
                      </a:cubicBezTo>
                      <a:cubicBezTo>
                        <a:pt x="541" y="1128"/>
                        <a:pt x="561" y="1142"/>
                        <a:pt x="575" y="1156"/>
                      </a:cubicBezTo>
                      <a:cubicBezTo>
                        <a:pt x="634" y="1199"/>
                        <a:pt x="684" y="1235"/>
                        <a:pt x="704" y="1258"/>
                      </a:cubicBezTo>
                      <a:cubicBezTo>
                        <a:pt x="742" y="1284"/>
                        <a:pt x="785" y="1321"/>
                        <a:pt x="903" y="1321"/>
                      </a:cubicBezTo>
                      <a:cubicBezTo>
                        <a:pt x="949" y="1321"/>
                        <a:pt x="1006" y="1315"/>
                        <a:pt x="1079" y="1301"/>
                      </a:cubicBezTo>
                      <a:cubicBezTo>
                        <a:pt x="1086" y="1301"/>
                        <a:pt x="1086" y="1301"/>
                        <a:pt x="1093" y="1294"/>
                      </a:cubicBezTo>
                      <a:cubicBezTo>
                        <a:pt x="1188" y="1301"/>
                        <a:pt x="1431" y="1301"/>
                        <a:pt x="1712" y="1301"/>
                      </a:cubicBezTo>
                      <a:lnTo>
                        <a:pt x="2107" y="1301"/>
                      </a:lnTo>
                      <a:cubicBezTo>
                        <a:pt x="2207" y="1265"/>
                        <a:pt x="2300" y="1235"/>
                        <a:pt x="2395" y="1199"/>
                      </a:cubicBezTo>
                      <a:cubicBezTo>
                        <a:pt x="2661" y="1106"/>
                        <a:pt x="2920" y="1006"/>
                        <a:pt x="3142" y="897"/>
                      </a:cubicBezTo>
                      <a:cubicBezTo>
                        <a:pt x="3199" y="675"/>
                        <a:pt x="3285" y="345"/>
                        <a:pt x="3335" y="157"/>
                      </a:cubicBezTo>
                      <a:cubicBezTo>
                        <a:pt x="3365" y="64"/>
                        <a:pt x="3378" y="0"/>
                        <a:pt x="3378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38"/>
                <p:cNvSpPr/>
                <p:nvPr/>
              </p:nvSpPr>
              <p:spPr>
                <a:xfrm>
                  <a:off x="8203881" y="4037874"/>
                  <a:ext cx="45955" cy="156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591" extrusionOk="0">
                      <a:moveTo>
                        <a:pt x="1" y="1"/>
                      </a:moveTo>
                      <a:lnTo>
                        <a:pt x="108" y="591"/>
                      </a:lnTo>
                      <a:lnTo>
                        <a:pt x="173" y="591"/>
                      </a:lnTo>
                      <a:lnTo>
                        <a:pt x="65" y="23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38"/>
                <p:cNvSpPr/>
                <p:nvPr/>
              </p:nvSpPr>
              <p:spPr>
                <a:xfrm>
                  <a:off x="8203881" y="4037874"/>
                  <a:ext cx="45955" cy="156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591" fill="none" extrusionOk="0">
                      <a:moveTo>
                        <a:pt x="1" y="1"/>
                      </a:moveTo>
                      <a:lnTo>
                        <a:pt x="65" y="232"/>
                      </a:lnTo>
                      <a:lnTo>
                        <a:pt x="173" y="591"/>
                      </a:lnTo>
                      <a:lnTo>
                        <a:pt x="108" y="59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38"/>
                <p:cNvSpPr/>
                <p:nvPr/>
              </p:nvSpPr>
              <p:spPr>
                <a:xfrm>
                  <a:off x="8239222" y="3398185"/>
                  <a:ext cx="338322" cy="7957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1" h="3013" extrusionOk="0">
                      <a:moveTo>
                        <a:pt x="913" y="1"/>
                      </a:moveTo>
                      <a:lnTo>
                        <a:pt x="620" y="979"/>
                      </a:lnTo>
                      <a:lnTo>
                        <a:pt x="339" y="1891"/>
                      </a:lnTo>
                      <a:lnTo>
                        <a:pt x="73" y="2768"/>
                      </a:lnTo>
                      <a:lnTo>
                        <a:pt x="1" y="3013"/>
                      </a:lnTo>
                      <a:lnTo>
                        <a:pt x="145" y="3013"/>
                      </a:lnTo>
                      <a:cubicBezTo>
                        <a:pt x="166" y="2970"/>
                        <a:pt x="180" y="2927"/>
                        <a:pt x="173" y="2883"/>
                      </a:cubicBezTo>
                      <a:cubicBezTo>
                        <a:pt x="159" y="2768"/>
                        <a:pt x="239" y="2688"/>
                        <a:pt x="318" y="2654"/>
                      </a:cubicBezTo>
                      <a:cubicBezTo>
                        <a:pt x="382" y="2625"/>
                        <a:pt x="418" y="2588"/>
                        <a:pt x="432" y="2531"/>
                      </a:cubicBezTo>
                      <a:lnTo>
                        <a:pt x="432" y="2466"/>
                      </a:lnTo>
                      <a:cubicBezTo>
                        <a:pt x="432" y="2366"/>
                        <a:pt x="525" y="2280"/>
                        <a:pt x="584" y="2250"/>
                      </a:cubicBezTo>
                      <a:cubicBezTo>
                        <a:pt x="611" y="2236"/>
                        <a:pt x="654" y="2223"/>
                        <a:pt x="706" y="2186"/>
                      </a:cubicBezTo>
                      <a:cubicBezTo>
                        <a:pt x="734" y="2157"/>
                        <a:pt x="770" y="2121"/>
                        <a:pt x="820" y="2093"/>
                      </a:cubicBezTo>
                      <a:cubicBezTo>
                        <a:pt x="842" y="2071"/>
                        <a:pt x="863" y="2042"/>
                        <a:pt x="886" y="2007"/>
                      </a:cubicBezTo>
                      <a:cubicBezTo>
                        <a:pt x="913" y="1971"/>
                        <a:pt x="942" y="1941"/>
                        <a:pt x="979" y="1921"/>
                      </a:cubicBezTo>
                      <a:cubicBezTo>
                        <a:pt x="1029" y="1812"/>
                        <a:pt x="1042" y="1697"/>
                        <a:pt x="1036" y="1619"/>
                      </a:cubicBezTo>
                      <a:cubicBezTo>
                        <a:pt x="1022" y="1490"/>
                        <a:pt x="942" y="1265"/>
                        <a:pt x="1115" y="877"/>
                      </a:cubicBezTo>
                      <a:cubicBezTo>
                        <a:pt x="1281" y="475"/>
                        <a:pt x="913" y="1"/>
                        <a:pt x="91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38"/>
                <p:cNvSpPr/>
                <p:nvPr/>
              </p:nvSpPr>
              <p:spPr>
                <a:xfrm>
                  <a:off x="8518698" y="3905288"/>
                  <a:ext cx="42257" cy="45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" h="174" extrusionOk="0">
                      <a:moveTo>
                        <a:pt x="160" y="1"/>
                      </a:moveTo>
                      <a:cubicBezTo>
                        <a:pt x="123" y="21"/>
                        <a:pt x="94" y="51"/>
                        <a:pt x="67" y="87"/>
                      </a:cubicBezTo>
                      <a:cubicBezTo>
                        <a:pt x="47" y="118"/>
                        <a:pt x="28" y="144"/>
                        <a:pt x="8" y="166"/>
                      </a:cubicBezTo>
                      <a:lnTo>
                        <a:pt x="8" y="166"/>
                      </a:lnTo>
                      <a:cubicBezTo>
                        <a:pt x="10" y="165"/>
                        <a:pt x="12" y="165"/>
                        <a:pt x="16" y="165"/>
                      </a:cubicBezTo>
                      <a:cubicBezTo>
                        <a:pt x="80" y="122"/>
                        <a:pt x="130" y="65"/>
                        <a:pt x="160" y="1"/>
                      </a:cubicBezTo>
                      <a:close/>
                      <a:moveTo>
                        <a:pt x="8" y="166"/>
                      </a:moveTo>
                      <a:cubicBezTo>
                        <a:pt x="6" y="167"/>
                        <a:pt x="5" y="169"/>
                        <a:pt x="1" y="173"/>
                      </a:cubicBezTo>
                      <a:cubicBezTo>
                        <a:pt x="3" y="171"/>
                        <a:pt x="6" y="168"/>
                        <a:pt x="8" y="1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38"/>
                <p:cNvSpPr/>
                <p:nvPr/>
              </p:nvSpPr>
              <p:spPr>
                <a:xfrm>
                  <a:off x="8198559" y="3398185"/>
                  <a:ext cx="279162" cy="731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" h="2768" extrusionOk="0">
                      <a:moveTo>
                        <a:pt x="1056" y="1"/>
                      </a:moveTo>
                      <a:cubicBezTo>
                        <a:pt x="1056" y="1"/>
                        <a:pt x="482" y="196"/>
                        <a:pt x="409" y="618"/>
                      </a:cubicBezTo>
                      <a:cubicBezTo>
                        <a:pt x="332" y="1043"/>
                        <a:pt x="137" y="1179"/>
                        <a:pt x="57" y="1281"/>
                      </a:cubicBezTo>
                      <a:cubicBezTo>
                        <a:pt x="50" y="1288"/>
                        <a:pt x="37" y="1301"/>
                        <a:pt x="30" y="1324"/>
                      </a:cubicBezTo>
                      <a:cubicBezTo>
                        <a:pt x="93" y="1424"/>
                        <a:pt x="144" y="1596"/>
                        <a:pt x="80" y="1740"/>
                      </a:cubicBezTo>
                      <a:cubicBezTo>
                        <a:pt x="0" y="1898"/>
                        <a:pt x="21" y="1998"/>
                        <a:pt x="130" y="2114"/>
                      </a:cubicBezTo>
                      <a:cubicBezTo>
                        <a:pt x="245" y="2230"/>
                        <a:pt x="309" y="2409"/>
                        <a:pt x="202" y="2588"/>
                      </a:cubicBezTo>
                      <a:cubicBezTo>
                        <a:pt x="187" y="2611"/>
                        <a:pt x="173" y="2638"/>
                        <a:pt x="166" y="2668"/>
                      </a:cubicBezTo>
                      <a:lnTo>
                        <a:pt x="216" y="2768"/>
                      </a:lnTo>
                      <a:lnTo>
                        <a:pt x="482" y="1891"/>
                      </a:lnTo>
                      <a:lnTo>
                        <a:pt x="763" y="979"/>
                      </a:lnTo>
                      <a:lnTo>
                        <a:pt x="10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38"/>
                <p:cNvSpPr/>
                <p:nvPr/>
              </p:nvSpPr>
              <p:spPr>
                <a:xfrm>
                  <a:off x="8201454" y="3398185"/>
                  <a:ext cx="279162" cy="731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" h="2768" fill="none" extrusionOk="0">
                      <a:moveTo>
                        <a:pt x="216" y="2768"/>
                      </a:moveTo>
                      <a:lnTo>
                        <a:pt x="482" y="1891"/>
                      </a:lnTo>
                      <a:lnTo>
                        <a:pt x="763" y="979"/>
                      </a:lnTo>
                      <a:lnTo>
                        <a:pt x="763" y="979"/>
                      </a:lnTo>
                      <a:lnTo>
                        <a:pt x="1056" y="1"/>
                      </a:lnTo>
                      <a:cubicBezTo>
                        <a:pt x="1056" y="1"/>
                        <a:pt x="482" y="196"/>
                        <a:pt x="409" y="618"/>
                      </a:cubicBezTo>
                      <a:cubicBezTo>
                        <a:pt x="332" y="1043"/>
                        <a:pt x="137" y="1179"/>
                        <a:pt x="57" y="1281"/>
                      </a:cubicBezTo>
                      <a:cubicBezTo>
                        <a:pt x="50" y="1288"/>
                        <a:pt x="37" y="1301"/>
                        <a:pt x="30" y="1324"/>
                      </a:cubicBezTo>
                      <a:cubicBezTo>
                        <a:pt x="93" y="1424"/>
                        <a:pt x="144" y="1596"/>
                        <a:pt x="80" y="1740"/>
                      </a:cubicBezTo>
                      <a:cubicBezTo>
                        <a:pt x="0" y="1898"/>
                        <a:pt x="21" y="1998"/>
                        <a:pt x="130" y="2114"/>
                      </a:cubicBezTo>
                      <a:cubicBezTo>
                        <a:pt x="245" y="2230"/>
                        <a:pt x="309" y="2409"/>
                        <a:pt x="202" y="2588"/>
                      </a:cubicBezTo>
                      <a:cubicBezTo>
                        <a:pt x="187" y="2611"/>
                        <a:pt x="173" y="2638"/>
                        <a:pt x="166" y="2668"/>
                      </a:cubicBezTo>
                      <a:lnTo>
                        <a:pt x="166" y="2668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38"/>
                <p:cNvSpPr/>
                <p:nvPr/>
              </p:nvSpPr>
              <p:spPr>
                <a:xfrm>
                  <a:off x="8331181" y="4066663"/>
                  <a:ext cx="85307" cy="324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" h="123" fill="none" extrusionOk="0">
                      <a:moveTo>
                        <a:pt x="323" y="0"/>
                      </a:moveTo>
                      <a:lnTo>
                        <a:pt x="0" y="123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38"/>
                <p:cNvSpPr/>
                <p:nvPr/>
              </p:nvSpPr>
              <p:spPr>
                <a:xfrm>
                  <a:off x="8414061" y="3584123"/>
                  <a:ext cx="91381" cy="36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139" fill="none" extrusionOk="0">
                      <a:moveTo>
                        <a:pt x="1" y="139"/>
                      </a:moveTo>
                      <a:lnTo>
                        <a:pt x="346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38"/>
                <p:cNvSpPr/>
                <p:nvPr/>
              </p:nvSpPr>
              <p:spPr>
                <a:xfrm>
                  <a:off x="8336149" y="3816017"/>
                  <a:ext cx="148428" cy="59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224" fill="none" extrusionOk="0">
                      <a:moveTo>
                        <a:pt x="1" y="223"/>
                      </a:moveTo>
                      <a:lnTo>
                        <a:pt x="562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38"/>
                <p:cNvSpPr/>
                <p:nvPr/>
              </p:nvSpPr>
              <p:spPr>
                <a:xfrm>
                  <a:off x="8260086" y="3762665"/>
                  <a:ext cx="68668" cy="135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" h="512" fill="none" extrusionOk="0">
                      <a:moveTo>
                        <a:pt x="260" y="511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38"/>
                <p:cNvSpPr/>
                <p:nvPr/>
              </p:nvSpPr>
              <p:spPr>
                <a:xfrm>
                  <a:off x="8359127" y="3575143"/>
                  <a:ext cx="43842" cy="81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" h="309" fill="none" extrusionOk="0">
                      <a:moveTo>
                        <a:pt x="166" y="309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38"/>
                <p:cNvSpPr/>
                <p:nvPr/>
              </p:nvSpPr>
              <p:spPr>
                <a:xfrm>
                  <a:off x="7960323" y="3422748"/>
                  <a:ext cx="323003" cy="771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3" h="2920" extrusionOk="0">
                      <a:moveTo>
                        <a:pt x="1" y="1"/>
                      </a:moveTo>
                      <a:lnTo>
                        <a:pt x="266" y="907"/>
                      </a:lnTo>
                      <a:lnTo>
                        <a:pt x="511" y="1748"/>
                      </a:lnTo>
                      <a:lnTo>
                        <a:pt x="684" y="2330"/>
                      </a:lnTo>
                      <a:lnTo>
                        <a:pt x="748" y="2561"/>
                      </a:lnTo>
                      <a:lnTo>
                        <a:pt x="856" y="2920"/>
                      </a:lnTo>
                      <a:lnTo>
                        <a:pt x="1036" y="2920"/>
                      </a:lnTo>
                      <a:cubicBezTo>
                        <a:pt x="1072" y="2811"/>
                        <a:pt x="1050" y="2682"/>
                        <a:pt x="1079" y="2575"/>
                      </a:cubicBezTo>
                      <a:cubicBezTo>
                        <a:pt x="1086" y="2545"/>
                        <a:pt x="1100" y="2518"/>
                        <a:pt x="1115" y="2495"/>
                      </a:cubicBezTo>
                      <a:cubicBezTo>
                        <a:pt x="1222" y="2316"/>
                        <a:pt x="1158" y="2137"/>
                        <a:pt x="1043" y="2021"/>
                      </a:cubicBezTo>
                      <a:cubicBezTo>
                        <a:pt x="934" y="1905"/>
                        <a:pt x="913" y="1805"/>
                        <a:pt x="993" y="1647"/>
                      </a:cubicBezTo>
                      <a:cubicBezTo>
                        <a:pt x="1057" y="1503"/>
                        <a:pt x="1006" y="1331"/>
                        <a:pt x="943" y="1231"/>
                      </a:cubicBezTo>
                      <a:cubicBezTo>
                        <a:pt x="927" y="1208"/>
                        <a:pt x="920" y="1195"/>
                        <a:pt x="913" y="1188"/>
                      </a:cubicBezTo>
                      <a:cubicBezTo>
                        <a:pt x="834" y="1095"/>
                        <a:pt x="661" y="965"/>
                        <a:pt x="589" y="577"/>
                      </a:cubicBezTo>
                      <a:cubicBezTo>
                        <a:pt x="525" y="180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38"/>
                <p:cNvSpPr/>
                <p:nvPr/>
              </p:nvSpPr>
              <p:spPr>
                <a:xfrm>
                  <a:off x="7869206" y="3422748"/>
                  <a:ext cx="317457" cy="771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2" h="2920" extrusionOk="0">
                      <a:moveTo>
                        <a:pt x="346" y="1"/>
                      </a:moveTo>
                      <a:cubicBezTo>
                        <a:pt x="346" y="1"/>
                        <a:pt x="1" y="439"/>
                        <a:pt x="158" y="800"/>
                      </a:cubicBezTo>
                      <a:cubicBezTo>
                        <a:pt x="310" y="1165"/>
                        <a:pt x="230" y="1374"/>
                        <a:pt x="216" y="1490"/>
                      </a:cubicBezTo>
                      <a:cubicBezTo>
                        <a:pt x="209" y="1604"/>
                        <a:pt x="244" y="1819"/>
                        <a:pt x="396" y="1921"/>
                      </a:cubicBezTo>
                      <a:cubicBezTo>
                        <a:pt x="518" y="1992"/>
                        <a:pt x="561" y="2064"/>
                        <a:pt x="561" y="2164"/>
                      </a:cubicBezTo>
                      <a:cubicBezTo>
                        <a:pt x="605" y="2194"/>
                        <a:pt x="655" y="2237"/>
                        <a:pt x="675" y="2294"/>
                      </a:cubicBezTo>
                      <a:cubicBezTo>
                        <a:pt x="691" y="2323"/>
                        <a:pt x="698" y="2345"/>
                        <a:pt x="698" y="2373"/>
                      </a:cubicBezTo>
                      <a:cubicBezTo>
                        <a:pt x="691" y="2482"/>
                        <a:pt x="727" y="2525"/>
                        <a:pt x="813" y="2561"/>
                      </a:cubicBezTo>
                      <a:cubicBezTo>
                        <a:pt x="900" y="2595"/>
                        <a:pt x="970" y="2675"/>
                        <a:pt x="956" y="2790"/>
                      </a:cubicBezTo>
                      <a:cubicBezTo>
                        <a:pt x="950" y="2834"/>
                        <a:pt x="963" y="2877"/>
                        <a:pt x="986" y="2920"/>
                      </a:cubicBezTo>
                      <a:lnTo>
                        <a:pt x="1201" y="2920"/>
                      </a:lnTo>
                      <a:lnTo>
                        <a:pt x="1093" y="2561"/>
                      </a:lnTo>
                      <a:lnTo>
                        <a:pt x="1029" y="2330"/>
                      </a:lnTo>
                      <a:lnTo>
                        <a:pt x="856" y="1748"/>
                      </a:lnTo>
                      <a:lnTo>
                        <a:pt x="611" y="907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8"/>
                <p:cNvSpPr/>
                <p:nvPr/>
              </p:nvSpPr>
              <p:spPr>
                <a:xfrm>
                  <a:off x="8157612" y="4000106"/>
                  <a:ext cx="51765" cy="99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375" fill="none" extrusionOk="0">
                      <a:moveTo>
                        <a:pt x="1" y="375"/>
                      </a:moveTo>
                      <a:lnTo>
                        <a:pt x="196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38"/>
                <p:cNvSpPr/>
                <p:nvPr/>
              </p:nvSpPr>
              <p:spPr>
                <a:xfrm>
                  <a:off x="8047479" y="4028366"/>
                  <a:ext cx="102738" cy="42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60" fill="none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345" y="145"/>
                      </a:lnTo>
                      <a:lnTo>
                        <a:pt x="388" y="159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38"/>
                <p:cNvSpPr/>
                <p:nvPr/>
              </p:nvSpPr>
              <p:spPr>
                <a:xfrm>
                  <a:off x="7935761" y="3593631"/>
                  <a:ext cx="83722" cy="34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" h="131" fill="none" extrusionOk="0">
                      <a:moveTo>
                        <a:pt x="316" y="130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38"/>
                <p:cNvSpPr/>
                <p:nvPr/>
              </p:nvSpPr>
              <p:spPr>
                <a:xfrm>
                  <a:off x="7954513" y="3808357"/>
                  <a:ext cx="134959" cy="53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" h="203" fill="none" extrusionOk="0">
                      <a:moveTo>
                        <a:pt x="511" y="202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38"/>
                <p:cNvSpPr/>
                <p:nvPr/>
              </p:nvSpPr>
              <p:spPr>
                <a:xfrm>
                  <a:off x="8095282" y="3760817"/>
                  <a:ext cx="64442" cy="123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469" fill="none" extrusionOk="0">
                      <a:moveTo>
                        <a:pt x="0" y="468"/>
                      </a:moveTo>
                      <a:lnTo>
                        <a:pt x="244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38"/>
                <p:cNvSpPr/>
                <p:nvPr/>
              </p:nvSpPr>
              <p:spPr>
                <a:xfrm>
                  <a:off x="8030576" y="3586500"/>
                  <a:ext cx="39880" cy="75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" h="287" fill="none" extrusionOk="0">
                      <a:moveTo>
                        <a:pt x="0" y="287"/>
                      </a:moveTo>
                      <a:lnTo>
                        <a:pt x="151" y="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9" name="Google Shape;659;p38"/>
                <p:cNvSpPr/>
                <p:nvPr/>
              </p:nvSpPr>
              <p:spPr>
                <a:xfrm>
                  <a:off x="8518698" y="3905288"/>
                  <a:ext cx="42257" cy="45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" h="174" extrusionOk="0">
                      <a:moveTo>
                        <a:pt x="160" y="1"/>
                      </a:moveTo>
                      <a:cubicBezTo>
                        <a:pt x="123" y="21"/>
                        <a:pt x="94" y="51"/>
                        <a:pt x="67" y="87"/>
                      </a:cubicBezTo>
                      <a:cubicBezTo>
                        <a:pt x="47" y="118"/>
                        <a:pt x="28" y="144"/>
                        <a:pt x="8" y="166"/>
                      </a:cubicBezTo>
                      <a:lnTo>
                        <a:pt x="8" y="166"/>
                      </a:lnTo>
                      <a:cubicBezTo>
                        <a:pt x="10" y="165"/>
                        <a:pt x="12" y="165"/>
                        <a:pt x="16" y="165"/>
                      </a:cubicBezTo>
                      <a:cubicBezTo>
                        <a:pt x="80" y="122"/>
                        <a:pt x="130" y="65"/>
                        <a:pt x="160" y="1"/>
                      </a:cubicBezTo>
                      <a:close/>
                      <a:moveTo>
                        <a:pt x="8" y="166"/>
                      </a:moveTo>
                      <a:cubicBezTo>
                        <a:pt x="6" y="167"/>
                        <a:pt x="5" y="169"/>
                        <a:pt x="1" y="173"/>
                      </a:cubicBezTo>
                      <a:cubicBezTo>
                        <a:pt x="3" y="171"/>
                        <a:pt x="6" y="168"/>
                        <a:pt x="8" y="1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660;p38"/>
                <p:cNvSpPr/>
                <p:nvPr/>
              </p:nvSpPr>
              <p:spPr>
                <a:xfrm>
                  <a:off x="8326642" y="3886272"/>
                  <a:ext cx="283387" cy="307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" h="1165" extrusionOk="0">
                      <a:moveTo>
                        <a:pt x="1000" y="0"/>
                      </a:moveTo>
                      <a:lnTo>
                        <a:pt x="648" y="409"/>
                      </a:lnTo>
                      <a:lnTo>
                        <a:pt x="339" y="777"/>
                      </a:lnTo>
                      <a:lnTo>
                        <a:pt x="332" y="784"/>
                      </a:lnTo>
                      <a:lnTo>
                        <a:pt x="21" y="1142"/>
                      </a:lnTo>
                      <a:lnTo>
                        <a:pt x="15" y="1151"/>
                      </a:lnTo>
                      <a:lnTo>
                        <a:pt x="1" y="1165"/>
                      </a:lnTo>
                      <a:lnTo>
                        <a:pt x="353" y="1165"/>
                      </a:lnTo>
                      <a:cubicBezTo>
                        <a:pt x="360" y="1151"/>
                        <a:pt x="360" y="1135"/>
                        <a:pt x="366" y="1122"/>
                      </a:cubicBezTo>
                      <a:cubicBezTo>
                        <a:pt x="389" y="1035"/>
                        <a:pt x="425" y="992"/>
                        <a:pt x="525" y="978"/>
                      </a:cubicBezTo>
                      <a:cubicBezTo>
                        <a:pt x="625" y="963"/>
                        <a:pt x="698" y="863"/>
                        <a:pt x="720" y="797"/>
                      </a:cubicBezTo>
                      <a:cubicBezTo>
                        <a:pt x="741" y="734"/>
                        <a:pt x="748" y="611"/>
                        <a:pt x="906" y="461"/>
                      </a:cubicBezTo>
                      <a:cubicBezTo>
                        <a:pt x="1072" y="302"/>
                        <a:pt x="1000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38"/>
                <p:cNvSpPr/>
                <p:nvPr/>
              </p:nvSpPr>
              <p:spPr>
                <a:xfrm>
                  <a:off x="8277517" y="3885744"/>
                  <a:ext cx="313231" cy="308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67" extrusionOk="0">
                      <a:moveTo>
                        <a:pt x="1130" y="0"/>
                      </a:moveTo>
                      <a:cubicBezTo>
                        <a:pt x="1058" y="0"/>
                        <a:pt x="931" y="10"/>
                        <a:pt x="834" y="75"/>
                      </a:cubicBezTo>
                      <a:cubicBezTo>
                        <a:pt x="804" y="139"/>
                        <a:pt x="754" y="196"/>
                        <a:pt x="690" y="239"/>
                      </a:cubicBezTo>
                      <a:cubicBezTo>
                        <a:pt x="682" y="239"/>
                        <a:pt x="682" y="239"/>
                        <a:pt x="675" y="247"/>
                      </a:cubicBezTo>
                      <a:cubicBezTo>
                        <a:pt x="639" y="290"/>
                        <a:pt x="596" y="318"/>
                        <a:pt x="561" y="340"/>
                      </a:cubicBezTo>
                      <a:cubicBezTo>
                        <a:pt x="509" y="377"/>
                        <a:pt x="466" y="390"/>
                        <a:pt x="439" y="404"/>
                      </a:cubicBezTo>
                      <a:cubicBezTo>
                        <a:pt x="380" y="434"/>
                        <a:pt x="287" y="520"/>
                        <a:pt x="287" y="620"/>
                      </a:cubicBezTo>
                      <a:lnTo>
                        <a:pt x="287" y="685"/>
                      </a:lnTo>
                      <a:cubicBezTo>
                        <a:pt x="273" y="742"/>
                        <a:pt x="237" y="779"/>
                        <a:pt x="173" y="808"/>
                      </a:cubicBezTo>
                      <a:cubicBezTo>
                        <a:pt x="94" y="842"/>
                        <a:pt x="14" y="922"/>
                        <a:pt x="28" y="1037"/>
                      </a:cubicBezTo>
                      <a:cubicBezTo>
                        <a:pt x="35" y="1081"/>
                        <a:pt x="21" y="1124"/>
                        <a:pt x="0" y="1167"/>
                      </a:cubicBezTo>
                      <a:lnTo>
                        <a:pt x="187" y="1167"/>
                      </a:lnTo>
                      <a:cubicBezTo>
                        <a:pt x="194" y="1160"/>
                        <a:pt x="194" y="1160"/>
                        <a:pt x="201" y="1153"/>
                      </a:cubicBezTo>
                      <a:lnTo>
                        <a:pt x="207" y="1144"/>
                      </a:lnTo>
                      <a:lnTo>
                        <a:pt x="518" y="786"/>
                      </a:lnTo>
                      <a:lnTo>
                        <a:pt x="525" y="779"/>
                      </a:lnTo>
                      <a:lnTo>
                        <a:pt x="834" y="411"/>
                      </a:lnTo>
                      <a:lnTo>
                        <a:pt x="1186" y="2"/>
                      </a:lnTo>
                      <a:cubicBezTo>
                        <a:pt x="1186" y="2"/>
                        <a:pt x="1164" y="0"/>
                        <a:pt x="1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38"/>
                <p:cNvSpPr/>
                <p:nvPr/>
              </p:nvSpPr>
              <p:spPr>
                <a:xfrm>
                  <a:off x="8326642" y="4127146"/>
                  <a:ext cx="3962" cy="63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239" fill="none" extrusionOk="0">
                      <a:moveTo>
                        <a:pt x="15" y="239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38"/>
                <p:cNvSpPr/>
                <p:nvPr/>
              </p:nvSpPr>
              <p:spPr>
                <a:xfrm>
                  <a:off x="8341696" y="4176535"/>
                  <a:ext cx="63122" cy="2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9" fill="none" extrusionOk="0">
                      <a:moveTo>
                        <a:pt x="1" y="0"/>
                      </a:moveTo>
                      <a:lnTo>
                        <a:pt x="239" y="9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38"/>
                <p:cNvSpPr/>
                <p:nvPr/>
              </p:nvSpPr>
              <p:spPr>
                <a:xfrm>
                  <a:off x="8510725" y="3979241"/>
                  <a:ext cx="51765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8" fill="none" extrusionOk="0">
                      <a:moveTo>
                        <a:pt x="1" y="0"/>
                      </a:moveTo>
                      <a:lnTo>
                        <a:pt x="196" y="7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38"/>
                <p:cNvSpPr/>
                <p:nvPr/>
              </p:nvSpPr>
              <p:spPr>
                <a:xfrm>
                  <a:off x="8421457" y="4083567"/>
                  <a:ext cx="81873" cy="42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16" fill="none" extrusionOk="0">
                      <a:moveTo>
                        <a:pt x="1" y="0"/>
                      </a:moveTo>
                      <a:lnTo>
                        <a:pt x="309" y="16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38"/>
                <p:cNvSpPr/>
                <p:nvPr/>
              </p:nvSpPr>
              <p:spPr>
                <a:xfrm>
                  <a:off x="8408251" y="4015160"/>
                  <a:ext cx="6074" cy="781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96" fill="none" extrusionOk="0">
                      <a:moveTo>
                        <a:pt x="23" y="296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7" name="Google Shape;667;p38"/>
                <p:cNvSpPr/>
                <p:nvPr/>
              </p:nvSpPr>
              <p:spPr>
                <a:xfrm>
                  <a:off x="8495671" y="3944906"/>
                  <a:ext cx="2113" cy="47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81" fill="none" extrusionOk="0">
                      <a:moveTo>
                        <a:pt x="8" y="180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38"/>
                <p:cNvSpPr/>
                <p:nvPr/>
              </p:nvSpPr>
              <p:spPr>
                <a:xfrm>
                  <a:off x="8063111" y="4417938"/>
                  <a:ext cx="264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8" extrusionOk="0">
                      <a:moveTo>
                        <a:pt x="1" y="1"/>
                      </a:move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38"/>
                <p:cNvSpPr/>
                <p:nvPr/>
              </p:nvSpPr>
              <p:spPr>
                <a:xfrm>
                  <a:off x="8469574" y="4417938"/>
                  <a:ext cx="264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670;p38"/>
                <p:cNvSpPr/>
                <p:nvPr/>
              </p:nvSpPr>
              <p:spPr>
                <a:xfrm>
                  <a:off x="8023332" y="4192236"/>
                  <a:ext cx="488335" cy="324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9" h="1230" extrusionOk="0">
                      <a:moveTo>
                        <a:pt x="1" y="1"/>
                      </a:moveTo>
                      <a:lnTo>
                        <a:pt x="151" y="850"/>
                      </a:lnTo>
                      <a:lnTo>
                        <a:pt x="151" y="856"/>
                      </a:lnTo>
                      <a:lnTo>
                        <a:pt x="223" y="1229"/>
                      </a:lnTo>
                      <a:lnTo>
                        <a:pt x="834" y="1229"/>
                      </a:lnTo>
                      <a:lnTo>
                        <a:pt x="834" y="850"/>
                      </a:lnTo>
                      <a:lnTo>
                        <a:pt x="1006" y="850"/>
                      </a:lnTo>
                      <a:lnTo>
                        <a:pt x="1006" y="1229"/>
                      </a:lnTo>
                      <a:lnTo>
                        <a:pt x="1617" y="1229"/>
                      </a:lnTo>
                      <a:lnTo>
                        <a:pt x="1690" y="850"/>
                      </a:lnTo>
                      <a:lnTo>
                        <a:pt x="184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1" name="Google Shape;671;p38"/>
                <p:cNvSpPr/>
                <p:nvPr/>
              </p:nvSpPr>
              <p:spPr>
                <a:xfrm>
                  <a:off x="8017685" y="4417938"/>
                  <a:ext cx="45691" cy="244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" h="927" extrusionOk="0">
                      <a:moveTo>
                        <a:pt x="0" y="1"/>
                      </a:moveTo>
                      <a:lnTo>
                        <a:pt x="0" y="927"/>
                      </a:lnTo>
                      <a:lnTo>
                        <a:pt x="173" y="927"/>
                      </a:lnTo>
                      <a:lnTo>
                        <a:pt x="173" y="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2" name="Google Shape;672;p38"/>
                <p:cNvSpPr/>
                <p:nvPr/>
              </p:nvSpPr>
              <p:spPr>
                <a:xfrm>
                  <a:off x="8063111" y="4417938"/>
                  <a:ext cx="264" cy="2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8" extrusionOk="0">
                      <a:moveTo>
                        <a:pt x="1" y="1"/>
                      </a:move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673;p38"/>
                <p:cNvSpPr/>
                <p:nvPr/>
              </p:nvSpPr>
              <p:spPr>
                <a:xfrm>
                  <a:off x="8469574" y="4417938"/>
                  <a:ext cx="45955" cy="244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927" extrusionOk="0">
                      <a:moveTo>
                        <a:pt x="1" y="1"/>
                      </a:moveTo>
                      <a:lnTo>
                        <a:pt x="1" y="927"/>
                      </a:lnTo>
                      <a:lnTo>
                        <a:pt x="173" y="92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4" name="Google Shape;674;p38"/>
                <p:cNvSpPr/>
                <p:nvPr/>
              </p:nvSpPr>
              <p:spPr>
                <a:xfrm>
                  <a:off x="8469574" y="4417938"/>
                  <a:ext cx="264" cy="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5" name="Google Shape;675;p38"/>
                <p:cNvSpPr/>
                <p:nvPr/>
              </p:nvSpPr>
              <p:spPr>
                <a:xfrm>
                  <a:off x="8289188" y="4518302"/>
                  <a:ext cx="180650" cy="41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159" extrusionOk="0">
                      <a:moveTo>
                        <a:pt x="0" y="0"/>
                      </a:moveTo>
                      <a:lnTo>
                        <a:pt x="0" y="159"/>
                      </a:lnTo>
                      <a:lnTo>
                        <a:pt x="684" y="159"/>
                      </a:lnTo>
                      <a:lnTo>
                        <a:pt x="68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676;p38"/>
                <p:cNvSpPr/>
                <p:nvPr/>
              </p:nvSpPr>
              <p:spPr>
                <a:xfrm>
                  <a:off x="8063111" y="4518302"/>
                  <a:ext cx="180650" cy="41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159" extrusionOk="0">
                      <a:moveTo>
                        <a:pt x="1" y="0"/>
                      </a:moveTo>
                      <a:lnTo>
                        <a:pt x="1" y="159"/>
                      </a:lnTo>
                      <a:lnTo>
                        <a:pt x="684" y="159"/>
                      </a:lnTo>
                      <a:lnTo>
                        <a:pt x="68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38"/>
                <p:cNvSpPr/>
                <p:nvPr/>
              </p:nvSpPr>
              <p:spPr>
                <a:xfrm>
                  <a:off x="8243497" y="4417938"/>
                  <a:ext cx="45955" cy="244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927" extrusionOk="0">
                      <a:moveTo>
                        <a:pt x="1" y="1"/>
                      </a:moveTo>
                      <a:lnTo>
                        <a:pt x="1" y="927"/>
                      </a:lnTo>
                      <a:lnTo>
                        <a:pt x="173" y="92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38"/>
                <p:cNvSpPr/>
                <p:nvPr/>
              </p:nvSpPr>
              <p:spPr>
                <a:xfrm>
                  <a:off x="7554707" y="2843821"/>
                  <a:ext cx="271477" cy="290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8" h="1245" fill="none" extrusionOk="0">
                      <a:moveTo>
                        <a:pt x="898" y="0"/>
                      </a:moveTo>
                      <a:lnTo>
                        <a:pt x="906" y="9"/>
                      </a:lnTo>
                      <a:cubicBezTo>
                        <a:pt x="927" y="95"/>
                        <a:pt x="949" y="195"/>
                        <a:pt x="963" y="288"/>
                      </a:cubicBezTo>
                      <a:cubicBezTo>
                        <a:pt x="1027" y="733"/>
                        <a:pt x="970" y="1230"/>
                        <a:pt x="970" y="1230"/>
                      </a:cubicBezTo>
                      <a:cubicBezTo>
                        <a:pt x="913" y="1237"/>
                        <a:pt x="841" y="1237"/>
                        <a:pt x="768" y="1244"/>
                      </a:cubicBezTo>
                      <a:lnTo>
                        <a:pt x="475" y="1244"/>
                      </a:lnTo>
                      <a:cubicBezTo>
                        <a:pt x="287" y="1244"/>
                        <a:pt x="121" y="1237"/>
                        <a:pt x="51" y="1230"/>
                      </a:cubicBezTo>
                      <a:lnTo>
                        <a:pt x="1" y="1230"/>
                      </a:lnTo>
                      <a:lnTo>
                        <a:pt x="64" y="490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38"/>
                <p:cNvSpPr/>
                <p:nvPr/>
              </p:nvSpPr>
              <p:spPr>
                <a:xfrm>
                  <a:off x="6328768" y="3104295"/>
                  <a:ext cx="197298" cy="148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" h="433" extrusionOk="0">
                      <a:moveTo>
                        <a:pt x="121" y="1"/>
                      </a:moveTo>
                      <a:cubicBezTo>
                        <a:pt x="43" y="1"/>
                        <a:pt x="0" y="65"/>
                        <a:pt x="21" y="144"/>
                      </a:cubicBezTo>
                      <a:cubicBezTo>
                        <a:pt x="28" y="180"/>
                        <a:pt x="57" y="267"/>
                        <a:pt x="273" y="381"/>
                      </a:cubicBezTo>
                      <a:lnTo>
                        <a:pt x="359" y="432"/>
                      </a:lnTo>
                      <a:lnTo>
                        <a:pt x="423" y="381"/>
                      </a:lnTo>
                      <a:cubicBezTo>
                        <a:pt x="575" y="267"/>
                        <a:pt x="552" y="180"/>
                        <a:pt x="538" y="144"/>
                      </a:cubicBezTo>
                      <a:cubicBezTo>
                        <a:pt x="518" y="65"/>
                        <a:pt x="438" y="1"/>
                        <a:pt x="359" y="1"/>
                      </a:cubicBezTo>
                      <a:cubicBezTo>
                        <a:pt x="309" y="1"/>
                        <a:pt x="273" y="29"/>
                        <a:pt x="259" y="65"/>
                      </a:cubicBezTo>
                      <a:cubicBezTo>
                        <a:pt x="223" y="29"/>
                        <a:pt x="173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80" name="Google Shape;680;p38"/>
            <p:cNvSpPr/>
            <p:nvPr/>
          </p:nvSpPr>
          <p:spPr>
            <a:xfrm>
              <a:off x="6472198" y="1153570"/>
              <a:ext cx="596900" cy="37775"/>
            </a:xfrm>
            <a:custGeom>
              <a:avLst/>
              <a:gdLst/>
              <a:ahLst/>
              <a:cxnLst/>
              <a:rect l="l" t="t" r="r" b="b"/>
              <a:pathLst>
                <a:path w="2638" h="167" fill="none" extrusionOk="0">
                  <a:moveTo>
                    <a:pt x="0" y="1"/>
                  </a:moveTo>
                  <a:cubicBezTo>
                    <a:pt x="216" y="1"/>
                    <a:pt x="216" y="167"/>
                    <a:pt x="438" y="167"/>
                  </a:cubicBezTo>
                  <a:cubicBezTo>
                    <a:pt x="661" y="167"/>
                    <a:pt x="661" y="1"/>
                    <a:pt x="877" y="1"/>
                  </a:cubicBezTo>
                  <a:cubicBezTo>
                    <a:pt x="1099" y="1"/>
                    <a:pt x="1099" y="167"/>
                    <a:pt x="1315" y="167"/>
                  </a:cubicBezTo>
                  <a:cubicBezTo>
                    <a:pt x="1537" y="167"/>
                    <a:pt x="1537" y="1"/>
                    <a:pt x="1762" y="1"/>
                  </a:cubicBezTo>
                  <a:cubicBezTo>
                    <a:pt x="1977" y="1"/>
                    <a:pt x="1977" y="167"/>
                    <a:pt x="2200" y="167"/>
                  </a:cubicBezTo>
                  <a:cubicBezTo>
                    <a:pt x="2422" y="167"/>
                    <a:pt x="2422" y="1"/>
                    <a:pt x="2638" y="1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8"/>
            <p:cNvSpPr/>
            <p:nvPr/>
          </p:nvSpPr>
          <p:spPr>
            <a:xfrm>
              <a:off x="8011640" y="21820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8"/>
            <p:cNvSpPr/>
            <p:nvPr/>
          </p:nvSpPr>
          <p:spPr>
            <a:xfrm>
              <a:off x="6650452" y="19315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4CAE730-F8B8-024A-35BB-F5F1DAD669C5}"/>
              </a:ext>
            </a:extLst>
          </p:cNvPr>
          <p:cNvSpPr txBox="1"/>
          <p:nvPr/>
        </p:nvSpPr>
        <p:spPr>
          <a:xfrm>
            <a:off x="810322" y="1248937"/>
            <a:ext cx="3761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800" dirty="0">
                <a:latin typeface="Albert Sans" panose="020B0604020202020204" charset="0"/>
              </a:rPr>
              <a:t>Portfólio do Problema:</a:t>
            </a:r>
            <a:endParaRPr lang="pt-BR" sz="1800" dirty="0">
              <a:latin typeface="Albert Sans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4E25B-6774-7736-E5F4-B70394647384}"/>
              </a:ext>
            </a:extLst>
          </p:cNvPr>
          <p:cNvSpPr txBox="1"/>
          <p:nvPr/>
        </p:nvSpPr>
        <p:spPr>
          <a:xfrm>
            <a:off x="713225" y="2706823"/>
            <a:ext cx="37616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050" dirty="0">
                <a:latin typeface="Albert Sans" panose="020B0604020202020204" charset="0"/>
              </a:rPr>
              <a:t>Daniel Lemos Amparado Junior</a:t>
            </a:r>
          </a:p>
          <a:p>
            <a:r>
              <a:rPr lang="en" sz="1050" dirty="0">
                <a:latin typeface="Albert Sans" panose="020B0604020202020204" charset="0"/>
              </a:rPr>
              <a:t>Victor Medeiros Fidalgo</a:t>
            </a:r>
            <a:endParaRPr lang="pt-BR" sz="1050" dirty="0">
              <a:latin typeface="Albert Sans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42"/>
          <p:cNvSpPr txBox="1">
            <a:spLocks noGrp="1"/>
          </p:cNvSpPr>
          <p:nvPr>
            <p:ph type="title"/>
          </p:nvPr>
        </p:nvSpPr>
        <p:spPr>
          <a:xfrm>
            <a:off x="453484" y="2263364"/>
            <a:ext cx="4488192" cy="11759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Mas Qual é o Problema?</a:t>
            </a:r>
            <a:endParaRPr sz="3200" dirty="0"/>
          </a:p>
        </p:txBody>
      </p:sp>
      <p:sp>
        <p:nvSpPr>
          <p:cNvPr id="1295" name="Google Shape;1295;p42"/>
          <p:cNvSpPr txBox="1">
            <a:spLocks noGrp="1"/>
          </p:cNvSpPr>
          <p:nvPr>
            <p:ph type="title" idx="2"/>
          </p:nvPr>
        </p:nvSpPr>
        <p:spPr>
          <a:xfrm>
            <a:off x="3984975" y="1542825"/>
            <a:ext cx="9567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297" name="Google Shape;1297;p42"/>
          <p:cNvSpPr/>
          <p:nvPr/>
        </p:nvSpPr>
        <p:spPr>
          <a:xfrm>
            <a:off x="1192500" y="1006650"/>
            <a:ext cx="99155" cy="99350"/>
          </a:xfrm>
          <a:custGeom>
            <a:avLst/>
            <a:gdLst/>
            <a:ahLst/>
            <a:cxnLst/>
            <a:rect l="l" t="t" r="r" b="b"/>
            <a:pathLst>
              <a:path w="561" h="562" fill="none" extrusionOk="0">
                <a:moveTo>
                  <a:pt x="561" y="282"/>
                </a:moveTo>
                <a:cubicBezTo>
                  <a:pt x="561" y="432"/>
                  <a:pt x="438" y="561"/>
                  <a:pt x="281" y="561"/>
                </a:cubicBezTo>
                <a:cubicBezTo>
                  <a:pt x="129" y="561"/>
                  <a:pt x="0" y="432"/>
                  <a:pt x="0" y="282"/>
                </a:cubicBezTo>
                <a:cubicBezTo>
                  <a:pt x="0" y="123"/>
                  <a:pt x="129" y="0"/>
                  <a:pt x="281" y="0"/>
                </a:cubicBezTo>
                <a:cubicBezTo>
                  <a:pt x="438" y="0"/>
                  <a:pt x="561" y="123"/>
                  <a:pt x="561" y="282"/>
                </a:cubicBezTo>
                <a:close/>
              </a:path>
            </a:pathLst>
          </a:cu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8" name="Google Shape;1298;p42"/>
          <p:cNvGrpSpPr/>
          <p:nvPr/>
        </p:nvGrpSpPr>
        <p:grpSpPr>
          <a:xfrm>
            <a:off x="2296575" y="-20528"/>
            <a:ext cx="6847273" cy="5016903"/>
            <a:chOff x="2296575" y="-20528"/>
            <a:chExt cx="6847273" cy="5016903"/>
          </a:xfrm>
        </p:grpSpPr>
        <p:grpSp>
          <p:nvGrpSpPr>
            <p:cNvPr id="1299" name="Google Shape;1299;p42"/>
            <p:cNvGrpSpPr/>
            <p:nvPr/>
          </p:nvGrpSpPr>
          <p:grpSpPr>
            <a:xfrm>
              <a:off x="5514205" y="-20528"/>
              <a:ext cx="411352" cy="1199311"/>
              <a:chOff x="5706054" y="1123445"/>
              <a:chExt cx="350087" cy="1020777"/>
            </a:xfrm>
          </p:grpSpPr>
          <p:sp>
            <p:nvSpPr>
              <p:cNvPr id="1300" name="Google Shape;1300;p42"/>
              <p:cNvSpPr/>
              <p:nvPr/>
            </p:nvSpPr>
            <p:spPr>
              <a:xfrm>
                <a:off x="5803698" y="2016593"/>
                <a:ext cx="155053" cy="72271"/>
              </a:xfrm>
              <a:custGeom>
                <a:avLst/>
                <a:gdLst/>
                <a:ahLst/>
                <a:cxnLst/>
                <a:rect l="l" t="t" r="r" b="b"/>
                <a:pathLst>
                  <a:path w="605" h="282" extrusionOk="0">
                    <a:moveTo>
                      <a:pt x="1" y="1"/>
                    </a:moveTo>
                    <a:cubicBezTo>
                      <a:pt x="15" y="159"/>
                      <a:pt x="144" y="282"/>
                      <a:pt x="303" y="282"/>
                    </a:cubicBezTo>
                    <a:cubicBezTo>
                      <a:pt x="460" y="282"/>
                      <a:pt x="589" y="159"/>
                      <a:pt x="6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42"/>
              <p:cNvSpPr/>
              <p:nvPr/>
            </p:nvSpPr>
            <p:spPr>
              <a:xfrm>
                <a:off x="5881096" y="2114237"/>
                <a:ext cx="256" cy="29985"/>
              </a:xfrm>
              <a:custGeom>
                <a:avLst/>
                <a:gdLst/>
                <a:ahLst/>
                <a:cxnLst/>
                <a:rect l="l" t="t" r="r" b="b"/>
                <a:pathLst>
                  <a:path w="1" h="117" extrusionOk="0">
                    <a:moveTo>
                      <a:pt x="1" y="1"/>
                    </a:moveTo>
                    <a:lnTo>
                      <a:pt x="1" y="116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42"/>
              <p:cNvSpPr/>
              <p:nvPr/>
            </p:nvSpPr>
            <p:spPr>
              <a:xfrm>
                <a:off x="5881096" y="2114237"/>
                <a:ext cx="256" cy="29985"/>
              </a:xfrm>
              <a:custGeom>
                <a:avLst/>
                <a:gdLst/>
                <a:ahLst/>
                <a:cxnLst/>
                <a:rect l="l" t="t" r="r" b="b"/>
                <a:pathLst>
                  <a:path w="1" h="117" fill="none" extrusionOk="0">
                    <a:moveTo>
                      <a:pt x="1" y="1"/>
                    </a:moveTo>
                    <a:lnTo>
                      <a:pt x="1" y="116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42"/>
              <p:cNvSpPr/>
              <p:nvPr/>
            </p:nvSpPr>
            <p:spPr>
              <a:xfrm>
                <a:off x="5932353" y="2101423"/>
                <a:ext cx="15377" cy="24090"/>
              </a:xfrm>
              <a:custGeom>
                <a:avLst/>
                <a:gdLst/>
                <a:ahLst/>
                <a:cxnLst/>
                <a:rect l="l" t="t" r="r" b="b"/>
                <a:pathLst>
                  <a:path w="60" h="94" extrusionOk="0">
                    <a:moveTo>
                      <a:pt x="1" y="1"/>
                    </a:moveTo>
                    <a:lnTo>
                      <a:pt x="60" y="9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42"/>
              <p:cNvSpPr/>
              <p:nvPr/>
            </p:nvSpPr>
            <p:spPr>
              <a:xfrm>
                <a:off x="5932353" y="2101423"/>
                <a:ext cx="15377" cy="24090"/>
              </a:xfrm>
              <a:custGeom>
                <a:avLst/>
                <a:gdLst/>
                <a:ahLst/>
                <a:cxnLst/>
                <a:rect l="l" t="t" r="r" b="b"/>
                <a:pathLst>
                  <a:path w="60" h="94" fill="none" extrusionOk="0">
                    <a:moveTo>
                      <a:pt x="1" y="1"/>
                    </a:moveTo>
                    <a:lnTo>
                      <a:pt x="60" y="94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42"/>
              <p:cNvSpPr/>
              <p:nvPr/>
            </p:nvSpPr>
            <p:spPr>
              <a:xfrm>
                <a:off x="5971308" y="2062980"/>
                <a:ext cx="24091" cy="1486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8" extrusionOk="0">
                    <a:moveTo>
                      <a:pt x="1" y="1"/>
                    </a:moveTo>
                    <a:lnTo>
                      <a:pt x="94" y="5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42"/>
              <p:cNvSpPr/>
              <p:nvPr/>
            </p:nvSpPr>
            <p:spPr>
              <a:xfrm>
                <a:off x="5971308" y="2062980"/>
                <a:ext cx="24091" cy="1486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8" fill="none" extrusionOk="0">
                    <a:moveTo>
                      <a:pt x="1" y="1"/>
                    </a:moveTo>
                    <a:lnTo>
                      <a:pt x="94" y="5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42"/>
              <p:cNvSpPr/>
              <p:nvPr/>
            </p:nvSpPr>
            <p:spPr>
              <a:xfrm>
                <a:off x="5766537" y="2062980"/>
                <a:ext cx="24347" cy="14864"/>
              </a:xfrm>
              <a:custGeom>
                <a:avLst/>
                <a:gdLst/>
                <a:ahLst/>
                <a:cxnLst/>
                <a:rect l="l" t="t" r="r" b="b"/>
                <a:pathLst>
                  <a:path w="95" h="58" extrusionOk="0">
                    <a:moveTo>
                      <a:pt x="94" y="1"/>
                    </a:moveTo>
                    <a:lnTo>
                      <a:pt x="1" y="5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42"/>
              <p:cNvSpPr/>
              <p:nvPr/>
            </p:nvSpPr>
            <p:spPr>
              <a:xfrm>
                <a:off x="5766537" y="2062980"/>
                <a:ext cx="24347" cy="14864"/>
              </a:xfrm>
              <a:custGeom>
                <a:avLst/>
                <a:gdLst/>
                <a:ahLst/>
                <a:cxnLst/>
                <a:rect l="l" t="t" r="r" b="b"/>
                <a:pathLst>
                  <a:path w="95" h="58" fill="none" extrusionOk="0">
                    <a:moveTo>
                      <a:pt x="94" y="1"/>
                    </a:moveTo>
                    <a:lnTo>
                      <a:pt x="1" y="5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42"/>
              <p:cNvSpPr/>
              <p:nvPr/>
            </p:nvSpPr>
            <p:spPr>
              <a:xfrm>
                <a:off x="5814719" y="2101423"/>
                <a:ext cx="14865" cy="24090"/>
              </a:xfrm>
              <a:custGeom>
                <a:avLst/>
                <a:gdLst/>
                <a:ahLst/>
                <a:cxnLst/>
                <a:rect l="l" t="t" r="r" b="b"/>
                <a:pathLst>
                  <a:path w="58" h="94" extrusionOk="0">
                    <a:moveTo>
                      <a:pt x="58" y="1"/>
                    </a:moveTo>
                    <a:lnTo>
                      <a:pt x="1" y="9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42"/>
              <p:cNvSpPr/>
              <p:nvPr/>
            </p:nvSpPr>
            <p:spPr>
              <a:xfrm>
                <a:off x="5814719" y="2101423"/>
                <a:ext cx="14865" cy="24090"/>
              </a:xfrm>
              <a:custGeom>
                <a:avLst/>
                <a:gdLst/>
                <a:ahLst/>
                <a:cxnLst/>
                <a:rect l="l" t="t" r="r" b="b"/>
                <a:pathLst>
                  <a:path w="58" h="94" fill="none" extrusionOk="0">
                    <a:moveTo>
                      <a:pt x="58" y="1"/>
                    </a:moveTo>
                    <a:lnTo>
                      <a:pt x="1" y="94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42"/>
              <p:cNvSpPr/>
              <p:nvPr/>
            </p:nvSpPr>
            <p:spPr>
              <a:xfrm>
                <a:off x="5706054" y="1722123"/>
                <a:ext cx="350087" cy="29472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50" extrusionOk="0">
                    <a:moveTo>
                      <a:pt x="684" y="1"/>
                    </a:moveTo>
                    <a:cubicBezTo>
                      <a:pt x="287" y="1"/>
                      <a:pt x="1" y="309"/>
                      <a:pt x="1" y="761"/>
                    </a:cubicBezTo>
                    <a:lnTo>
                      <a:pt x="1" y="1150"/>
                    </a:lnTo>
                    <a:lnTo>
                      <a:pt x="1365" y="1150"/>
                    </a:lnTo>
                    <a:lnTo>
                      <a:pt x="1365" y="761"/>
                    </a:lnTo>
                    <a:cubicBezTo>
                      <a:pt x="1365" y="309"/>
                      <a:pt x="1079" y="1"/>
                      <a:pt x="6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42"/>
              <p:cNvSpPr/>
              <p:nvPr/>
            </p:nvSpPr>
            <p:spPr>
              <a:xfrm>
                <a:off x="5881096" y="1123445"/>
                <a:ext cx="256" cy="598924"/>
              </a:xfrm>
              <a:custGeom>
                <a:avLst/>
                <a:gdLst/>
                <a:ahLst/>
                <a:cxnLst/>
                <a:rect l="l" t="t" r="r" b="b"/>
                <a:pathLst>
                  <a:path w="1" h="2337" extrusionOk="0">
                    <a:moveTo>
                      <a:pt x="1" y="2337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42"/>
              <p:cNvSpPr/>
              <p:nvPr/>
            </p:nvSpPr>
            <p:spPr>
              <a:xfrm>
                <a:off x="5881096" y="1123445"/>
                <a:ext cx="256" cy="598924"/>
              </a:xfrm>
              <a:custGeom>
                <a:avLst/>
                <a:gdLst/>
                <a:ahLst/>
                <a:cxnLst/>
                <a:rect l="l" t="t" r="r" b="b"/>
                <a:pathLst>
                  <a:path w="1" h="2337" fill="none" extrusionOk="0">
                    <a:moveTo>
                      <a:pt x="1" y="2337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4" name="Google Shape;1314;p42"/>
            <p:cNvGrpSpPr/>
            <p:nvPr/>
          </p:nvGrpSpPr>
          <p:grpSpPr>
            <a:xfrm>
              <a:off x="2296575" y="2037532"/>
              <a:ext cx="6847273" cy="2958843"/>
              <a:chOff x="2296575" y="2037532"/>
              <a:chExt cx="6847273" cy="2958843"/>
            </a:xfrm>
          </p:grpSpPr>
          <p:sp>
            <p:nvSpPr>
              <p:cNvPr id="1315" name="Google Shape;1315;p42"/>
              <p:cNvSpPr/>
              <p:nvPr/>
            </p:nvSpPr>
            <p:spPr>
              <a:xfrm>
                <a:off x="2296575" y="4870075"/>
                <a:ext cx="6847273" cy="126300"/>
              </a:xfrm>
              <a:custGeom>
                <a:avLst/>
                <a:gdLst/>
                <a:ahLst/>
                <a:cxnLst/>
                <a:rect l="l" t="t" r="r" b="b"/>
                <a:pathLst>
                  <a:path w="6069" h="1" fill="none" extrusionOk="0">
                    <a:moveTo>
                      <a:pt x="6068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42"/>
              <p:cNvSpPr/>
              <p:nvPr/>
            </p:nvSpPr>
            <p:spPr>
              <a:xfrm>
                <a:off x="6405965" y="3922241"/>
                <a:ext cx="735541" cy="80984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316" extrusionOk="0">
                    <a:moveTo>
                      <a:pt x="0" y="0"/>
                    </a:moveTo>
                    <a:lnTo>
                      <a:pt x="0" y="316"/>
                    </a:lnTo>
                    <a:lnTo>
                      <a:pt x="2869" y="316"/>
                    </a:lnTo>
                    <a:lnTo>
                      <a:pt x="2869" y="309"/>
                    </a:lnTo>
                    <a:cubicBezTo>
                      <a:pt x="2869" y="309"/>
                      <a:pt x="1194" y="28"/>
                      <a:pt x="10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42"/>
              <p:cNvSpPr/>
              <p:nvPr/>
            </p:nvSpPr>
            <p:spPr>
              <a:xfrm>
                <a:off x="7061540" y="3533459"/>
                <a:ext cx="514622" cy="392363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1531" extrusionOk="0">
                    <a:moveTo>
                      <a:pt x="210" y="1"/>
                    </a:moveTo>
                    <a:cubicBezTo>
                      <a:pt x="189" y="21"/>
                      <a:pt x="116" y="58"/>
                      <a:pt x="1" y="108"/>
                    </a:cubicBezTo>
                    <a:cubicBezTo>
                      <a:pt x="361" y="346"/>
                      <a:pt x="1476" y="1057"/>
                      <a:pt x="1519" y="1093"/>
                    </a:cubicBezTo>
                    <a:cubicBezTo>
                      <a:pt x="1540" y="1113"/>
                      <a:pt x="1597" y="1243"/>
                      <a:pt x="1640" y="1372"/>
                    </a:cubicBezTo>
                    <a:cubicBezTo>
                      <a:pt x="1662" y="1424"/>
                      <a:pt x="1676" y="1474"/>
                      <a:pt x="1691" y="1517"/>
                    </a:cubicBezTo>
                    <a:cubicBezTo>
                      <a:pt x="1698" y="1524"/>
                      <a:pt x="1698" y="1531"/>
                      <a:pt x="1698" y="1531"/>
                    </a:cubicBezTo>
                    <a:lnTo>
                      <a:pt x="1726" y="1517"/>
                    </a:lnTo>
                    <a:lnTo>
                      <a:pt x="2007" y="1372"/>
                    </a:lnTo>
                    <a:cubicBezTo>
                      <a:pt x="1964" y="1243"/>
                      <a:pt x="1907" y="1113"/>
                      <a:pt x="1885" y="1093"/>
                    </a:cubicBezTo>
                    <a:cubicBezTo>
                      <a:pt x="1842" y="1057"/>
                      <a:pt x="591" y="244"/>
                      <a:pt x="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42"/>
              <p:cNvSpPr/>
              <p:nvPr/>
            </p:nvSpPr>
            <p:spPr>
              <a:xfrm>
                <a:off x="6326774" y="4002970"/>
                <a:ext cx="208617" cy="864173"/>
              </a:xfrm>
              <a:custGeom>
                <a:avLst/>
                <a:gdLst/>
                <a:ahLst/>
                <a:cxnLst/>
                <a:rect l="l" t="t" r="r" b="b"/>
                <a:pathLst>
                  <a:path w="814" h="3372" extrusionOk="0">
                    <a:moveTo>
                      <a:pt x="582" y="1"/>
                    </a:moveTo>
                    <a:lnTo>
                      <a:pt x="1" y="3372"/>
                    </a:lnTo>
                    <a:lnTo>
                      <a:pt x="230" y="3372"/>
                    </a:lnTo>
                    <a:lnTo>
                      <a:pt x="81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42"/>
              <p:cNvSpPr/>
              <p:nvPr/>
            </p:nvSpPr>
            <p:spPr>
              <a:xfrm>
                <a:off x="6254758" y="4002970"/>
                <a:ext cx="221431" cy="864173"/>
              </a:xfrm>
              <a:custGeom>
                <a:avLst/>
                <a:gdLst/>
                <a:ahLst/>
                <a:cxnLst/>
                <a:rect l="l" t="t" r="r" b="b"/>
                <a:pathLst>
                  <a:path w="864" h="3372" extrusionOk="0">
                    <a:moveTo>
                      <a:pt x="590" y="1"/>
                    </a:moveTo>
                    <a:lnTo>
                      <a:pt x="0" y="3372"/>
                    </a:lnTo>
                    <a:lnTo>
                      <a:pt x="282" y="3372"/>
                    </a:lnTo>
                    <a:lnTo>
                      <a:pt x="86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42"/>
              <p:cNvSpPr/>
              <p:nvPr/>
            </p:nvSpPr>
            <p:spPr>
              <a:xfrm>
                <a:off x="7037705" y="4002970"/>
                <a:ext cx="210411" cy="864173"/>
              </a:xfrm>
              <a:custGeom>
                <a:avLst/>
                <a:gdLst/>
                <a:ahLst/>
                <a:cxnLst/>
                <a:rect l="l" t="t" r="r" b="b"/>
                <a:pathLst>
                  <a:path w="821" h="3372" extrusionOk="0">
                    <a:moveTo>
                      <a:pt x="1" y="1"/>
                    </a:moveTo>
                    <a:lnTo>
                      <a:pt x="591" y="3372"/>
                    </a:lnTo>
                    <a:lnTo>
                      <a:pt x="820" y="3372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42"/>
              <p:cNvSpPr/>
              <p:nvPr/>
            </p:nvSpPr>
            <p:spPr>
              <a:xfrm>
                <a:off x="7096907" y="4002970"/>
                <a:ext cx="221431" cy="864173"/>
              </a:xfrm>
              <a:custGeom>
                <a:avLst/>
                <a:gdLst/>
                <a:ahLst/>
                <a:cxnLst/>
                <a:rect l="l" t="t" r="r" b="b"/>
                <a:pathLst>
                  <a:path w="864" h="3372" extrusionOk="0">
                    <a:moveTo>
                      <a:pt x="1" y="1"/>
                    </a:moveTo>
                    <a:lnTo>
                      <a:pt x="589" y="3372"/>
                    </a:lnTo>
                    <a:lnTo>
                      <a:pt x="863" y="3372"/>
                    </a:lnTo>
                    <a:lnTo>
                      <a:pt x="360" y="475"/>
                    </a:lnTo>
                    <a:lnTo>
                      <a:pt x="353" y="482"/>
                    </a:lnTo>
                    <a:lnTo>
                      <a:pt x="237" y="187"/>
                    </a:lnTo>
                    <a:lnTo>
                      <a:pt x="17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42"/>
              <p:cNvSpPr/>
              <p:nvPr/>
            </p:nvSpPr>
            <p:spPr>
              <a:xfrm>
                <a:off x="6546153" y="3599837"/>
                <a:ext cx="764757" cy="451308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76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1" y="216"/>
                      <a:pt x="71" y="748"/>
                      <a:pt x="114" y="920"/>
                    </a:cubicBezTo>
                    <a:cubicBezTo>
                      <a:pt x="166" y="1129"/>
                      <a:pt x="382" y="1229"/>
                      <a:pt x="518" y="1258"/>
                    </a:cubicBezTo>
                    <a:cubicBezTo>
                      <a:pt x="647" y="1286"/>
                      <a:pt x="2322" y="1567"/>
                      <a:pt x="2322" y="1567"/>
                    </a:cubicBezTo>
                    <a:lnTo>
                      <a:pt x="2322" y="1574"/>
                    </a:lnTo>
                    <a:lnTo>
                      <a:pt x="2386" y="1760"/>
                    </a:lnTo>
                    <a:lnTo>
                      <a:pt x="2452" y="1726"/>
                    </a:lnTo>
                    <a:lnTo>
                      <a:pt x="2695" y="1603"/>
                    </a:lnTo>
                    <a:lnTo>
                      <a:pt x="2754" y="1574"/>
                    </a:lnTo>
                    <a:lnTo>
                      <a:pt x="2983" y="1451"/>
                    </a:lnTo>
                    <a:cubicBezTo>
                      <a:pt x="2983" y="1451"/>
                      <a:pt x="2904" y="1308"/>
                      <a:pt x="2854" y="1258"/>
                    </a:cubicBezTo>
                    <a:cubicBezTo>
                      <a:pt x="2847" y="1251"/>
                      <a:pt x="2847" y="1251"/>
                      <a:pt x="2840" y="1243"/>
                    </a:cubicBezTo>
                    <a:cubicBezTo>
                      <a:pt x="2804" y="1229"/>
                      <a:pt x="1905" y="784"/>
                      <a:pt x="1374" y="509"/>
                    </a:cubicBezTo>
                    <a:cubicBezTo>
                      <a:pt x="1265" y="459"/>
                      <a:pt x="1172" y="409"/>
                      <a:pt x="1106" y="380"/>
                    </a:cubicBezTo>
                    <a:cubicBezTo>
                      <a:pt x="1029" y="337"/>
                      <a:pt x="985" y="316"/>
                      <a:pt x="985" y="309"/>
                    </a:cubicBezTo>
                    <a:cubicBezTo>
                      <a:pt x="970" y="302"/>
                      <a:pt x="949" y="194"/>
                      <a:pt x="920" y="71"/>
                    </a:cubicBezTo>
                    <a:cubicBezTo>
                      <a:pt x="884" y="71"/>
                      <a:pt x="840" y="71"/>
                      <a:pt x="797" y="78"/>
                    </a:cubicBezTo>
                    <a:cubicBezTo>
                      <a:pt x="751" y="81"/>
                      <a:pt x="708" y="82"/>
                      <a:pt x="666" y="82"/>
                    </a:cubicBezTo>
                    <a:cubicBezTo>
                      <a:pt x="557" y="82"/>
                      <a:pt x="462" y="74"/>
                      <a:pt x="373" y="64"/>
                    </a:cubicBezTo>
                    <a:cubicBezTo>
                      <a:pt x="209" y="51"/>
                      <a:pt x="87" y="2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42"/>
              <p:cNvSpPr/>
              <p:nvPr/>
            </p:nvSpPr>
            <p:spPr>
              <a:xfrm>
                <a:off x="6696848" y="4002970"/>
                <a:ext cx="210411" cy="864173"/>
              </a:xfrm>
              <a:custGeom>
                <a:avLst/>
                <a:gdLst/>
                <a:ahLst/>
                <a:cxnLst/>
                <a:rect l="l" t="t" r="r" b="b"/>
                <a:pathLst>
                  <a:path w="821" h="3372" extrusionOk="0">
                    <a:moveTo>
                      <a:pt x="591" y="1"/>
                    </a:moveTo>
                    <a:lnTo>
                      <a:pt x="1" y="3372"/>
                    </a:lnTo>
                    <a:lnTo>
                      <a:pt x="239" y="3372"/>
                    </a:lnTo>
                    <a:lnTo>
                      <a:pt x="82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42"/>
              <p:cNvSpPr/>
              <p:nvPr/>
            </p:nvSpPr>
            <p:spPr>
              <a:xfrm>
                <a:off x="6627138" y="4002970"/>
                <a:ext cx="221175" cy="864173"/>
              </a:xfrm>
              <a:custGeom>
                <a:avLst/>
                <a:gdLst/>
                <a:ahLst/>
                <a:cxnLst/>
                <a:rect l="l" t="t" r="r" b="b"/>
                <a:pathLst>
                  <a:path w="863" h="3372" extrusionOk="0">
                    <a:moveTo>
                      <a:pt x="590" y="1"/>
                    </a:moveTo>
                    <a:lnTo>
                      <a:pt x="0" y="3372"/>
                    </a:lnTo>
                    <a:lnTo>
                      <a:pt x="273" y="3372"/>
                    </a:lnTo>
                    <a:lnTo>
                      <a:pt x="86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42"/>
              <p:cNvSpPr/>
              <p:nvPr/>
            </p:nvSpPr>
            <p:spPr>
              <a:xfrm>
                <a:off x="7524132" y="4664438"/>
                <a:ext cx="13071" cy="36904"/>
              </a:xfrm>
              <a:custGeom>
                <a:avLst/>
                <a:gdLst/>
                <a:ahLst/>
                <a:cxnLst/>
                <a:rect l="l" t="t" r="r" b="b"/>
                <a:pathLst>
                  <a:path w="51" h="144" extrusionOk="0">
                    <a:moveTo>
                      <a:pt x="0" y="1"/>
                    </a:moveTo>
                    <a:lnTo>
                      <a:pt x="30" y="144"/>
                    </a:lnTo>
                    <a:lnTo>
                      <a:pt x="30" y="137"/>
                    </a:lnTo>
                    <a:cubicBezTo>
                      <a:pt x="37" y="123"/>
                      <a:pt x="43" y="116"/>
                      <a:pt x="50" y="10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42"/>
              <p:cNvSpPr/>
              <p:nvPr/>
            </p:nvSpPr>
            <p:spPr>
              <a:xfrm>
                <a:off x="6391357" y="3188758"/>
                <a:ext cx="134550" cy="733727"/>
              </a:xfrm>
              <a:custGeom>
                <a:avLst/>
                <a:gdLst/>
                <a:ahLst/>
                <a:cxnLst/>
                <a:rect l="l" t="t" r="r" b="b"/>
                <a:pathLst>
                  <a:path w="525" h="2863" extrusionOk="0">
                    <a:moveTo>
                      <a:pt x="1" y="0"/>
                    </a:moveTo>
                    <a:lnTo>
                      <a:pt x="323" y="1582"/>
                    </a:lnTo>
                    <a:lnTo>
                      <a:pt x="323" y="2862"/>
                    </a:lnTo>
                    <a:lnTo>
                      <a:pt x="525" y="2862"/>
                    </a:lnTo>
                    <a:lnTo>
                      <a:pt x="525" y="1582"/>
                    </a:lnTo>
                    <a:lnTo>
                      <a:pt x="525" y="1575"/>
                    </a:lnTo>
                    <a:cubicBezTo>
                      <a:pt x="489" y="1561"/>
                      <a:pt x="468" y="1553"/>
                      <a:pt x="468" y="1553"/>
                    </a:cubicBezTo>
                    <a:cubicBezTo>
                      <a:pt x="468" y="1553"/>
                      <a:pt x="482" y="1503"/>
                      <a:pt x="496" y="1432"/>
                    </a:cubicBez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42"/>
              <p:cNvSpPr/>
              <p:nvPr/>
            </p:nvSpPr>
            <p:spPr>
              <a:xfrm>
                <a:off x="6230924" y="2748719"/>
                <a:ext cx="243472" cy="1173759"/>
              </a:xfrm>
              <a:custGeom>
                <a:avLst/>
                <a:gdLst/>
                <a:ahLst/>
                <a:cxnLst/>
                <a:rect l="l" t="t" r="r" b="b"/>
                <a:pathLst>
                  <a:path w="950" h="4580" extrusionOk="0">
                    <a:moveTo>
                      <a:pt x="0" y="1"/>
                    </a:moveTo>
                    <a:lnTo>
                      <a:pt x="683" y="3299"/>
                    </a:lnTo>
                    <a:lnTo>
                      <a:pt x="683" y="4579"/>
                    </a:lnTo>
                    <a:lnTo>
                      <a:pt x="949" y="4579"/>
                    </a:lnTo>
                    <a:lnTo>
                      <a:pt x="949" y="3299"/>
                    </a:lnTo>
                    <a:lnTo>
                      <a:pt x="627" y="1717"/>
                    </a:ln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42"/>
              <p:cNvSpPr/>
              <p:nvPr/>
            </p:nvSpPr>
            <p:spPr>
              <a:xfrm>
                <a:off x="6298839" y="2748719"/>
                <a:ext cx="225532" cy="440288"/>
              </a:xfrm>
              <a:custGeom>
                <a:avLst/>
                <a:gdLst/>
                <a:ahLst/>
                <a:cxnLst/>
                <a:rect l="l" t="t" r="r" b="b"/>
                <a:pathLst>
                  <a:path w="880" h="1718" extrusionOk="0">
                    <a:moveTo>
                      <a:pt x="1" y="1"/>
                    </a:moveTo>
                    <a:lnTo>
                      <a:pt x="362" y="1717"/>
                    </a:lnTo>
                    <a:lnTo>
                      <a:pt x="879" y="1717"/>
                    </a:lnTo>
                    <a:cubicBezTo>
                      <a:pt x="829" y="1495"/>
                      <a:pt x="770" y="1251"/>
                      <a:pt x="720" y="1027"/>
                    </a:cubicBezTo>
                    <a:lnTo>
                      <a:pt x="720" y="1020"/>
                    </a:lnTo>
                    <a:cubicBezTo>
                      <a:pt x="613" y="711"/>
                      <a:pt x="570" y="553"/>
                      <a:pt x="598" y="310"/>
                    </a:cubicBezTo>
                    <a:lnTo>
                      <a:pt x="598" y="303"/>
                    </a:lnTo>
                    <a:cubicBezTo>
                      <a:pt x="598" y="251"/>
                      <a:pt x="605" y="208"/>
                      <a:pt x="620" y="165"/>
                    </a:cubicBezTo>
                    <a:cubicBezTo>
                      <a:pt x="634" y="101"/>
                      <a:pt x="663" y="44"/>
                      <a:pt x="6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42"/>
              <p:cNvSpPr/>
              <p:nvPr/>
            </p:nvSpPr>
            <p:spPr>
              <a:xfrm>
                <a:off x="6444921" y="2827911"/>
                <a:ext cx="38699" cy="182471"/>
              </a:xfrm>
              <a:custGeom>
                <a:avLst/>
                <a:gdLst/>
                <a:ahLst/>
                <a:cxnLst/>
                <a:rect l="l" t="t" r="r" b="b"/>
                <a:pathLst>
                  <a:path w="151" h="712" extrusionOk="0">
                    <a:moveTo>
                      <a:pt x="28" y="1"/>
                    </a:moveTo>
                    <a:cubicBezTo>
                      <a:pt x="0" y="244"/>
                      <a:pt x="43" y="402"/>
                      <a:pt x="150" y="711"/>
                    </a:cubicBezTo>
                    <a:cubicBezTo>
                      <a:pt x="107" y="539"/>
                      <a:pt x="71" y="389"/>
                      <a:pt x="50" y="280"/>
                    </a:cubicBezTo>
                    <a:cubicBezTo>
                      <a:pt x="28" y="173"/>
                      <a:pt x="21" y="80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42"/>
              <p:cNvSpPr/>
              <p:nvPr/>
            </p:nvSpPr>
            <p:spPr>
              <a:xfrm>
                <a:off x="7688154" y="4642398"/>
                <a:ext cx="58946" cy="69964"/>
              </a:xfrm>
              <a:custGeom>
                <a:avLst/>
                <a:gdLst/>
                <a:ahLst/>
                <a:cxnLst/>
                <a:rect l="l" t="t" r="r" b="b"/>
                <a:pathLst>
                  <a:path w="230" h="273" extrusionOk="0">
                    <a:moveTo>
                      <a:pt x="187" y="0"/>
                    </a:moveTo>
                    <a:cubicBezTo>
                      <a:pt x="180" y="0"/>
                      <a:pt x="166" y="7"/>
                      <a:pt x="159" y="14"/>
                    </a:cubicBezTo>
                    <a:lnTo>
                      <a:pt x="152" y="30"/>
                    </a:lnTo>
                    <a:lnTo>
                      <a:pt x="80" y="123"/>
                    </a:lnTo>
                    <a:lnTo>
                      <a:pt x="37" y="180"/>
                    </a:lnTo>
                    <a:lnTo>
                      <a:pt x="14" y="209"/>
                    </a:lnTo>
                    <a:lnTo>
                      <a:pt x="14" y="216"/>
                    </a:lnTo>
                    <a:cubicBezTo>
                      <a:pt x="0" y="230"/>
                      <a:pt x="7" y="252"/>
                      <a:pt x="23" y="266"/>
                    </a:cubicBezTo>
                    <a:cubicBezTo>
                      <a:pt x="30" y="266"/>
                      <a:pt x="37" y="273"/>
                      <a:pt x="43" y="273"/>
                    </a:cubicBezTo>
                    <a:cubicBezTo>
                      <a:pt x="57" y="273"/>
                      <a:pt x="66" y="266"/>
                      <a:pt x="73" y="259"/>
                    </a:cubicBezTo>
                    <a:lnTo>
                      <a:pt x="123" y="187"/>
                    </a:lnTo>
                    <a:lnTo>
                      <a:pt x="152" y="150"/>
                    </a:lnTo>
                    <a:lnTo>
                      <a:pt x="159" y="137"/>
                    </a:lnTo>
                    <a:lnTo>
                      <a:pt x="209" y="73"/>
                    </a:lnTo>
                    <a:lnTo>
                      <a:pt x="216" y="57"/>
                    </a:lnTo>
                    <a:cubicBezTo>
                      <a:pt x="230" y="43"/>
                      <a:pt x="230" y="21"/>
                      <a:pt x="209" y="7"/>
                    </a:cubicBezTo>
                    <a:cubicBezTo>
                      <a:pt x="202" y="7"/>
                      <a:pt x="195" y="0"/>
                      <a:pt x="1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42"/>
              <p:cNvSpPr/>
              <p:nvPr/>
            </p:nvSpPr>
            <p:spPr>
              <a:xfrm>
                <a:off x="7727109" y="4660850"/>
                <a:ext cx="55358" cy="64326"/>
              </a:xfrm>
              <a:custGeom>
                <a:avLst/>
                <a:gdLst/>
                <a:ahLst/>
                <a:cxnLst/>
                <a:rect l="l" t="t" r="r" b="b"/>
                <a:pathLst>
                  <a:path w="216" h="251" extrusionOk="0">
                    <a:moveTo>
                      <a:pt x="173" y="1"/>
                    </a:moveTo>
                    <a:cubicBezTo>
                      <a:pt x="164" y="1"/>
                      <a:pt x="157" y="1"/>
                      <a:pt x="150" y="8"/>
                    </a:cubicBezTo>
                    <a:cubicBezTo>
                      <a:pt x="150" y="8"/>
                      <a:pt x="143" y="8"/>
                      <a:pt x="143" y="15"/>
                    </a:cubicBezTo>
                    <a:lnTo>
                      <a:pt x="121" y="44"/>
                    </a:lnTo>
                    <a:lnTo>
                      <a:pt x="86" y="94"/>
                    </a:lnTo>
                    <a:lnTo>
                      <a:pt x="71" y="115"/>
                    </a:lnTo>
                    <a:lnTo>
                      <a:pt x="14" y="194"/>
                    </a:lnTo>
                    <a:cubicBezTo>
                      <a:pt x="0" y="208"/>
                      <a:pt x="7" y="237"/>
                      <a:pt x="21" y="244"/>
                    </a:cubicBezTo>
                    <a:cubicBezTo>
                      <a:pt x="28" y="251"/>
                      <a:pt x="35" y="251"/>
                      <a:pt x="43" y="251"/>
                    </a:cubicBezTo>
                    <a:cubicBezTo>
                      <a:pt x="57" y="251"/>
                      <a:pt x="64" y="251"/>
                      <a:pt x="71" y="237"/>
                    </a:cubicBezTo>
                    <a:lnTo>
                      <a:pt x="143" y="144"/>
                    </a:lnTo>
                    <a:lnTo>
                      <a:pt x="193" y="78"/>
                    </a:lnTo>
                    <a:lnTo>
                      <a:pt x="193" y="72"/>
                    </a:lnTo>
                    <a:lnTo>
                      <a:pt x="207" y="58"/>
                    </a:lnTo>
                    <a:cubicBezTo>
                      <a:pt x="216" y="51"/>
                      <a:pt x="216" y="35"/>
                      <a:pt x="216" y="28"/>
                    </a:cubicBezTo>
                    <a:lnTo>
                      <a:pt x="207" y="22"/>
                    </a:lnTo>
                    <a:cubicBezTo>
                      <a:pt x="207" y="15"/>
                      <a:pt x="200" y="8"/>
                      <a:pt x="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42"/>
              <p:cNvSpPr/>
              <p:nvPr/>
            </p:nvSpPr>
            <p:spPr>
              <a:xfrm>
                <a:off x="7507730" y="3962478"/>
                <a:ext cx="263718" cy="709637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2769" extrusionOk="0">
                    <a:moveTo>
                      <a:pt x="316" y="0"/>
                    </a:moveTo>
                    <a:lnTo>
                      <a:pt x="194" y="66"/>
                    </a:lnTo>
                    <a:lnTo>
                      <a:pt x="21" y="159"/>
                    </a:lnTo>
                    <a:lnTo>
                      <a:pt x="0" y="173"/>
                    </a:lnTo>
                    <a:lnTo>
                      <a:pt x="352" y="1482"/>
                    </a:lnTo>
                    <a:lnTo>
                      <a:pt x="654" y="2596"/>
                    </a:lnTo>
                    <a:cubicBezTo>
                      <a:pt x="675" y="2574"/>
                      <a:pt x="697" y="2567"/>
                      <a:pt x="711" y="2567"/>
                    </a:cubicBezTo>
                    <a:cubicBezTo>
                      <a:pt x="714" y="2567"/>
                      <a:pt x="717" y="2566"/>
                      <a:pt x="720" y="2566"/>
                    </a:cubicBezTo>
                    <a:cubicBezTo>
                      <a:pt x="763" y="2566"/>
                      <a:pt x="782" y="2615"/>
                      <a:pt x="856" y="2683"/>
                    </a:cubicBezTo>
                    <a:lnTo>
                      <a:pt x="863" y="2667"/>
                    </a:lnTo>
                    <a:cubicBezTo>
                      <a:pt x="870" y="2660"/>
                      <a:pt x="884" y="2653"/>
                      <a:pt x="891" y="2653"/>
                    </a:cubicBezTo>
                    <a:cubicBezTo>
                      <a:pt x="899" y="2653"/>
                      <a:pt x="906" y="2660"/>
                      <a:pt x="913" y="2660"/>
                    </a:cubicBezTo>
                    <a:cubicBezTo>
                      <a:pt x="934" y="2674"/>
                      <a:pt x="934" y="2696"/>
                      <a:pt x="920" y="2710"/>
                    </a:cubicBezTo>
                    <a:lnTo>
                      <a:pt x="913" y="2726"/>
                    </a:lnTo>
                    <a:cubicBezTo>
                      <a:pt x="927" y="2733"/>
                      <a:pt x="934" y="2747"/>
                      <a:pt x="949" y="2753"/>
                    </a:cubicBezTo>
                    <a:cubicBezTo>
                      <a:pt x="956" y="2753"/>
                      <a:pt x="970" y="2760"/>
                      <a:pt x="977" y="2769"/>
                    </a:cubicBezTo>
                    <a:lnTo>
                      <a:pt x="999" y="2740"/>
                    </a:lnTo>
                    <a:cubicBezTo>
                      <a:pt x="999" y="2733"/>
                      <a:pt x="1006" y="2733"/>
                      <a:pt x="1006" y="2733"/>
                    </a:cubicBezTo>
                    <a:cubicBezTo>
                      <a:pt x="986" y="2667"/>
                      <a:pt x="999" y="2624"/>
                      <a:pt x="1029" y="2596"/>
                    </a:cubicBezTo>
                    <a:lnTo>
                      <a:pt x="31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42"/>
              <p:cNvSpPr/>
              <p:nvPr/>
            </p:nvSpPr>
            <p:spPr>
              <a:xfrm>
                <a:off x="7494916" y="3885080"/>
                <a:ext cx="106871" cy="121733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75" extrusionOk="0">
                    <a:moveTo>
                      <a:pt x="316" y="0"/>
                    </a:moveTo>
                    <a:lnTo>
                      <a:pt x="35" y="145"/>
                    </a:lnTo>
                    <a:lnTo>
                      <a:pt x="7" y="159"/>
                    </a:lnTo>
                    <a:cubicBezTo>
                      <a:pt x="21" y="195"/>
                      <a:pt x="28" y="225"/>
                      <a:pt x="35" y="245"/>
                    </a:cubicBezTo>
                    <a:cubicBezTo>
                      <a:pt x="44" y="268"/>
                      <a:pt x="50" y="281"/>
                      <a:pt x="50" y="281"/>
                    </a:cubicBezTo>
                    <a:lnTo>
                      <a:pt x="0" y="302"/>
                    </a:lnTo>
                    <a:lnTo>
                      <a:pt x="44" y="461"/>
                    </a:lnTo>
                    <a:lnTo>
                      <a:pt x="50" y="475"/>
                    </a:lnTo>
                    <a:lnTo>
                      <a:pt x="71" y="461"/>
                    </a:lnTo>
                    <a:lnTo>
                      <a:pt x="244" y="368"/>
                    </a:lnTo>
                    <a:lnTo>
                      <a:pt x="366" y="302"/>
                    </a:lnTo>
                    <a:lnTo>
                      <a:pt x="416" y="281"/>
                    </a:lnTo>
                    <a:cubicBezTo>
                      <a:pt x="416" y="281"/>
                      <a:pt x="366" y="138"/>
                      <a:pt x="3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42"/>
              <p:cNvSpPr/>
              <p:nvPr/>
            </p:nvSpPr>
            <p:spPr>
              <a:xfrm>
                <a:off x="7780160" y="4666232"/>
                <a:ext cx="2307" cy="2050"/>
              </a:xfrm>
              <a:custGeom>
                <a:avLst/>
                <a:gdLst/>
                <a:ahLst/>
                <a:cxnLst/>
                <a:rect l="l" t="t" r="r" b="b"/>
                <a:pathLst>
                  <a:path w="9" h="8" extrusionOk="0">
                    <a:moveTo>
                      <a:pt x="9" y="7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42"/>
              <p:cNvSpPr/>
              <p:nvPr/>
            </p:nvSpPr>
            <p:spPr>
              <a:xfrm>
                <a:off x="7271692" y="4100871"/>
                <a:ext cx="11277" cy="25884"/>
              </a:xfrm>
              <a:custGeom>
                <a:avLst/>
                <a:gdLst/>
                <a:ahLst/>
                <a:cxnLst/>
                <a:rect l="l" t="t" r="r" b="b"/>
                <a:pathLst>
                  <a:path w="44" h="101" extrusionOk="0">
                    <a:moveTo>
                      <a:pt x="0" y="0"/>
                    </a:moveTo>
                    <a:lnTo>
                      <a:pt x="36" y="100"/>
                    </a:lnTo>
                    <a:lnTo>
                      <a:pt x="43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42"/>
              <p:cNvSpPr/>
              <p:nvPr/>
            </p:nvSpPr>
            <p:spPr>
              <a:xfrm>
                <a:off x="7857557" y="4680840"/>
                <a:ext cx="29729" cy="2460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96" extrusionOk="0">
                    <a:moveTo>
                      <a:pt x="52" y="0"/>
                    </a:moveTo>
                    <a:lnTo>
                      <a:pt x="0" y="66"/>
                    </a:lnTo>
                    <a:cubicBezTo>
                      <a:pt x="9" y="66"/>
                      <a:pt x="22" y="73"/>
                      <a:pt x="29" y="80"/>
                    </a:cubicBezTo>
                    <a:cubicBezTo>
                      <a:pt x="43" y="80"/>
                      <a:pt x="59" y="87"/>
                      <a:pt x="72" y="95"/>
                    </a:cubicBezTo>
                    <a:lnTo>
                      <a:pt x="116" y="30"/>
                    </a:lnTo>
                    <a:cubicBezTo>
                      <a:pt x="95" y="23"/>
                      <a:pt x="72" y="9"/>
                      <a:pt x="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42"/>
              <p:cNvSpPr/>
              <p:nvPr/>
            </p:nvSpPr>
            <p:spPr>
              <a:xfrm>
                <a:off x="7780160" y="4666232"/>
                <a:ext cx="2307" cy="2050"/>
              </a:xfrm>
              <a:custGeom>
                <a:avLst/>
                <a:gdLst/>
                <a:ahLst/>
                <a:cxnLst/>
                <a:rect l="l" t="t" r="r" b="b"/>
                <a:pathLst>
                  <a:path w="9" h="8" extrusionOk="0">
                    <a:moveTo>
                      <a:pt x="9" y="7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42"/>
              <p:cNvSpPr/>
              <p:nvPr/>
            </p:nvSpPr>
            <p:spPr>
              <a:xfrm>
                <a:off x="7763757" y="4680840"/>
                <a:ext cx="29729" cy="2460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96" extrusionOk="0">
                    <a:moveTo>
                      <a:pt x="50" y="0"/>
                    </a:moveTo>
                    <a:lnTo>
                      <a:pt x="0" y="66"/>
                    </a:lnTo>
                    <a:cubicBezTo>
                      <a:pt x="21" y="73"/>
                      <a:pt x="50" y="87"/>
                      <a:pt x="73" y="95"/>
                    </a:cubicBezTo>
                    <a:lnTo>
                      <a:pt x="80" y="87"/>
                    </a:lnTo>
                    <a:lnTo>
                      <a:pt x="116" y="30"/>
                    </a:lnTo>
                    <a:lnTo>
                      <a:pt x="107" y="30"/>
                    </a:lnTo>
                    <a:cubicBezTo>
                      <a:pt x="87" y="23"/>
                      <a:pt x="64" y="9"/>
                      <a:pt x="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42"/>
              <p:cNvSpPr/>
              <p:nvPr/>
            </p:nvSpPr>
            <p:spPr>
              <a:xfrm>
                <a:off x="7874216" y="4705187"/>
                <a:ext cx="3844" cy="20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8" extrusionOk="0">
                    <a:moveTo>
                      <a:pt x="7" y="0"/>
                    </a:moveTo>
                    <a:lnTo>
                      <a:pt x="1" y="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42"/>
              <p:cNvSpPr/>
              <p:nvPr/>
            </p:nvSpPr>
            <p:spPr>
              <a:xfrm>
                <a:off x="7870628" y="4819233"/>
                <a:ext cx="64328" cy="256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" extrusionOk="0">
                    <a:moveTo>
                      <a:pt x="251" y="0"/>
                    </a:moveTo>
                    <a:lnTo>
                      <a:pt x="25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42"/>
              <p:cNvSpPr/>
              <p:nvPr/>
            </p:nvSpPr>
            <p:spPr>
              <a:xfrm>
                <a:off x="7864989" y="4758238"/>
                <a:ext cx="221175" cy="6125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39" extrusionOk="0">
                    <a:moveTo>
                      <a:pt x="525" y="0"/>
                    </a:moveTo>
                    <a:lnTo>
                      <a:pt x="402" y="59"/>
                    </a:lnTo>
                    <a:lnTo>
                      <a:pt x="395" y="59"/>
                    </a:lnTo>
                    <a:lnTo>
                      <a:pt x="288" y="109"/>
                    </a:lnTo>
                    <a:lnTo>
                      <a:pt x="0" y="238"/>
                    </a:lnTo>
                    <a:lnTo>
                      <a:pt x="863" y="238"/>
                    </a:lnTo>
                    <a:cubicBezTo>
                      <a:pt x="863" y="238"/>
                      <a:pt x="863" y="109"/>
                      <a:pt x="6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42"/>
              <p:cNvSpPr/>
              <p:nvPr/>
            </p:nvSpPr>
            <p:spPr>
              <a:xfrm>
                <a:off x="7934699" y="4819233"/>
                <a:ext cx="57921" cy="256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" extrusionOk="0">
                    <a:moveTo>
                      <a:pt x="225" y="0"/>
                    </a:moveTo>
                    <a:lnTo>
                      <a:pt x="225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42"/>
              <p:cNvSpPr/>
              <p:nvPr/>
            </p:nvSpPr>
            <p:spPr>
              <a:xfrm>
                <a:off x="7760169" y="4819233"/>
                <a:ext cx="329584" cy="47924"/>
              </a:xfrm>
              <a:custGeom>
                <a:avLst/>
                <a:gdLst/>
                <a:ahLst/>
                <a:cxnLst/>
                <a:rect l="l" t="t" r="r" b="b"/>
                <a:pathLst>
                  <a:path w="1286" h="187" extrusionOk="0">
                    <a:moveTo>
                      <a:pt x="409" y="0"/>
                    </a:moveTo>
                    <a:lnTo>
                      <a:pt x="1" y="187"/>
                    </a:lnTo>
                    <a:lnTo>
                      <a:pt x="1286" y="187"/>
                    </a:lnTo>
                    <a:lnTo>
                      <a:pt x="127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42"/>
              <p:cNvSpPr/>
              <p:nvPr/>
            </p:nvSpPr>
            <p:spPr>
              <a:xfrm>
                <a:off x="7934699" y="4819233"/>
                <a:ext cx="256" cy="25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42"/>
              <p:cNvSpPr/>
              <p:nvPr/>
            </p:nvSpPr>
            <p:spPr>
              <a:xfrm>
                <a:off x="7934699" y="4819233"/>
                <a:ext cx="256" cy="25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42"/>
              <p:cNvSpPr/>
              <p:nvPr/>
            </p:nvSpPr>
            <p:spPr>
              <a:xfrm>
                <a:off x="7760169" y="4620101"/>
                <a:ext cx="60740" cy="53819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10" extrusionOk="0">
                    <a:moveTo>
                      <a:pt x="103" y="0"/>
                    </a:moveTo>
                    <a:cubicBezTo>
                      <a:pt x="100" y="0"/>
                      <a:pt x="97" y="1"/>
                      <a:pt x="94" y="1"/>
                    </a:cubicBezTo>
                    <a:cubicBezTo>
                      <a:pt x="78" y="1"/>
                      <a:pt x="57" y="8"/>
                      <a:pt x="44" y="30"/>
                    </a:cubicBezTo>
                    <a:cubicBezTo>
                      <a:pt x="14" y="58"/>
                      <a:pt x="1" y="101"/>
                      <a:pt x="21" y="167"/>
                    </a:cubicBezTo>
                    <a:cubicBezTo>
                      <a:pt x="28" y="160"/>
                      <a:pt x="35" y="160"/>
                      <a:pt x="44" y="160"/>
                    </a:cubicBezTo>
                    <a:lnTo>
                      <a:pt x="64" y="160"/>
                    </a:lnTo>
                    <a:cubicBezTo>
                      <a:pt x="71" y="167"/>
                      <a:pt x="78" y="174"/>
                      <a:pt x="78" y="181"/>
                    </a:cubicBezTo>
                    <a:cubicBezTo>
                      <a:pt x="101" y="181"/>
                      <a:pt x="114" y="187"/>
                      <a:pt x="137" y="194"/>
                    </a:cubicBezTo>
                    <a:cubicBezTo>
                      <a:pt x="144" y="203"/>
                      <a:pt x="151" y="203"/>
                      <a:pt x="164" y="210"/>
                    </a:cubicBezTo>
                    <a:lnTo>
                      <a:pt x="237" y="117"/>
                    </a:lnTo>
                    <a:cubicBezTo>
                      <a:pt x="162" y="49"/>
                      <a:pt x="146" y="0"/>
                      <a:pt x="1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42"/>
              <p:cNvSpPr/>
              <p:nvPr/>
            </p:nvSpPr>
            <p:spPr>
              <a:xfrm>
                <a:off x="7870628" y="4680840"/>
                <a:ext cx="16659" cy="7688"/>
              </a:xfrm>
              <a:custGeom>
                <a:avLst/>
                <a:gdLst/>
                <a:ahLst/>
                <a:cxnLst/>
                <a:rect l="l" t="t" r="r" b="b"/>
                <a:pathLst>
                  <a:path w="65" h="30" extrusionOk="0">
                    <a:moveTo>
                      <a:pt x="1" y="0"/>
                    </a:moveTo>
                    <a:lnTo>
                      <a:pt x="17" y="8"/>
                    </a:lnTo>
                    <a:lnTo>
                      <a:pt x="17" y="8"/>
                    </a:lnTo>
                    <a:cubicBezTo>
                      <a:pt x="11" y="5"/>
                      <a:pt x="6" y="3"/>
                      <a:pt x="1" y="0"/>
                    </a:cubicBezTo>
                    <a:close/>
                    <a:moveTo>
                      <a:pt x="17" y="8"/>
                    </a:moveTo>
                    <a:cubicBezTo>
                      <a:pt x="33" y="16"/>
                      <a:pt x="49" y="25"/>
                      <a:pt x="65" y="30"/>
                    </a:cubicBezTo>
                    <a:lnTo>
                      <a:pt x="17" y="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42"/>
              <p:cNvSpPr/>
              <p:nvPr/>
            </p:nvSpPr>
            <p:spPr>
              <a:xfrm>
                <a:off x="7870628" y="4680840"/>
                <a:ext cx="16659" cy="7688"/>
              </a:xfrm>
              <a:custGeom>
                <a:avLst/>
                <a:gdLst/>
                <a:ahLst/>
                <a:cxnLst/>
                <a:rect l="l" t="t" r="r" b="b"/>
                <a:pathLst>
                  <a:path w="65" h="30" fill="none" extrusionOk="0">
                    <a:moveTo>
                      <a:pt x="65" y="30"/>
                    </a:moveTo>
                    <a:cubicBezTo>
                      <a:pt x="44" y="23"/>
                      <a:pt x="21" y="9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42"/>
              <p:cNvSpPr/>
              <p:nvPr/>
            </p:nvSpPr>
            <p:spPr>
              <a:xfrm>
                <a:off x="7820652" y="4660850"/>
                <a:ext cx="31779" cy="29472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5" extrusionOk="0">
                    <a:moveTo>
                      <a:pt x="58" y="1"/>
                    </a:moveTo>
                    <a:lnTo>
                      <a:pt x="1" y="78"/>
                    </a:lnTo>
                    <a:cubicBezTo>
                      <a:pt x="8" y="78"/>
                      <a:pt x="8" y="87"/>
                      <a:pt x="8" y="87"/>
                    </a:cubicBezTo>
                    <a:cubicBezTo>
                      <a:pt x="30" y="94"/>
                      <a:pt x="51" y="101"/>
                      <a:pt x="66" y="108"/>
                    </a:cubicBezTo>
                    <a:cubicBezTo>
                      <a:pt x="73" y="108"/>
                      <a:pt x="73" y="108"/>
                      <a:pt x="73" y="115"/>
                    </a:cubicBezTo>
                    <a:lnTo>
                      <a:pt x="123" y="44"/>
                    </a:lnTo>
                    <a:cubicBezTo>
                      <a:pt x="101" y="28"/>
                      <a:pt x="80" y="15"/>
                      <a:pt x="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42"/>
              <p:cNvSpPr/>
              <p:nvPr/>
            </p:nvSpPr>
            <p:spPr>
              <a:xfrm>
                <a:off x="7876010" y="4677252"/>
                <a:ext cx="36905" cy="2819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10" extrusionOk="0">
                    <a:moveTo>
                      <a:pt x="101" y="1"/>
                    </a:moveTo>
                    <a:cubicBezTo>
                      <a:pt x="87" y="1"/>
                      <a:pt x="80" y="8"/>
                      <a:pt x="73" y="14"/>
                    </a:cubicBezTo>
                    <a:lnTo>
                      <a:pt x="44" y="44"/>
                    </a:lnTo>
                    <a:lnTo>
                      <a:pt x="0" y="109"/>
                    </a:lnTo>
                    <a:lnTo>
                      <a:pt x="7" y="109"/>
                    </a:lnTo>
                    <a:lnTo>
                      <a:pt x="101" y="73"/>
                    </a:lnTo>
                    <a:lnTo>
                      <a:pt x="130" y="58"/>
                    </a:lnTo>
                    <a:cubicBezTo>
                      <a:pt x="144" y="44"/>
                      <a:pt x="137" y="14"/>
                      <a:pt x="123" y="8"/>
                    </a:cubicBezTo>
                    <a:cubicBezTo>
                      <a:pt x="116" y="1"/>
                      <a:pt x="109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42"/>
              <p:cNvSpPr/>
              <p:nvPr/>
            </p:nvSpPr>
            <p:spPr>
              <a:xfrm>
                <a:off x="7874216" y="4705187"/>
                <a:ext cx="3844" cy="20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8" extrusionOk="0">
                    <a:moveTo>
                      <a:pt x="7" y="0"/>
                    </a:moveTo>
                    <a:lnTo>
                      <a:pt x="1" y="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42"/>
              <p:cNvSpPr/>
              <p:nvPr/>
            </p:nvSpPr>
            <p:spPr>
              <a:xfrm>
                <a:off x="7839361" y="4660850"/>
                <a:ext cx="36905" cy="36904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44" extrusionOk="0">
                    <a:moveTo>
                      <a:pt x="107" y="1"/>
                    </a:moveTo>
                    <a:cubicBezTo>
                      <a:pt x="93" y="1"/>
                      <a:pt x="80" y="1"/>
                      <a:pt x="71" y="15"/>
                    </a:cubicBezTo>
                    <a:lnTo>
                      <a:pt x="50" y="44"/>
                    </a:lnTo>
                    <a:lnTo>
                      <a:pt x="0" y="115"/>
                    </a:lnTo>
                    <a:cubicBezTo>
                      <a:pt x="21" y="122"/>
                      <a:pt x="50" y="130"/>
                      <a:pt x="71" y="144"/>
                    </a:cubicBezTo>
                    <a:lnTo>
                      <a:pt x="123" y="78"/>
                    </a:lnTo>
                    <a:lnTo>
                      <a:pt x="137" y="58"/>
                    </a:lnTo>
                    <a:cubicBezTo>
                      <a:pt x="143" y="35"/>
                      <a:pt x="143" y="15"/>
                      <a:pt x="1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42"/>
              <p:cNvSpPr/>
              <p:nvPr/>
            </p:nvSpPr>
            <p:spPr>
              <a:xfrm>
                <a:off x="7802200" y="4642398"/>
                <a:ext cx="39212" cy="38698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51" extrusionOk="0">
                    <a:moveTo>
                      <a:pt x="109" y="0"/>
                    </a:moveTo>
                    <a:cubicBezTo>
                      <a:pt x="102" y="0"/>
                      <a:pt x="87" y="7"/>
                      <a:pt x="80" y="14"/>
                    </a:cubicBezTo>
                    <a:lnTo>
                      <a:pt x="73" y="30"/>
                    </a:lnTo>
                    <a:lnTo>
                      <a:pt x="0" y="123"/>
                    </a:lnTo>
                    <a:cubicBezTo>
                      <a:pt x="23" y="130"/>
                      <a:pt x="44" y="144"/>
                      <a:pt x="73" y="150"/>
                    </a:cubicBezTo>
                    <a:lnTo>
                      <a:pt x="130" y="73"/>
                    </a:lnTo>
                    <a:lnTo>
                      <a:pt x="145" y="57"/>
                    </a:lnTo>
                    <a:cubicBezTo>
                      <a:pt x="152" y="43"/>
                      <a:pt x="152" y="21"/>
                      <a:pt x="130" y="7"/>
                    </a:cubicBezTo>
                    <a:cubicBezTo>
                      <a:pt x="123" y="7"/>
                      <a:pt x="116" y="0"/>
                      <a:pt x="1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42"/>
              <p:cNvSpPr/>
              <p:nvPr/>
            </p:nvSpPr>
            <p:spPr>
              <a:xfrm>
                <a:off x="7776572" y="4666232"/>
                <a:ext cx="99695" cy="5561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17" extrusionOk="0">
                    <a:moveTo>
                      <a:pt x="14" y="1"/>
                    </a:moveTo>
                    <a:lnTo>
                      <a:pt x="23" y="7"/>
                    </a:lnTo>
                    <a:cubicBezTo>
                      <a:pt x="23" y="14"/>
                      <a:pt x="23" y="30"/>
                      <a:pt x="14" y="37"/>
                    </a:cubicBezTo>
                    <a:lnTo>
                      <a:pt x="0" y="51"/>
                    </a:lnTo>
                    <a:lnTo>
                      <a:pt x="0" y="57"/>
                    </a:lnTo>
                    <a:cubicBezTo>
                      <a:pt x="14" y="66"/>
                      <a:pt x="37" y="80"/>
                      <a:pt x="57" y="87"/>
                    </a:cubicBezTo>
                    <a:lnTo>
                      <a:pt x="66" y="87"/>
                    </a:lnTo>
                    <a:lnTo>
                      <a:pt x="87" y="57"/>
                    </a:lnTo>
                    <a:cubicBezTo>
                      <a:pt x="100" y="51"/>
                      <a:pt x="109" y="44"/>
                      <a:pt x="123" y="44"/>
                    </a:cubicBezTo>
                    <a:cubicBezTo>
                      <a:pt x="130" y="44"/>
                      <a:pt x="137" y="44"/>
                      <a:pt x="144" y="51"/>
                    </a:cubicBezTo>
                    <a:cubicBezTo>
                      <a:pt x="152" y="57"/>
                      <a:pt x="159" y="73"/>
                      <a:pt x="159" y="80"/>
                    </a:cubicBezTo>
                    <a:cubicBezTo>
                      <a:pt x="159" y="87"/>
                      <a:pt x="159" y="94"/>
                      <a:pt x="152" y="101"/>
                    </a:cubicBezTo>
                    <a:lnTo>
                      <a:pt x="137" y="123"/>
                    </a:lnTo>
                    <a:cubicBezTo>
                      <a:pt x="159" y="130"/>
                      <a:pt x="180" y="144"/>
                      <a:pt x="202" y="152"/>
                    </a:cubicBezTo>
                    <a:lnTo>
                      <a:pt x="209" y="152"/>
                    </a:lnTo>
                    <a:lnTo>
                      <a:pt x="230" y="123"/>
                    </a:lnTo>
                    <a:cubicBezTo>
                      <a:pt x="238" y="116"/>
                      <a:pt x="245" y="109"/>
                      <a:pt x="259" y="109"/>
                    </a:cubicBezTo>
                    <a:cubicBezTo>
                      <a:pt x="266" y="109"/>
                      <a:pt x="273" y="116"/>
                      <a:pt x="282" y="116"/>
                    </a:cubicBezTo>
                    <a:cubicBezTo>
                      <a:pt x="295" y="123"/>
                      <a:pt x="295" y="137"/>
                      <a:pt x="295" y="152"/>
                    </a:cubicBezTo>
                    <a:cubicBezTo>
                      <a:pt x="295" y="159"/>
                      <a:pt x="295" y="166"/>
                      <a:pt x="288" y="166"/>
                    </a:cubicBezTo>
                    <a:lnTo>
                      <a:pt x="282" y="180"/>
                    </a:lnTo>
                    <a:lnTo>
                      <a:pt x="252" y="216"/>
                    </a:lnTo>
                    <a:lnTo>
                      <a:pt x="309" y="195"/>
                    </a:lnTo>
                    <a:lnTo>
                      <a:pt x="382" y="159"/>
                    </a:lnTo>
                    <a:lnTo>
                      <a:pt x="388" y="152"/>
                    </a:lnTo>
                    <a:cubicBezTo>
                      <a:pt x="375" y="144"/>
                      <a:pt x="359" y="137"/>
                      <a:pt x="345" y="137"/>
                    </a:cubicBezTo>
                    <a:cubicBezTo>
                      <a:pt x="338" y="130"/>
                      <a:pt x="325" y="123"/>
                      <a:pt x="316" y="123"/>
                    </a:cubicBezTo>
                    <a:cubicBezTo>
                      <a:pt x="295" y="109"/>
                      <a:pt x="266" y="101"/>
                      <a:pt x="245" y="94"/>
                    </a:cubicBezTo>
                    <a:cubicBezTo>
                      <a:pt x="245" y="87"/>
                      <a:pt x="245" y="87"/>
                      <a:pt x="238" y="87"/>
                    </a:cubicBezTo>
                    <a:cubicBezTo>
                      <a:pt x="223" y="80"/>
                      <a:pt x="202" y="73"/>
                      <a:pt x="180" y="66"/>
                    </a:cubicBezTo>
                    <a:cubicBezTo>
                      <a:pt x="180" y="66"/>
                      <a:pt x="180" y="57"/>
                      <a:pt x="173" y="57"/>
                    </a:cubicBezTo>
                    <a:cubicBezTo>
                      <a:pt x="144" y="51"/>
                      <a:pt x="123" y="37"/>
                      <a:pt x="100" y="30"/>
                    </a:cubicBezTo>
                    <a:cubicBezTo>
                      <a:pt x="87" y="23"/>
                      <a:pt x="80" y="23"/>
                      <a:pt x="73" y="14"/>
                    </a:cubicBezTo>
                    <a:cubicBezTo>
                      <a:pt x="50" y="7"/>
                      <a:pt x="37" y="1"/>
                      <a:pt x="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42"/>
              <p:cNvSpPr/>
              <p:nvPr/>
            </p:nvSpPr>
            <p:spPr>
              <a:xfrm>
                <a:off x="7264516" y="3962478"/>
                <a:ext cx="243472" cy="162481"/>
              </a:xfrm>
              <a:custGeom>
                <a:avLst/>
                <a:gdLst/>
                <a:ahLst/>
                <a:cxnLst/>
                <a:rect l="l" t="t" r="r" b="b"/>
                <a:pathLst>
                  <a:path w="950" h="634" extrusionOk="0">
                    <a:moveTo>
                      <a:pt x="899" y="0"/>
                    </a:moveTo>
                    <a:lnTo>
                      <a:pt x="598" y="159"/>
                    </a:lnTo>
                    <a:lnTo>
                      <a:pt x="568" y="173"/>
                    </a:lnTo>
                    <a:lnTo>
                      <a:pt x="296" y="318"/>
                    </a:lnTo>
                    <a:lnTo>
                      <a:pt x="1" y="475"/>
                    </a:lnTo>
                    <a:lnTo>
                      <a:pt x="28" y="540"/>
                    </a:lnTo>
                    <a:lnTo>
                      <a:pt x="71" y="633"/>
                    </a:lnTo>
                    <a:lnTo>
                      <a:pt x="366" y="475"/>
                    </a:lnTo>
                    <a:lnTo>
                      <a:pt x="604" y="354"/>
                    </a:lnTo>
                    <a:lnTo>
                      <a:pt x="813" y="238"/>
                    </a:lnTo>
                    <a:lnTo>
                      <a:pt x="856" y="224"/>
                    </a:lnTo>
                    <a:lnTo>
                      <a:pt x="949" y="173"/>
                    </a:lnTo>
                    <a:lnTo>
                      <a:pt x="943" y="159"/>
                    </a:lnTo>
                    <a:lnTo>
                      <a:pt x="89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42"/>
              <p:cNvSpPr/>
              <p:nvPr/>
            </p:nvSpPr>
            <p:spPr>
              <a:xfrm>
                <a:off x="7264516" y="4083956"/>
                <a:ext cx="7432" cy="17171"/>
              </a:xfrm>
              <a:custGeom>
                <a:avLst/>
                <a:gdLst/>
                <a:ahLst/>
                <a:cxnLst/>
                <a:rect l="l" t="t" r="r" b="b"/>
                <a:pathLst>
                  <a:path w="29" h="67" extrusionOk="0">
                    <a:moveTo>
                      <a:pt x="28" y="66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42"/>
              <p:cNvSpPr/>
              <p:nvPr/>
            </p:nvSpPr>
            <p:spPr>
              <a:xfrm>
                <a:off x="7249741" y="3965183"/>
                <a:ext cx="425865" cy="726955"/>
              </a:xfrm>
              <a:custGeom>
                <a:avLst/>
                <a:gdLst/>
                <a:ahLst/>
                <a:cxnLst/>
                <a:rect l="l" t="t" r="r" b="b"/>
                <a:pathLst>
                  <a:path w="1533" h="2675" extrusionOk="0">
                    <a:moveTo>
                      <a:pt x="878" y="1"/>
                    </a:moveTo>
                    <a:lnTo>
                      <a:pt x="785" y="52"/>
                    </a:lnTo>
                    <a:lnTo>
                      <a:pt x="742" y="66"/>
                    </a:lnTo>
                    <a:lnTo>
                      <a:pt x="533" y="182"/>
                    </a:lnTo>
                    <a:lnTo>
                      <a:pt x="295" y="303"/>
                    </a:lnTo>
                    <a:lnTo>
                      <a:pt x="0" y="461"/>
                    </a:lnTo>
                    <a:lnTo>
                      <a:pt x="942" y="2568"/>
                    </a:lnTo>
                    <a:lnTo>
                      <a:pt x="992" y="2675"/>
                    </a:lnTo>
                    <a:cubicBezTo>
                      <a:pt x="1004" y="2665"/>
                      <a:pt x="1016" y="2662"/>
                      <a:pt x="1030" y="2662"/>
                    </a:cubicBezTo>
                    <a:cubicBezTo>
                      <a:pt x="1057" y="2662"/>
                      <a:pt x="1091" y="2675"/>
                      <a:pt x="1144" y="2675"/>
                    </a:cubicBezTo>
                    <a:cubicBezTo>
                      <a:pt x="1165" y="2675"/>
                      <a:pt x="1180" y="2675"/>
                      <a:pt x="1194" y="2668"/>
                    </a:cubicBezTo>
                    <a:lnTo>
                      <a:pt x="1237" y="2668"/>
                    </a:lnTo>
                    <a:cubicBezTo>
                      <a:pt x="1274" y="2661"/>
                      <a:pt x="1310" y="2647"/>
                      <a:pt x="1346" y="2631"/>
                    </a:cubicBezTo>
                    <a:cubicBezTo>
                      <a:pt x="1367" y="2625"/>
                      <a:pt x="1396" y="2611"/>
                      <a:pt x="1417" y="2597"/>
                    </a:cubicBezTo>
                    <a:cubicBezTo>
                      <a:pt x="1432" y="2588"/>
                      <a:pt x="1446" y="2588"/>
                      <a:pt x="1453" y="2581"/>
                    </a:cubicBezTo>
                    <a:cubicBezTo>
                      <a:pt x="1475" y="2575"/>
                      <a:pt x="1496" y="2568"/>
                      <a:pt x="1518" y="2568"/>
                    </a:cubicBezTo>
                    <a:cubicBezTo>
                      <a:pt x="1489" y="2502"/>
                      <a:pt x="1503" y="2452"/>
                      <a:pt x="1532" y="2424"/>
                    </a:cubicBezTo>
                    <a:lnTo>
                      <a:pt x="1230" y="1310"/>
                    </a:lnTo>
                    <a:lnTo>
                      <a:pt x="87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42"/>
              <p:cNvSpPr/>
              <p:nvPr/>
            </p:nvSpPr>
            <p:spPr>
              <a:xfrm>
                <a:off x="7157646" y="3885080"/>
                <a:ext cx="350343" cy="241671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943" extrusionOk="0">
                    <a:moveTo>
                      <a:pt x="1265" y="0"/>
                    </a:moveTo>
                    <a:lnTo>
                      <a:pt x="985" y="145"/>
                    </a:lnTo>
                    <a:lnTo>
                      <a:pt x="877" y="202"/>
                    </a:lnTo>
                    <a:lnTo>
                      <a:pt x="597" y="338"/>
                    </a:lnTo>
                    <a:lnTo>
                      <a:pt x="368" y="461"/>
                    </a:lnTo>
                    <a:lnTo>
                      <a:pt x="309" y="490"/>
                    </a:lnTo>
                    <a:lnTo>
                      <a:pt x="66" y="613"/>
                    </a:lnTo>
                    <a:lnTo>
                      <a:pt x="0" y="647"/>
                    </a:lnTo>
                    <a:lnTo>
                      <a:pt x="116" y="942"/>
                    </a:lnTo>
                    <a:lnTo>
                      <a:pt x="123" y="935"/>
                    </a:lnTo>
                    <a:lnTo>
                      <a:pt x="418" y="777"/>
                    </a:lnTo>
                    <a:lnTo>
                      <a:pt x="713" y="620"/>
                    </a:lnTo>
                    <a:lnTo>
                      <a:pt x="985" y="475"/>
                    </a:lnTo>
                    <a:lnTo>
                      <a:pt x="1015" y="461"/>
                    </a:lnTo>
                    <a:lnTo>
                      <a:pt x="1316" y="302"/>
                    </a:lnTo>
                    <a:lnTo>
                      <a:pt x="1366" y="281"/>
                    </a:lnTo>
                    <a:cubicBezTo>
                      <a:pt x="1366" y="281"/>
                      <a:pt x="1360" y="268"/>
                      <a:pt x="1351" y="245"/>
                    </a:cubicBezTo>
                    <a:cubicBezTo>
                      <a:pt x="1344" y="225"/>
                      <a:pt x="1337" y="195"/>
                      <a:pt x="1323" y="159"/>
                    </a:cubicBezTo>
                    <a:cubicBezTo>
                      <a:pt x="1323" y="159"/>
                      <a:pt x="1323" y="152"/>
                      <a:pt x="1316" y="145"/>
                    </a:cubicBezTo>
                    <a:cubicBezTo>
                      <a:pt x="1301" y="102"/>
                      <a:pt x="1287" y="52"/>
                      <a:pt x="12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42"/>
              <p:cNvSpPr/>
              <p:nvPr/>
            </p:nvSpPr>
            <p:spPr>
              <a:xfrm>
                <a:off x="6781678" y="3560881"/>
                <a:ext cx="700173" cy="411072"/>
              </a:xfrm>
              <a:custGeom>
                <a:avLst/>
                <a:gdLst/>
                <a:ahLst/>
                <a:cxnLst/>
                <a:rect l="l" t="t" r="r" b="b"/>
                <a:pathLst>
                  <a:path w="2732" h="1604" extrusionOk="0">
                    <a:moveTo>
                      <a:pt x="1093" y="1"/>
                    </a:moveTo>
                    <a:cubicBezTo>
                      <a:pt x="957" y="58"/>
                      <a:pt x="748" y="123"/>
                      <a:pt x="455" y="173"/>
                    </a:cubicBezTo>
                    <a:cubicBezTo>
                      <a:pt x="425" y="173"/>
                      <a:pt x="396" y="180"/>
                      <a:pt x="360" y="187"/>
                    </a:cubicBezTo>
                    <a:cubicBezTo>
                      <a:pt x="310" y="196"/>
                      <a:pt x="246" y="203"/>
                      <a:pt x="187" y="209"/>
                    </a:cubicBezTo>
                    <a:cubicBezTo>
                      <a:pt x="130" y="209"/>
                      <a:pt x="66" y="216"/>
                      <a:pt x="1" y="223"/>
                    </a:cubicBezTo>
                    <a:cubicBezTo>
                      <a:pt x="30" y="346"/>
                      <a:pt x="51" y="454"/>
                      <a:pt x="66" y="461"/>
                    </a:cubicBezTo>
                    <a:cubicBezTo>
                      <a:pt x="66" y="468"/>
                      <a:pt x="110" y="489"/>
                      <a:pt x="187" y="532"/>
                    </a:cubicBezTo>
                    <a:cubicBezTo>
                      <a:pt x="253" y="561"/>
                      <a:pt x="346" y="611"/>
                      <a:pt x="455" y="661"/>
                    </a:cubicBezTo>
                    <a:cubicBezTo>
                      <a:pt x="986" y="936"/>
                      <a:pt x="1885" y="1381"/>
                      <a:pt x="1921" y="1395"/>
                    </a:cubicBezTo>
                    <a:cubicBezTo>
                      <a:pt x="1928" y="1403"/>
                      <a:pt x="1928" y="1403"/>
                      <a:pt x="1935" y="1410"/>
                    </a:cubicBezTo>
                    <a:cubicBezTo>
                      <a:pt x="1985" y="1460"/>
                      <a:pt x="2064" y="1603"/>
                      <a:pt x="2064" y="1603"/>
                    </a:cubicBezTo>
                    <a:lnTo>
                      <a:pt x="2344" y="1467"/>
                    </a:lnTo>
                    <a:lnTo>
                      <a:pt x="2452" y="1410"/>
                    </a:lnTo>
                    <a:lnTo>
                      <a:pt x="2732" y="1265"/>
                    </a:lnTo>
                    <a:cubicBezTo>
                      <a:pt x="2689" y="1136"/>
                      <a:pt x="2632" y="1006"/>
                      <a:pt x="2611" y="986"/>
                    </a:cubicBezTo>
                    <a:cubicBezTo>
                      <a:pt x="2568" y="950"/>
                      <a:pt x="1453" y="239"/>
                      <a:pt x="10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51" extrusionOk="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42"/>
              <p:cNvSpPr/>
              <p:nvPr/>
            </p:nvSpPr>
            <p:spPr>
              <a:xfrm>
                <a:off x="7048725" y="2982706"/>
                <a:ext cx="630464" cy="319068"/>
              </a:xfrm>
              <a:custGeom>
                <a:avLst/>
                <a:gdLst/>
                <a:ahLst/>
                <a:cxnLst/>
                <a:rect l="l" t="t" r="r" b="b"/>
                <a:pathLst>
                  <a:path w="2460" h="1245" extrusionOk="0">
                    <a:moveTo>
                      <a:pt x="389" y="0"/>
                    </a:moveTo>
                    <a:lnTo>
                      <a:pt x="1" y="230"/>
                    </a:lnTo>
                    <a:cubicBezTo>
                      <a:pt x="1" y="345"/>
                      <a:pt x="8" y="459"/>
                      <a:pt x="16" y="568"/>
                    </a:cubicBezTo>
                    <a:cubicBezTo>
                      <a:pt x="16" y="632"/>
                      <a:pt x="16" y="690"/>
                      <a:pt x="23" y="740"/>
                    </a:cubicBezTo>
                    <a:lnTo>
                      <a:pt x="950" y="1056"/>
                    </a:lnTo>
                    <a:cubicBezTo>
                      <a:pt x="1138" y="1006"/>
                      <a:pt x="1440" y="977"/>
                      <a:pt x="1490" y="977"/>
                    </a:cubicBezTo>
                    <a:cubicBezTo>
                      <a:pt x="1533" y="977"/>
                      <a:pt x="1705" y="1158"/>
                      <a:pt x="1785" y="1244"/>
                    </a:cubicBezTo>
                    <a:lnTo>
                      <a:pt x="2380" y="1244"/>
                    </a:lnTo>
                    <a:lnTo>
                      <a:pt x="2459" y="992"/>
                    </a:lnTo>
                    <a:cubicBezTo>
                      <a:pt x="2445" y="985"/>
                      <a:pt x="2431" y="977"/>
                      <a:pt x="2423" y="977"/>
                    </a:cubicBezTo>
                    <a:cubicBezTo>
                      <a:pt x="2373" y="977"/>
                      <a:pt x="2028" y="1092"/>
                      <a:pt x="1841" y="1142"/>
                    </a:cubicBezTo>
                    <a:lnTo>
                      <a:pt x="475" y="130"/>
                    </a:lnTo>
                    <a:lnTo>
                      <a:pt x="468" y="114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51" extrusionOk="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42"/>
              <p:cNvSpPr/>
              <p:nvPr/>
            </p:nvSpPr>
            <p:spPr>
              <a:xfrm>
                <a:off x="6632777" y="3065229"/>
                <a:ext cx="873423" cy="274988"/>
              </a:xfrm>
              <a:custGeom>
                <a:avLst/>
                <a:gdLst/>
                <a:ahLst/>
                <a:cxnLst/>
                <a:rect l="l" t="t" r="r" b="b"/>
                <a:pathLst>
                  <a:path w="3408" h="1073" extrusionOk="0">
                    <a:moveTo>
                      <a:pt x="711" y="1"/>
                    </a:moveTo>
                    <a:lnTo>
                      <a:pt x="618" y="60"/>
                    </a:lnTo>
                    <a:lnTo>
                      <a:pt x="380" y="196"/>
                    </a:lnTo>
                    <a:lnTo>
                      <a:pt x="0" y="425"/>
                    </a:lnTo>
                    <a:cubicBezTo>
                      <a:pt x="14" y="448"/>
                      <a:pt x="35" y="462"/>
                      <a:pt x="50" y="482"/>
                    </a:cubicBezTo>
                    <a:cubicBezTo>
                      <a:pt x="121" y="591"/>
                      <a:pt x="194" y="684"/>
                      <a:pt x="201" y="691"/>
                    </a:cubicBezTo>
                    <a:cubicBezTo>
                      <a:pt x="201" y="691"/>
                      <a:pt x="201" y="698"/>
                      <a:pt x="207" y="698"/>
                    </a:cubicBezTo>
                    <a:lnTo>
                      <a:pt x="216" y="698"/>
                    </a:lnTo>
                    <a:cubicBezTo>
                      <a:pt x="251" y="706"/>
                      <a:pt x="352" y="727"/>
                      <a:pt x="496" y="757"/>
                    </a:cubicBezTo>
                    <a:cubicBezTo>
                      <a:pt x="582" y="770"/>
                      <a:pt x="675" y="784"/>
                      <a:pt x="777" y="807"/>
                    </a:cubicBezTo>
                    <a:cubicBezTo>
                      <a:pt x="1056" y="850"/>
                      <a:pt x="1408" y="907"/>
                      <a:pt x="1710" y="957"/>
                    </a:cubicBezTo>
                    <a:cubicBezTo>
                      <a:pt x="2091" y="1022"/>
                      <a:pt x="2400" y="1072"/>
                      <a:pt x="2400" y="1072"/>
                    </a:cubicBezTo>
                    <a:lnTo>
                      <a:pt x="2595" y="1072"/>
                    </a:lnTo>
                    <a:lnTo>
                      <a:pt x="2718" y="922"/>
                    </a:lnTo>
                    <a:lnTo>
                      <a:pt x="3408" y="922"/>
                    </a:lnTo>
                    <a:cubicBezTo>
                      <a:pt x="3328" y="836"/>
                      <a:pt x="3156" y="655"/>
                      <a:pt x="3113" y="655"/>
                    </a:cubicBezTo>
                    <a:cubicBezTo>
                      <a:pt x="3063" y="655"/>
                      <a:pt x="2761" y="684"/>
                      <a:pt x="2573" y="734"/>
                    </a:cubicBezTo>
                    <a:lnTo>
                      <a:pt x="1646" y="418"/>
                    </a:lnTo>
                    <a:lnTo>
                      <a:pt x="1646" y="432"/>
                    </a:lnTo>
                    <a:cubicBezTo>
                      <a:pt x="1596" y="411"/>
                      <a:pt x="1560" y="396"/>
                      <a:pt x="1538" y="382"/>
                    </a:cubicBezTo>
                    <a:lnTo>
                      <a:pt x="1079" y="232"/>
                    </a:lnTo>
                    <a:lnTo>
                      <a:pt x="1063" y="223"/>
                    </a:lnTo>
                    <a:lnTo>
                      <a:pt x="804" y="137"/>
                    </a:lnTo>
                    <a:lnTo>
                      <a:pt x="791" y="123"/>
                    </a:lnTo>
                    <a:lnTo>
                      <a:pt x="71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42"/>
              <p:cNvSpPr/>
              <p:nvPr/>
            </p:nvSpPr>
            <p:spPr>
              <a:xfrm>
                <a:off x="7015665" y="2698744"/>
                <a:ext cx="118404" cy="22142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864" extrusionOk="0">
                    <a:moveTo>
                      <a:pt x="0" y="1"/>
                    </a:moveTo>
                    <a:lnTo>
                      <a:pt x="7" y="8"/>
                    </a:lnTo>
                    <a:cubicBezTo>
                      <a:pt x="94" y="166"/>
                      <a:pt x="318" y="598"/>
                      <a:pt x="461" y="863"/>
                    </a:cubicBezTo>
                    <a:cubicBezTo>
                      <a:pt x="318" y="584"/>
                      <a:pt x="80" y="123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42"/>
              <p:cNvSpPr/>
              <p:nvPr/>
            </p:nvSpPr>
            <p:spPr>
              <a:xfrm>
                <a:off x="7017459" y="2700538"/>
                <a:ext cx="143776" cy="341108"/>
              </a:xfrm>
              <a:custGeom>
                <a:avLst/>
                <a:gdLst/>
                <a:ahLst/>
                <a:cxnLst/>
                <a:rect l="l" t="t" r="r" b="b"/>
                <a:pathLst>
                  <a:path w="561" h="1331" extrusionOk="0">
                    <a:moveTo>
                      <a:pt x="0" y="1"/>
                    </a:moveTo>
                    <a:cubicBezTo>
                      <a:pt x="43" y="87"/>
                      <a:pt x="66" y="209"/>
                      <a:pt x="80" y="332"/>
                    </a:cubicBezTo>
                    <a:cubicBezTo>
                      <a:pt x="87" y="404"/>
                      <a:pt x="95" y="663"/>
                      <a:pt x="109" y="972"/>
                    </a:cubicBezTo>
                    <a:cubicBezTo>
                      <a:pt x="109" y="1086"/>
                      <a:pt x="116" y="1208"/>
                      <a:pt x="123" y="1331"/>
                    </a:cubicBezTo>
                    <a:lnTo>
                      <a:pt x="511" y="1101"/>
                    </a:lnTo>
                    <a:lnTo>
                      <a:pt x="561" y="1072"/>
                    </a:lnTo>
                    <a:cubicBezTo>
                      <a:pt x="561" y="1072"/>
                      <a:pt x="561" y="1058"/>
                      <a:pt x="554" y="1043"/>
                    </a:cubicBezTo>
                    <a:cubicBezTo>
                      <a:pt x="547" y="1043"/>
                      <a:pt x="547" y="1036"/>
                      <a:pt x="540" y="1029"/>
                    </a:cubicBezTo>
                    <a:lnTo>
                      <a:pt x="540" y="1022"/>
                    </a:lnTo>
                    <a:cubicBezTo>
                      <a:pt x="526" y="1000"/>
                      <a:pt x="511" y="965"/>
                      <a:pt x="490" y="936"/>
                    </a:cubicBezTo>
                    <a:cubicBezTo>
                      <a:pt x="483" y="913"/>
                      <a:pt x="475" y="899"/>
                      <a:pt x="468" y="879"/>
                    </a:cubicBezTo>
                    <a:cubicBezTo>
                      <a:pt x="461" y="870"/>
                      <a:pt x="454" y="863"/>
                      <a:pt x="454" y="856"/>
                    </a:cubicBezTo>
                    <a:cubicBezTo>
                      <a:pt x="311" y="591"/>
                      <a:pt x="87" y="159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42"/>
              <p:cNvSpPr/>
              <p:nvPr/>
            </p:nvSpPr>
            <p:spPr>
              <a:xfrm>
                <a:off x="6450046" y="2605200"/>
                <a:ext cx="678133" cy="1015634"/>
              </a:xfrm>
              <a:custGeom>
                <a:avLst/>
                <a:gdLst/>
                <a:ahLst/>
                <a:cxnLst/>
                <a:rect l="l" t="t" r="r" b="b"/>
                <a:pathLst>
                  <a:path w="2646" h="3963" extrusionOk="0">
                    <a:moveTo>
                      <a:pt x="1647" y="0"/>
                    </a:moveTo>
                    <a:cubicBezTo>
                      <a:pt x="1647" y="0"/>
                      <a:pt x="1647" y="7"/>
                      <a:pt x="1654" y="7"/>
                    </a:cubicBezTo>
                    <a:cubicBezTo>
                      <a:pt x="1662" y="21"/>
                      <a:pt x="1662" y="35"/>
                      <a:pt x="1662" y="64"/>
                    </a:cubicBezTo>
                    <a:lnTo>
                      <a:pt x="1662" y="78"/>
                    </a:lnTo>
                    <a:lnTo>
                      <a:pt x="1662" y="93"/>
                    </a:lnTo>
                    <a:lnTo>
                      <a:pt x="1662" y="107"/>
                    </a:lnTo>
                    <a:cubicBezTo>
                      <a:pt x="1662" y="114"/>
                      <a:pt x="1654" y="121"/>
                      <a:pt x="1654" y="129"/>
                    </a:cubicBezTo>
                    <a:cubicBezTo>
                      <a:pt x="1654" y="136"/>
                      <a:pt x="1647" y="143"/>
                      <a:pt x="1647" y="150"/>
                    </a:cubicBezTo>
                    <a:cubicBezTo>
                      <a:pt x="1619" y="216"/>
                      <a:pt x="1554" y="286"/>
                      <a:pt x="1431" y="309"/>
                    </a:cubicBezTo>
                    <a:cubicBezTo>
                      <a:pt x="1369" y="320"/>
                      <a:pt x="1312" y="326"/>
                      <a:pt x="1258" y="326"/>
                    </a:cubicBezTo>
                    <a:cubicBezTo>
                      <a:pt x="848" y="326"/>
                      <a:pt x="662" y="28"/>
                      <a:pt x="662" y="28"/>
                    </a:cubicBezTo>
                    <a:cubicBezTo>
                      <a:pt x="662" y="28"/>
                      <a:pt x="317" y="330"/>
                      <a:pt x="187" y="452"/>
                    </a:cubicBezTo>
                    <a:cubicBezTo>
                      <a:pt x="160" y="488"/>
                      <a:pt x="130" y="518"/>
                      <a:pt x="101" y="561"/>
                    </a:cubicBezTo>
                    <a:cubicBezTo>
                      <a:pt x="73" y="604"/>
                      <a:pt x="44" y="661"/>
                      <a:pt x="30" y="725"/>
                    </a:cubicBezTo>
                    <a:cubicBezTo>
                      <a:pt x="15" y="768"/>
                      <a:pt x="8" y="811"/>
                      <a:pt x="8" y="863"/>
                    </a:cubicBezTo>
                    <a:lnTo>
                      <a:pt x="8" y="870"/>
                    </a:lnTo>
                    <a:cubicBezTo>
                      <a:pt x="1" y="949"/>
                      <a:pt x="8" y="1042"/>
                      <a:pt x="30" y="1149"/>
                    </a:cubicBezTo>
                    <a:cubicBezTo>
                      <a:pt x="51" y="1258"/>
                      <a:pt x="87" y="1408"/>
                      <a:pt x="130" y="1580"/>
                    </a:cubicBezTo>
                    <a:lnTo>
                      <a:pt x="130" y="1587"/>
                    </a:lnTo>
                    <a:cubicBezTo>
                      <a:pt x="180" y="1811"/>
                      <a:pt x="239" y="2055"/>
                      <a:pt x="289" y="2277"/>
                    </a:cubicBezTo>
                    <a:cubicBezTo>
                      <a:pt x="353" y="2545"/>
                      <a:pt x="396" y="2760"/>
                      <a:pt x="403" y="2838"/>
                    </a:cubicBezTo>
                    <a:cubicBezTo>
                      <a:pt x="412" y="2976"/>
                      <a:pt x="310" y="3478"/>
                      <a:pt x="267" y="3709"/>
                    </a:cubicBezTo>
                    <a:cubicBezTo>
                      <a:pt x="253" y="3780"/>
                      <a:pt x="239" y="3830"/>
                      <a:pt x="239" y="3830"/>
                    </a:cubicBezTo>
                    <a:cubicBezTo>
                      <a:pt x="239" y="3830"/>
                      <a:pt x="260" y="3838"/>
                      <a:pt x="296" y="3852"/>
                    </a:cubicBezTo>
                    <a:cubicBezTo>
                      <a:pt x="317" y="3859"/>
                      <a:pt x="346" y="3873"/>
                      <a:pt x="375" y="3882"/>
                    </a:cubicBezTo>
                    <a:cubicBezTo>
                      <a:pt x="462" y="3909"/>
                      <a:pt x="584" y="3932"/>
                      <a:pt x="748" y="3945"/>
                    </a:cubicBezTo>
                    <a:cubicBezTo>
                      <a:pt x="837" y="3955"/>
                      <a:pt x="932" y="3963"/>
                      <a:pt x="1041" y="3963"/>
                    </a:cubicBezTo>
                    <a:cubicBezTo>
                      <a:pt x="1083" y="3963"/>
                      <a:pt x="1126" y="3962"/>
                      <a:pt x="1172" y="3959"/>
                    </a:cubicBezTo>
                    <a:cubicBezTo>
                      <a:pt x="1215" y="3952"/>
                      <a:pt x="1259" y="3952"/>
                      <a:pt x="1295" y="3952"/>
                    </a:cubicBezTo>
                    <a:cubicBezTo>
                      <a:pt x="1360" y="3945"/>
                      <a:pt x="1424" y="3938"/>
                      <a:pt x="1481" y="3938"/>
                    </a:cubicBezTo>
                    <a:cubicBezTo>
                      <a:pt x="1540" y="3932"/>
                      <a:pt x="1604" y="3925"/>
                      <a:pt x="1654" y="3916"/>
                    </a:cubicBezTo>
                    <a:cubicBezTo>
                      <a:pt x="1690" y="3909"/>
                      <a:pt x="1719" y="3902"/>
                      <a:pt x="1749" y="3902"/>
                    </a:cubicBezTo>
                    <a:cubicBezTo>
                      <a:pt x="2042" y="3852"/>
                      <a:pt x="2251" y="3787"/>
                      <a:pt x="2387" y="3730"/>
                    </a:cubicBezTo>
                    <a:cubicBezTo>
                      <a:pt x="2502" y="3680"/>
                      <a:pt x="2575" y="3643"/>
                      <a:pt x="2596" y="3623"/>
                    </a:cubicBezTo>
                    <a:cubicBezTo>
                      <a:pt x="2602" y="3623"/>
                      <a:pt x="2602" y="3614"/>
                      <a:pt x="2602" y="3614"/>
                    </a:cubicBezTo>
                    <a:cubicBezTo>
                      <a:pt x="2602" y="3614"/>
                      <a:pt x="2646" y="3521"/>
                      <a:pt x="2639" y="3435"/>
                    </a:cubicBezTo>
                    <a:cubicBezTo>
                      <a:pt x="2632" y="3364"/>
                      <a:pt x="2489" y="3040"/>
                      <a:pt x="2423" y="2752"/>
                    </a:cubicBezTo>
                    <a:cubicBezTo>
                      <a:pt x="2121" y="2702"/>
                      <a:pt x="1769" y="2645"/>
                      <a:pt x="1490" y="2602"/>
                    </a:cubicBezTo>
                    <a:cubicBezTo>
                      <a:pt x="1388" y="2579"/>
                      <a:pt x="1295" y="2565"/>
                      <a:pt x="1209" y="2552"/>
                    </a:cubicBezTo>
                    <a:cubicBezTo>
                      <a:pt x="1065" y="2522"/>
                      <a:pt x="964" y="2501"/>
                      <a:pt x="929" y="2493"/>
                    </a:cubicBezTo>
                    <a:lnTo>
                      <a:pt x="920" y="2493"/>
                    </a:lnTo>
                    <a:cubicBezTo>
                      <a:pt x="914" y="2493"/>
                      <a:pt x="914" y="2486"/>
                      <a:pt x="914" y="2486"/>
                    </a:cubicBezTo>
                    <a:cubicBezTo>
                      <a:pt x="907" y="2479"/>
                      <a:pt x="834" y="2386"/>
                      <a:pt x="763" y="2277"/>
                    </a:cubicBezTo>
                    <a:cubicBezTo>
                      <a:pt x="748" y="2257"/>
                      <a:pt x="727" y="2243"/>
                      <a:pt x="713" y="2220"/>
                    </a:cubicBezTo>
                    <a:lnTo>
                      <a:pt x="1093" y="1991"/>
                    </a:lnTo>
                    <a:lnTo>
                      <a:pt x="1331" y="1855"/>
                    </a:lnTo>
                    <a:lnTo>
                      <a:pt x="1424" y="1796"/>
                    </a:lnTo>
                    <a:lnTo>
                      <a:pt x="1504" y="1918"/>
                    </a:lnTo>
                    <a:lnTo>
                      <a:pt x="1517" y="1932"/>
                    </a:lnTo>
                    <a:lnTo>
                      <a:pt x="1776" y="2018"/>
                    </a:lnTo>
                    <a:lnTo>
                      <a:pt x="1792" y="2027"/>
                    </a:lnTo>
                    <a:lnTo>
                      <a:pt x="2251" y="2177"/>
                    </a:lnTo>
                    <a:lnTo>
                      <a:pt x="2359" y="2213"/>
                    </a:lnTo>
                    <a:cubicBezTo>
                      <a:pt x="2352" y="2163"/>
                      <a:pt x="2352" y="2105"/>
                      <a:pt x="2352" y="2041"/>
                    </a:cubicBezTo>
                    <a:cubicBezTo>
                      <a:pt x="2344" y="1932"/>
                      <a:pt x="2337" y="1818"/>
                      <a:pt x="2337" y="1703"/>
                    </a:cubicBezTo>
                    <a:cubicBezTo>
                      <a:pt x="2330" y="1580"/>
                      <a:pt x="2323" y="1458"/>
                      <a:pt x="2323" y="1344"/>
                    </a:cubicBezTo>
                    <a:cubicBezTo>
                      <a:pt x="2309" y="1035"/>
                      <a:pt x="2301" y="776"/>
                      <a:pt x="2294" y="704"/>
                    </a:cubicBezTo>
                    <a:cubicBezTo>
                      <a:pt x="2280" y="581"/>
                      <a:pt x="2257" y="459"/>
                      <a:pt x="2214" y="373"/>
                    </a:cubicBezTo>
                    <a:lnTo>
                      <a:pt x="2207" y="366"/>
                    </a:lnTo>
                    <a:lnTo>
                      <a:pt x="2207" y="359"/>
                    </a:lnTo>
                    <a:cubicBezTo>
                      <a:pt x="2194" y="336"/>
                      <a:pt x="2180" y="316"/>
                      <a:pt x="2164" y="293"/>
                    </a:cubicBezTo>
                    <a:cubicBezTo>
                      <a:pt x="2085" y="216"/>
                      <a:pt x="1647" y="0"/>
                      <a:pt x="16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51" extrusionOk="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42"/>
              <p:cNvSpPr/>
              <p:nvPr/>
            </p:nvSpPr>
            <p:spPr>
              <a:xfrm>
                <a:off x="6962101" y="2210011"/>
                <a:ext cx="107384" cy="67401"/>
              </a:xfrm>
              <a:custGeom>
                <a:avLst/>
                <a:gdLst/>
                <a:ahLst/>
                <a:cxnLst/>
                <a:rect l="l" t="t" r="r" b="b"/>
                <a:pathLst>
                  <a:path w="419" h="263" extrusionOk="0">
                    <a:moveTo>
                      <a:pt x="178" y="1"/>
                    </a:moveTo>
                    <a:cubicBezTo>
                      <a:pt x="120" y="1"/>
                      <a:pt x="59" y="9"/>
                      <a:pt x="1" y="24"/>
                    </a:cubicBezTo>
                    <a:cubicBezTo>
                      <a:pt x="16" y="96"/>
                      <a:pt x="23" y="183"/>
                      <a:pt x="16" y="262"/>
                    </a:cubicBezTo>
                    <a:lnTo>
                      <a:pt x="130" y="262"/>
                    </a:lnTo>
                    <a:cubicBezTo>
                      <a:pt x="339" y="262"/>
                      <a:pt x="418" y="126"/>
                      <a:pt x="389" y="53"/>
                    </a:cubicBezTo>
                    <a:cubicBezTo>
                      <a:pt x="331" y="17"/>
                      <a:pt x="257" y="1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42"/>
              <p:cNvSpPr/>
              <p:nvPr/>
            </p:nvSpPr>
            <p:spPr>
              <a:xfrm>
                <a:off x="6661993" y="2488848"/>
                <a:ext cx="256" cy="16914"/>
              </a:xfrm>
              <a:custGeom>
                <a:avLst/>
                <a:gdLst/>
                <a:ahLst/>
                <a:cxnLst/>
                <a:rect l="l" t="t" r="r" b="b"/>
                <a:pathLst>
                  <a:path w="1" h="66" extrusionOk="0">
                    <a:moveTo>
                      <a:pt x="0" y="0"/>
                    </a:moveTo>
                    <a:lnTo>
                      <a:pt x="0" y="66"/>
                    </a:lnTo>
                    <a:lnTo>
                      <a:pt x="0" y="66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42"/>
              <p:cNvSpPr/>
              <p:nvPr/>
            </p:nvSpPr>
            <p:spPr>
              <a:xfrm>
                <a:off x="6619450" y="2429902"/>
                <a:ext cx="256799" cy="25884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10" extrusionOk="0">
                    <a:moveTo>
                      <a:pt x="153" y="1"/>
                    </a:moveTo>
                    <a:lnTo>
                      <a:pt x="153" y="51"/>
                    </a:lnTo>
                    <a:cubicBezTo>
                      <a:pt x="153" y="65"/>
                      <a:pt x="159" y="80"/>
                      <a:pt x="159" y="94"/>
                    </a:cubicBezTo>
                    <a:lnTo>
                      <a:pt x="159" y="108"/>
                    </a:lnTo>
                    <a:lnTo>
                      <a:pt x="159" y="137"/>
                    </a:lnTo>
                    <a:lnTo>
                      <a:pt x="159" y="144"/>
                    </a:lnTo>
                    <a:lnTo>
                      <a:pt x="159" y="167"/>
                    </a:lnTo>
                    <a:cubicBezTo>
                      <a:pt x="159" y="187"/>
                      <a:pt x="159" y="210"/>
                      <a:pt x="166" y="230"/>
                    </a:cubicBezTo>
                    <a:lnTo>
                      <a:pt x="166" y="260"/>
                    </a:lnTo>
                    <a:lnTo>
                      <a:pt x="166" y="280"/>
                    </a:lnTo>
                    <a:lnTo>
                      <a:pt x="166" y="296"/>
                    </a:lnTo>
                    <a:cubicBezTo>
                      <a:pt x="166" y="330"/>
                      <a:pt x="166" y="367"/>
                      <a:pt x="159" y="396"/>
                    </a:cubicBezTo>
                    <a:cubicBezTo>
                      <a:pt x="153" y="568"/>
                      <a:pt x="1" y="712"/>
                      <a:pt x="1" y="712"/>
                    </a:cubicBezTo>
                    <a:cubicBezTo>
                      <a:pt x="1" y="712"/>
                      <a:pt x="187" y="1010"/>
                      <a:pt x="597" y="1010"/>
                    </a:cubicBezTo>
                    <a:cubicBezTo>
                      <a:pt x="651" y="1010"/>
                      <a:pt x="708" y="1004"/>
                      <a:pt x="770" y="993"/>
                    </a:cubicBezTo>
                    <a:cubicBezTo>
                      <a:pt x="893" y="970"/>
                      <a:pt x="958" y="900"/>
                      <a:pt x="986" y="834"/>
                    </a:cubicBezTo>
                    <a:cubicBezTo>
                      <a:pt x="986" y="827"/>
                      <a:pt x="993" y="820"/>
                      <a:pt x="993" y="813"/>
                    </a:cubicBezTo>
                    <a:cubicBezTo>
                      <a:pt x="993" y="805"/>
                      <a:pt x="1001" y="798"/>
                      <a:pt x="1001" y="791"/>
                    </a:cubicBezTo>
                    <a:lnTo>
                      <a:pt x="1001" y="777"/>
                    </a:lnTo>
                    <a:lnTo>
                      <a:pt x="1001" y="762"/>
                    </a:lnTo>
                    <a:lnTo>
                      <a:pt x="1001" y="748"/>
                    </a:lnTo>
                    <a:cubicBezTo>
                      <a:pt x="1001" y="719"/>
                      <a:pt x="1001" y="705"/>
                      <a:pt x="993" y="691"/>
                    </a:cubicBezTo>
                    <a:cubicBezTo>
                      <a:pt x="986" y="691"/>
                      <a:pt x="986" y="684"/>
                      <a:pt x="986" y="684"/>
                    </a:cubicBezTo>
                    <a:cubicBezTo>
                      <a:pt x="958" y="648"/>
                      <a:pt x="893" y="582"/>
                      <a:pt x="836" y="446"/>
                    </a:cubicBezTo>
                    <a:cubicBezTo>
                      <a:pt x="613" y="403"/>
                      <a:pt x="296" y="267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42"/>
              <p:cNvSpPr/>
              <p:nvPr/>
            </p:nvSpPr>
            <p:spPr>
              <a:xfrm>
                <a:off x="6792698" y="2312012"/>
                <a:ext cx="33573" cy="4100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60" extrusionOk="0">
                    <a:moveTo>
                      <a:pt x="73" y="0"/>
                    </a:moveTo>
                    <a:cubicBezTo>
                      <a:pt x="37" y="0"/>
                      <a:pt x="8" y="30"/>
                      <a:pt x="8" y="73"/>
                    </a:cubicBezTo>
                    <a:cubicBezTo>
                      <a:pt x="1" y="116"/>
                      <a:pt x="30" y="159"/>
                      <a:pt x="58" y="159"/>
                    </a:cubicBezTo>
                    <a:cubicBezTo>
                      <a:pt x="94" y="159"/>
                      <a:pt x="123" y="130"/>
                      <a:pt x="130" y="87"/>
                    </a:cubicBezTo>
                    <a:cubicBezTo>
                      <a:pt x="130" y="43"/>
                      <a:pt x="110" y="0"/>
                      <a:pt x="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42"/>
              <p:cNvSpPr/>
              <p:nvPr/>
            </p:nvSpPr>
            <p:spPr>
              <a:xfrm>
                <a:off x="6925453" y="2324826"/>
                <a:ext cx="25885" cy="35623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39" extrusionOk="0">
                    <a:moveTo>
                      <a:pt x="57" y="0"/>
                    </a:moveTo>
                    <a:cubicBezTo>
                      <a:pt x="30" y="0"/>
                      <a:pt x="0" y="30"/>
                      <a:pt x="0" y="66"/>
                    </a:cubicBezTo>
                    <a:cubicBezTo>
                      <a:pt x="0" y="109"/>
                      <a:pt x="14" y="137"/>
                      <a:pt x="44" y="137"/>
                    </a:cubicBezTo>
                    <a:cubicBezTo>
                      <a:pt x="47" y="138"/>
                      <a:pt x="51" y="138"/>
                      <a:pt x="54" y="138"/>
                    </a:cubicBezTo>
                    <a:cubicBezTo>
                      <a:pt x="79" y="138"/>
                      <a:pt x="101" y="111"/>
                      <a:pt x="101" y="73"/>
                    </a:cubicBezTo>
                    <a:cubicBezTo>
                      <a:pt x="101" y="37"/>
                      <a:pt x="87" y="7"/>
                      <a:pt x="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42"/>
              <p:cNvSpPr/>
              <p:nvPr/>
            </p:nvSpPr>
            <p:spPr>
              <a:xfrm>
                <a:off x="6791160" y="2277157"/>
                <a:ext cx="16402" cy="1794"/>
              </a:xfrm>
              <a:custGeom>
                <a:avLst/>
                <a:gdLst/>
                <a:ahLst/>
                <a:cxnLst/>
                <a:rect l="l" t="t" r="r" b="b"/>
                <a:pathLst>
                  <a:path w="64" h="7" extrusionOk="0">
                    <a:moveTo>
                      <a:pt x="21" y="0"/>
                    </a:moveTo>
                    <a:cubicBezTo>
                      <a:pt x="14" y="7"/>
                      <a:pt x="7" y="7"/>
                      <a:pt x="0" y="7"/>
                    </a:cubicBezTo>
                    <a:cubicBezTo>
                      <a:pt x="21" y="7"/>
                      <a:pt x="43" y="7"/>
                      <a:pt x="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42"/>
              <p:cNvSpPr/>
              <p:nvPr/>
            </p:nvSpPr>
            <p:spPr>
              <a:xfrm>
                <a:off x="6542052" y="2240253"/>
                <a:ext cx="249366" cy="265505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036" extrusionOk="0">
                    <a:moveTo>
                      <a:pt x="1" y="1"/>
                    </a:moveTo>
                    <a:lnTo>
                      <a:pt x="1" y="78"/>
                    </a:lnTo>
                    <a:cubicBezTo>
                      <a:pt x="1" y="330"/>
                      <a:pt x="109" y="582"/>
                      <a:pt x="196" y="712"/>
                    </a:cubicBezTo>
                    <a:cubicBezTo>
                      <a:pt x="282" y="827"/>
                      <a:pt x="455" y="1020"/>
                      <a:pt x="468" y="1036"/>
                    </a:cubicBezTo>
                    <a:lnTo>
                      <a:pt x="448" y="741"/>
                    </a:lnTo>
                    <a:cubicBezTo>
                      <a:pt x="375" y="734"/>
                      <a:pt x="246" y="691"/>
                      <a:pt x="173" y="575"/>
                    </a:cubicBezTo>
                    <a:cubicBezTo>
                      <a:pt x="116" y="496"/>
                      <a:pt x="87" y="367"/>
                      <a:pt x="109" y="294"/>
                    </a:cubicBezTo>
                    <a:cubicBezTo>
                      <a:pt x="123" y="251"/>
                      <a:pt x="153" y="230"/>
                      <a:pt x="203" y="230"/>
                    </a:cubicBezTo>
                    <a:cubicBezTo>
                      <a:pt x="210" y="230"/>
                      <a:pt x="216" y="230"/>
                      <a:pt x="225" y="237"/>
                    </a:cubicBezTo>
                    <a:lnTo>
                      <a:pt x="253" y="237"/>
                    </a:lnTo>
                    <a:cubicBezTo>
                      <a:pt x="260" y="244"/>
                      <a:pt x="268" y="244"/>
                      <a:pt x="275" y="251"/>
                    </a:cubicBezTo>
                    <a:cubicBezTo>
                      <a:pt x="282" y="251"/>
                      <a:pt x="289" y="260"/>
                      <a:pt x="296" y="260"/>
                    </a:cubicBezTo>
                    <a:cubicBezTo>
                      <a:pt x="303" y="267"/>
                      <a:pt x="303" y="267"/>
                      <a:pt x="311" y="273"/>
                    </a:cubicBezTo>
                    <a:cubicBezTo>
                      <a:pt x="318" y="273"/>
                      <a:pt x="325" y="280"/>
                      <a:pt x="325" y="280"/>
                    </a:cubicBezTo>
                    <a:cubicBezTo>
                      <a:pt x="332" y="287"/>
                      <a:pt x="332" y="287"/>
                      <a:pt x="339" y="294"/>
                    </a:cubicBezTo>
                    <a:cubicBezTo>
                      <a:pt x="346" y="303"/>
                      <a:pt x="354" y="310"/>
                      <a:pt x="361" y="317"/>
                    </a:cubicBezTo>
                    <a:cubicBezTo>
                      <a:pt x="368" y="323"/>
                      <a:pt x="368" y="330"/>
                      <a:pt x="375" y="337"/>
                    </a:cubicBezTo>
                    <a:cubicBezTo>
                      <a:pt x="398" y="367"/>
                      <a:pt x="411" y="396"/>
                      <a:pt x="418" y="403"/>
                    </a:cubicBezTo>
                    <a:cubicBezTo>
                      <a:pt x="455" y="460"/>
                      <a:pt x="484" y="489"/>
                      <a:pt x="484" y="489"/>
                    </a:cubicBezTo>
                    <a:lnTo>
                      <a:pt x="591" y="230"/>
                    </a:lnTo>
                    <a:cubicBezTo>
                      <a:pt x="734" y="216"/>
                      <a:pt x="863" y="187"/>
                      <a:pt x="972" y="151"/>
                    </a:cubicBezTo>
                    <a:lnTo>
                      <a:pt x="972" y="151"/>
                    </a:lnTo>
                    <a:cubicBezTo>
                      <a:pt x="943" y="158"/>
                      <a:pt x="915" y="158"/>
                      <a:pt x="893" y="158"/>
                    </a:cubicBezTo>
                    <a:lnTo>
                      <a:pt x="9" y="158"/>
                    </a:lnTo>
                    <a:cubicBezTo>
                      <a:pt x="9" y="158"/>
                      <a:pt x="1" y="94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42"/>
              <p:cNvSpPr/>
              <p:nvPr/>
            </p:nvSpPr>
            <p:spPr>
              <a:xfrm>
                <a:off x="6564349" y="2215906"/>
                <a:ext cx="403907" cy="330088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1288" extrusionOk="0">
                    <a:moveTo>
                      <a:pt x="964" y="375"/>
                    </a:moveTo>
                    <a:cubicBezTo>
                      <a:pt x="1001" y="375"/>
                      <a:pt x="1021" y="418"/>
                      <a:pt x="1021" y="462"/>
                    </a:cubicBezTo>
                    <a:cubicBezTo>
                      <a:pt x="1014" y="505"/>
                      <a:pt x="985" y="534"/>
                      <a:pt x="949" y="534"/>
                    </a:cubicBezTo>
                    <a:cubicBezTo>
                      <a:pt x="921" y="534"/>
                      <a:pt x="892" y="491"/>
                      <a:pt x="899" y="448"/>
                    </a:cubicBezTo>
                    <a:cubicBezTo>
                      <a:pt x="899" y="405"/>
                      <a:pt x="928" y="375"/>
                      <a:pt x="964" y="375"/>
                    </a:cubicBezTo>
                    <a:close/>
                    <a:moveTo>
                      <a:pt x="1466" y="425"/>
                    </a:moveTo>
                    <a:cubicBezTo>
                      <a:pt x="1496" y="432"/>
                      <a:pt x="1510" y="462"/>
                      <a:pt x="1510" y="498"/>
                    </a:cubicBezTo>
                    <a:cubicBezTo>
                      <a:pt x="1510" y="536"/>
                      <a:pt x="1488" y="563"/>
                      <a:pt x="1463" y="563"/>
                    </a:cubicBezTo>
                    <a:cubicBezTo>
                      <a:pt x="1460" y="563"/>
                      <a:pt x="1456" y="563"/>
                      <a:pt x="1453" y="562"/>
                    </a:cubicBezTo>
                    <a:cubicBezTo>
                      <a:pt x="1423" y="562"/>
                      <a:pt x="1409" y="534"/>
                      <a:pt x="1409" y="491"/>
                    </a:cubicBezTo>
                    <a:cubicBezTo>
                      <a:pt x="1409" y="455"/>
                      <a:pt x="1439" y="425"/>
                      <a:pt x="1466" y="425"/>
                    </a:cubicBezTo>
                    <a:close/>
                    <a:moveTo>
                      <a:pt x="1553" y="1"/>
                    </a:moveTo>
                    <a:cubicBezTo>
                      <a:pt x="1489" y="16"/>
                      <a:pt x="1423" y="37"/>
                      <a:pt x="1366" y="73"/>
                    </a:cubicBezTo>
                    <a:cubicBezTo>
                      <a:pt x="1346" y="80"/>
                      <a:pt x="1323" y="96"/>
                      <a:pt x="1303" y="110"/>
                    </a:cubicBezTo>
                    <a:cubicBezTo>
                      <a:pt x="1194" y="182"/>
                      <a:pt x="1064" y="225"/>
                      <a:pt x="949" y="239"/>
                    </a:cubicBezTo>
                    <a:cubicBezTo>
                      <a:pt x="928" y="246"/>
                      <a:pt x="906" y="246"/>
                      <a:pt x="885" y="246"/>
                    </a:cubicBezTo>
                    <a:cubicBezTo>
                      <a:pt x="776" y="282"/>
                      <a:pt x="647" y="311"/>
                      <a:pt x="504" y="325"/>
                    </a:cubicBezTo>
                    <a:lnTo>
                      <a:pt x="397" y="584"/>
                    </a:lnTo>
                    <a:cubicBezTo>
                      <a:pt x="397" y="584"/>
                      <a:pt x="368" y="555"/>
                      <a:pt x="331" y="498"/>
                    </a:cubicBezTo>
                    <a:cubicBezTo>
                      <a:pt x="324" y="491"/>
                      <a:pt x="311" y="462"/>
                      <a:pt x="288" y="432"/>
                    </a:cubicBezTo>
                    <a:cubicBezTo>
                      <a:pt x="281" y="425"/>
                      <a:pt x="281" y="418"/>
                      <a:pt x="274" y="412"/>
                    </a:cubicBezTo>
                    <a:cubicBezTo>
                      <a:pt x="267" y="405"/>
                      <a:pt x="259" y="398"/>
                      <a:pt x="252" y="389"/>
                    </a:cubicBezTo>
                    <a:cubicBezTo>
                      <a:pt x="245" y="382"/>
                      <a:pt x="245" y="382"/>
                      <a:pt x="238" y="375"/>
                    </a:cubicBezTo>
                    <a:cubicBezTo>
                      <a:pt x="238" y="375"/>
                      <a:pt x="231" y="368"/>
                      <a:pt x="224" y="368"/>
                    </a:cubicBezTo>
                    <a:cubicBezTo>
                      <a:pt x="216" y="362"/>
                      <a:pt x="216" y="362"/>
                      <a:pt x="209" y="355"/>
                    </a:cubicBezTo>
                    <a:cubicBezTo>
                      <a:pt x="202" y="355"/>
                      <a:pt x="195" y="346"/>
                      <a:pt x="188" y="346"/>
                    </a:cubicBezTo>
                    <a:cubicBezTo>
                      <a:pt x="181" y="339"/>
                      <a:pt x="173" y="339"/>
                      <a:pt x="166" y="332"/>
                    </a:cubicBezTo>
                    <a:lnTo>
                      <a:pt x="138" y="332"/>
                    </a:lnTo>
                    <a:cubicBezTo>
                      <a:pt x="129" y="325"/>
                      <a:pt x="123" y="325"/>
                      <a:pt x="116" y="325"/>
                    </a:cubicBezTo>
                    <a:cubicBezTo>
                      <a:pt x="66" y="325"/>
                      <a:pt x="36" y="346"/>
                      <a:pt x="22" y="389"/>
                    </a:cubicBezTo>
                    <a:cubicBezTo>
                      <a:pt x="0" y="462"/>
                      <a:pt x="29" y="591"/>
                      <a:pt x="86" y="670"/>
                    </a:cubicBezTo>
                    <a:cubicBezTo>
                      <a:pt x="159" y="786"/>
                      <a:pt x="288" y="829"/>
                      <a:pt x="361" y="836"/>
                    </a:cubicBezTo>
                    <a:lnTo>
                      <a:pt x="374" y="836"/>
                    </a:lnTo>
                    <a:cubicBezTo>
                      <a:pt x="511" y="1102"/>
                      <a:pt x="828" y="1238"/>
                      <a:pt x="1051" y="1281"/>
                    </a:cubicBezTo>
                    <a:cubicBezTo>
                      <a:pt x="1108" y="1288"/>
                      <a:pt x="1158" y="1288"/>
                      <a:pt x="1194" y="1288"/>
                    </a:cubicBezTo>
                    <a:cubicBezTo>
                      <a:pt x="1373" y="1274"/>
                      <a:pt x="1546" y="915"/>
                      <a:pt x="1539" y="770"/>
                    </a:cubicBezTo>
                    <a:cubicBezTo>
                      <a:pt x="1539" y="620"/>
                      <a:pt x="1539" y="613"/>
                      <a:pt x="1568" y="332"/>
                    </a:cubicBezTo>
                    <a:lnTo>
                      <a:pt x="1568" y="239"/>
                    </a:lnTo>
                    <a:cubicBezTo>
                      <a:pt x="1575" y="160"/>
                      <a:pt x="1568" y="73"/>
                      <a:pt x="15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42"/>
              <p:cNvSpPr/>
              <p:nvPr/>
            </p:nvSpPr>
            <p:spPr>
              <a:xfrm>
                <a:off x="6792698" y="2312012"/>
                <a:ext cx="33573" cy="4100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60" extrusionOk="0">
                    <a:moveTo>
                      <a:pt x="73" y="0"/>
                    </a:moveTo>
                    <a:cubicBezTo>
                      <a:pt x="37" y="0"/>
                      <a:pt x="8" y="30"/>
                      <a:pt x="8" y="73"/>
                    </a:cubicBezTo>
                    <a:cubicBezTo>
                      <a:pt x="1" y="116"/>
                      <a:pt x="30" y="159"/>
                      <a:pt x="58" y="159"/>
                    </a:cubicBezTo>
                    <a:cubicBezTo>
                      <a:pt x="94" y="159"/>
                      <a:pt x="123" y="130"/>
                      <a:pt x="130" y="87"/>
                    </a:cubicBezTo>
                    <a:cubicBezTo>
                      <a:pt x="130" y="43"/>
                      <a:pt x="110" y="0"/>
                      <a:pt x="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42"/>
              <p:cNvSpPr/>
              <p:nvPr/>
            </p:nvSpPr>
            <p:spPr>
              <a:xfrm>
                <a:off x="6925453" y="2324826"/>
                <a:ext cx="25885" cy="35623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39" extrusionOk="0">
                    <a:moveTo>
                      <a:pt x="57" y="0"/>
                    </a:moveTo>
                    <a:cubicBezTo>
                      <a:pt x="30" y="0"/>
                      <a:pt x="0" y="30"/>
                      <a:pt x="0" y="66"/>
                    </a:cubicBezTo>
                    <a:cubicBezTo>
                      <a:pt x="0" y="109"/>
                      <a:pt x="14" y="137"/>
                      <a:pt x="44" y="137"/>
                    </a:cubicBezTo>
                    <a:cubicBezTo>
                      <a:pt x="47" y="138"/>
                      <a:pt x="51" y="138"/>
                      <a:pt x="54" y="138"/>
                    </a:cubicBezTo>
                    <a:cubicBezTo>
                      <a:pt x="79" y="138"/>
                      <a:pt x="101" y="111"/>
                      <a:pt x="101" y="73"/>
                    </a:cubicBezTo>
                    <a:cubicBezTo>
                      <a:pt x="101" y="37"/>
                      <a:pt x="87" y="7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42"/>
              <p:cNvSpPr/>
              <p:nvPr/>
            </p:nvSpPr>
            <p:spPr>
              <a:xfrm>
                <a:off x="6894186" y="2398636"/>
                <a:ext cx="11277" cy="24090"/>
              </a:xfrm>
              <a:custGeom>
                <a:avLst/>
                <a:gdLst/>
                <a:ahLst/>
                <a:cxnLst/>
                <a:rect l="l" t="t" r="r" b="b"/>
                <a:pathLst>
                  <a:path w="44" h="94" extrusionOk="0">
                    <a:moveTo>
                      <a:pt x="29" y="0"/>
                    </a:moveTo>
                    <a:lnTo>
                      <a:pt x="0" y="94"/>
                    </a:lnTo>
                    <a:cubicBezTo>
                      <a:pt x="0" y="94"/>
                      <a:pt x="43" y="73"/>
                      <a:pt x="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42"/>
              <p:cNvSpPr/>
              <p:nvPr/>
            </p:nvSpPr>
            <p:spPr>
              <a:xfrm>
                <a:off x="6894186" y="2398636"/>
                <a:ext cx="11277" cy="24090"/>
              </a:xfrm>
              <a:custGeom>
                <a:avLst/>
                <a:gdLst/>
                <a:ahLst/>
                <a:cxnLst/>
                <a:rect l="l" t="t" r="r" b="b"/>
                <a:pathLst>
                  <a:path w="44" h="94" fill="none" extrusionOk="0">
                    <a:moveTo>
                      <a:pt x="0" y="94"/>
                    </a:moveTo>
                    <a:cubicBezTo>
                      <a:pt x="0" y="94"/>
                      <a:pt x="43" y="73"/>
                      <a:pt x="29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42"/>
              <p:cNvSpPr/>
              <p:nvPr/>
            </p:nvSpPr>
            <p:spPr>
              <a:xfrm>
                <a:off x="6829603" y="2457325"/>
                <a:ext cx="64584" cy="1512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59" extrusionOk="0">
                    <a:moveTo>
                      <a:pt x="0" y="1"/>
                    </a:moveTo>
                    <a:cubicBezTo>
                      <a:pt x="67" y="48"/>
                      <a:pt x="135" y="58"/>
                      <a:pt x="184" y="58"/>
                    </a:cubicBezTo>
                    <a:cubicBezTo>
                      <a:pt x="225" y="58"/>
                      <a:pt x="252" y="51"/>
                      <a:pt x="252" y="5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42"/>
              <p:cNvSpPr/>
              <p:nvPr/>
            </p:nvSpPr>
            <p:spPr>
              <a:xfrm>
                <a:off x="6829603" y="2457325"/>
                <a:ext cx="64584" cy="22553"/>
              </a:xfrm>
              <a:custGeom>
                <a:avLst/>
                <a:gdLst/>
                <a:ahLst/>
                <a:cxnLst/>
                <a:rect l="l" t="t" r="r" b="b"/>
                <a:pathLst>
                  <a:path w="252" h="88" fill="none" extrusionOk="0">
                    <a:moveTo>
                      <a:pt x="252" y="51"/>
                    </a:moveTo>
                    <a:cubicBezTo>
                      <a:pt x="252" y="51"/>
                      <a:pt x="123" y="87"/>
                      <a:pt x="0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42"/>
              <p:cNvSpPr/>
              <p:nvPr/>
            </p:nvSpPr>
            <p:spPr>
              <a:xfrm>
                <a:off x="6783472" y="2277157"/>
                <a:ext cx="13071" cy="1794"/>
              </a:xfrm>
              <a:custGeom>
                <a:avLst/>
                <a:gdLst/>
                <a:ahLst/>
                <a:cxnLst/>
                <a:rect l="l" t="t" r="r" b="b"/>
                <a:pathLst>
                  <a:path w="51" h="7" extrusionOk="0">
                    <a:moveTo>
                      <a:pt x="51" y="0"/>
                    </a:moveTo>
                    <a:lnTo>
                      <a:pt x="1" y="7"/>
                    </a:lnTo>
                    <a:cubicBezTo>
                      <a:pt x="23" y="7"/>
                      <a:pt x="37" y="7"/>
                      <a:pt x="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42"/>
              <p:cNvSpPr/>
              <p:nvPr/>
            </p:nvSpPr>
            <p:spPr>
              <a:xfrm>
                <a:off x="6783472" y="2277157"/>
                <a:ext cx="13071" cy="1794"/>
              </a:xfrm>
              <a:custGeom>
                <a:avLst/>
                <a:gdLst/>
                <a:ahLst/>
                <a:cxnLst/>
                <a:rect l="l" t="t" r="r" b="b"/>
                <a:pathLst>
                  <a:path w="51" h="7" fill="none" extrusionOk="0">
                    <a:moveTo>
                      <a:pt x="51" y="0"/>
                    </a:moveTo>
                    <a:cubicBezTo>
                      <a:pt x="37" y="7"/>
                      <a:pt x="23" y="7"/>
                      <a:pt x="1" y="7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42"/>
              <p:cNvSpPr/>
              <p:nvPr/>
            </p:nvSpPr>
            <p:spPr>
              <a:xfrm>
                <a:off x="6807306" y="2277157"/>
                <a:ext cx="33573" cy="7688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0" extrusionOk="0">
                    <a:moveTo>
                      <a:pt x="1" y="0"/>
                    </a:moveTo>
                    <a:lnTo>
                      <a:pt x="130" y="29"/>
                    </a:lnTo>
                    <a:cubicBezTo>
                      <a:pt x="130" y="29"/>
                      <a:pt x="87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42"/>
              <p:cNvSpPr/>
              <p:nvPr/>
            </p:nvSpPr>
            <p:spPr>
              <a:xfrm>
                <a:off x="6807306" y="2277157"/>
                <a:ext cx="33573" cy="7688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0" fill="none" extrusionOk="0">
                    <a:moveTo>
                      <a:pt x="130" y="29"/>
                    </a:moveTo>
                    <a:cubicBezTo>
                      <a:pt x="130" y="29"/>
                      <a:pt x="87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42"/>
              <p:cNvSpPr/>
              <p:nvPr/>
            </p:nvSpPr>
            <p:spPr>
              <a:xfrm>
                <a:off x="6931091" y="2284077"/>
                <a:ext cx="24347" cy="4357"/>
              </a:xfrm>
              <a:custGeom>
                <a:avLst/>
                <a:gdLst/>
                <a:ahLst/>
                <a:cxnLst/>
                <a:rect l="l" t="t" r="r" b="b"/>
                <a:pathLst>
                  <a:path w="95" h="17" extrusionOk="0">
                    <a:moveTo>
                      <a:pt x="68" y="0"/>
                    </a:moveTo>
                    <a:cubicBezTo>
                      <a:pt x="25" y="0"/>
                      <a:pt x="1" y="16"/>
                      <a:pt x="1" y="16"/>
                    </a:cubicBezTo>
                    <a:lnTo>
                      <a:pt x="94" y="2"/>
                    </a:lnTo>
                    <a:cubicBezTo>
                      <a:pt x="85" y="1"/>
                      <a:pt x="76" y="0"/>
                      <a:pt x="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42"/>
              <p:cNvSpPr/>
              <p:nvPr/>
            </p:nvSpPr>
            <p:spPr>
              <a:xfrm>
                <a:off x="6931091" y="2282283"/>
                <a:ext cx="24347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95" h="24" fill="none" extrusionOk="0">
                    <a:moveTo>
                      <a:pt x="1" y="23"/>
                    </a:moveTo>
                    <a:cubicBezTo>
                      <a:pt x="1" y="23"/>
                      <a:pt x="35" y="1"/>
                      <a:pt x="94" y="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42"/>
              <p:cNvSpPr/>
              <p:nvPr/>
            </p:nvSpPr>
            <p:spPr>
              <a:xfrm>
                <a:off x="6542052" y="2037532"/>
                <a:ext cx="247572" cy="243209"/>
              </a:xfrm>
              <a:custGeom>
                <a:avLst/>
                <a:gdLst/>
                <a:ahLst/>
                <a:cxnLst/>
                <a:rect l="l" t="t" r="r" b="b"/>
                <a:pathLst>
                  <a:path w="966" h="949" extrusionOk="0">
                    <a:moveTo>
                      <a:pt x="965" y="0"/>
                    </a:moveTo>
                    <a:cubicBezTo>
                      <a:pt x="534" y="0"/>
                      <a:pt x="239" y="59"/>
                      <a:pt x="80" y="395"/>
                    </a:cubicBezTo>
                    <a:cubicBezTo>
                      <a:pt x="23" y="511"/>
                      <a:pt x="9" y="669"/>
                      <a:pt x="1" y="783"/>
                    </a:cubicBezTo>
                    <a:lnTo>
                      <a:pt x="1" y="792"/>
                    </a:lnTo>
                    <a:cubicBezTo>
                      <a:pt x="1" y="885"/>
                      <a:pt x="9" y="949"/>
                      <a:pt x="9" y="949"/>
                    </a:cubicBezTo>
                    <a:lnTo>
                      <a:pt x="577" y="949"/>
                    </a:lnTo>
                    <a:lnTo>
                      <a:pt x="577" y="461"/>
                    </a:lnTo>
                    <a:cubicBezTo>
                      <a:pt x="577" y="374"/>
                      <a:pt x="605" y="209"/>
                      <a:pt x="713" y="102"/>
                    </a:cubicBezTo>
                    <a:cubicBezTo>
                      <a:pt x="743" y="72"/>
                      <a:pt x="770" y="50"/>
                      <a:pt x="806" y="36"/>
                    </a:cubicBezTo>
                    <a:cubicBezTo>
                      <a:pt x="856" y="16"/>
                      <a:pt x="906" y="0"/>
                      <a:pt x="9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42"/>
              <p:cNvSpPr/>
              <p:nvPr/>
            </p:nvSpPr>
            <p:spPr>
              <a:xfrm>
                <a:off x="6689672" y="2037532"/>
                <a:ext cx="261668" cy="243209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949" extrusionOk="0">
                    <a:moveTo>
                      <a:pt x="389" y="0"/>
                    </a:moveTo>
                    <a:cubicBezTo>
                      <a:pt x="330" y="0"/>
                      <a:pt x="280" y="16"/>
                      <a:pt x="230" y="36"/>
                    </a:cubicBezTo>
                    <a:cubicBezTo>
                      <a:pt x="194" y="50"/>
                      <a:pt x="167" y="72"/>
                      <a:pt x="137" y="102"/>
                    </a:cubicBezTo>
                    <a:cubicBezTo>
                      <a:pt x="29" y="209"/>
                      <a:pt x="1" y="374"/>
                      <a:pt x="1" y="461"/>
                    </a:cubicBezTo>
                    <a:lnTo>
                      <a:pt x="1" y="949"/>
                    </a:lnTo>
                    <a:cubicBezTo>
                      <a:pt x="217" y="568"/>
                      <a:pt x="589" y="490"/>
                      <a:pt x="993" y="490"/>
                    </a:cubicBezTo>
                    <a:lnTo>
                      <a:pt x="1021" y="490"/>
                    </a:lnTo>
                    <a:cubicBezTo>
                      <a:pt x="957" y="152"/>
                      <a:pt x="748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42"/>
              <p:cNvSpPr/>
              <p:nvPr/>
            </p:nvSpPr>
            <p:spPr>
              <a:xfrm>
                <a:off x="6689672" y="2162855"/>
                <a:ext cx="372127" cy="117888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460" extrusionOk="0">
                    <a:moveTo>
                      <a:pt x="993" y="1"/>
                    </a:moveTo>
                    <a:cubicBezTo>
                      <a:pt x="589" y="1"/>
                      <a:pt x="217" y="79"/>
                      <a:pt x="1" y="460"/>
                    </a:cubicBezTo>
                    <a:lnTo>
                      <a:pt x="317" y="460"/>
                    </a:lnTo>
                    <a:cubicBezTo>
                      <a:pt x="339" y="460"/>
                      <a:pt x="367" y="460"/>
                      <a:pt x="396" y="453"/>
                    </a:cubicBezTo>
                    <a:cubicBezTo>
                      <a:pt x="403" y="453"/>
                      <a:pt x="410" y="453"/>
                      <a:pt x="417" y="446"/>
                    </a:cubicBezTo>
                    <a:lnTo>
                      <a:pt x="460" y="446"/>
                    </a:lnTo>
                    <a:cubicBezTo>
                      <a:pt x="575" y="432"/>
                      <a:pt x="705" y="389"/>
                      <a:pt x="814" y="317"/>
                    </a:cubicBezTo>
                    <a:cubicBezTo>
                      <a:pt x="834" y="303"/>
                      <a:pt x="857" y="287"/>
                      <a:pt x="877" y="280"/>
                    </a:cubicBezTo>
                    <a:cubicBezTo>
                      <a:pt x="934" y="244"/>
                      <a:pt x="1000" y="223"/>
                      <a:pt x="1064" y="208"/>
                    </a:cubicBezTo>
                    <a:cubicBezTo>
                      <a:pt x="1122" y="193"/>
                      <a:pt x="1183" y="185"/>
                      <a:pt x="1241" y="185"/>
                    </a:cubicBezTo>
                    <a:cubicBezTo>
                      <a:pt x="1320" y="185"/>
                      <a:pt x="1394" y="201"/>
                      <a:pt x="1452" y="237"/>
                    </a:cubicBezTo>
                    <a:cubicBezTo>
                      <a:pt x="1388" y="87"/>
                      <a:pt x="1021" y="1"/>
                      <a:pt x="10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42"/>
              <p:cNvSpPr/>
              <p:nvPr/>
            </p:nvSpPr>
            <p:spPr>
              <a:xfrm>
                <a:off x="6791160" y="2277157"/>
                <a:ext cx="16402" cy="1794"/>
              </a:xfrm>
              <a:custGeom>
                <a:avLst/>
                <a:gdLst/>
                <a:ahLst/>
                <a:cxnLst/>
                <a:rect l="l" t="t" r="r" b="b"/>
                <a:pathLst>
                  <a:path w="64" h="7" extrusionOk="0">
                    <a:moveTo>
                      <a:pt x="21" y="0"/>
                    </a:moveTo>
                    <a:cubicBezTo>
                      <a:pt x="14" y="7"/>
                      <a:pt x="7" y="7"/>
                      <a:pt x="0" y="7"/>
                    </a:cubicBezTo>
                    <a:cubicBezTo>
                      <a:pt x="21" y="7"/>
                      <a:pt x="43" y="7"/>
                      <a:pt x="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51" extrusionOk="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51" extrusionOk="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42"/>
              <p:cNvSpPr/>
              <p:nvPr/>
            </p:nvSpPr>
            <p:spPr>
              <a:xfrm>
                <a:off x="7870628" y="4819233"/>
                <a:ext cx="121992" cy="256"/>
              </a:xfrm>
              <a:custGeom>
                <a:avLst/>
                <a:gdLst/>
                <a:ahLst/>
                <a:cxnLst/>
                <a:rect l="l" t="t" r="r" b="b"/>
                <a:pathLst>
                  <a:path w="476" h="1" extrusionOk="0">
                    <a:moveTo>
                      <a:pt x="475" y="0"/>
                    </a:moveTo>
                    <a:lnTo>
                      <a:pt x="475" y="0"/>
                    </a:lnTo>
                    <a:lnTo>
                      <a:pt x="1" y="0"/>
                    </a:lnTo>
                    <a:lnTo>
                      <a:pt x="25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42"/>
              <p:cNvSpPr/>
              <p:nvPr/>
            </p:nvSpPr>
            <p:spPr>
              <a:xfrm>
                <a:off x="7727109" y="4660850"/>
                <a:ext cx="31011" cy="29472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15" extrusionOk="0">
                    <a:moveTo>
                      <a:pt x="57" y="1"/>
                    </a:moveTo>
                    <a:lnTo>
                      <a:pt x="7" y="65"/>
                    </a:lnTo>
                    <a:lnTo>
                      <a:pt x="0" y="78"/>
                    </a:lnTo>
                    <a:cubicBezTo>
                      <a:pt x="14" y="87"/>
                      <a:pt x="28" y="94"/>
                      <a:pt x="50" y="101"/>
                    </a:cubicBezTo>
                    <a:cubicBezTo>
                      <a:pt x="57" y="108"/>
                      <a:pt x="64" y="108"/>
                      <a:pt x="71" y="115"/>
                    </a:cubicBezTo>
                    <a:lnTo>
                      <a:pt x="86" y="94"/>
                    </a:lnTo>
                    <a:lnTo>
                      <a:pt x="121" y="44"/>
                    </a:lnTo>
                    <a:cubicBezTo>
                      <a:pt x="114" y="35"/>
                      <a:pt x="100" y="28"/>
                      <a:pt x="93" y="28"/>
                    </a:cubicBezTo>
                    <a:cubicBezTo>
                      <a:pt x="78" y="22"/>
                      <a:pt x="71" y="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42"/>
              <p:cNvSpPr/>
              <p:nvPr/>
            </p:nvSpPr>
            <p:spPr>
              <a:xfrm>
                <a:off x="7800406" y="4697755"/>
                <a:ext cx="29985" cy="2409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94" extrusionOk="0">
                    <a:moveTo>
                      <a:pt x="44" y="0"/>
                    </a:moveTo>
                    <a:lnTo>
                      <a:pt x="0" y="57"/>
                    </a:lnTo>
                    <a:cubicBezTo>
                      <a:pt x="30" y="72"/>
                      <a:pt x="51" y="79"/>
                      <a:pt x="73" y="93"/>
                    </a:cubicBezTo>
                    <a:lnTo>
                      <a:pt x="87" y="72"/>
                    </a:lnTo>
                    <a:lnTo>
                      <a:pt x="116" y="29"/>
                    </a:lnTo>
                    <a:lnTo>
                      <a:pt x="109" y="29"/>
                    </a:lnTo>
                    <a:cubicBezTo>
                      <a:pt x="87" y="21"/>
                      <a:pt x="66" y="7"/>
                      <a:pt x="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42"/>
              <p:cNvSpPr/>
              <p:nvPr/>
            </p:nvSpPr>
            <p:spPr>
              <a:xfrm>
                <a:off x="7511318" y="4819233"/>
                <a:ext cx="114304" cy="47924"/>
              </a:xfrm>
              <a:custGeom>
                <a:avLst/>
                <a:gdLst/>
                <a:ahLst/>
                <a:cxnLst/>
                <a:rect l="l" t="t" r="r" b="b"/>
                <a:pathLst>
                  <a:path w="446" h="187" extrusionOk="0">
                    <a:moveTo>
                      <a:pt x="0" y="0"/>
                    </a:moveTo>
                    <a:lnTo>
                      <a:pt x="14" y="187"/>
                    </a:lnTo>
                    <a:lnTo>
                      <a:pt x="445" y="187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42"/>
              <p:cNvSpPr/>
              <p:nvPr/>
            </p:nvSpPr>
            <p:spPr>
              <a:xfrm>
                <a:off x="7625364" y="4651624"/>
                <a:ext cx="921604" cy="215531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841" extrusionOk="0">
                    <a:moveTo>
                      <a:pt x="1460" y="1"/>
                    </a:moveTo>
                    <a:lnTo>
                      <a:pt x="1108" y="158"/>
                    </a:lnTo>
                    <a:lnTo>
                      <a:pt x="1079" y="173"/>
                    </a:lnTo>
                    <a:lnTo>
                      <a:pt x="985" y="209"/>
                    </a:lnTo>
                    <a:lnTo>
                      <a:pt x="972" y="216"/>
                    </a:lnTo>
                    <a:lnTo>
                      <a:pt x="899" y="252"/>
                    </a:lnTo>
                    <a:lnTo>
                      <a:pt x="842" y="273"/>
                    </a:lnTo>
                    <a:lnTo>
                      <a:pt x="806" y="296"/>
                    </a:lnTo>
                    <a:lnTo>
                      <a:pt x="706" y="339"/>
                    </a:lnTo>
                    <a:lnTo>
                      <a:pt x="202" y="568"/>
                    </a:lnTo>
                    <a:lnTo>
                      <a:pt x="0" y="654"/>
                    </a:lnTo>
                    <a:lnTo>
                      <a:pt x="0" y="841"/>
                    </a:lnTo>
                    <a:lnTo>
                      <a:pt x="527" y="841"/>
                    </a:lnTo>
                    <a:lnTo>
                      <a:pt x="935" y="654"/>
                    </a:lnTo>
                    <a:lnTo>
                      <a:pt x="1223" y="525"/>
                    </a:lnTo>
                    <a:lnTo>
                      <a:pt x="1330" y="475"/>
                    </a:lnTo>
                    <a:lnTo>
                      <a:pt x="1337" y="475"/>
                    </a:lnTo>
                    <a:lnTo>
                      <a:pt x="1460" y="416"/>
                    </a:lnTo>
                    <a:lnTo>
                      <a:pt x="2136" y="416"/>
                    </a:lnTo>
                    <a:lnTo>
                      <a:pt x="3071" y="841"/>
                    </a:lnTo>
                    <a:lnTo>
                      <a:pt x="3595" y="841"/>
                    </a:lnTo>
                    <a:lnTo>
                      <a:pt x="3595" y="654"/>
                    </a:lnTo>
                    <a:lnTo>
                      <a:pt x="213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42"/>
              <p:cNvSpPr/>
              <p:nvPr/>
            </p:nvSpPr>
            <p:spPr>
              <a:xfrm>
                <a:off x="7870628" y="4819233"/>
                <a:ext cx="121992" cy="256"/>
              </a:xfrm>
              <a:custGeom>
                <a:avLst/>
                <a:gdLst/>
                <a:ahLst/>
                <a:cxnLst/>
                <a:rect l="l" t="t" r="r" b="b"/>
                <a:pathLst>
                  <a:path w="476" h="1" extrusionOk="0">
                    <a:moveTo>
                      <a:pt x="475" y="0"/>
                    </a:moveTo>
                    <a:lnTo>
                      <a:pt x="475" y="0"/>
                    </a:lnTo>
                    <a:lnTo>
                      <a:pt x="1" y="0"/>
                    </a:lnTo>
                    <a:lnTo>
                      <a:pt x="25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42"/>
              <p:cNvSpPr/>
              <p:nvPr/>
            </p:nvSpPr>
            <p:spPr>
              <a:xfrm>
                <a:off x="7505936" y="4664438"/>
                <a:ext cx="313182" cy="15504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605" extrusionOk="0">
                    <a:moveTo>
                      <a:pt x="647" y="1"/>
                    </a:moveTo>
                    <a:cubicBezTo>
                      <a:pt x="625" y="1"/>
                      <a:pt x="604" y="8"/>
                      <a:pt x="582" y="14"/>
                    </a:cubicBezTo>
                    <a:cubicBezTo>
                      <a:pt x="575" y="21"/>
                      <a:pt x="561" y="21"/>
                      <a:pt x="546" y="30"/>
                    </a:cubicBezTo>
                    <a:cubicBezTo>
                      <a:pt x="525" y="44"/>
                      <a:pt x="496" y="58"/>
                      <a:pt x="475" y="64"/>
                    </a:cubicBezTo>
                    <a:cubicBezTo>
                      <a:pt x="439" y="80"/>
                      <a:pt x="403" y="94"/>
                      <a:pt x="366" y="101"/>
                    </a:cubicBezTo>
                    <a:lnTo>
                      <a:pt x="323" y="101"/>
                    </a:lnTo>
                    <a:cubicBezTo>
                      <a:pt x="309" y="108"/>
                      <a:pt x="294" y="108"/>
                      <a:pt x="273" y="108"/>
                    </a:cubicBezTo>
                    <a:cubicBezTo>
                      <a:pt x="220" y="108"/>
                      <a:pt x="186" y="95"/>
                      <a:pt x="159" y="95"/>
                    </a:cubicBezTo>
                    <a:cubicBezTo>
                      <a:pt x="145" y="95"/>
                      <a:pt x="133" y="98"/>
                      <a:pt x="121" y="108"/>
                    </a:cubicBezTo>
                    <a:cubicBezTo>
                      <a:pt x="114" y="116"/>
                      <a:pt x="108" y="123"/>
                      <a:pt x="101" y="137"/>
                    </a:cubicBezTo>
                    <a:lnTo>
                      <a:pt x="101" y="144"/>
                    </a:lnTo>
                    <a:cubicBezTo>
                      <a:pt x="57" y="209"/>
                      <a:pt x="1" y="409"/>
                      <a:pt x="21" y="604"/>
                    </a:cubicBezTo>
                    <a:lnTo>
                      <a:pt x="466" y="604"/>
                    </a:lnTo>
                    <a:lnTo>
                      <a:pt x="668" y="518"/>
                    </a:lnTo>
                    <a:lnTo>
                      <a:pt x="1172" y="289"/>
                    </a:lnTo>
                    <a:lnTo>
                      <a:pt x="1222" y="223"/>
                    </a:lnTo>
                    <a:cubicBezTo>
                      <a:pt x="1200" y="209"/>
                      <a:pt x="1179" y="202"/>
                      <a:pt x="1149" y="187"/>
                    </a:cubicBezTo>
                    <a:lnTo>
                      <a:pt x="1086" y="280"/>
                    </a:lnTo>
                    <a:cubicBezTo>
                      <a:pt x="1079" y="289"/>
                      <a:pt x="1063" y="296"/>
                      <a:pt x="1056" y="296"/>
                    </a:cubicBezTo>
                    <a:cubicBezTo>
                      <a:pt x="1049" y="296"/>
                      <a:pt x="1043" y="296"/>
                      <a:pt x="1036" y="289"/>
                    </a:cubicBezTo>
                    <a:cubicBezTo>
                      <a:pt x="1013" y="273"/>
                      <a:pt x="1013" y="252"/>
                      <a:pt x="1027" y="237"/>
                    </a:cubicBezTo>
                    <a:lnTo>
                      <a:pt x="1079" y="159"/>
                    </a:lnTo>
                    <a:cubicBezTo>
                      <a:pt x="1056" y="151"/>
                      <a:pt x="1027" y="137"/>
                      <a:pt x="1006" y="130"/>
                    </a:cubicBezTo>
                    <a:lnTo>
                      <a:pt x="934" y="223"/>
                    </a:lnTo>
                    <a:cubicBezTo>
                      <a:pt x="927" y="237"/>
                      <a:pt x="920" y="237"/>
                      <a:pt x="906" y="237"/>
                    </a:cubicBezTo>
                    <a:cubicBezTo>
                      <a:pt x="898" y="237"/>
                      <a:pt x="891" y="237"/>
                      <a:pt x="884" y="230"/>
                    </a:cubicBezTo>
                    <a:cubicBezTo>
                      <a:pt x="870" y="223"/>
                      <a:pt x="863" y="194"/>
                      <a:pt x="877" y="180"/>
                    </a:cubicBezTo>
                    <a:lnTo>
                      <a:pt x="934" y="101"/>
                    </a:lnTo>
                    <a:cubicBezTo>
                      <a:pt x="927" y="94"/>
                      <a:pt x="920" y="94"/>
                      <a:pt x="913" y="87"/>
                    </a:cubicBezTo>
                    <a:cubicBezTo>
                      <a:pt x="891" y="80"/>
                      <a:pt x="877" y="73"/>
                      <a:pt x="863" y="64"/>
                    </a:cubicBezTo>
                    <a:lnTo>
                      <a:pt x="834" y="101"/>
                    </a:lnTo>
                    <a:lnTo>
                      <a:pt x="784" y="173"/>
                    </a:lnTo>
                    <a:cubicBezTo>
                      <a:pt x="777" y="180"/>
                      <a:pt x="768" y="187"/>
                      <a:pt x="754" y="187"/>
                    </a:cubicBezTo>
                    <a:cubicBezTo>
                      <a:pt x="748" y="187"/>
                      <a:pt x="741" y="180"/>
                      <a:pt x="734" y="180"/>
                    </a:cubicBezTo>
                    <a:cubicBezTo>
                      <a:pt x="718" y="166"/>
                      <a:pt x="711" y="144"/>
                      <a:pt x="725" y="130"/>
                    </a:cubicBezTo>
                    <a:lnTo>
                      <a:pt x="725" y="123"/>
                    </a:lnTo>
                    <a:lnTo>
                      <a:pt x="748" y="94"/>
                    </a:lnTo>
                    <a:lnTo>
                      <a:pt x="791" y="37"/>
                    </a:lnTo>
                    <a:cubicBezTo>
                      <a:pt x="777" y="30"/>
                      <a:pt x="768" y="30"/>
                      <a:pt x="761" y="21"/>
                    </a:cubicBezTo>
                    <a:cubicBezTo>
                      <a:pt x="741" y="14"/>
                      <a:pt x="718" y="8"/>
                      <a:pt x="704" y="8"/>
                    </a:cubicBezTo>
                    <a:cubicBezTo>
                      <a:pt x="682" y="1"/>
                      <a:pt x="668" y="1"/>
                      <a:pt x="6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42"/>
              <p:cNvSpPr/>
              <p:nvPr/>
            </p:nvSpPr>
            <p:spPr>
              <a:xfrm>
                <a:off x="7664319" y="4620101"/>
                <a:ext cx="63046" cy="53819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10" extrusionOk="0">
                    <a:moveTo>
                      <a:pt x="109" y="0"/>
                    </a:moveTo>
                    <a:cubicBezTo>
                      <a:pt x="106" y="0"/>
                      <a:pt x="103" y="1"/>
                      <a:pt x="100" y="1"/>
                    </a:cubicBezTo>
                    <a:cubicBezTo>
                      <a:pt x="86" y="1"/>
                      <a:pt x="64" y="8"/>
                      <a:pt x="43" y="30"/>
                    </a:cubicBezTo>
                    <a:cubicBezTo>
                      <a:pt x="14" y="58"/>
                      <a:pt x="0" y="108"/>
                      <a:pt x="29" y="174"/>
                    </a:cubicBezTo>
                    <a:cubicBezTo>
                      <a:pt x="50" y="174"/>
                      <a:pt x="64" y="174"/>
                      <a:pt x="86" y="181"/>
                    </a:cubicBezTo>
                    <a:cubicBezTo>
                      <a:pt x="100" y="181"/>
                      <a:pt x="123" y="187"/>
                      <a:pt x="143" y="194"/>
                    </a:cubicBezTo>
                    <a:cubicBezTo>
                      <a:pt x="150" y="203"/>
                      <a:pt x="159" y="203"/>
                      <a:pt x="173" y="210"/>
                    </a:cubicBezTo>
                    <a:lnTo>
                      <a:pt x="245" y="117"/>
                    </a:lnTo>
                    <a:cubicBezTo>
                      <a:pt x="171" y="49"/>
                      <a:pt x="152" y="0"/>
                      <a:pt x="1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42"/>
              <p:cNvSpPr/>
              <p:nvPr/>
            </p:nvSpPr>
            <p:spPr>
              <a:xfrm>
                <a:off x="7806044" y="4694167"/>
                <a:ext cx="46388" cy="44336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73" extrusionOk="0">
                    <a:moveTo>
                      <a:pt x="144" y="0"/>
                    </a:moveTo>
                    <a:cubicBezTo>
                      <a:pt x="130" y="0"/>
                      <a:pt x="123" y="7"/>
                      <a:pt x="115" y="14"/>
                    </a:cubicBezTo>
                    <a:lnTo>
                      <a:pt x="94" y="43"/>
                    </a:lnTo>
                    <a:lnTo>
                      <a:pt x="65" y="86"/>
                    </a:lnTo>
                    <a:lnTo>
                      <a:pt x="51" y="107"/>
                    </a:lnTo>
                    <a:lnTo>
                      <a:pt x="1" y="173"/>
                    </a:lnTo>
                    <a:lnTo>
                      <a:pt x="101" y="130"/>
                    </a:lnTo>
                    <a:lnTo>
                      <a:pt x="137" y="107"/>
                    </a:lnTo>
                    <a:lnTo>
                      <a:pt x="167" y="71"/>
                    </a:lnTo>
                    <a:lnTo>
                      <a:pt x="173" y="57"/>
                    </a:lnTo>
                    <a:cubicBezTo>
                      <a:pt x="180" y="57"/>
                      <a:pt x="180" y="50"/>
                      <a:pt x="180" y="43"/>
                    </a:cubicBezTo>
                    <a:cubicBezTo>
                      <a:pt x="180" y="28"/>
                      <a:pt x="180" y="14"/>
                      <a:pt x="167" y="7"/>
                    </a:cubicBezTo>
                    <a:cubicBezTo>
                      <a:pt x="158" y="7"/>
                      <a:pt x="151" y="0"/>
                      <a:pt x="1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42"/>
              <p:cNvSpPr/>
              <p:nvPr/>
            </p:nvSpPr>
            <p:spPr>
              <a:xfrm>
                <a:off x="7765551" y="4677252"/>
                <a:ext cx="52026" cy="6304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46" extrusionOk="0">
                    <a:moveTo>
                      <a:pt x="166" y="1"/>
                    </a:moveTo>
                    <a:cubicBezTo>
                      <a:pt x="152" y="1"/>
                      <a:pt x="143" y="8"/>
                      <a:pt x="130" y="14"/>
                    </a:cubicBezTo>
                    <a:lnTo>
                      <a:pt x="109" y="44"/>
                    </a:lnTo>
                    <a:lnTo>
                      <a:pt x="73" y="101"/>
                    </a:lnTo>
                    <a:lnTo>
                      <a:pt x="66" y="109"/>
                    </a:lnTo>
                    <a:lnTo>
                      <a:pt x="14" y="187"/>
                    </a:lnTo>
                    <a:cubicBezTo>
                      <a:pt x="0" y="202"/>
                      <a:pt x="0" y="223"/>
                      <a:pt x="23" y="239"/>
                    </a:cubicBezTo>
                    <a:cubicBezTo>
                      <a:pt x="30" y="246"/>
                      <a:pt x="36" y="246"/>
                      <a:pt x="43" y="246"/>
                    </a:cubicBezTo>
                    <a:cubicBezTo>
                      <a:pt x="50" y="246"/>
                      <a:pt x="66" y="239"/>
                      <a:pt x="73" y="230"/>
                    </a:cubicBezTo>
                    <a:lnTo>
                      <a:pt x="136" y="137"/>
                    </a:lnTo>
                    <a:lnTo>
                      <a:pt x="180" y="80"/>
                    </a:lnTo>
                    <a:lnTo>
                      <a:pt x="195" y="58"/>
                    </a:lnTo>
                    <a:cubicBezTo>
                      <a:pt x="202" y="51"/>
                      <a:pt x="202" y="44"/>
                      <a:pt x="202" y="37"/>
                    </a:cubicBezTo>
                    <a:cubicBezTo>
                      <a:pt x="202" y="30"/>
                      <a:pt x="195" y="14"/>
                      <a:pt x="187" y="8"/>
                    </a:cubicBezTo>
                    <a:cubicBezTo>
                      <a:pt x="180" y="1"/>
                      <a:pt x="173" y="1"/>
                      <a:pt x="1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42"/>
              <p:cNvSpPr/>
              <p:nvPr/>
            </p:nvSpPr>
            <p:spPr>
              <a:xfrm>
                <a:off x="7155852" y="3339965"/>
                <a:ext cx="1860636" cy="69964"/>
              </a:xfrm>
              <a:custGeom>
                <a:avLst/>
                <a:gdLst/>
                <a:ahLst/>
                <a:cxnLst/>
                <a:rect l="l" t="t" r="r" b="b"/>
                <a:pathLst>
                  <a:path w="7260" h="273" extrusionOk="0">
                    <a:moveTo>
                      <a:pt x="0" y="0"/>
                    </a:moveTo>
                    <a:lnTo>
                      <a:pt x="0" y="273"/>
                    </a:lnTo>
                    <a:lnTo>
                      <a:pt x="7260" y="273"/>
                    </a:lnTo>
                    <a:lnTo>
                      <a:pt x="726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42"/>
              <p:cNvSpPr/>
              <p:nvPr/>
            </p:nvSpPr>
            <p:spPr>
              <a:xfrm>
                <a:off x="8045413" y="3409674"/>
                <a:ext cx="81499" cy="1242185"/>
              </a:xfrm>
              <a:custGeom>
                <a:avLst/>
                <a:gdLst/>
                <a:ahLst/>
                <a:cxnLst/>
                <a:rect l="l" t="t" r="r" b="b"/>
                <a:pathLst>
                  <a:path w="318" h="4847" extrusionOk="0">
                    <a:moveTo>
                      <a:pt x="0" y="1"/>
                    </a:moveTo>
                    <a:lnTo>
                      <a:pt x="0" y="4847"/>
                    </a:lnTo>
                    <a:lnTo>
                      <a:pt x="318" y="4847"/>
                    </a:ln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42"/>
              <p:cNvSpPr/>
              <p:nvPr/>
            </p:nvSpPr>
            <p:spPr>
              <a:xfrm>
                <a:off x="7297833" y="3301523"/>
                <a:ext cx="360851" cy="38698"/>
              </a:xfrm>
              <a:custGeom>
                <a:avLst/>
                <a:gdLst/>
                <a:ahLst/>
                <a:cxnLst/>
                <a:rect l="l" t="t" r="r" b="b"/>
                <a:pathLst>
                  <a:path w="1408" h="151" extrusionOk="0">
                    <a:moveTo>
                      <a:pt x="123" y="0"/>
                    </a:moveTo>
                    <a:lnTo>
                      <a:pt x="0" y="150"/>
                    </a:lnTo>
                    <a:lnTo>
                      <a:pt x="1358" y="150"/>
                    </a:lnTo>
                    <a:lnTo>
                      <a:pt x="140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42"/>
              <p:cNvSpPr/>
              <p:nvPr/>
            </p:nvSpPr>
            <p:spPr>
              <a:xfrm>
                <a:off x="7645610" y="2829705"/>
                <a:ext cx="773984" cy="510508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1992" extrusionOk="0">
                    <a:moveTo>
                      <a:pt x="1812" y="791"/>
                    </a:moveTo>
                    <a:cubicBezTo>
                      <a:pt x="1891" y="791"/>
                      <a:pt x="1935" y="856"/>
                      <a:pt x="1914" y="935"/>
                    </a:cubicBezTo>
                    <a:cubicBezTo>
                      <a:pt x="1905" y="970"/>
                      <a:pt x="1885" y="1056"/>
                      <a:pt x="1669" y="1172"/>
                    </a:cubicBezTo>
                    <a:lnTo>
                      <a:pt x="1576" y="1222"/>
                    </a:lnTo>
                    <a:lnTo>
                      <a:pt x="1510" y="1172"/>
                    </a:lnTo>
                    <a:cubicBezTo>
                      <a:pt x="1360" y="1056"/>
                      <a:pt x="1381" y="970"/>
                      <a:pt x="1396" y="935"/>
                    </a:cubicBezTo>
                    <a:cubicBezTo>
                      <a:pt x="1417" y="856"/>
                      <a:pt x="1496" y="791"/>
                      <a:pt x="1576" y="791"/>
                    </a:cubicBezTo>
                    <a:cubicBezTo>
                      <a:pt x="1626" y="791"/>
                      <a:pt x="1662" y="820"/>
                      <a:pt x="1676" y="856"/>
                    </a:cubicBezTo>
                    <a:cubicBezTo>
                      <a:pt x="1712" y="820"/>
                      <a:pt x="1762" y="791"/>
                      <a:pt x="1812" y="791"/>
                    </a:cubicBezTo>
                    <a:close/>
                    <a:moveTo>
                      <a:pt x="634" y="0"/>
                    </a:moveTo>
                    <a:lnTo>
                      <a:pt x="130" y="1589"/>
                    </a:lnTo>
                    <a:lnTo>
                      <a:pt x="51" y="1841"/>
                    </a:lnTo>
                    <a:lnTo>
                      <a:pt x="1" y="1991"/>
                    </a:lnTo>
                    <a:lnTo>
                      <a:pt x="2388" y="1991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42"/>
              <p:cNvSpPr/>
              <p:nvPr/>
            </p:nvSpPr>
            <p:spPr>
              <a:xfrm>
                <a:off x="7981869" y="3022950"/>
                <a:ext cx="171938" cy="129150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32" extrusionOk="0">
                    <a:moveTo>
                      <a:pt x="216" y="1"/>
                    </a:moveTo>
                    <a:cubicBezTo>
                      <a:pt x="136" y="1"/>
                      <a:pt x="57" y="66"/>
                      <a:pt x="36" y="145"/>
                    </a:cubicBezTo>
                    <a:cubicBezTo>
                      <a:pt x="21" y="180"/>
                      <a:pt x="0" y="266"/>
                      <a:pt x="150" y="382"/>
                    </a:cubicBezTo>
                    <a:lnTo>
                      <a:pt x="216" y="432"/>
                    </a:lnTo>
                    <a:lnTo>
                      <a:pt x="309" y="382"/>
                    </a:lnTo>
                    <a:cubicBezTo>
                      <a:pt x="525" y="266"/>
                      <a:pt x="545" y="180"/>
                      <a:pt x="554" y="145"/>
                    </a:cubicBezTo>
                    <a:cubicBezTo>
                      <a:pt x="575" y="66"/>
                      <a:pt x="531" y="1"/>
                      <a:pt x="452" y="1"/>
                    </a:cubicBezTo>
                    <a:cubicBezTo>
                      <a:pt x="402" y="1"/>
                      <a:pt x="352" y="30"/>
                      <a:pt x="316" y="66"/>
                    </a:cubicBezTo>
                    <a:cubicBezTo>
                      <a:pt x="302" y="30"/>
                      <a:pt x="266" y="1"/>
                      <a:pt x="2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42"/>
              <p:cNvSpPr/>
              <p:nvPr/>
            </p:nvSpPr>
            <p:spPr>
              <a:xfrm>
                <a:off x="8520564" y="3004746"/>
                <a:ext cx="214255" cy="95848"/>
              </a:xfrm>
              <a:custGeom>
                <a:avLst/>
                <a:gdLst/>
                <a:ahLst/>
                <a:cxnLst/>
                <a:rect l="l" t="t" r="r" b="b"/>
                <a:pathLst>
                  <a:path w="836" h="374" extrusionOk="0">
                    <a:moveTo>
                      <a:pt x="461" y="1"/>
                    </a:moveTo>
                    <a:lnTo>
                      <a:pt x="468" y="21"/>
                    </a:lnTo>
                    <a:lnTo>
                      <a:pt x="468" y="101"/>
                    </a:lnTo>
                    <a:cubicBezTo>
                      <a:pt x="448" y="101"/>
                      <a:pt x="425" y="108"/>
                      <a:pt x="411" y="108"/>
                    </a:cubicBezTo>
                    <a:cubicBezTo>
                      <a:pt x="404" y="108"/>
                      <a:pt x="389" y="108"/>
                      <a:pt x="382" y="101"/>
                    </a:cubicBezTo>
                    <a:lnTo>
                      <a:pt x="375" y="101"/>
                    </a:lnTo>
                    <a:lnTo>
                      <a:pt x="375" y="44"/>
                    </a:lnTo>
                    <a:lnTo>
                      <a:pt x="354" y="7"/>
                    </a:lnTo>
                    <a:cubicBezTo>
                      <a:pt x="166" y="37"/>
                      <a:pt x="23" y="187"/>
                      <a:pt x="1" y="373"/>
                    </a:cubicBezTo>
                    <a:lnTo>
                      <a:pt x="836" y="373"/>
                    </a:lnTo>
                    <a:cubicBezTo>
                      <a:pt x="820" y="180"/>
                      <a:pt x="656" y="14"/>
                      <a:pt x="4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42"/>
              <p:cNvSpPr/>
              <p:nvPr/>
            </p:nvSpPr>
            <p:spPr>
              <a:xfrm>
                <a:off x="8616670" y="3030375"/>
                <a:ext cx="1794" cy="256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7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42"/>
              <p:cNvSpPr/>
              <p:nvPr/>
            </p:nvSpPr>
            <p:spPr>
              <a:xfrm>
                <a:off x="8533890" y="3142627"/>
                <a:ext cx="189908" cy="4459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174" extrusionOk="0">
                    <a:moveTo>
                      <a:pt x="0" y="1"/>
                    </a:moveTo>
                    <a:lnTo>
                      <a:pt x="14" y="173"/>
                    </a:lnTo>
                    <a:lnTo>
                      <a:pt x="725" y="173"/>
                    </a:lnTo>
                    <a:lnTo>
                      <a:pt x="74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42"/>
              <p:cNvSpPr/>
              <p:nvPr/>
            </p:nvSpPr>
            <p:spPr>
              <a:xfrm>
                <a:off x="8544911" y="3288196"/>
                <a:ext cx="167867" cy="5202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203" extrusionOk="0">
                    <a:moveTo>
                      <a:pt x="1" y="0"/>
                    </a:moveTo>
                    <a:lnTo>
                      <a:pt x="14" y="202"/>
                    </a:lnTo>
                    <a:lnTo>
                      <a:pt x="632" y="202"/>
                    </a:lnTo>
                    <a:lnTo>
                      <a:pt x="65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42"/>
              <p:cNvSpPr/>
              <p:nvPr/>
            </p:nvSpPr>
            <p:spPr>
              <a:xfrm>
                <a:off x="8515438" y="3100340"/>
                <a:ext cx="226557" cy="42542"/>
              </a:xfrm>
              <a:custGeom>
                <a:avLst/>
                <a:gdLst/>
                <a:ahLst/>
                <a:cxnLst/>
                <a:rect l="l" t="t" r="r" b="b"/>
                <a:pathLst>
                  <a:path w="884" h="166" extrusionOk="0">
                    <a:moveTo>
                      <a:pt x="0" y="0"/>
                    </a:moveTo>
                    <a:lnTo>
                      <a:pt x="0" y="166"/>
                    </a:lnTo>
                    <a:lnTo>
                      <a:pt x="883" y="166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42"/>
              <p:cNvSpPr/>
              <p:nvPr/>
            </p:nvSpPr>
            <p:spPr>
              <a:xfrm>
                <a:off x="8529790" y="3186964"/>
                <a:ext cx="197597" cy="101487"/>
              </a:xfrm>
              <a:custGeom>
                <a:avLst/>
                <a:gdLst/>
                <a:ahLst/>
                <a:cxnLst/>
                <a:rect l="l" t="t" r="r" b="b"/>
                <a:pathLst>
                  <a:path w="771" h="396" extrusionOk="0">
                    <a:moveTo>
                      <a:pt x="1" y="0"/>
                    </a:moveTo>
                    <a:lnTo>
                      <a:pt x="37" y="395"/>
                    </a:lnTo>
                    <a:lnTo>
                      <a:pt x="734" y="395"/>
                    </a:lnTo>
                    <a:lnTo>
                      <a:pt x="77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42"/>
              <p:cNvSpPr/>
              <p:nvPr/>
            </p:nvSpPr>
            <p:spPr>
              <a:xfrm>
                <a:off x="8640504" y="3026787"/>
                <a:ext cx="16915" cy="3844"/>
              </a:xfrm>
              <a:custGeom>
                <a:avLst/>
                <a:gdLst/>
                <a:ahLst/>
                <a:cxnLst/>
                <a:rect l="l" t="t" r="r" b="b"/>
                <a:pathLst>
                  <a:path w="66" h="15" extrusionOk="0">
                    <a:moveTo>
                      <a:pt x="66" y="1"/>
                    </a:moveTo>
                    <a:lnTo>
                      <a:pt x="0" y="15"/>
                    </a:lnTo>
                    <a:cubicBezTo>
                      <a:pt x="23" y="15"/>
                      <a:pt x="43" y="8"/>
                      <a:pt x="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42"/>
              <p:cNvSpPr/>
              <p:nvPr/>
            </p:nvSpPr>
            <p:spPr>
              <a:xfrm>
                <a:off x="8640504" y="3026787"/>
                <a:ext cx="16915" cy="3844"/>
              </a:xfrm>
              <a:custGeom>
                <a:avLst/>
                <a:gdLst/>
                <a:ahLst/>
                <a:cxnLst/>
                <a:rect l="l" t="t" r="r" b="b"/>
                <a:pathLst>
                  <a:path w="66" h="15" fill="none" extrusionOk="0">
                    <a:moveTo>
                      <a:pt x="66" y="1"/>
                    </a:moveTo>
                    <a:cubicBezTo>
                      <a:pt x="43" y="8"/>
                      <a:pt x="23" y="15"/>
                      <a:pt x="0" y="15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42"/>
              <p:cNvSpPr/>
              <p:nvPr/>
            </p:nvSpPr>
            <p:spPr>
              <a:xfrm>
                <a:off x="8600268" y="3026787"/>
                <a:ext cx="16659" cy="3844"/>
              </a:xfrm>
              <a:custGeom>
                <a:avLst/>
                <a:gdLst/>
                <a:ahLst/>
                <a:cxnLst/>
                <a:rect l="l" t="t" r="r" b="b"/>
                <a:pathLst>
                  <a:path w="65" h="15" extrusionOk="0">
                    <a:moveTo>
                      <a:pt x="0" y="1"/>
                    </a:moveTo>
                    <a:cubicBezTo>
                      <a:pt x="0" y="1"/>
                      <a:pt x="21" y="15"/>
                      <a:pt x="64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42"/>
              <p:cNvSpPr/>
              <p:nvPr/>
            </p:nvSpPr>
            <p:spPr>
              <a:xfrm>
                <a:off x="8600268" y="3026787"/>
                <a:ext cx="16659" cy="3844"/>
              </a:xfrm>
              <a:custGeom>
                <a:avLst/>
                <a:gdLst/>
                <a:ahLst/>
                <a:cxnLst/>
                <a:rect l="l" t="t" r="r" b="b"/>
                <a:pathLst>
                  <a:path w="65" h="15" fill="none" extrusionOk="0">
                    <a:moveTo>
                      <a:pt x="64" y="15"/>
                    </a:moveTo>
                    <a:cubicBezTo>
                      <a:pt x="21" y="15"/>
                      <a:pt x="0" y="1"/>
                      <a:pt x="0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42"/>
              <p:cNvSpPr/>
              <p:nvPr/>
            </p:nvSpPr>
            <p:spPr>
              <a:xfrm>
                <a:off x="8535684" y="2879167"/>
                <a:ext cx="105077" cy="153255"/>
              </a:xfrm>
              <a:custGeom>
                <a:avLst/>
                <a:gdLst/>
                <a:ahLst/>
                <a:cxnLst/>
                <a:rect l="l" t="t" r="r" b="b"/>
                <a:pathLst>
                  <a:path w="410" h="598" extrusionOk="0">
                    <a:moveTo>
                      <a:pt x="94" y="1"/>
                    </a:moveTo>
                    <a:lnTo>
                      <a:pt x="0" y="23"/>
                    </a:lnTo>
                    <a:lnTo>
                      <a:pt x="295" y="497"/>
                    </a:lnTo>
                    <a:lnTo>
                      <a:pt x="316" y="534"/>
                    </a:lnTo>
                    <a:lnTo>
                      <a:pt x="316" y="591"/>
                    </a:lnTo>
                    <a:lnTo>
                      <a:pt x="323" y="591"/>
                    </a:lnTo>
                    <a:cubicBezTo>
                      <a:pt x="330" y="598"/>
                      <a:pt x="345" y="598"/>
                      <a:pt x="352" y="598"/>
                    </a:cubicBezTo>
                    <a:cubicBezTo>
                      <a:pt x="366" y="598"/>
                      <a:pt x="389" y="591"/>
                      <a:pt x="409" y="591"/>
                    </a:cubicBezTo>
                    <a:lnTo>
                      <a:pt x="409" y="511"/>
                    </a:lnTo>
                    <a:lnTo>
                      <a:pt x="402" y="491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42"/>
              <p:cNvSpPr/>
              <p:nvPr/>
            </p:nvSpPr>
            <p:spPr>
              <a:xfrm>
                <a:off x="8616670" y="3030375"/>
                <a:ext cx="1794" cy="256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7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42"/>
              <p:cNvSpPr/>
              <p:nvPr/>
            </p:nvSpPr>
            <p:spPr>
              <a:xfrm>
                <a:off x="5921333" y="3997845"/>
                <a:ext cx="256" cy="2050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1" y="0"/>
                    </a:moveTo>
                    <a:lnTo>
                      <a:pt x="1" y="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42"/>
              <p:cNvSpPr/>
              <p:nvPr/>
            </p:nvSpPr>
            <p:spPr>
              <a:xfrm>
                <a:off x="5998730" y="3719265"/>
                <a:ext cx="15377" cy="68683"/>
              </a:xfrm>
              <a:custGeom>
                <a:avLst/>
                <a:gdLst/>
                <a:ahLst/>
                <a:cxnLst/>
                <a:rect l="l" t="t" r="r" b="b"/>
                <a:pathLst>
                  <a:path w="60" h="268" extrusionOk="0">
                    <a:moveTo>
                      <a:pt x="59" y="0"/>
                    </a:moveTo>
                    <a:lnTo>
                      <a:pt x="1" y="268"/>
                    </a:lnTo>
                    <a:cubicBezTo>
                      <a:pt x="37" y="181"/>
                      <a:pt x="59" y="87"/>
                      <a:pt x="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42"/>
              <p:cNvSpPr/>
              <p:nvPr/>
            </p:nvSpPr>
            <p:spPr>
              <a:xfrm>
                <a:off x="5724250" y="2658251"/>
                <a:ext cx="315488" cy="1339827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5228" extrusionOk="0">
                    <a:moveTo>
                      <a:pt x="620" y="0"/>
                    </a:moveTo>
                    <a:cubicBezTo>
                      <a:pt x="620" y="0"/>
                      <a:pt x="130" y="540"/>
                      <a:pt x="181" y="1201"/>
                    </a:cubicBezTo>
                    <a:cubicBezTo>
                      <a:pt x="225" y="1863"/>
                      <a:pt x="80" y="2150"/>
                      <a:pt x="37" y="2329"/>
                    </a:cubicBezTo>
                    <a:cubicBezTo>
                      <a:pt x="23" y="2388"/>
                      <a:pt x="9" y="2467"/>
                      <a:pt x="0" y="2545"/>
                    </a:cubicBezTo>
                    <a:lnTo>
                      <a:pt x="0" y="2560"/>
                    </a:lnTo>
                    <a:cubicBezTo>
                      <a:pt x="66" y="3005"/>
                      <a:pt x="202" y="3178"/>
                      <a:pt x="259" y="3293"/>
                    </a:cubicBezTo>
                    <a:cubicBezTo>
                      <a:pt x="318" y="3407"/>
                      <a:pt x="388" y="3652"/>
                      <a:pt x="332" y="3818"/>
                    </a:cubicBezTo>
                    <a:cubicBezTo>
                      <a:pt x="318" y="3875"/>
                      <a:pt x="311" y="3925"/>
                      <a:pt x="302" y="3968"/>
                    </a:cubicBezTo>
                    <a:cubicBezTo>
                      <a:pt x="302" y="4063"/>
                      <a:pt x="332" y="4149"/>
                      <a:pt x="388" y="4249"/>
                    </a:cubicBezTo>
                    <a:cubicBezTo>
                      <a:pt x="475" y="4399"/>
                      <a:pt x="533" y="4608"/>
                      <a:pt x="454" y="4787"/>
                    </a:cubicBezTo>
                    <a:cubicBezTo>
                      <a:pt x="411" y="4889"/>
                      <a:pt x="425" y="5039"/>
                      <a:pt x="418" y="5175"/>
                    </a:cubicBezTo>
                    <a:cubicBezTo>
                      <a:pt x="425" y="5191"/>
                      <a:pt x="432" y="5212"/>
                      <a:pt x="447" y="5227"/>
                    </a:cubicBezTo>
                    <a:lnTo>
                      <a:pt x="770" y="5227"/>
                    </a:lnTo>
                    <a:cubicBezTo>
                      <a:pt x="756" y="5105"/>
                      <a:pt x="777" y="4960"/>
                      <a:pt x="734" y="4860"/>
                    </a:cubicBezTo>
                    <a:cubicBezTo>
                      <a:pt x="670" y="4710"/>
                      <a:pt x="720" y="4522"/>
                      <a:pt x="792" y="4392"/>
                    </a:cubicBezTo>
                    <a:cubicBezTo>
                      <a:pt x="872" y="4263"/>
                      <a:pt x="885" y="4170"/>
                      <a:pt x="842" y="4026"/>
                    </a:cubicBezTo>
                    <a:cubicBezTo>
                      <a:pt x="835" y="4020"/>
                      <a:pt x="835" y="4011"/>
                      <a:pt x="835" y="3997"/>
                    </a:cubicBezTo>
                    <a:cubicBezTo>
                      <a:pt x="799" y="3854"/>
                      <a:pt x="856" y="3666"/>
                      <a:pt x="906" y="3566"/>
                    </a:cubicBezTo>
                    <a:cubicBezTo>
                      <a:pt x="958" y="3466"/>
                      <a:pt x="1072" y="3321"/>
                      <a:pt x="1130" y="2933"/>
                    </a:cubicBezTo>
                    <a:cubicBezTo>
                      <a:pt x="1144" y="2826"/>
                      <a:pt x="1180" y="2726"/>
                      <a:pt x="1230" y="2639"/>
                    </a:cubicBezTo>
                    <a:cubicBezTo>
                      <a:pt x="1230" y="2524"/>
                      <a:pt x="1208" y="2415"/>
                      <a:pt x="1194" y="2338"/>
                    </a:cubicBezTo>
                    <a:cubicBezTo>
                      <a:pt x="1144" y="2150"/>
                      <a:pt x="1001" y="1863"/>
                      <a:pt x="1051" y="1201"/>
                    </a:cubicBezTo>
                    <a:cubicBezTo>
                      <a:pt x="1101" y="547"/>
                      <a:pt x="620" y="0"/>
                      <a:pt x="6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42"/>
              <p:cNvSpPr/>
              <p:nvPr/>
            </p:nvSpPr>
            <p:spPr>
              <a:xfrm>
                <a:off x="5879046" y="2658251"/>
                <a:ext cx="4101" cy="1339827"/>
              </a:xfrm>
              <a:custGeom>
                <a:avLst/>
                <a:gdLst/>
                <a:ahLst/>
                <a:cxnLst/>
                <a:rect l="l" t="t" r="r" b="b"/>
                <a:pathLst>
                  <a:path w="16" h="5228" fill="none" extrusionOk="0">
                    <a:moveTo>
                      <a:pt x="16" y="0"/>
                    </a:moveTo>
                    <a:lnTo>
                      <a:pt x="9" y="1582"/>
                    </a:lnTo>
                    <a:lnTo>
                      <a:pt x="9" y="3041"/>
                    </a:lnTo>
                    <a:lnTo>
                      <a:pt x="9" y="4458"/>
                    </a:lnTo>
                    <a:lnTo>
                      <a:pt x="0" y="5227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42"/>
              <p:cNvSpPr/>
              <p:nvPr/>
            </p:nvSpPr>
            <p:spPr>
              <a:xfrm>
                <a:off x="5801648" y="3671596"/>
                <a:ext cx="79705" cy="12916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504" fill="none" extrusionOk="0">
                    <a:moveTo>
                      <a:pt x="311" y="504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42"/>
              <p:cNvSpPr/>
              <p:nvPr/>
            </p:nvSpPr>
            <p:spPr>
              <a:xfrm>
                <a:off x="5881096" y="3682616"/>
                <a:ext cx="57408" cy="69964"/>
              </a:xfrm>
              <a:custGeom>
                <a:avLst/>
                <a:gdLst/>
                <a:ahLst/>
                <a:cxnLst/>
                <a:rect l="l" t="t" r="r" b="b"/>
                <a:pathLst>
                  <a:path w="224" h="273" fill="none" extrusionOk="0">
                    <a:moveTo>
                      <a:pt x="223" y="0"/>
                    </a:moveTo>
                    <a:lnTo>
                      <a:pt x="1" y="273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42"/>
              <p:cNvSpPr/>
              <p:nvPr/>
            </p:nvSpPr>
            <p:spPr>
              <a:xfrm>
                <a:off x="5882890" y="2916328"/>
                <a:ext cx="73810" cy="90467"/>
              </a:xfrm>
              <a:custGeom>
                <a:avLst/>
                <a:gdLst/>
                <a:ahLst/>
                <a:cxnLst/>
                <a:rect l="l" t="t" r="r" b="b"/>
                <a:pathLst>
                  <a:path w="288" h="353" fill="none" extrusionOk="0">
                    <a:moveTo>
                      <a:pt x="1" y="352"/>
                    </a:moveTo>
                    <a:lnTo>
                      <a:pt x="287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42"/>
              <p:cNvSpPr/>
              <p:nvPr/>
            </p:nvSpPr>
            <p:spPr>
              <a:xfrm>
                <a:off x="5881096" y="3257185"/>
                <a:ext cx="119686" cy="145823"/>
              </a:xfrm>
              <a:custGeom>
                <a:avLst/>
                <a:gdLst/>
                <a:ahLst/>
                <a:cxnLst/>
                <a:rect l="l" t="t" r="r" b="b"/>
                <a:pathLst>
                  <a:path w="467" h="569" fill="none" extrusionOk="0">
                    <a:moveTo>
                      <a:pt x="1" y="568"/>
                    </a:moveTo>
                    <a:lnTo>
                      <a:pt x="467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42"/>
              <p:cNvSpPr/>
              <p:nvPr/>
            </p:nvSpPr>
            <p:spPr>
              <a:xfrm>
                <a:off x="5781658" y="3277176"/>
                <a:ext cx="99695" cy="160687"/>
              </a:xfrm>
              <a:custGeom>
                <a:avLst/>
                <a:gdLst/>
                <a:ahLst/>
                <a:cxnLst/>
                <a:rect l="l" t="t" r="r" b="b"/>
                <a:pathLst>
                  <a:path w="389" h="627" fill="none" extrusionOk="0">
                    <a:moveTo>
                      <a:pt x="389" y="626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42"/>
              <p:cNvSpPr/>
              <p:nvPr/>
            </p:nvSpPr>
            <p:spPr>
              <a:xfrm>
                <a:off x="5820101" y="2963997"/>
                <a:ext cx="61252" cy="99693"/>
              </a:xfrm>
              <a:custGeom>
                <a:avLst/>
                <a:gdLst/>
                <a:ahLst/>
                <a:cxnLst/>
                <a:rect l="l" t="t" r="r" b="b"/>
                <a:pathLst>
                  <a:path w="239" h="389" fill="none" extrusionOk="0">
                    <a:moveTo>
                      <a:pt x="239" y="389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42"/>
              <p:cNvSpPr/>
              <p:nvPr/>
            </p:nvSpPr>
            <p:spPr>
              <a:xfrm>
                <a:off x="5604822" y="3124687"/>
                <a:ext cx="256286" cy="873399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3408" extrusionOk="0">
                    <a:moveTo>
                      <a:pt x="1" y="0"/>
                    </a:moveTo>
                    <a:lnTo>
                      <a:pt x="230" y="1056"/>
                    </a:lnTo>
                    <a:lnTo>
                      <a:pt x="439" y="2034"/>
                    </a:lnTo>
                    <a:lnTo>
                      <a:pt x="446" y="2034"/>
                    </a:lnTo>
                    <a:lnTo>
                      <a:pt x="647" y="2976"/>
                    </a:lnTo>
                    <a:lnTo>
                      <a:pt x="741" y="3407"/>
                    </a:lnTo>
                    <a:lnTo>
                      <a:pt x="877" y="3407"/>
                    </a:lnTo>
                    <a:cubicBezTo>
                      <a:pt x="884" y="3392"/>
                      <a:pt x="884" y="3371"/>
                      <a:pt x="884" y="3355"/>
                    </a:cubicBezTo>
                    <a:cubicBezTo>
                      <a:pt x="891" y="3219"/>
                      <a:pt x="877" y="3069"/>
                      <a:pt x="920" y="2967"/>
                    </a:cubicBezTo>
                    <a:cubicBezTo>
                      <a:pt x="999" y="2788"/>
                      <a:pt x="941" y="2579"/>
                      <a:pt x="854" y="2429"/>
                    </a:cubicBezTo>
                    <a:cubicBezTo>
                      <a:pt x="798" y="2329"/>
                      <a:pt x="768" y="2243"/>
                      <a:pt x="768" y="2148"/>
                    </a:cubicBezTo>
                    <a:cubicBezTo>
                      <a:pt x="777" y="2105"/>
                      <a:pt x="784" y="2055"/>
                      <a:pt x="798" y="1998"/>
                    </a:cubicBezTo>
                    <a:cubicBezTo>
                      <a:pt x="854" y="1832"/>
                      <a:pt x="784" y="1587"/>
                      <a:pt x="725" y="1473"/>
                    </a:cubicBezTo>
                    <a:cubicBezTo>
                      <a:pt x="668" y="1358"/>
                      <a:pt x="532" y="1185"/>
                      <a:pt x="466" y="740"/>
                    </a:cubicBezTo>
                    <a:lnTo>
                      <a:pt x="466" y="725"/>
                    </a:lnTo>
                    <a:cubicBezTo>
                      <a:pt x="396" y="286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42"/>
              <p:cNvSpPr/>
              <p:nvPr/>
            </p:nvSpPr>
            <p:spPr>
              <a:xfrm>
                <a:off x="5542033" y="3124687"/>
                <a:ext cx="252698" cy="873399"/>
              </a:xfrm>
              <a:custGeom>
                <a:avLst/>
                <a:gdLst/>
                <a:ahLst/>
                <a:cxnLst/>
                <a:rect l="l" t="t" r="r" b="b"/>
                <a:pathLst>
                  <a:path w="986" h="3408" extrusionOk="0">
                    <a:moveTo>
                      <a:pt x="246" y="0"/>
                    </a:moveTo>
                    <a:cubicBezTo>
                      <a:pt x="246" y="0"/>
                      <a:pt x="1" y="431"/>
                      <a:pt x="130" y="863"/>
                    </a:cubicBezTo>
                    <a:cubicBezTo>
                      <a:pt x="252" y="1301"/>
                      <a:pt x="202" y="1510"/>
                      <a:pt x="194" y="1639"/>
                    </a:cubicBezTo>
                    <a:cubicBezTo>
                      <a:pt x="194" y="1768"/>
                      <a:pt x="223" y="2018"/>
                      <a:pt x="346" y="2148"/>
                    </a:cubicBezTo>
                    <a:cubicBezTo>
                      <a:pt x="468" y="2277"/>
                      <a:pt x="489" y="2393"/>
                      <a:pt x="475" y="2565"/>
                    </a:cubicBezTo>
                    <a:cubicBezTo>
                      <a:pt x="461" y="2731"/>
                      <a:pt x="496" y="2953"/>
                      <a:pt x="641" y="3083"/>
                    </a:cubicBezTo>
                    <a:cubicBezTo>
                      <a:pt x="720" y="3155"/>
                      <a:pt x="763" y="3292"/>
                      <a:pt x="827" y="3407"/>
                    </a:cubicBezTo>
                    <a:lnTo>
                      <a:pt x="986" y="3407"/>
                    </a:lnTo>
                    <a:lnTo>
                      <a:pt x="892" y="2976"/>
                    </a:lnTo>
                    <a:lnTo>
                      <a:pt x="691" y="2034"/>
                    </a:lnTo>
                    <a:lnTo>
                      <a:pt x="684" y="2034"/>
                    </a:lnTo>
                    <a:lnTo>
                      <a:pt x="475" y="1056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42"/>
              <p:cNvSpPr/>
              <p:nvPr/>
            </p:nvSpPr>
            <p:spPr>
              <a:xfrm>
                <a:off x="5698622" y="3813321"/>
                <a:ext cx="72273" cy="74065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89" fill="none" extrusionOk="0">
                    <a:moveTo>
                      <a:pt x="281" y="289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42"/>
              <p:cNvSpPr/>
              <p:nvPr/>
            </p:nvSpPr>
            <p:spPr>
              <a:xfrm>
                <a:off x="5763206" y="3769240"/>
                <a:ext cx="44337" cy="86879"/>
              </a:xfrm>
              <a:custGeom>
                <a:avLst/>
                <a:gdLst/>
                <a:ahLst/>
                <a:cxnLst/>
                <a:rect l="l" t="t" r="r" b="b"/>
                <a:pathLst>
                  <a:path w="173" h="339" fill="none" extrusionOk="0">
                    <a:moveTo>
                      <a:pt x="0" y="338"/>
                    </a:moveTo>
                    <a:lnTo>
                      <a:pt x="173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42"/>
              <p:cNvSpPr/>
              <p:nvPr/>
            </p:nvSpPr>
            <p:spPr>
              <a:xfrm>
                <a:off x="5656079" y="3284608"/>
                <a:ext cx="35111" cy="72271"/>
              </a:xfrm>
              <a:custGeom>
                <a:avLst/>
                <a:gdLst/>
                <a:ahLst/>
                <a:cxnLst/>
                <a:rect l="l" t="t" r="r" b="b"/>
                <a:pathLst>
                  <a:path w="137" h="282" fill="none" extrusionOk="0">
                    <a:moveTo>
                      <a:pt x="1" y="282"/>
                    </a:moveTo>
                    <a:lnTo>
                      <a:pt x="137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42"/>
              <p:cNvSpPr/>
              <p:nvPr/>
            </p:nvSpPr>
            <p:spPr>
              <a:xfrm>
                <a:off x="5770638" y="3505780"/>
                <a:ext cx="256" cy="1794"/>
              </a:xfrm>
              <a:custGeom>
                <a:avLst/>
                <a:gdLst/>
                <a:ahLst/>
                <a:cxnLst/>
                <a:rect l="l" t="t" r="r" b="b"/>
                <a:pathLst>
                  <a:path w="1" h="7" fill="none" extrusionOk="0">
                    <a:moveTo>
                      <a:pt x="0" y="0"/>
                    </a:moveTo>
                    <a:lnTo>
                      <a:pt x="0" y="7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42"/>
              <p:cNvSpPr/>
              <p:nvPr/>
            </p:nvSpPr>
            <p:spPr>
              <a:xfrm>
                <a:off x="5713230" y="3509112"/>
                <a:ext cx="57664" cy="113019"/>
              </a:xfrm>
              <a:custGeom>
                <a:avLst/>
                <a:gdLst/>
                <a:ahLst/>
                <a:cxnLst/>
                <a:rect l="l" t="t" r="r" b="b"/>
                <a:pathLst>
                  <a:path w="225" h="441" fill="none" extrusionOk="0">
                    <a:moveTo>
                      <a:pt x="224" y="1"/>
                    </a:moveTo>
                    <a:lnTo>
                      <a:pt x="0" y="44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42"/>
              <p:cNvSpPr/>
              <p:nvPr/>
            </p:nvSpPr>
            <p:spPr>
              <a:xfrm>
                <a:off x="5625540" y="3551655"/>
                <a:ext cx="90469" cy="94311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68" fill="none" extrusionOk="0">
                    <a:moveTo>
                      <a:pt x="353" y="368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42"/>
              <p:cNvSpPr/>
              <p:nvPr/>
            </p:nvSpPr>
            <p:spPr>
              <a:xfrm>
                <a:off x="5608410" y="3338171"/>
                <a:ext cx="55358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223" fill="none" extrusionOk="0">
                    <a:moveTo>
                      <a:pt x="216" y="223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42"/>
              <p:cNvSpPr/>
              <p:nvPr/>
            </p:nvSpPr>
            <p:spPr>
              <a:xfrm>
                <a:off x="5895704" y="3246165"/>
                <a:ext cx="221431" cy="751923"/>
              </a:xfrm>
              <a:custGeom>
                <a:avLst/>
                <a:gdLst/>
                <a:ahLst/>
                <a:cxnLst/>
                <a:rect l="l" t="t" r="r" b="b"/>
                <a:pathLst>
                  <a:path w="864" h="2934" extrusionOk="0">
                    <a:moveTo>
                      <a:pt x="863" y="0"/>
                    </a:moveTo>
                    <a:lnTo>
                      <a:pt x="863" y="0"/>
                    </a:lnTo>
                    <a:cubicBezTo>
                      <a:pt x="863" y="1"/>
                      <a:pt x="684" y="130"/>
                      <a:pt x="561" y="345"/>
                    </a:cubicBezTo>
                    <a:cubicBezTo>
                      <a:pt x="511" y="432"/>
                      <a:pt x="475" y="532"/>
                      <a:pt x="461" y="639"/>
                    </a:cubicBezTo>
                    <a:cubicBezTo>
                      <a:pt x="403" y="1027"/>
                      <a:pt x="289" y="1172"/>
                      <a:pt x="237" y="1272"/>
                    </a:cubicBezTo>
                    <a:cubicBezTo>
                      <a:pt x="187" y="1372"/>
                      <a:pt x="130" y="1560"/>
                      <a:pt x="166" y="1703"/>
                    </a:cubicBezTo>
                    <a:cubicBezTo>
                      <a:pt x="166" y="1717"/>
                      <a:pt x="166" y="1726"/>
                      <a:pt x="173" y="1732"/>
                    </a:cubicBezTo>
                    <a:cubicBezTo>
                      <a:pt x="216" y="1876"/>
                      <a:pt x="203" y="1969"/>
                      <a:pt x="123" y="2098"/>
                    </a:cubicBezTo>
                    <a:cubicBezTo>
                      <a:pt x="51" y="2228"/>
                      <a:pt x="1" y="2416"/>
                      <a:pt x="65" y="2566"/>
                    </a:cubicBezTo>
                    <a:cubicBezTo>
                      <a:pt x="108" y="2666"/>
                      <a:pt x="87" y="2811"/>
                      <a:pt x="101" y="2933"/>
                    </a:cubicBezTo>
                    <a:lnTo>
                      <a:pt x="223" y="2933"/>
                    </a:lnTo>
                    <a:lnTo>
                      <a:pt x="303" y="2580"/>
                    </a:lnTo>
                    <a:lnTo>
                      <a:pt x="403" y="2114"/>
                    </a:lnTo>
                    <a:lnTo>
                      <a:pt x="461" y="1846"/>
                    </a:lnTo>
                    <a:lnTo>
                      <a:pt x="482" y="1760"/>
                    </a:lnTo>
                    <a:lnTo>
                      <a:pt x="668" y="913"/>
                    </a:lnTo>
                    <a:lnTo>
                      <a:pt x="86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42"/>
              <p:cNvSpPr/>
              <p:nvPr/>
            </p:nvSpPr>
            <p:spPr>
              <a:xfrm>
                <a:off x="5921333" y="3997845"/>
                <a:ext cx="256" cy="2050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1" y="0"/>
                    </a:moveTo>
                    <a:lnTo>
                      <a:pt x="1" y="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42"/>
              <p:cNvSpPr/>
              <p:nvPr/>
            </p:nvSpPr>
            <p:spPr>
              <a:xfrm>
                <a:off x="5952856" y="3246165"/>
                <a:ext cx="219381" cy="751923"/>
              </a:xfrm>
              <a:custGeom>
                <a:avLst/>
                <a:gdLst/>
                <a:ahLst/>
                <a:cxnLst/>
                <a:rect l="l" t="t" r="r" b="b"/>
                <a:pathLst>
                  <a:path w="856" h="2934" extrusionOk="0">
                    <a:moveTo>
                      <a:pt x="640" y="0"/>
                    </a:moveTo>
                    <a:lnTo>
                      <a:pt x="445" y="913"/>
                    </a:lnTo>
                    <a:lnTo>
                      <a:pt x="259" y="1760"/>
                    </a:lnTo>
                    <a:lnTo>
                      <a:pt x="238" y="1846"/>
                    </a:lnTo>
                    <a:lnTo>
                      <a:pt x="180" y="2114"/>
                    </a:lnTo>
                    <a:lnTo>
                      <a:pt x="80" y="2580"/>
                    </a:lnTo>
                    <a:lnTo>
                      <a:pt x="0" y="2933"/>
                    </a:lnTo>
                    <a:lnTo>
                      <a:pt x="143" y="2933"/>
                    </a:lnTo>
                    <a:cubicBezTo>
                      <a:pt x="195" y="2838"/>
                      <a:pt x="238" y="2724"/>
                      <a:pt x="302" y="2666"/>
                    </a:cubicBezTo>
                    <a:cubicBezTo>
                      <a:pt x="425" y="2559"/>
                      <a:pt x="461" y="2364"/>
                      <a:pt x="445" y="2221"/>
                    </a:cubicBezTo>
                    <a:cubicBezTo>
                      <a:pt x="425" y="2071"/>
                      <a:pt x="445" y="1976"/>
                      <a:pt x="554" y="1862"/>
                    </a:cubicBezTo>
                    <a:cubicBezTo>
                      <a:pt x="661" y="1746"/>
                      <a:pt x="690" y="1531"/>
                      <a:pt x="683" y="1415"/>
                    </a:cubicBezTo>
                    <a:cubicBezTo>
                      <a:pt x="676" y="1308"/>
                      <a:pt x="633" y="1122"/>
                      <a:pt x="740" y="747"/>
                    </a:cubicBezTo>
                    <a:cubicBezTo>
                      <a:pt x="856" y="373"/>
                      <a:pt x="640" y="0"/>
                      <a:pt x="6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42"/>
              <p:cNvSpPr/>
              <p:nvPr/>
            </p:nvSpPr>
            <p:spPr>
              <a:xfrm>
                <a:off x="5973102" y="3843050"/>
                <a:ext cx="63046" cy="64326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51" fill="none" extrusionOk="0">
                    <a:moveTo>
                      <a:pt x="1" y="251"/>
                    </a:moveTo>
                    <a:lnTo>
                      <a:pt x="246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42"/>
              <p:cNvSpPr/>
              <p:nvPr/>
            </p:nvSpPr>
            <p:spPr>
              <a:xfrm>
                <a:off x="5941835" y="3804094"/>
                <a:ext cx="36905" cy="75859"/>
              </a:xfrm>
              <a:custGeom>
                <a:avLst/>
                <a:gdLst/>
                <a:ahLst/>
                <a:cxnLst/>
                <a:rect l="l" t="t" r="r" b="b"/>
                <a:pathLst>
                  <a:path w="144" h="296" fill="none" extrusionOk="0">
                    <a:moveTo>
                      <a:pt x="143" y="296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42"/>
              <p:cNvSpPr/>
              <p:nvPr/>
            </p:nvSpPr>
            <p:spPr>
              <a:xfrm>
                <a:off x="6041274" y="3384046"/>
                <a:ext cx="31523" cy="63045"/>
              </a:xfrm>
              <a:custGeom>
                <a:avLst/>
                <a:gdLst/>
                <a:ahLst/>
                <a:cxnLst/>
                <a:rect l="l" t="t" r="r" b="b"/>
                <a:pathLst>
                  <a:path w="123" h="246" fill="none" extrusionOk="0">
                    <a:moveTo>
                      <a:pt x="123" y="246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42"/>
              <p:cNvSpPr/>
              <p:nvPr/>
            </p:nvSpPr>
            <p:spPr>
              <a:xfrm>
                <a:off x="5973102" y="3575490"/>
                <a:ext cx="35111" cy="70477"/>
              </a:xfrm>
              <a:custGeom>
                <a:avLst/>
                <a:gdLst/>
                <a:ahLst/>
                <a:cxnLst/>
                <a:rect l="l" t="t" r="r" b="b"/>
                <a:pathLst>
                  <a:path w="137" h="275" fill="none" extrusionOk="0">
                    <a:moveTo>
                      <a:pt x="137" y="27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42"/>
              <p:cNvSpPr/>
              <p:nvPr/>
            </p:nvSpPr>
            <p:spPr>
              <a:xfrm>
                <a:off x="6007957" y="3645711"/>
                <a:ext cx="14865" cy="29472"/>
              </a:xfrm>
              <a:custGeom>
                <a:avLst/>
                <a:gdLst/>
                <a:ahLst/>
                <a:cxnLst/>
                <a:rect l="l" t="t" r="r" b="b"/>
                <a:pathLst>
                  <a:path w="58" h="115" fill="none" extrusionOk="0">
                    <a:moveTo>
                      <a:pt x="58" y="1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42"/>
              <p:cNvSpPr/>
              <p:nvPr/>
            </p:nvSpPr>
            <p:spPr>
              <a:xfrm>
                <a:off x="6018977" y="3616239"/>
                <a:ext cx="77655" cy="81240"/>
              </a:xfrm>
              <a:custGeom>
                <a:avLst/>
                <a:gdLst/>
                <a:ahLst/>
                <a:cxnLst/>
                <a:rect l="l" t="t" r="r" b="b"/>
                <a:pathLst>
                  <a:path w="303" h="317" fill="none" extrusionOk="0">
                    <a:moveTo>
                      <a:pt x="303" y="0"/>
                    </a:moveTo>
                    <a:lnTo>
                      <a:pt x="1" y="316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42"/>
              <p:cNvSpPr/>
              <p:nvPr/>
            </p:nvSpPr>
            <p:spPr>
              <a:xfrm>
                <a:off x="6066431" y="3430177"/>
                <a:ext cx="50232" cy="50231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fill="none" extrusionOk="0">
                    <a:moveTo>
                      <a:pt x="0" y="195"/>
                    </a:moveTo>
                    <a:lnTo>
                      <a:pt x="195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42"/>
              <p:cNvSpPr/>
              <p:nvPr/>
            </p:nvSpPr>
            <p:spPr>
              <a:xfrm>
                <a:off x="5726301" y="3997845"/>
                <a:ext cx="309850" cy="869299"/>
              </a:xfrm>
              <a:custGeom>
                <a:avLst/>
                <a:gdLst/>
                <a:ahLst/>
                <a:cxnLst/>
                <a:rect l="l" t="t" r="r" b="b"/>
                <a:pathLst>
                  <a:path w="1209" h="3392" extrusionOk="0">
                    <a:moveTo>
                      <a:pt x="1" y="0"/>
                    </a:moveTo>
                    <a:lnTo>
                      <a:pt x="1" y="3392"/>
                    </a:lnTo>
                    <a:lnTo>
                      <a:pt x="1209" y="3392"/>
                    </a:lnTo>
                    <a:lnTo>
                      <a:pt x="120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42"/>
              <p:cNvSpPr/>
              <p:nvPr/>
            </p:nvSpPr>
            <p:spPr>
              <a:xfrm>
                <a:off x="5921333" y="3997845"/>
                <a:ext cx="256" cy="2050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1" y="0"/>
                    </a:moveTo>
                    <a:lnTo>
                      <a:pt x="1" y="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42"/>
              <p:cNvSpPr/>
              <p:nvPr/>
            </p:nvSpPr>
            <p:spPr>
              <a:xfrm>
                <a:off x="6444921" y="2790750"/>
                <a:ext cx="383148" cy="418504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633" fill="none" extrusionOk="0">
                    <a:moveTo>
                      <a:pt x="1006" y="202"/>
                    </a:moveTo>
                    <a:cubicBezTo>
                      <a:pt x="1049" y="275"/>
                      <a:pt x="1149" y="447"/>
                      <a:pt x="1251" y="613"/>
                    </a:cubicBezTo>
                    <a:lnTo>
                      <a:pt x="1251" y="620"/>
                    </a:lnTo>
                    <a:lnTo>
                      <a:pt x="1251" y="620"/>
                    </a:lnTo>
                    <a:cubicBezTo>
                      <a:pt x="1372" y="836"/>
                      <a:pt x="1494" y="1044"/>
                      <a:pt x="1494" y="1044"/>
                    </a:cubicBezTo>
                    <a:lnTo>
                      <a:pt x="1444" y="1072"/>
                    </a:lnTo>
                    <a:lnTo>
                      <a:pt x="1351" y="1131"/>
                    </a:lnTo>
                    <a:lnTo>
                      <a:pt x="1351" y="1131"/>
                    </a:lnTo>
                    <a:lnTo>
                      <a:pt x="1113" y="1267"/>
                    </a:lnTo>
                    <a:lnTo>
                      <a:pt x="733" y="1496"/>
                    </a:lnTo>
                    <a:lnTo>
                      <a:pt x="632" y="1553"/>
                    </a:lnTo>
                    <a:lnTo>
                      <a:pt x="502" y="1633"/>
                    </a:lnTo>
                    <a:cubicBezTo>
                      <a:pt x="502" y="1633"/>
                      <a:pt x="488" y="1605"/>
                      <a:pt x="466" y="1553"/>
                    </a:cubicBezTo>
                    <a:cubicBezTo>
                      <a:pt x="395" y="1424"/>
                      <a:pt x="244" y="1137"/>
                      <a:pt x="150" y="863"/>
                    </a:cubicBezTo>
                    <a:lnTo>
                      <a:pt x="150" y="856"/>
                    </a:lnTo>
                    <a:cubicBezTo>
                      <a:pt x="43" y="547"/>
                      <a:pt x="0" y="389"/>
                      <a:pt x="28" y="146"/>
                    </a:cubicBezTo>
                    <a:lnTo>
                      <a:pt x="28" y="139"/>
                    </a:lnTo>
                    <a:cubicBezTo>
                      <a:pt x="28" y="95"/>
                      <a:pt x="35" y="52"/>
                      <a:pt x="50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42"/>
              <p:cNvSpPr/>
              <p:nvPr/>
            </p:nvSpPr>
            <p:spPr>
              <a:xfrm>
                <a:off x="6702742" y="2842519"/>
                <a:ext cx="125324" cy="222963"/>
              </a:xfrm>
              <a:custGeom>
                <a:avLst/>
                <a:gdLst/>
                <a:ahLst/>
                <a:cxnLst/>
                <a:rect l="l" t="t" r="r" b="b"/>
                <a:pathLst>
                  <a:path w="489" h="870" fill="none" extrusionOk="0">
                    <a:moveTo>
                      <a:pt x="0" y="0"/>
                    </a:moveTo>
                    <a:cubicBezTo>
                      <a:pt x="43" y="73"/>
                      <a:pt x="143" y="245"/>
                      <a:pt x="245" y="411"/>
                    </a:cubicBezTo>
                    <a:lnTo>
                      <a:pt x="245" y="418"/>
                    </a:lnTo>
                    <a:lnTo>
                      <a:pt x="245" y="418"/>
                    </a:lnTo>
                    <a:cubicBezTo>
                      <a:pt x="366" y="634"/>
                      <a:pt x="488" y="842"/>
                      <a:pt x="488" y="842"/>
                    </a:cubicBezTo>
                    <a:lnTo>
                      <a:pt x="438" y="87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42"/>
              <p:cNvSpPr/>
              <p:nvPr/>
            </p:nvSpPr>
            <p:spPr>
              <a:xfrm>
                <a:off x="6451840" y="2790750"/>
                <a:ext cx="6151" cy="35623"/>
              </a:xfrm>
              <a:custGeom>
                <a:avLst/>
                <a:gdLst/>
                <a:ahLst/>
                <a:cxnLst/>
                <a:rect l="l" t="t" r="r" b="b"/>
                <a:pathLst>
                  <a:path w="24" h="139" extrusionOk="0">
                    <a:moveTo>
                      <a:pt x="23" y="1"/>
                    </a:moveTo>
                    <a:cubicBezTo>
                      <a:pt x="8" y="52"/>
                      <a:pt x="1" y="95"/>
                      <a:pt x="1" y="139"/>
                    </a:cubicBezTo>
                    <a:lnTo>
                      <a:pt x="2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42"/>
              <p:cNvSpPr/>
              <p:nvPr/>
            </p:nvSpPr>
            <p:spPr>
              <a:xfrm>
                <a:off x="6451840" y="2790750"/>
                <a:ext cx="6151" cy="35623"/>
              </a:xfrm>
              <a:custGeom>
                <a:avLst/>
                <a:gdLst/>
                <a:ahLst/>
                <a:cxnLst/>
                <a:rect l="l" t="t" r="r" b="b"/>
                <a:pathLst>
                  <a:path w="24" h="139" fill="none" extrusionOk="0">
                    <a:moveTo>
                      <a:pt x="23" y="1"/>
                    </a:moveTo>
                    <a:cubicBezTo>
                      <a:pt x="8" y="52"/>
                      <a:pt x="1" y="95"/>
                      <a:pt x="1" y="13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42"/>
              <p:cNvSpPr/>
              <p:nvPr/>
            </p:nvSpPr>
            <p:spPr>
              <a:xfrm>
                <a:off x="7975448" y="4763876"/>
                <a:ext cx="35111" cy="103281"/>
              </a:xfrm>
              <a:custGeom>
                <a:avLst/>
                <a:gdLst/>
                <a:ahLst/>
                <a:cxnLst/>
                <a:rect l="l" t="t" r="r" b="b"/>
                <a:pathLst>
                  <a:path w="137" h="403" fill="none" extrusionOk="0">
                    <a:moveTo>
                      <a:pt x="1" y="21"/>
                    </a:moveTo>
                    <a:cubicBezTo>
                      <a:pt x="1" y="21"/>
                      <a:pt x="137" y="1"/>
                      <a:pt x="137" y="403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7" name="Google Shape;1457;p42"/>
            <p:cNvGrpSpPr/>
            <p:nvPr/>
          </p:nvGrpSpPr>
          <p:grpSpPr>
            <a:xfrm>
              <a:off x="5859987" y="708191"/>
              <a:ext cx="2475465" cy="1299135"/>
              <a:chOff x="5859987" y="708191"/>
              <a:chExt cx="2475465" cy="1299135"/>
            </a:xfrm>
          </p:grpSpPr>
          <p:grpSp>
            <p:nvGrpSpPr>
              <p:cNvPr id="1458" name="Google Shape;1458;p42"/>
              <p:cNvGrpSpPr/>
              <p:nvPr/>
            </p:nvGrpSpPr>
            <p:grpSpPr>
              <a:xfrm>
                <a:off x="5859987" y="708191"/>
                <a:ext cx="2475465" cy="1299135"/>
                <a:chOff x="5859987" y="708191"/>
                <a:chExt cx="2475465" cy="1299135"/>
              </a:xfrm>
            </p:grpSpPr>
            <p:sp>
              <p:nvSpPr>
                <p:cNvPr id="1459" name="Google Shape;1459;p42"/>
                <p:cNvSpPr/>
                <p:nvPr/>
              </p:nvSpPr>
              <p:spPr>
                <a:xfrm>
                  <a:off x="7351415" y="1448942"/>
                  <a:ext cx="165226" cy="13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" h="577" fill="none" extrusionOk="0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0" name="Google Shape;1460;p42"/>
                <p:cNvSpPr/>
                <p:nvPr/>
              </p:nvSpPr>
              <p:spPr>
                <a:xfrm>
                  <a:off x="5859987" y="1907975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461" name="Google Shape;1461;p42"/>
                <p:cNvGrpSpPr/>
                <p:nvPr/>
              </p:nvGrpSpPr>
              <p:grpSpPr>
                <a:xfrm>
                  <a:off x="8221303" y="1365235"/>
                  <a:ext cx="114150" cy="114196"/>
                  <a:chOff x="-736313" y="4136737"/>
                  <a:chExt cx="38359" cy="38359"/>
                </a:xfrm>
              </p:grpSpPr>
              <p:sp>
                <p:nvSpPr>
                  <p:cNvPr id="1462" name="Google Shape;1462;p42"/>
                  <p:cNvSpPr/>
                  <p:nvPr/>
                </p:nvSpPr>
                <p:spPr>
                  <a:xfrm>
                    <a:off x="-736313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3" name="Google Shape;1463;p42"/>
                  <p:cNvSpPr/>
                  <p:nvPr/>
                </p:nvSpPr>
                <p:spPr>
                  <a:xfrm>
                    <a:off x="-736313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464" name="Google Shape;1464;p42"/>
                <p:cNvSpPr/>
                <p:nvPr/>
              </p:nvSpPr>
              <p:spPr>
                <a:xfrm>
                  <a:off x="7381497" y="708191"/>
                  <a:ext cx="105061" cy="99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26" extrusionOk="0">
                      <a:moveTo>
                        <a:pt x="1" y="1"/>
                      </a:moveTo>
                      <a:lnTo>
                        <a:pt x="239" y="625"/>
                      </a:lnTo>
                      <a:lnTo>
                        <a:pt x="662" y="10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65" name="Google Shape;1465;p42"/>
              <p:cNvSpPr/>
              <p:nvPr/>
            </p:nvSpPr>
            <p:spPr>
              <a:xfrm>
                <a:off x="6521290" y="117877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42"/>
              <p:cNvSpPr/>
              <p:nvPr/>
            </p:nvSpPr>
            <p:spPr>
              <a:xfrm>
                <a:off x="7635190" y="19523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7288;p87">
            <a:extLst>
              <a:ext uri="{FF2B5EF4-FFF2-40B4-BE49-F238E27FC236}">
                <a16:creationId xmlns:a16="http://schemas.microsoft.com/office/drawing/2014/main" id="{0B954253-217D-B603-5ED4-80B5653A76ED}"/>
              </a:ext>
            </a:extLst>
          </p:cNvPr>
          <p:cNvGrpSpPr/>
          <p:nvPr/>
        </p:nvGrpSpPr>
        <p:grpSpPr>
          <a:xfrm>
            <a:off x="6900889" y="1628982"/>
            <a:ext cx="380241" cy="371793"/>
            <a:chOff x="-42430625" y="1949750"/>
            <a:chExt cx="322950" cy="315775"/>
          </a:xfrm>
        </p:grpSpPr>
        <p:sp>
          <p:nvSpPr>
            <p:cNvPr id="3" name="Google Shape;17289;p87">
              <a:extLst>
                <a:ext uri="{FF2B5EF4-FFF2-40B4-BE49-F238E27FC236}">
                  <a16:creationId xmlns:a16="http://schemas.microsoft.com/office/drawing/2014/main" id="{BF8600EC-CC5E-F3B1-1DA9-1C7F40561E4F}"/>
                </a:ext>
              </a:extLst>
            </p:cNvPr>
            <p:cNvSpPr/>
            <p:nvPr/>
          </p:nvSpPr>
          <p:spPr>
            <a:xfrm>
              <a:off x="-42353450" y="2065525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820" y="1"/>
                  </a:moveTo>
                  <a:cubicBezTo>
                    <a:pt x="379" y="1"/>
                    <a:pt x="1" y="379"/>
                    <a:pt x="1" y="820"/>
                  </a:cubicBezTo>
                  <a:cubicBezTo>
                    <a:pt x="1" y="1293"/>
                    <a:pt x="379" y="1639"/>
                    <a:pt x="820" y="1639"/>
                  </a:cubicBezTo>
                  <a:cubicBezTo>
                    <a:pt x="1261" y="1639"/>
                    <a:pt x="1639" y="1293"/>
                    <a:pt x="1639" y="820"/>
                  </a:cubicBezTo>
                  <a:cubicBezTo>
                    <a:pt x="1639" y="379"/>
                    <a:pt x="1261" y="1"/>
                    <a:pt x="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290;p87">
              <a:extLst>
                <a:ext uri="{FF2B5EF4-FFF2-40B4-BE49-F238E27FC236}">
                  <a16:creationId xmlns:a16="http://schemas.microsoft.com/office/drawing/2014/main" id="{FC6CB367-D0A4-F723-AA63-4CC3864ECB8A}"/>
                </a:ext>
              </a:extLst>
            </p:cNvPr>
            <p:cNvSpPr/>
            <p:nvPr/>
          </p:nvSpPr>
          <p:spPr>
            <a:xfrm>
              <a:off x="-42289650" y="2065525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820" y="1"/>
                  </a:moveTo>
                  <a:cubicBezTo>
                    <a:pt x="379" y="1"/>
                    <a:pt x="1" y="379"/>
                    <a:pt x="1" y="820"/>
                  </a:cubicBezTo>
                  <a:cubicBezTo>
                    <a:pt x="1" y="1293"/>
                    <a:pt x="379" y="1639"/>
                    <a:pt x="820" y="1639"/>
                  </a:cubicBezTo>
                  <a:cubicBezTo>
                    <a:pt x="1292" y="1639"/>
                    <a:pt x="1639" y="1293"/>
                    <a:pt x="1639" y="820"/>
                  </a:cubicBezTo>
                  <a:cubicBezTo>
                    <a:pt x="1639" y="379"/>
                    <a:pt x="1292" y="1"/>
                    <a:pt x="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291;p87">
              <a:extLst>
                <a:ext uri="{FF2B5EF4-FFF2-40B4-BE49-F238E27FC236}">
                  <a16:creationId xmlns:a16="http://schemas.microsoft.com/office/drawing/2014/main" id="{B3FA6306-C33F-7F66-CFCB-6D985E0A13C1}"/>
                </a:ext>
              </a:extLst>
            </p:cNvPr>
            <p:cNvSpPr/>
            <p:nvPr/>
          </p:nvSpPr>
          <p:spPr>
            <a:xfrm>
              <a:off x="-42226625" y="2065525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819" y="1"/>
                  </a:moveTo>
                  <a:cubicBezTo>
                    <a:pt x="378" y="1"/>
                    <a:pt x="0" y="379"/>
                    <a:pt x="0" y="820"/>
                  </a:cubicBezTo>
                  <a:cubicBezTo>
                    <a:pt x="0" y="1293"/>
                    <a:pt x="378" y="1639"/>
                    <a:pt x="819" y="1639"/>
                  </a:cubicBezTo>
                  <a:cubicBezTo>
                    <a:pt x="1292" y="1639"/>
                    <a:pt x="1638" y="1293"/>
                    <a:pt x="1638" y="820"/>
                  </a:cubicBezTo>
                  <a:cubicBezTo>
                    <a:pt x="1638" y="379"/>
                    <a:pt x="1292" y="1"/>
                    <a:pt x="8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292;p87">
              <a:extLst>
                <a:ext uri="{FF2B5EF4-FFF2-40B4-BE49-F238E27FC236}">
                  <a16:creationId xmlns:a16="http://schemas.microsoft.com/office/drawing/2014/main" id="{929F1B74-51E4-77C1-6940-0E9CC44281ED}"/>
                </a:ext>
              </a:extLst>
            </p:cNvPr>
            <p:cNvSpPr/>
            <p:nvPr/>
          </p:nvSpPr>
          <p:spPr>
            <a:xfrm>
              <a:off x="-42430625" y="1949750"/>
              <a:ext cx="322950" cy="315775"/>
            </a:xfrm>
            <a:custGeom>
              <a:avLst/>
              <a:gdLst/>
              <a:ahLst/>
              <a:cxnLst/>
              <a:rect l="l" t="t" r="r" b="b"/>
              <a:pathLst>
                <a:path w="12918" h="12631" extrusionOk="0">
                  <a:moveTo>
                    <a:pt x="6427" y="757"/>
                  </a:moveTo>
                  <a:cubicBezTo>
                    <a:pt x="8790" y="757"/>
                    <a:pt x="10712" y="2017"/>
                    <a:pt x="11500" y="3655"/>
                  </a:cubicBezTo>
                  <a:cubicBezTo>
                    <a:pt x="12098" y="4821"/>
                    <a:pt x="12098" y="6081"/>
                    <a:pt x="11500" y="7215"/>
                  </a:cubicBezTo>
                  <a:cubicBezTo>
                    <a:pt x="10679" y="8857"/>
                    <a:pt x="8789" y="10067"/>
                    <a:pt x="6472" y="10067"/>
                  </a:cubicBezTo>
                  <a:cubicBezTo>
                    <a:pt x="6210" y="10067"/>
                    <a:pt x="5943" y="10051"/>
                    <a:pt x="5671" y="10019"/>
                  </a:cubicBezTo>
                  <a:cubicBezTo>
                    <a:pt x="5545" y="10019"/>
                    <a:pt x="5451" y="10051"/>
                    <a:pt x="5325" y="10145"/>
                  </a:cubicBezTo>
                  <a:lnTo>
                    <a:pt x="4285" y="11153"/>
                  </a:lnTo>
                  <a:lnTo>
                    <a:pt x="4285" y="9988"/>
                  </a:lnTo>
                  <a:cubicBezTo>
                    <a:pt x="4285" y="9830"/>
                    <a:pt x="4190" y="9673"/>
                    <a:pt x="4033" y="9578"/>
                  </a:cubicBezTo>
                  <a:cubicBezTo>
                    <a:pt x="3088" y="9200"/>
                    <a:pt x="2300" y="8602"/>
                    <a:pt x="1796" y="7908"/>
                  </a:cubicBezTo>
                  <a:cubicBezTo>
                    <a:pt x="0" y="5577"/>
                    <a:pt x="1071" y="2458"/>
                    <a:pt x="4033" y="1229"/>
                  </a:cubicBezTo>
                  <a:cubicBezTo>
                    <a:pt x="4726" y="914"/>
                    <a:pt x="5545" y="757"/>
                    <a:pt x="6427" y="757"/>
                  </a:cubicBezTo>
                  <a:close/>
                  <a:moveTo>
                    <a:pt x="6427" y="1"/>
                  </a:moveTo>
                  <a:cubicBezTo>
                    <a:pt x="2962" y="1"/>
                    <a:pt x="126" y="2427"/>
                    <a:pt x="126" y="5451"/>
                  </a:cubicBezTo>
                  <a:cubicBezTo>
                    <a:pt x="126" y="7593"/>
                    <a:pt x="1544" y="9389"/>
                    <a:pt x="3497" y="10303"/>
                  </a:cubicBezTo>
                  <a:lnTo>
                    <a:pt x="3497" y="12193"/>
                  </a:lnTo>
                  <a:cubicBezTo>
                    <a:pt x="3497" y="12319"/>
                    <a:pt x="3560" y="12477"/>
                    <a:pt x="3655" y="12540"/>
                  </a:cubicBezTo>
                  <a:cubicBezTo>
                    <a:pt x="3729" y="12599"/>
                    <a:pt x="3825" y="12631"/>
                    <a:pt x="3921" y="12631"/>
                  </a:cubicBezTo>
                  <a:cubicBezTo>
                    <a:pt x="4029" y="12631"/>
                    <a:pt x="4139" y="12591"/>
                    <a:pt x="4222" y="12508"/>
                  </a:cubicBezTo>
                  <a:lnTo>
                    <a:pt x="5829" y="10901"/>
                  </a:lnTo>
                  <a:cubicBezTo>
                    <a:pt x="6063" y="10925"/>
                    <a:pt x="6295" y="10936"/>
                    <a:pt x="6524" y="10936"/>
                  </a:cubicBezTo>
                  <a:cubicBezTo>
                    <a:pt x="9075" y="10936"/>
                    <a:pt x="11304" y="9530"/>
                    <a:pt x="12287" y="7593"/>
                  </a:cubicBezTo>
                  <a:cubicBezTo>
                    <a:pt x="12917" y="6239"/>
                    <a:pt x="12917" y="4663"/>
                    <a:pt x="12256" y="3309"/>
                  </a:cubicBezTo>
                  <a:cubicBezTo>
                    <a:pt x="11311" y="1324"/>
                    <a:pt x="9074" y="1"/>
                    <a:pt x="64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EAFE4D-0330-04F9-0AA7-F97B7465152F}"/>
              </a:ext>
            </a:extLst>
          </p:cNvPr>
          <p:cNvGrpSpPr/>
          <p:nvPr/>
        </p:nvGrpSpPr>
        <p:grpSpPr>
          <a:xfrm>
            <a:off x="6825105" y="2462020"/>
            <a:ext cx="21960" cy="13680"/>
            <a:chOff x="6825105" y="2462020"/>
            <a:chExt cx="21960" cy="1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57AAD6-8788-0176-CAE7-2F6F5550A054}"/>
                    </a:ext>
                  </a:extLst>
                </p14:cNvPr>
                <p14:cNvContentPartPr/>
                <p14:nvPr/>
              </p14:nvContentPartPr>
              <p14:xfrm>
                <a:off x="6846705" y="2467780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57AAD6-8788-0176-CAE7-2F6F5550A05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40585" y="24616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85F260D-F1B8-D6CA-38B4-1BD464D0AD04}"/>
                    </a:ext>
                  </a:extLst>
                </p14:cNvPr>
                <p14:cNvContentPartPr/>
                <p14:nvPr/>
              </p14:nvContentPartPr>
              <p14:xfrm>
                <a:off x="6846705" y="246778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85F260D-F1B8-D6CA-38B4-1BD464D0AD0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40585" y="24616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E3B91F-7D1E-8DE8-7FDB-1A0B76E8E429}"/>
                    </a:ext>
                  </a:extLst>
                </p14:cNvPr>
                <p14:cNvContentPartPr/>
                <p14:nvPr/>
              </p14:nvContentPartPr>
              <p14:xfrm>
                <a:off x="6825105" y="2462020"/>
                <a:ext cx="20880" cy="13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E3B91F-7D1E-8DE8-7FDB-1A0B76E8E42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18985" y="2455900"/>
                  <a:ext cx="33120" cy="25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8F7CB8E9-DBA5-EE4F-2035-203C50F1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43">
            <a:extLst>
              <a:ext uri="{FF2B5EF4-FFF2-40B4-BE49-F238E27FC236}">
                <a16:creationId xmlns:a16="http://schemas.microsoft.com/office/drawing/2014/main" id="{8D7926C8-73C9-C8FA-6690-0C3B3AB311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Introdução</a:t>
            </a:r>
            <a:endParaRPr dirty="0"/>
          </a:p>
        </p:txBody>
      </p:sp>
      <p:sp>
        <p:nvSpPr>
          <p:cNvPr id="1472" name="Google Shape;1472;p43">
            <a:extLst>
              <a:ext uri="{FF2B5EF4-FFF2-40B4-BE49-F238E27FC236}">
                <a16:creationId xmlns:a16="http://schemas.microsoft.com/office/drawing/2014/main" id="{84EC2395-9EB5-BDAE-7157-471D683FAA7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44219" y="1675150"/>
            <a:ext cx="2769537" cy="18276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Mas motivação somente não é o bastante, a busca pela </a:t>
            </a:r>
            <a:r>
              <a:rPr lang="pt-BR" b="1" dirty="0"/>
              <a:t>oportunidade</a:t>
            </a:r>
            <a:r>
              <a:rPr lang="pt-BR" dirty="0"/>
              <a:t> de ensino ideal é o fator chave que define não somente o </a:t>
            </a:r>
            <a:r>
              <a:rPr lang="pt-BR" b="1" dirty="0"/>
              <a:t>futuro da carreira</a:t>
            </a:r>
            <a:r>
              <a:rPr lang="pt-BR" dirty="0"/>
              <a:t>, mas das finanças, do tempo, da energia e dos próprios sonhos.</a:t>
            </a:r>
            <a:endParaRPr dirty="0"/>
          </a:p>
        </p:txBody>
      </p:sp>
      <p:sp>
        <p:nvSpPr>
          <p:cNvPr id="1473" name="Google Shape;1473;p43">
            <a:extLst>
              <a:ext uri="{FF2B5EF4-FFF2-40B4-BE49-F238E27FC236}">
                <a16:creationId xmlns:a16="http://schemas.microsoft.com/office/drawing/2014/main" id="{BF9A748D-1A6F-7C0B-D97F-CDE0396481F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6825" y="1675150"/>
            <a:ext cx="3006600" cy="18269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pt-BR" dirty="0"/>
              <a:t>O Brasil possui </a:t>
            </a:r>
            <a:r>
              <a:rPr lang="pt-BR" b="1" dirty="0"/>
              <a:t>57,27 milhões </a:t>
            </a:r>
            <a:r>
              <a:rPr lang="pt-BR" dirty="0"/>
              <a:t>de estudantes* matriculados na rede formal de ensino, junto de incontáveis estudantes de outras modalidades. Todos em busca de aprimoramento e de </a:t>
            </a:r>
            <a:r>
              <a:rPr lang="pt-BR" b="1" dirty="0"/>
              <a:t>construir</a:t>
            </a:r>
            <a:r>
              <a:rPr lang="pt-BR" dirty="0"/>
              <a:t> através do ensino, suas carreiras.</a:t>
            </a:r>
            <a:endParaRPr dirty="0"/>
          </a:p>
        </p:txBody>
      </p:sp>
      <p:sp>
        <p:nvSpPr>
          <p:cNvPr id="1474" name="Google Shape;1474;p43">
            <a:extLst>
              <a:ext uri="{FF2B5EF4-FFF2-40B4-BE49-F238E27FC236}">
                <a16:creationId xmlns:a16="http://schemas.microsoft.com/office/drawing/2014/main" id="{C2238C2F-231D-6B84-9CF1-6C8167DBC2D3}"/>
              </a:ext>
            </a:extLst>
          </p:cNvPr>
          <p:cNvSpPr/>
          <p:nvPr/>
        </p:nvSpPr>
        <p:spPr>
          <a:xfrm>
            <a:off x="7466210" y="3402035"/>
            <a:ext cx="105061" cy="100776"/>
          </a:xfrm>
          <a:custGeom>
            <a:avLst/>
            <a:gdLst/>
            <a:ahLst/>
            <a:cxnLst/>
            <a:rect l="l" t="t" r="r" b="b"/>
            <a:pathLst>
              <a:path w="662" h="635" extrusionOk="0">
                <a:moveTo>
                  <a:pt x="662" y="1"/>
                </a:moveTo>
                <a:lnTo>
                  <a:pt x="1" y="110"/>
                </a:lnTo>
                <a:lnTo>
                  <a:pt x="425" y="634"/>
                </a:lnTo>
                <a:lnTo>
                  <a:pt x="662" y="1"/>
                </a:lnTo>
                <a:close/>
              </a:path>
            </a:pathLst>
          </a:custGeom>
          <a:noFill/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5" name="Google Shape;1475;p43">
            <a:extLst>
              <a:ext uri="{FF2B5EF4-FFF2-40B4-BE49-F238E27FC236}">
                <a16:creationId xmlns:a16="http://schemas.microsoft.com/office/drawing/2014/main" id="{DD331CE3-03E8-8AA5-EF4A-EDB9C9804954}"/>
              </a:ext>
            </a:extLst>
          </p:cNvPr>
          <p:cNvGrpSpPr/>
          <p:nvPr/>
        </p:nvGrpSpPr>
        <p:grpSpPr>
          <a:xfrm>
            <a:off x="7465982" y="2633329"/>
            <a:ext cx="1215611" cy="2327215"/>
            <a:chOff x="7465982" y="2633329"/>
            <a:chExt cx="1215611" cy="2327215"/>
          </a:xfrm>
        </p:grpSpPr>
        <p:grpSp>
          <p:nvGrpSpPr>
            <p:cNvPr id="1476" name="Google Shape;1476;p43">
              <a:extLst>
                <a:ext uri="{FF2B5EF4-FFF2-40B4-BE49-F238E27FC236}">
                  <a16:creationId xmlns:a16="http://schemas.microsoft.com/office/drawing/2014/main" id="{B3BF2F15-2872-4CD9-1985-477DCF94B547}"/>
                </a:ext>
              </a:extLst>
            </p:cNvPr>
            <p:cNvGrpSpPr/>
            <p:nvPr/>
          </p:nvGrpSpPr>
          <p:grpSpPr>
            <a:xfrm>
              <a:off x="7811976" y="3402036"/>
              <a:ext cx="869617" cy="1442077"/>
              <a:chOff x="12574044" y="6091008"/>
              <a:chExt cx="1030597" cy="1709027"/>
            </a:xfrm>
          </p:grpSpPr>
          <p:sp>
            <p:nvSpPr>
              <p:cNvPr id="1477" name="Google Shape;1477;p43">
                <a:extLst>
                  <a:ext uri="{FF2B5EF4-FFF2-40B4-BE49-F238E27FC236}">
                    <a16:creationId xmlns:a16="http://schemas.microsoft.com/office/drawing/2014/main" id="{AC4FE321-7F7D-CF24-9229-7CE03A1401D1}"/>
                  </a:ext>
                </a:extLst>
              </p:cNvPr>
              <p:cNvSpPr/>
              <p:nvPr/>
            </p:nvSpPr>
            <p:spPr>
              <a:xfrm>
                <a:off x="12954810" y="6716486"/>
                <a:ext cx="172882" cy="44011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1446" extrusionOk="0">
                    <a:moveTo>
                      <a:pt x="0" y="0"/>
                    </a:moveTo>
                    <a:lnTo>
                      <a:pt x="0" y="123"/>
                    </a:lnTo>
                    <a:lnTo>
                      <a:pt x="0" y="354"/>
                    </a:lnTo>
                    <a:cubicBezTo>
                      <a:pt x="100" y="597"/>
                      <a:pt x="157" y="813"/>
                      <a:pt x="194" y="992"/>
                    </a:cubicBezTo>
                    <a:cubicBezTo>
                      <a:pt x="201" y="1029"/>
                      <a:pt x="209" y="1058"/>
                      <a:pt x="216" y="1094"/>
                    </a:cubicBezTo>
                    <a:lnTo>
                      <a:pt x="568" y="1446"/>
                    </a:lnTo>
                    <a:lnTo>
                      <a:pt x="568" y="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43">
                <a:extLst>
                  <a:ext uri="{FF2B5EF4-FFF2-40B4-BE49-F238E27FC236}">
                    <a16:creationId xmlns:a16="http://schemas.microsoft.com/office/drawing/2014/main" id="{F4BBF524-8178-AD1A-0347-B75850B2EFFA}"/>
                  </a:ext>
                </a:extLst>
              </p:cNvPr>
              <p:cNvSpPr/>
              <p:nvPr/>
            </p:nvSpPr>
            <p:spPr>
              <a:xfrm>
                <a:off x="12954810" y="6469643"/>
                <a:ext cx="172882" cy="42033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1381" extrusionOk="0">
                    <a:moveTo>
                      <a:pt x="64" y="1"/>
                    </a:moveTo>
                    <a:cubicBezTo>
                      <a:pt x="28" y="259"/>
                      <a:pt x="7" y="539"/>
                      <a:pt x="0" y="811"/>
                    </a:cubicBezTo>
                    <a:lnTo>
                      <a:pt x="568" y="1381"/>
                    </a:lnTo>
                    <a:lnTo>
                      <a:pt x="568" y="50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43">
                <a:extLst>
                  <a:ext uri="{FF2B5EF4-FFF2-40B4-BE49-F238E27FC236}">
                    <a16:creationId xmlns:a16="http://schemas.microsoft.com/office/drawing/2014/main" id="{FC9F8987-81B4-356A-8F48-646C900653C4}"/>
                  </a:ext>
                </a:extLst>
              </p:cNvPr>
              <p:cNvSpPr/>
              <p:nvPr/>
            </p:nvSpPr>
            <p:spPr>
              <a:xfrm>
                <a:off x="12974290" y="6248671"/>
                <a:ext cx="153402" cy="374068"/>
              </a:xfrm>
              <a:custGeom>
                <a:avLst/>
                <a:gdLst/>
                <a:ahLst/>
                <a:cxnLst/>
                <a:rect l="l" t="t" r="r" b="b"/>
                <a:pathLst>
                  <a:path w="504" h="1229" extrusionOk="0">
                    <a:moveTo>
                      <a:pt x="152" y="0"/>
                    </a:moveTo>
                    <a:cubicBezTo>
                      <a:pt x="87" y="200"/>
                      <a:pt x="36" y="452"/>
                      <a:pt x="0" y="727"/>
                    </a:cubicBezTo>
                    <a:lnTo>
                      <a:pt x="504" y="1229"/>
                    </a:lnTo>
                    <a:lnTo>
                      <a:pt x="504" y="352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43">
                <a:extLst>
                  <a:ext uri="{FF2B5EF4-FFF2-40B4-BE49-F238E27FC236}">
                    <a16:creationId xmlns:a16="http://schemas.microsoft.com/office/drawing/2014/main" id="{ED470757-C778-ECDB-FA45-5957C02168D0}"/>
                  </a:ext>
                </a:extLst>
              </p:cNvPr>
              <p:cNvSpPr/>
              <p:nvPr/>
            </p:nvSpPr>
            <p:spPr>
              <a:xfrm>
                <a:off x="13020554" y="6091008"/>
                <a:ext cx="107138" cy="265104"/>
              </a:xfrm>
              <a:custGeom>
                <a:avLst/>
                <a:gdLst/>
                <a:ahLst/>
                <a:cxnLst/>
                <a:rect l="l" t="t" r="r" b="b"/>
                <a:pathLst>
                  <a:path w="352" h="871" extrusionOk="0">
                    <a:moveTo>
                      <a:pt x="352" y="1"/>
                    </a:moveTo>
                    <a:cubicBezTo>
                      <a:pt x="216" y="1"/>
                      <a:pt x="93" y="201"/>
                      <a:pt x="0" y="518"/>
                    </a:cubicBezTo>
                    <a:lnTo>
                      <a:pt x="352" y="870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43">
                <a:extLst>
                  <a:ext uri="{FF2B5EF4-FFF2-40B4-BE49-F238E27FC236}">
                    <a16:creationId xmlns:a16="http://schemas.microsoft.com/office/drawing/2014/main" id="{CA4433C2-648E-7D00-13FD-603DEB95179A}"/>
                  </a:ext>
                </a:extLst>
              </p:cNvPr>
              <p:cNvSpPr/>
              <p:nvPr/>
            </p:nvSpPr>
            <p:spPr>
              <a:xfrm>
                <a:off x="13127387" y="6091008"/>
                <a:ext cx="107443" cy="26510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871" extrusionOk="0">
                    <a:moveTo>
                      <a:pt x="1" y="1"/>
                    </a:moveTo>
                    <a:lnTo>
                      <a:pt x="1" y="870"/>
                    </a:lnTo>
                    <a:lnTo>
                      <a:pt x="353" y="518"/>
                    </a:lnTo>
                    <a:cubicBezTo>
                      <a:pt x="253" y="201"/>
                      <a:pt x="130" y="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43">
                <a:extLst>
                  <a:ext uri="{FF2B5EF4-FFF2-40B4-BE49-F238E27FC236}">
                    <a16:creationId xmlns:a16="http://schemas.microsoft.com/office/drawing/2014/main" id="{491C8D4E-FE2E-7FAC-5966-56DACE92D3DC}"/>
                  </a:ext>
                </a:extLst>
              </p:cNvPr>
              <p:cNvSpPr/>
              <p:nvPr/>
            </p:nvSpPr>
            <p:spPr>
              <a:xfrm>
                <a:off x="13127387" y="6248671"/>
                <a:ext cx="153707" cy="374068"/>
              </a:xfrm>
              <a:custGeom>
                <a:avLst/>
                <a:gdLst/>
                <a:ahLst/>
                <a:cxnLst/>
                <a:rect l="l" t="t" r="r" b="b"/>
                <a:pathLst>
                  <a:path w="505" h="1229" extrusionOk="0">
                    <a:moveTo>
                      <a:pt x="353" y="0"/>
                    </a:moveTo>
                    <a:lnTo>
                      <a:pt x="1" y="352"/>
                    </a:lnTo>
                    <a:lnTo>
                      <a:pt x="1" y="1229"/>
                    </a:lnTo>
                    <a:lnTo>
                      <a:pt x="505" y="727"/>
                    </a:lnTo>
                    <a:cubicBezTo>
                      <a:pt x="468" y="452"/>
                      <a:pt x="418" y="200"/>
                      <a:pt x="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43">
                <a:extLst>
                  <a:ext uri="{FF2B5EF4-FFF2-40B4-BE49-F238E27FC236}">
                    <a16:creationId xmlns:a16="http://schemas.microsoft.com/office/drawing/2014/main" id="{CA8608E4-2AD4-49A2-497B-B877C4FF2E21}"/>
                  </a:ext>
                </a:extLst>
              </p:cNvPr>
              <p:cNvSpPr/>
              <p:nvPr/>
            </p:nvSpPr>
            <p:spPr>
              <a:xfrm>
                <a:off x="13127387" y="6469643"/>
                <a:ext cx="173187" cy="42033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381" extrusionOk="0">
                    <a:moveTo>
                      <a:pt x="505" y="1"/>
                    </a:moveTo>
                    <a:lnTo>
                      <a:pt x="1" y="503"/>
                    </a:lnTo>
                    <a:lnTo>
                      <a:pt x="1" y="1381"/>
                    </a:lnTo>
                    <a:lnTo>
                      <a:pt x="569" y="811"/>
                    </a:lnTo>
                    <a:cubicBezTo>
                      <a:pt x="562" y="539"/>
                      <a:pt x="539" y="259"/>
                      <a:pt x="5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43">
                <a:extLst>
                  <a:ext uri="{FF2B5EF4-FFF2-40B4-BE49-F238E27FC236}">
                    <a16:creationId xmlns:a16="http://schemas.microsoft.com/office/drawing/2014/main" id="{A4617383-5FFE-AB1D-1AD3-65D630511203}"/>
                  </a:ext>
                </a:extLst>
              </p:cNvPr>
              <p:cNvSpPr/>
              <p:nvPr/>
            </p:nvSpPr>
            <p:spPr>
              <a:xfrm>
                <a:off x="13127387" y="6716486"/>
                <a:ext cx="173187" cy="44011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446" extrusionOk="0">
                    <a:moveTo>
                      <a:pt x="569" y="0"/>
                    </a:moveTo>
                    <a:lnTo>
                      <a:pt x="1" y="570"/>
                    </a:lnTo>
                    <a:lnTo>
                      <a:pt x="1" y="1446"/>
                    </a:lnTo>
                    <a:lnTo>
                      <a:pt x="260" y="1187"/>
                    </a:lnTo>
                    <a:cubicBezTo>
                      <a:pt x="260" y="1165"/>
                      <a:pt x="267" y="1137"/>
                      <a:pt x="274" y="1115"/>
                    </a:cubicBezTo>
                    <a:cubicBezTo>
                      <a:pt x="303" y="949"/>
                      <a:pt x="360" y="763"/>
                      <a:pt x="439" y="554"/>
                    </a:cubicBezTo>
                    <a:cubicBezTo>
                      <a:pt x="453" y="527"/>
                      <a:pt x="462" y="497"/>
                      <a:pt x="475" y="468"/>
                    </a:cubicBezTo>
                    <a:cubicBezTo>
                      <a:pt x="505" y="404"/>
                      <a:pt x="532" y="332"/>
                      <a:pt x="569" y="268"/>
                    </a:cubicBezTo>
                    <a:lnTo>
                      <a:pt x="569" y="123"/>
                    </a:lnTo>
                    <a:lnTo>
                      <a:pt x="5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43">
                <a:extLst>
                  <a:ext uri="{FF2B5EF4-FFF2-40B4-BE49-F238E27FC236}">
                    <a16:creationId xmlns:a16="http://schemas.microsoft.com/office/drawing/2014/main" id="{463EFBAE-25D2-4AC2-8C95-3D4E6AD59383}"/>
                  </a:ext>
                </a:extLst>
              </p:cNvPr>
              <p:cNvSpPr/>
              <p:nvPr/>
            </p:nvSpPr>
            <p:spPr>
              <a:xfrm>
                <a:off x="13127387" y="7077771"/>
                <a:ext cx="79136" cy="90093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96" extrusionOk="0">
                    <a:moveTo>
                      <a:pt x="260" y="0"/>
                    </a:moveTo>
                    <a:lnTo>
                      <a:pt x="1" y="259"/>
                    </a:lnTo>
                    <a:lnTo>
                      <a:pt x="1" y="295"/>
                    </a:lnTo>
                    <a:lnTo>
                      <a:pt x="246" y="295"/>
                    </a:lnTo>
                    <a:cubicBezTo>
                      <a:pt x="237" y="216"/>
                      <a:pt x="237" y="116"/>
                      <a:pt x="2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43">
                <a:extLst>
                  <a:ext uri="{FF2B5EF4-FFF2-40B4-BE49-F238E27FC236}">
                    <a16:creationId xmlns:a16="http://schemas.microsoft.com/office/drawing/2014/main" id="{858FA308-19D2-6D4D-C84A-BB98322CEFB3}"/>
                  </a:ext>
                </a:extLst>
              </p:cNvPr>
              <p:cNvSpPr/>
              <p:nvPr/>
            </p:nvSpPr>
            <p:spPr>
              <a:xfrm>
                <a:off x="13199522" y="7055552"/>
                <a:ext cx="59657" cy="1123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369" extrusionOk="0">
                    <a:moveTo>
                      <a:pt x="37" y="1"/>
                    </a:moveTo>
                    <a:cubicBezTo>
                      <a:pt x="30" y="23"/>
                      <a:pt x="23" y="51"/>
                      <a:pt x="23" y="73"/>
                    </a:cubicBezTo>
                    <a:cubicBezTo>
                      <a:pt x="0" y="189"/>
                      <a:pt x="0" y="289"/>
                      <a:pt x="9" y="368"/>
                    </a:cubicBezTo>
                    <a:lnTo>
                      <a:pt x="195" y="368"/>
                    </a:lnTo>
                    <a:lnTo>
                      <a:pt x="138" y="246"/>
                    </a:lnTo>
                    <a:lnTo>
                      <a:pt x="52" y="44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43">
                <a:extLst>
                  <a:ext uri="{FF2B5EF4-FFF2-40B4-BE49-F238E27FC236}">
                    <a16:creationId xmlns:a16="http://schemas.microsoft.com/office/drawing/2014/main" id="{5B88791B-4B0A-8748-9E6E-51B3AC081822}"/>
                  </a:ext>
                </a:extLst>
              </p:cNvPr>
              <p:cNvSpPr/>
              <p:nvPr/>
            </p:nvSpPr>
            <p:spPr>
              <a:xfrm>
                <a:off x="12860760" y="6791056"/>
                <a:ext cx="153098" cy="376807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238" extrusionOk="0">
                    <a:moveTo>
                      <a:pt x="266" y="0"/>
                    </a:moveTo>
                    <a:lnTo>
                      <a:pt x="1" y="611"/>
                    </a:lnTo>
                    <a:lnTo>
                      <a:pt x="251" y="1237"/>
                    </a:lnTo>
                    <a:lnTo>
                      <a:pt x="294" y="1237"/>
                    </a:lnTo>
                    <a:lnTo>
                      <a:pt x="432" y="928"/>
                    </a:lnTo>
                    <a:lnTo>
                      <a:pt x="482" y="806"/>
                    </a:lnTo>
                    <a:lnTo>
                      <a:pt x="503" y="747"/>
                    </a:lnTo>
                    <a:cubicBezTo>
                      <a:pt x="466" y="568"/>
                      <a:pt x="409" y="352"/>
                      <a:pt x="309" y="109"/>
                    </a:cubicBezTo>
                    <a:cubicBezTo>
                      <a:pt x="309" y="109"/>
                      <a:pt x="309" y="100"/>
                      <a:pt x="303" y="93"/>
                    </a:cubicBezTo>
                    <a:cubicBezTo>
                      <a:pt x="294" y="57"/>
                      <a:pt x="280" y="30"/>
                      <a:pt x="2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43">
                <a:extLst>
                  <a:ext uri="{FF2B5EF4-FFF2-40B4-BE49-F238E27FC236}">
                    <a16:creationId xmlns:a16="http://schemas.microsoft.com/office/drawing/2014/main" id="{06C1BEA7-0848-D074-7C56-C41630C90835}"/>
                  </a:ext>
                </a:extLst>
              </p:cNvPr>
              <p:cNvSpPr/>
              <p:nvPr/>
            </p:nvSpPr>
            <p:spPr>
              <a:xfrm>
                <a:off x="13020554" y="7049465"/>
                <a:ext cx="107138" cy="11839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8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129"/>
                      <a:pt x="21" y="243"/>
                      <a:pt x="7" y="338"/>
                    </a:cubicBezTo>
                    <a:cubicBezTo>
                      <a:pt x="14" y="352"/>
                      <a:pt x="28" y="373"/>
                      <a:pt x="36" y="388"/>
                    </a:cubicBezTo>
                    <a:lnTo>
                      <a:pt x="352" y="388"/>
                    </a:lnTo>
                    <a:lnTo>
                      <a:pt x="352" y="3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43">
                <a:extLst>
                  <a:ext uri="{FF2B5EF4-FFF2-40B4-BE49-F238E27FC236}">
                    <a16:creationId xmlns:a16="http://schemas.microsoft.com/office/drawing/2014/main" id="{AB38B6D2-1F0D-FDB3-FB72-05FD835FF179}"/>
                  </a:ext>
                </a:extLst>
              </p:cNvPr>
              <p:cNvSpPr/>
              <p:nvPr/>
            </p:nvSpPr>
            <p:spPr>
              <a:xfrm>
                <a:off x="12650745" y="7167560"/>
                <a:ext cx="953896" cy="632476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2078" extrusionOk="0">
                    <a:moveTo>
                      <a:pt x="509" y="0"/>
                    </a:moveTo>
                    <a:lnTo>
                      <a:pt x="1" y="2077"/>
                    </a:lnTo>
                    <a:lnTo>
                      <a:pt x="3133" y="2077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43">
                <a:extLst>
                  <a:ext uri="{FF2B5EF4-FFF2-40B4-BE49-F238E27FC236}">
                    <a16:creationId xmlns:a16="http://schemas.microsoft.com/office/drawing/2014/main" id="{E00EC189-7109-A808-DE7E-7925E3787AE7}"/>
                  </a:ext>
                </a:extLst>
              </p:cNvPr>
              <p:cNvSpPr/>
              <p:nvPr/>
            </p:nvSpPr>
            <p:spPr>
              <a:xfrm>
                <a:off x="12777363" y="6605087"/>
                <a:ext cx="164664" cy="371937"/>
              </a:xfrm>
              <a:custGeom>
                <a:avLst/>
                <a:gdLst/>
                <a:ahLst/>
                <a:cxnLst/>
                <a:rect l="l" t="t" r="r" b="b"/>
                <a:pathLst>
                  <a:path w="541" h="1222" extrusionOk="0">
                    <a:moveTo>
                      <a:pt x="238" y="1"/>
                    </a:moveTo>
                    <a:lnTo>
                      <a:pt x="0" y="547"/>
                    </a:lnTo>
                    <a:lnTo>
                      <a:pt x="275" y="1222"/>
                    </a:lnTo>
                    <a:lnTo>
                      <a:pt x="540" y="611"/>
                    </a:lnTo>
                    <a:cubicBezTo>
                      <a:pt x="454" y="396"/>
                      <a:pt x="345" y="187"/>
                      <a:pt x="2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43">
                <a:extLst>
                  <a:ext uri="{FF2B5EF4-FFF2-40B4-BE49-F238E27FC236}">
                    <a16:creationId xmlns:a16="http://schemas.microsoft.com/office/drawing/2014/main" id="{46DEDFEE-0E33-DD73-6177-4A327853A555}"/>
                  </a:ext>
                </a:extLst>
              </p:cNvPr>
              <p:cNvSpPr/>
              <p:nvPr/>
            </p:nvSpPr>
            <p:spPr>
              <a:xfrm>
                <a:off x="12696401" y="6447728"/>
                <a:ext cx="153707" cy="324151"/>
              </a:xfrm>
              <a:custGeom>
                <a:avLst/>
                <a:gdLst/>
                <a:ahLst/>
                <a:cxnLst/>
                <a:rect l="l" t="t" r="r" b="b"/>
                <a:pathLst>
                  <a:path w="505" h="1065" extrusionOk="0">
                    <a:moveTo>
                      <a:pt x="166" y="0"/>
                    </a:moveTo>
                    <a:lnTo>
                      <a:pt x="1" y="381"/>
                    </a:lnTo>
                    <a:lnTo>
                      <a:pt x="266" y="1064"/>
                    </a:lnTo>
                    <a:lnTo>
                      <a:pt x="504" y="518"/>
                    </a:lnTo>
                    <a:cubicBezTo>
                      <a:pt x="396" y="316"/>
                      <a:pt x="273" y="136"/>
                      <a:pt x="1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43">
                <a:extLst>
                  <a:ext uri="{FF2B5EF4-FFF2-40B4-BE49-F238E27FC236}">
                    <a16:creationId xmlns:a16="http://schemas.microsoft.com/office/drawing/2014/main" id="{CFD9C540-1171-BD0C-DDB5-560F37994791}"/>
                  </a:ext>
                </a:extLst>
              </p:cNvPr>
              <p:cNvSpPr/>
              <p:nvPr/>
            </p:nvSpPr>
            <p:spPr>
              <a:xfrm>
                <a:off x="12613612" y="6355200"/>
                <a:ext cx="133618" cy="208796"/>
              </a:xfrm>
              <a:custGeom>
                <a:avLst/>
                <a:gdLst/>
                <a:ahLst/>
                <a:cxnLst/>
                <a:rect l="l" t="t" r="r" b="b"/>
                <a:pathLst>
                  <a:path w="439" h="686" extrusionOk="0">
                    <a:moveTo>
                      <a:pt x="46" y="1"/>
                    </a:moveTo>
                    <a:cubicBezTo>
                      <a:pt x="30" y="1"/>
                      <a:pt x="14" y="3"/>
                      <a:pt x="0" y="9"/>
                    </a:cubicBezTo>
                    <a:lnTo>
                      <a:pt x="273" y="685"/>
                    </a:lnTo>
                    <a:lnTo>
                      <a:pt x="438" y="304"/>
                    </a:lnTo>
                    <a:cubicBezTo>
                      <a:pt x="289" y="117"/>
                      <a:pt x="150" y="1"/>
                      <a:pt x="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43">
                <a:extLst>
                  <a:ext uri="{FF2B5EF4-FFF2-40B4-BE49-F238E27FC236}">
                    <a16:creationId xmlns:a16="http://schemas.microsoft.com/office/drawing/2014/main" id="{11C7DCCF-C515-6173-F7CF-8F85F312C3E6}"/>
                  </a:ext>
                </a:extLst>
              </p:cNvPr>
              <p:cNvSpPr/>
              <p:nvPr/>
            </p:nvSpPr>
            <p:spPr>
              <a:xfrm>
                <a:off x="12574044" y="6357940"/>
                <a:ext cx="122661" cy="206057"/>
              </a:xfrm>
              <a:custGeom>
                <a:avLst/>
                <a:gdLst/>
                <a:ahLst/>
                <a:cxnLst/>
                <a:rect l="l" t="t" r="r" b="b"/>
                <a:pathLst>
                  <a:path w="403" h="677" extrusionOk="0">
                    <a:moveTo>
                      <a:pt x="130" y="0"/>
                    </a:moveTo>
                    <a:cubicBezTo>
                      <a:pt x="28" y="43"/>
                      <a:pt x="1" y="238"/>
                      <a:pt x="21" y="511"/>
                    </a:cubicBezTo>
                    <a:lnTo>
                      <a:pt x="403" y="676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43">
                <a:extLst>
                  <a:ext uri="{FF2B5EF4-FFF2-40B4-BE49-F238E27FC236}">
                    <a16:creationId xmlns:a16="http://schemas.microsoft.com/office/drawing/2014/main" id="{AF3AE6D5-1045-914D-BD1C-15B42DD8813C}"/>
                  </a:ext>
                </a:extLst>
              </p:cNvPr>
              <p:cNvSpPr/>
              <p:nvPr/>
            </p:nvSpPr>
            <p:spPr>
              <a:xfrm>
                <a:off x="12580436" y="6513168"/>
                <a:ext cx="197232" cy="25871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85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" y="180"/>
                      <a:pt x="50" y="389"/>
                      <a:pt x="102" y="611"/>
                    </a:cubicBezTo>
                    <a:lnTo>
                      <a:pt x="647" y="849"/>
                    </a:lnTo>
                    <a:lnTo>
                      <a:pt x="647" y="849"/>
                    </a:lnTo>
                    <a:lnTo>
                      <a:pt x="382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43">
                <a:extLst>
                  <a:ext uri="{FF2B5EF4-FFF2-40B4-BE49-F238E27FC236}">
                    <a16:creationId xmlns:a16="http://schemas.microsoft.com/office/drawing/2014/main" id="{4ACEAA2D-285E-F996-7D70-70601EF20C49}"/>
                  </a:ext>
                </a:extLst>
              </p:cNvPr>
              <p:cNvSpPr/>
              <p:nvPr/>
            </p:nvSpPr>
            <p:spPr>
              <a:xfrm>
                <a:off x="12611482" y="6699137"/>
                <a:ext cx="249583" cy="277888"/>
              </a:xfrm>
              <a:custGeom>
                <a:avLst/>
                <a:gdLst/>
                <a:ahLst/>
                <a:cxnLst/>
                <a:rect l="l" t="t" r="r" b="b"/>
                <a:pathLst>
                  <a:path w="820" h="9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57" y="209"/>
                      <a:pt x="121" y="432"/>
                      <a:pt x="200" y="647"/>
                    </a:cubicBezTo>
                    <a:lnTo>
                      <a:pt x="820" y="913"/>
                    </a:lnTo>
                    <a:lnTo>
                      <a:pt x="820" y="913"/>
                    </a:lnTo>
                    <a:lnTo>
                      <a:pt x="545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43">
                <a:extLst>
                  <a:ext uri="{FF2B5EF4-FFF2-40B4-BE49-F238E27FC236}">
                    <a16:creationId xmlns:a16="http://schemas.microsoft.com/office/drawing/2014/main" id="{CBF27CE8-B875-A1DF-88A5-BB986AF197D2}"/>
                  </a:ext>
                </a:extLst>
              </p:cNvPr>
              <p:cNvSpPr/>
              <p:nvPr/>
            </p:nvSpPr>
            <p:spPr>
              <a:xfrm>
                <a:off x="12672356" y="6896063"/>
                <a:ext cx="264802" cy="271800"/>
              </a:xfrm>
              <a:custGeom>
                <a:avLst/>
                <a:gdLst/>
                <a:ahLst/>
                <a:cxnLst/>
                <a:rect l="l" t="t" r="r" b="b"/>
                <a:pathLst>
                  <a:path w="870" h="89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37"/>
                      <a:pt x="30" y="66"/>
                      <a:pt x="43" y="100"/>
                    </a:cubicBezTo>
                    <a:cubicBezTo>
                      <a:pt x="137" y="345"/>
                      <a:pt x="245" y="554"/>
                      <a:pt x="345" y="713"/>
                    </a:cubicBezTo>
                    <a:lnTo>
                      <a:pt x="756" y="892"/>
                    </a:lnTo>
                    <a:lnTo>
                      <a:pt x="870" y="892"/>
                    </a:lnTo>
                    <a:lnTo>
                      <a:pt x="620" y="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43">
                <a:extLst>
                  <a:ext uri="{FF2B5EF4-FFF2-40B4-BE49-F238E27FC236}">
                    <a16:creationId xmlns:a16="http://schemas.microsoft.com/office/drawing/2014/main" id="{9922B2FC-7806-1BFB-83A1-D55730E52C4B}"/>
                  </a:ext>
                </a:extLst>
              </p:cNvPr>
              <p:cNvSpPr/>
              <p:nvPr/>
            </p:nvSpPr>
            <p:spPr>
              <a:xfrm>
                <a:off x="12777363" y="7112774"/>
                <a:ext cx="125096" cy="55091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81" extrusionOk="0">
                    <a:moveTo>
                      <a:pt x="0" y="1"/>
                    </a:moveTo>
                    <a:cubicBezTo>
                      <a:pt x="43" y="72"/>
                      <a:pt x="87" y="130"/>
                      <a:pt x="130" y="180"/>
                    </a:cubicBezTo>
                    <a:lnTo>
                      <a:pt x="411" y="18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43">
                <a:extLst>
                  <a:ext uri="{FF2B5EF4-FFF2-40B4-BE49-F238E27FC236}">
                    <a16:creationId xmlns:a16="http://schemas.microsoft.com/office/drawing/2014/main" id="{EBB06F57-EBDE-586C-8986-C7AB7BAF2E38}"/>
                  </a:ext>
                </a:extLst>
              </p:cNvPr>
              <p:cNvSpPr/>
              <p:nvPr/>
            </p:nvSpPr>
            <p:spPr>
              <a:xfrm>
                <a:off x="12949940" y="7018419"/>
                <a:ext cx="77006" cy="149444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91" extrusionOk="0">
                    <a:moveTo>
                      <a:pt x="210" y="0"/>
                    </a:moveTo>
                    <a:lnTo>
                      <a:pt x="189" y="59"/>
                    </a:lnTo>
                    <a:lnTo>
                      <a:pt x="139" y="181"/>
                    </a:lnTo>
                    <a:lnTo>
                      <a:pt x="1" y="490"/>
                    </a:lnTo>
                    <a:lnTo>
                      <a:pt x="232" y="490"/>
                    </a:lnTo>
                    <a:cubicBezTo>
                      <a:pt x="232" y="475"/>
                      <a:pt x="239" y="454"/>
                      <a:pt x="239" y="440"/>
                    </a:cubicBezTo>
                    <a:cubicBezTo>
                      <a:pt x="253" y="345"/>
                      <a:pt x="246" y="231"/>
                      <a:pt x="232" y="102"/>
                    </a:cubicBezTo>
                    <a:cubicBezTo>
                      <a:pt x="225" y="66"/>
                      <a:pt x="217" y="37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43">
                <a:extLst>
                  <a:ext uri="{FF2B5EF4-FFF2-40B4-BE49-F238E27FC236}">
                    <a16:creationId xmlns:a16="http://schemas.microsoft.com/office/drawing/2014/main" id="{CF431DF0-49C6-430E-AF8F-3DFD6570C8F3}"/>
                  </a:ext>
                </a:extLst>
              </p:cNvPr>
              <p:cNvSpPr/>
              <p:nvPr/>
            </p:nvSpPr>
            <p:spPr>
              <a:xfrm>
                <a:off x="13282920" y="6950545"/>
                <a:ext cx="216711" cy="217318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4" extrusionOk="0">
                    <a:moveTo>
                      <a:pt x="711" y="1"/>
                    </a:moveTo>
                    <a:lnTo>
                      <a:pt x="187" y="232"/>
                    </a:lnTo>
                    <a:lnTo>
                      <a:pt x="1" y="713"/>
                    </a:lnTo>
                    <a:lnTo>
                      <a:pt x="180" y="713"/>
                    </a:lnTo>
                    <a:lnTo>
                      <a:pt x="425" y="611"/>
                    </a:lnTo>
                    <a:lnTo>
                      <a:pt x="425" y="605"/>
                    </a:lnTo>
                    <a:cubicBezTo>
                      <a:pt x="511" y="468"/>
                      <a:pt x="598" y="296"/>
                      <a:pt x="684" y="87"/>
                    </a:cubicBezTo>
                    <a:cubicBezTo>
                      <a:pt x="698" y="59"/>
                      <a:pt x="704" y="30"/>
                      <a:pt x="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43">
                <a:extLst>
                  <a:ext uri="{FF2B5EF4-FFF2-40B4-BE49-F238E27FC236}">
                    <a16:creationId xmlns:a16="http://schemas.microsoft.com/office/drawing/2014/main" id="{AD8D5F8E-FFB2-76F3-F38E-7635C7A72931}"/>
                  </a:ext>
                </a:extLst>
              </p:cNvPr>
              <p:cNvSpPr/>
              <p:nvPr/>
            </p:nvSpPr>
            <p:spPr>
              <a:xfrm>
                <a:off x="13337706" y="7136514"/>
                <a:ext cx="74571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03" extrusionOk="0">
                    <a:moveTo>
                      <a:pt x="245" y="0"/>
                    </a:moveTo>
                    <a:lnTo>
                      <a:pt x="0" y="102"/>
                    </a:lnTo>
                    <a:lnTo>
                      <a:pt x="173" y="102"/>
                    </a:lnTo>
                    <a:cubicBezTo>
                      <a:pt x="193" y="66"/>
                      <a:pt x="223" y="37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3">
                <a:extLst>
                  <a:ext uri="{FF2B5EF4-FFF2-40B4-BE49-F238E27FC236}">
                    <a16:creationId xmlns:a16="http://schemas.microsoft.com/office/drawing/2014/main" id="{85AC3B12-A132-1D8E-36C8-29519A2C87F0}"/>
                  </a:ext>
                </a:extLst>
              </p:cNvPr>
              <p:cNvSpPr/>
              <p:nvPr/>
            </p:nvSpPr>
            <p:spPr>
              <a:xfrm>
                <a:off x="13271962" y="6701267"/>
                <a:ext cx="140315" cy="319890"/>
              </a:xfrm>
              <a:custGeom>
                <a:avLst/>
                <a:gdLst/>
                <a:ahLst/>
                <a:cxnLst/>
                <a:rect l="l" t="t" r="r" b="b"/>
                <a:pathLst>
                  <a:path w="461" h="1051" extrusionOk="0">
                    <a:moveTo>
                      <a:pt x="259" y="0"/>
                    </a:moveTo>
                    <a:cubicBezTo>
                      <a:pt x="202" y="102"/>
                      <a:pt x="144" y="209"/>
                      <a:pt x="94" y="318"/>
                    </a:cubicBezTo>
                    <a:cubicBezTo>
                      <a:pt x="57" y="382"/>
                      <a:pt x="30" y="454"/>
                      <a:pt x="0" y="518"/>
                    </a:cubicBezTo>
                    <a:lnTo>
                      <a:pt x="73" y="683"/>
                    </a:lnTo>
                    <a:lnTo>
                      <a:pt x="223" y="1051"/>
                    </a:lnTo>
                    <a:lnTo>
                      <a:pt x="461" y="468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43">
                <a:extLst>
                  <a:ext uri="{FF2B5EF4-FFF2-40B4-BE49-F238E27FC236}">
                    <a16:creationId xmlns:a16="http://schemas.microsoft.com/office/drawing/2014/main" id="{EECFC009-7196-BC25-1317-54077565A293}"/>
                  </a:ext>
                </a:extLst>
              </p:cNvPr>
              <p:cNvSpPr/>
              <p:nvPr/>
            </p:nvSpPr>
            <p:spPr>
              <a:xfrm>
                <a:off x="13350794" y="6567954"/>
                <a:ext cx="131488" cy="27575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906" extrusionOk="0">
                    <a:moveTo>
                      <a:pt x="288" y="0"/>
                    </a:moveTo>
                    <a:cubicBezTo>
                      <a:pt x="193" y="116"/>
                      <a:pt x="93" y="266"/>
                      <a:pt x="0" y="438"/>
                    </a:cubicBezTo>
                    <a:lnTo>
                      <a:pt x="202" y="906"/>
                    </a:lnTo>
                    <a:lnTo>
                      <a:pt x="431" y="324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43">
                <a:extLst>
                  <a:ext uri="{FF2B5EF4-FFF2-40B4-BE49-F238E27FC236}">
                    <a16:creationId xmlns:a16="http://schemas.microsoft.com/office/drawing/2014/main" id="{4B875828-9420-1E63-2946-FABE5658B246}"/>
                  </a:ext>
                </a:extLst>
              </p:cNvPr>
              <p:cNvSpPr/>
              <p:nvPr/>
            </p:nvSpPr>
            <p:spPr>
              <a:xfrm>
                <a:off x="13412276" y="6624566"/>
                <a:ext cx="168317" cy="21914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720" extrusionOk="0">
                    <a:moveTo>
                      <a:pt x="552" y="0"/>
                    </a:moveTo>
                    <a:lnTo>
                      <a:pt x="229" y="138"/>
                    </a:lnTo>
                    <a:lnTo>
                      <a:pt x="0" y="720"/>
                    </a:lnTo>
                    <a:lnTo>
                      <a:pt x="459" y="518"/>
                    </a:lnTo>
                    <a:cubicBezTo>
                      <a:pt x="509" y="332"/>
                      <a:pt x="538" y="152"/>
                      <a:pt x="5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43">
                <a:extLst>
                  <a:ext uri="{FF2B5EF4-FFF2-40B4-BE49-F238E27FC236}">
                    <a16:creationId xmlns:a16="http://schemas.microsoft.com/office/drawing/2014/main" id="{4659BACA-D5EE-82F6-5B1E-FB4A81D633DA}"/>
                  </a:ext>
                </a:extLst>
              </p:cNvPr>
              <p:cNvSpPr/>
              <p:nvPr/>
            </p:nvSpPr>
            <p:spPr>
              <a:xfrm>
                <a:off x="13438452" y="6489122"/>
                <a:ext cx="113530" cy="17775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584" extrusionOk="0">
                    <a:moveTo>
                      <a:pt x="335" y="0"/>
                    </a:moveTo>
                    <a:cubicBezTo>
                      <a:pt x="246" y="0"/>
                      <a:pt x="131" y="103"/>
                      <a:pt x="0" y="259"/>
                    </a:cubicBezTo>
                    <a:lnTo>
                      <a:pt x="143" y="583"/>
                    </a:lnTo>
                    <a:lnTo>
                      <a:pt x="373" y="7"/>
                    </a:lnTo>
                    <a:cubicBezTo>
                      <a:pt x="361" y="3"/>
                      <a:pt x="348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43">
                <a:extLst>
                  <a:ext uri="{FF2B5EF4-FFF2-40B4-BE49-F238E27FC236}">
                    <a16:creationId xmlns:a16="http://schemas.microsoft.com/office/drawing/2014/main" id="{DFAFB85C-8484-8AEE-CEBF-46339A3762B9}"/>
                  </a:ext>
                </a:extLst>
              </p:cNvPr>
              <p:cNvSpPr/>
              <p:nvPr/>
            </p:nvSpPr>
            <p:spPr>
              <a:xfrm>
                <a:off x="13481977" y="6491253"/>
                <a:ext cx="105312" cy="175620"/>
              </a:xfrm>
              <a:custGeom>
                <a:avLst/>
                <a:gdLst/>
                <a:ahLst/>
                <a:cxnLst/>
                <a:rect l="l" t="t" r="r" b="b"/>
                <a:pathLst>
                  <a:path w="346" h="577" extrusionOk="0">
                    <a:moveTo>
                      <a:pt x="230" y="0"/>
                    </a:moveTo>
                    <a:lnTo>
                      <a:pt x="0" y="576"/>
                    </a:lnTo>
                    <a:lnTo>
                      <a:pt x="323" y="438"/>
                    </a:lnTo>
                    <a:cubicBezTo>
                      <a:pt x="345" y="202"/>
                      <a:pt x="316" y="37"/>
                      <a:pt x="2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43">
                <a:extLst>
                  <a:ext uri="{FF2B5EF4-FFF2-40B4-BE49-F238E27FC236}">
                    <a16:creationId xmlns:a16="http://schemas.microsoft.com/office/drawing/2014/main" id="{1B6521A6-E779-76FA-19E6-E414E2F3DBEC}"/>
                  </a:ext>
                </a:extLst>
              </p:cNvPr>
              <p:cNvSpPr/>
              <p:nvPr/>
            </p:nvSpPr>
            <p:spPr>
              <a:xfrm>
                <a:off x="13210480" y="6858626"/>
                <a:ext cx="129357" cy="309237"/>
              </a:xfrm>
              <a:custGeom>
                <a:avLst/>
                <a:gdLst/>
                <a:ahLst/>
                <a:cxnLst/>
                <a:rect l="l" t="t" r="r" b="b"/>
                <a:pathLst>
                  <a:path w="425" h="1016" extrusionOk="0">
                    <a:moveTo>
                      <a:pt x="202" y="1"/>
                    </a:moveTo>
                    <a:cubicBezTo>
                      <a:pt x="189" y="30"/>
                      <a:pt x="180" y="60"/>
                      <a:pt x="166" y="87"/>
                    </a:cubicBezTo>
                    <a:cubicBezTo>
                      <a:pt x="87" y="296"/>
                      <a:pt x="30" y="482"/>
                      <a:pt x="1" y="648"/>
                    </a:cubicBezTo>
                    <a:lnTo>
                      <a:pt x="16" y="691"/>
                    </a:lnTo>
                    <a:lnTo>
                      <a:pt x="102" y="893"/>
                    </a:lnTo>
                    <a:lnTo>
                      <a:pt x="159" y="1015"/>
                    </a:lnTo>
                    <a:lnTo>
                      <a:pt x="239" y="1015"/>
                    </a:lnTo>
                    <a:lnTo>
                      <a:pt x="425" y="534"/>
                    </a:lnTo>
                    <a:lnTo>
                      <a:pt x="275" y="166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43">
                <a:extLst>
                  <a:ext uri="{FF2B5EF4-FFF2-40B4-BE49-F238E27FC236}">
                    <a16:creationId xmlns:a16="http://schemas.microsoft.com/office/drawing/2014/main" id="{B1BCB393-D84C-EBA0-6CF1-D27CCC184334}"/>
                  </a:ext>
                </a:extLst>
              </p:cNvPr>
              <p:cNvSpPr/>
              <p:nvPr/>
            </p:nvSpPr>
            <p:spPr>
              <a:xfrm>
                <a:off x="13339532" y="6781925"/>
                <a:ext cx="212450" cy="23923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786" extrusionOk="0">
                    <a:moveTo>
                      <a:pt x="698" y="1"/>
                    </a:moveTo>
                    <a:lnTo>
                      <a:pt x="239" y="203"/>
                    </a:lnTo>
                    <a:lnTo>
                      <a:pt x="1" y="786"/>
                    </a:lnTo>
                    <a:lnTo>
                      <a:pt x="525" y="555"/>
                    </a:lnTo>
                    <a:lnTo>
                      <a:pt x="532" y="555"/>
                    </a:lnTo>
                    <a:cubicBezTo>
                      <a:pt x="598" y="375"/>
                      <a:pt x="655" y="182"/>
                      <a:pt x="6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43">
              <a:extLst>
                <a:ext uri="{FF2B5EF4-FFF2-40B4-BE49-F238E27FC236}">
                  <a16:creationId xmlns:a16="http://schemas.microsoft.com/office/drawing/2014/main" id="{95B45162-3167-9036-060E-3EDFFEBEDFB1}"/>
                </a:ext>
              </a:extLst>
            </p:cNvPr>
            <p:cNvGrpSpPr/>
            <p:nvPr/>
          </p:nvGrpSpPr>
          <p:grpSpPr>
            <a:xfrm>
              <a:off x="7465982" y="4231825"/>
              <a:ext cx="589927" cy="728719"/>
              <a:chOff x="9390650" y="6712225"/>
              <a:chExt cx="1002595" cy="1238475"/>
            </a:xfrm>
          </p:grpSpPr>
          <p:sp>
            <p:nvSpPr>
              <p:cNvPr id="1509" name="Google Shape;1509;p43">
                <a:extLst>
                  <a:ext uri="{FF2B5EF4-FFF2-40B4-BE49-F238E27FC236}">
                    <a16:creationId xmlns:a16="http://schemas.microsoft.com/office/drawing/2014/main" id="{E4809767-2ED4-6E94-D849-0CB3550167DF}"/>
                  </a:ext>
                </a:extLst>
              </p:cNvPr>
              <p:cNvSpPr/>
              <p:nvPr/>
            </p:nvSpPr>
            <p:spPr>
              <a:xfrm>
                <a:off x="9526703" y="7747078"/>
                <a:ext cx="730488" cy="203622"/>
              </a:xfrm>
              <a:custGeom>
                <a:avLst/>
                <a:gdLst/>
                <a:ahLst/>
                <a:cxnLst/>
                <a:rect l="l" t="t" r="r" b="b"/>
                <a:pathLst>
                  <a:path w="2400" h="669" extrusionOk="0">
                    <a:moveTo>
                      <a:pt x="0" y="1"/>
                    </a:moveTo>
                    <a:lnTo>
                      <a:pt x="50" y="668"/>
                    </a:lnTo>
                    <a:lnTo>
                      <a:pt x="2343" y="668"/>
                    </a:lnTo>
                    <a:lnTo>
                      <a:pt x="240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43">
                <a:extLst>
                  <a:ext uri="{FF2B5EF4-FFF2-40B4-BE49-F238E27FC236}">
                    <a16:creationId xmlns:a16="http://schemas.microsoft.com/office/drawing/2014/main" id="{E8046065-75F3-4F68-82FD-EF39093B3311}"/>
                  </a:ext>
                </a:extLst>
              </p:cNvPr>
              <p:cNvSpPr/>
              <p:nvPr/>
            </p:nvSpPr>
            <p:spPr>
              <a:xfrm>
                <a:off x="9469482" y="7064683"/>
                <a:ext cx="842496" cy="144575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475" extrusionOk="0">
                    <a:moveTo>
                      <a:pt x="0" y="0"/>
                    </a:moveTo>
                    <a:lnTo>
                      <a:pt x="36" y="475"/>
                    </a:lnTo>
                    <a:lnTo>
                      <a:pt x="2733" y="475"/>
                    </a:lnTo>
                    <a:lnTo>
                      <a:pt x="276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43">
                <a:extLst>
                  <a:ext uri="{FF2B5EF4-FFF2-40B4-BE49-F238E27FC236}">
                    <a16:creationId xmlns:a16="http://schemas.microsoft.com/office/drawing/2014/main" id="{3483613F-F789-43AD-50B9-25342887FB1A}"/>
                  </a:ext>
                </a:extLst>
              </p:cNvPr>
              <p:cNvSpPr/>
              <p:nvPr/>
            </p:nvSpPr>
            <p:spPr>
              <a:xfrm>
                <a:off x="9497788" y="6712225"/>
                <a:ext cx="785883" cy="107442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353" extrusionOk="0">
                    <a:moveTo>
                      <a:pt x="130" y="1"/>
                    </a:moveTo>
                    <a:lnTo>
                      <a:pt x="0" y="352"/>
                    </a:lnTo>
                    <a:lnTo>
                      <a:pt x="2581" y="352"/>
                    </a:lnTo>
                    <a:lnTo>
                      <a:pt x="245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43">
                <a:extLst>
                  <a:ext uri="{FF2B5EF4-FFF2-40B4-BE49-F238E27FC236}">
                    <a16:creationId xmlns:a16="http://schemas.microsoft.com/office/drawing/2014/main" id="{DAF337F1-50CF-6BFF-C3E3-DA8FDAF22877}"/>
                  </a:ext>
                </a:extLst>
              </p:cNvPr>
              <p:cNvSpPr/>
              <p:nvPr/>
            </p:nvSpPr>
            <p:spPr>
              <a:xfrm>
                <a:off x="9474048" y="6880845"/>
                <a:ext cx="833669" cy="304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1" extrusionOk="0">
                    <a:moveTo>
                      <a:pt x="2738" y="0"/>
                    </a:moveTo>
                    <a:lnTo>
                      <a:pt x="2738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43">
                <a:extLst>
                  <a:ext uri="{FF2B5EF4-FFF2-40B4-BE49-F238E27FC236}">
                    <a16:creationId xmlns:a16="http://schemas.microsoft.com/office/drawing/2014/main" id="{D625B827-BA4E-17CF-E5D4-B52BDC84F331}"/>
                  </a:ext>
                </a:extLst>
              </p:cNvPr>
              <p:cNvSpPr/>
              <p:nvPr/>
            </p:nvSpPr>
            <p:spPr>
              <a:xfrm>
                <a:off x="9390650" y="6880845"/>
                <a:ext cx="1002595" cy="184142"/>
              </a:xfrm>
              <a:custGeom>
                <a:avLst/>
                <a:gdLst/>
                <a:ahLst/>
                <a:cxnLst/>
                <a:rect l="l" t="t" r="r" b="b"/>
                <a:pathLst>
                  <a:path w="3294" h="605" extrusionOk="0">
                    <a:moveTo>
                      <a:pt x="0" y="0"/>
                    </a:moveTo>
                    <a:lnTo>
                      <a:pt x="0" y="604"/>
                    </a:lnTo>
                    <a:lnTo>
                      <a:pt x="3294" y="604"/>
                    </a:lnTo>
                    <a:lnTo>
                      <a:pt x="329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43">
                <a:extLst>
                  <a:ext uri="{FF2B5EF4-FFF2-40B4-BE49-F238E27FC236}">
                    <a16:creationId xmlns:a16="http://schemas.microsoft.com/office/drawing/2014/main" id="{66C10F43-572C-C20E-8261-EDAC28DB9289}"/>
                  </a:ext>
                </a:extLst>
              </p:cNvPr>
              <p:cNvSpPr/>
              <p:nvPr/>
            </p:nvSpPr>
            <p:spPr>
              <a:xfrm>
                <a:off x="9416826" y="6819362"/>
                <a:ext cx="947504" cy="61787"/>
              </a:xfrm>
              <a:custGeom>
                <a:avLst/>
                <a:gdLst/>
                <a:ahLst/>
                <a:cxnLst/>
                <a:rect l="l" t="t" r="r" b="b"/>
                <a:pathLst>
                  <a:path w="3113" h="203" extrusionOk="0">
                    <a:moveTo>
                      <a:pt x="102" y="0"/>
                    </a:moveTo>
                    <a:lnTo>
                      <a:pt x="1" y="202"/>
                    </a:lnTo>
                    <a:lnTo>
                      <a:pt x="3113" y="202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43">
                <a:extLst>
                  <a:ext uri="{FF2B5EF4-FFF2-40B4-BE49-F238E27FC236}">
                    <a16:creationId xmlns:a16="http://schemas.microsoft.com/office/drawing/2014/main" id="{274D8955-45CB-F880-2848-3BA85639934B}"/>
                  </a:ext>
                </a:extLst>
              </p:cNvPr>
              <p:cNvSpPr/>
              <p:nvPr/>
            </p:nvSpPr>
            <p:spPr>
              <a:xfrm>
                <a:off x="9456090" y="7208954"/>
                <a:ext cx="868976" cy="538426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1769" extrusionOk="0">
                    <a:moveTo>
                      <a:pt x="1" y="1"/>
                    </a:moveTo>
                    <a:lnTo>
                      <a:pt x="160" y="1769"/>
                    </a:lnTo>
                    <a:lnTo>
                      <a:pt x="2697" y="1769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43">
                <a:extLst>
                  <a:ext uri="{FF2B5EF4-FFF2-40B4-BE49-F238E27FC236}">
                    <a16:creationId xmlns:a16="http://schemas.microsoft.com/office/drawing/2014/main" id="{27A90C99-2D18-DA9F-49B4-5B586E865815}"/>
                  </a:ext>
                </a:extLst>
              </p:cNvPr>
              <p:cNvSpPr/>
              <p:nvPr/>
            </p:nvSpPr>
            <p:spPr>
              <a:xfrm>
                <a:off x="9439045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43">
                <a:extLst>
                  <a:ext uri="{FF2B5EF4-FFF2-40B4-BE49-F238E27FC236}">
                    <a16:creationId xmlns:a16="http://schemas.microsoft.com/office/drawing/2014/main" id="{D5332A9E-5133-6539-5A17-25292EE76674}"/>
                  </a:ext>
                </a:extLst>
              </p:cNvPr>
              <p:cNvSpPr/>
              <p:nvPr/>
            </p:nvSpPr>
            <p:spPr>
              <a:xfrm>
                <a:off x="9528834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43">
                <a:extLst>
                  <a:ext uri="{FF2B5EF4-FFF2-40B4-BE49-F238E27FC236}">
                    <a16:creationId xmlns:a16="http://schemas.microsoft.com/office/drawing/2014/main" id="{75398FF8-FF57-EE11-037F-245A6D117B7A}"/>
                  </a:ext>
                </a:extLst>
              </p:cNvPr>
              <p:cNvSpPr/>
              <p:nvPr/>
            </p:nvSpPr>
            <p:spPr>
              <a:xfrm>
                <a:off x="9620449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43">
                <a:extLst>
                  <a:ext uri="{FF2B5EF4-FFF2-40B4-BE49-F238E27FC236}">
                    <a16:creationId xmlns:a16="http://schemas.microsoft.com/office/drawing/2014/main" id="{2EAB4689-13E8-09C8-B857-54EE1A7FEED5}"/>
                  </a:ext>
                </a:extLst>
              </p:cNvPr>
              <p:cNvSpPr/>
              <p:nvPr/>
            </p:nvSpPr>
            <p:spPr>
              <a:xfrm>
                <a:off x="9710238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43">
                <a:extLst>
                  <a:ext uri="{FF2B5EF4-FFF2-40B4-BE49-F238E27FC236}">
                    <a16:creationId xmlns:a16="http://schemas.microsoft.com/office/drawing/2014/main" id="{01C62E77-2FB7-9FAB-41FE-6E601F3D1DD1}"/>
                  </a:ext>
                </a:extLst>
              </p:cNvPr>
              <p:cNvSpPr/>
              <p:nvPr/>
            </p:nvSpPr>
            <p:spPr>
              <a:xfrm>
                <a:off x="9799722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43">
                <a:extLst>
                  <a:ext uri="{FF2B5EF4-FFF2-40B4-BE49-F238E27FC236}">
                    <a16:creationId xmlns:a16="http://schemas.microsoft.com/office/drawing/2014/main" id="{F7B72314-7F91-41C0-F5AF-7B9B38BA35D6}"/>
                  </a:ext>
                </a:extLst>
              </p:cNvPr>
              <p:cNvSpPr/>
              <p:nvPr/>
            </p:nvSpPr>
            <p:spPr>
              <a:xfrm>
                <a:off x="9889511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43">
                <a:extLst>
                  <a:ext uri="{FF2B5EF4-FFF2-40B4-BE49-F238E27FC236}">
                    <a16:creationId xmlns:a16="http://schemas.microsoft.com/office/drawing/2014/main" id="{5CBF003D-91BA-5BD4-6CD1-5E77EBDA8CF2}"/>
                  </a:ext>
                </a:extLst>
              </p:cNvPr>
              <p:cNvSpPr/>
              <p:nvPr/>
            </p:nvSpPr>
            <p:spPr>
              <a:xfrm>
                <a:off x="9979300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43">
                <a:extLst>
                  <a:ext uri="{FF2B5EF4-FFF2-40B4-BE49-F238E27FC236}">
                    <a16:creationId xmlns:a16="http://schemas.microsoft.com/office/drawing/2014/main" id="{5452FBB8-833F-2C33-F92D-B34CF4F3AEE4}"/>
                  </a:ext>
                </a:extLst>
              </p:cNvPr>
              <p:cNvSpPr/>
              <p:nvPr/>
            </p:nvSpPr>
            <p:spPr>
              <a:xfrm>
                <a:off x="10071219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43">
                <a:extLst>
                  <a:ext uri="{FF2B5EF4-FFF2-40B4-BE49-F238E27FC236}">
                    <a16:creationId xmlns:a16="http://schemas.microsoft.com/office/drawing/2014/main" id="{087A76BF-97E7-4D39-7C70-218F7702C837}"/>
                  </a:ext>
                </a:extLst>
              </p:cNvPr>
              <p:cNvSpPr/>
              <p:nvPr/>
            </p:nvSpPr>
            <p:spPr>
              <a:xfrm>
                <a:off x="10161008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43">
                <a:extLst>
                  <a:ext uri="{FF2B5EF4-FFF2-40B4-BE49-F238E27FC236}">
                    <a16:creationId xmlns:a16="http://schemas.microsoft.com/office/drawing/2014/main" id="{E9F876F7-56C7-BA73-79C4-5D6FD536CCE1}"/>
                  </a:ext>
                </a:extLst>
              </p:cNvPr>
              <p:cNvSpPr/>
              <p:nvPr/>
            </p:nvSpPr>
            <p:spPr>
              <a:xfrm>
                <a:off x="10250797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43">
                <a:extLst>
                  <a:ext uri="{FF2B5EF4-FFF2-40B4-BE49-F238E27FC236}">
                    <a16:creationId xmlns:a16="http://schemas.microsoft.com/office/drawing/2014/main" id="{56697D6E-EFDF-4367-FFEB-85824AB636B5}"/>
                  </a:ext>
                </a:extLst>
              </p:cNvPr>
              <p:cNvSpPr/>
              <p:nvPr/>
            </p:nvSpPr>
            <p:spPr>
              <a:xfrm>
                <a:off x="10340586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7" name="Google Shape;1527;p43">
              <a:extLst>
                <a:ext uri="{FF2B5EF4-FFF2-40B4-BE49-F238E27FC236}">
                  <a16:creationId xmlns:a16="http://schemas.microsoft.com/office/drawing/2014/main" id="{2837D1E1-4702-9348-06A0-5B68C9C594DC}"/>
                </a:ext>
              </a:extLst>
            </p:cNvPr>
            <p:cNvSpPr/>
            <p:nvPr/>
          </p:nvSpPr>
          <p:spPr>
            <a:xfrm>
              <a:off x="8164165" y="26333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3">
              <a:extLst>
                <a:ext uri="{FF2B5EF4-FFF2-40B4-BE49-F238E27FC236}">
                  <a16:creationId xmlns:a16="http://schemas.microsoft.com/office/drawing/2014/main" id="{5F95264A-B1D6-59A5-7ED2-F3D6ECDDEF3D}"/>
                </a:ext>
              </a:extLst>
            </p:cNvPr>
            <p:cNvSpPr/>
            <p:nvPr/>
          </p:nvSpPr>
          <p:spPr>
            <a:xfrm>
              <a:off x="7865040" y="31168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E11F09-813C-70BA-4EFB-2D1F42EACFE9}"/>
                  </a:ext>
                </a:extLst>
              </p14:cNvPr>
              <p14:cNvContentPartPr/>
              <p14:nvPr/>
            </p14:nvContentPartPr>
            <p14:xfrm>
              <a:off x="2891745" y="119685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E11F09-813C-70BA-4EFB-2D1F42EACF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5625" y="119073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75BDC8-16C9-43C0-CA20-171AAED060EA}"/>
                  </a:ext>
                </a:extLst>
              </p14:cNvPr>
              <p14:cNvContentPartPr/>
              <p14:nvPr/>
            </p14:nvContentPartPr>
            <p14:xfrm>
              <a:off x="1226745" y="750814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B75BDC8-16C9-43C0-CA20-171AAED060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0625" y="74469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8C06894-8D96-C0E7-F213-0665D4F0CA9A}"/>
              </a:ext>
            </a:extLst>
          </p:cNvPr>
          <p:cNvSpPr txBox="1"/>
          <p:nvPr/>
        </p:nvSpPr>
        <p:spPr>
          <a:xfrm>
            <a:off x="5473512" y="452955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latin typeface="Albert Sans" panose="020B0604020202020204" charset="0"/>
              </a:rPr>
              <a:t>*Dados do Inep(2024) </a:t>
            </a:r>
          </a:p>
        </p:txBody>
      </p:sp>
    </p:spTree>
    <p:extLst>
      <p:ext uri="{BB962C8B-B14F-4D97-AF65-F5344CB8AC3E}">
        <p14:creationId xmlns:p14="http://schemas.microsoft.com/office/powerpoint/2010/main" val="3839418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842D270A-8C82-0A7B-E36E-B2B78287D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43">
            <a:extLst>
              <a:ext uri="{FF2B5EF4-FFF2-40B4-BE49-F238E27FC236}">
                <a16:creationId xmlns:a16="http://schemas.microsoft.com/office/drawing/2014/main" id="{864BDDB7-0E80-FA2A-6717-44ECE1F511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Onde Mora o Problema</a:t>
            </a:r>
            <a:endParaRPr dirty="0"/>
          </a:p>
        </p:txBody>
      </p:sp>
      <p:sp>
        <p:nvSpPr>
          <p:cNvPr id="1472" name="Google Shape;1472;p43">
            <a:extLst>
              <a:ext uri="{FF2B5EF4-FFF2-40B4-BE49-F238E27FC236}">
                <a16:creationId xmlns:a16="http://schemas.microsoft.com/office/drawing/2014/main" id="{6C5A4C82-4E29-4FD3-3135-337D9D6FAC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44219" y="1675150"/>
            <a:ext cx="2608305" cy="18269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 pela competição as instituições de ensino se veem forçadas a </a:t>
            </a:r>
            <a:r>
              <a:rPr lang="pt-BR" b="1" dirty="0"/>
              <a:t>lutar</a:t>
            </a:r>
            <a:r>
              <a:rPr lang="pt-BR" dirty="0"/>
              <a:t> por espaços em feeds, anúncios e chamados. E nem toda instituição tem os meios e os canais para </a:t>
            </a:r>
            <a:r>
              <a:rPr lang="pt-BR" b="1" dirty="0"/>
              <a:t>se destacar</a:t>
            </a:r>
            <a:r>
              <a:rPr lang="pt-BR" dirty="0"/>
              <a:t>.</a:t>
            </a:r>
            <a:endParaRPr dirty="0"/>
          </a:p>
        </p:txBody>
      </p:sp>
      <p:sp>
        <p:nvSpPr>
          <p:cNvPr id="1473" name="Google Shape;1473;p43">
            <a:extLst>
              <a:ext uri="{FF2B5EF4-FFF2-40B4-BE49-F238E27FC236}">
                <a16:creationId xmlns:a16="http://schemas.microsoft.com/office/drawing/2014/main" id="{D6AF088F-E2F8-451C-D054-5C9EB51F490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6825" y="1675150"/>
            <a:ext cx="3006600" cy="18269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pt-BR" dirty="0"/>
              <a:t>O que as Oportunidades possuem em </a:t>
            </a:r>
            <a:r>
              <a:rPr lang="pt-BR" b="1" dirty="0"/>
              <a:t>quantidade</a:t>
            </a:r>
            <a:r>
              <a:rPr lang="pt-BR" dirty="0"/>
              <a:t>, sofrem em </a:t>
            </a:r>
            <a:r>
              <a:rPr lang="pt-BR" b="1" dirty="0"/>
              <a:t>visibilidade</a:t>
            </a:r>
            <a:r>
              <a:rPr lang="pt-BR" dirty="0"/>
              <a:t>. O mundo onde a divulgação de informação é dominada pelo tráfego online, pelo </a:t>
            </a:r>
            <a:r>
              <a:rPr lang="pt-BR" b="1" dirty="0"/>
              <a:t>Marketing</a:t>
            </a:r>
            <a:r>
              <a:rPr lang="pt-BR" dirty="0"/>
              <a:t> e pela iniciativa privada gera muita </a:t>
            </a:r>
            <a:r>
              <a:rPr lang="pt-BR" b="1" dirty="0"/>
              <a:t>competição.</a:t>
            </a:r>
            <a:endParaRPr b="1" dirty="0"/>
          </a:p>
        </p:txBody>
      </p:sp>
      <p:sp>
        <p:nvSpPr>
          <p:cNvPr id="1474" name="Google Shape;1474;p43">
            <a:extLst>
              <a:ext uri="{FF2B5EF4-FFF2-40B4-BE49-F238E27FC236}">
                <a16:creationId xmlns:a16="http://schemas.microsoft.com/office/drawing/2014/main" id="{9BBC0ED7-1CD5-88CD-7257-9CA9712A38D4}"/>
              </a:ext>
            </a:extLst>
          </p:cNvPr>
          <p:cNvSpPr/>
          <p:nvPr/>
        </p:nvSpPr>
        <p:spPr>
          <a:xfrm>
            <a:off x="7466210" y="3402035"/>
            <a:ext cx="105061" cy="100776"/>
          </a:xfrm>
          <a:custGeom>
            <a:avLst/>
            <a:gdLst/>
            <a:ahLst/>
            <a:cxnLst/>
            <a:rect l="l" t="t" r="r" b="b"/>
            <a:pathLst>
              <a:path w="662" h="635" extrusionOk="0">
                <a:moveTo>
                  <a:pt x="662" y="1"/>
                </a:moveTo>
                <a:lnTo>
                  <a:pt x="1" y="110"/>
                </a:lnTo>
                <a:lnTo>
                  <a:pt x="425" y="634"/>
                </a:lnTo>
                <a:lnTo>
                  <a:pt x="662" y="1"/>
                </a:lnTo>
                <a:close/>
              </a:path>
            </a:pathLst>
          </a:custGeom>
          <a:noFill/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5" name="Google Shape;1475;p43">
            <a:extLst>
              <a:ext uri="{FF2B5EF4-FFF2-40B4-BE49-F238E27FC236}">
                <a16:creationId xmlns:a16="http://schemas.microsoft.com/office/drawing/2014/main" id="{34DC10A0-8AB3-5547-2991-DA4844E9F98F}"/>
              </a:ext>
            </a:extLst>
          </p:cNvPr>
          <p:cNvGrpSpPr/>
          <p:nvPr/>
        </p:nvGrpSpPr>
        <p:grpSpPr>
          <a:xfrm>
            <a:off x="174371" y="2923893"/>
            <a:ext cx="1319892" cy="1975072"/>
            <a:chOff x="7465982" y="2633329"/>
            <a:chExt cx="1215611" cy="2327215"/>
          </a:xfrm>
        </p:grpSpPr>
        <p:grpSp>
          <p:nvGrpSpPr>
            <p:cNvPr id="1476" name="Google Shape;1476;p43">
              <a:extLst>
                <a:ext uri="{FF2B5EF4-FFF2-40B4-BE49-F238E27FC236}">
                  <a16:creationId xmlns:a16="http://schemas.microsoft.com/office/drawing/2014/main" id="{2C5C2B00-A09D-0CE8-A7E8-3F1DC8F42F66}"/>
                </a:ext>
              </a:extLst>
            </p:cNvPr>
            <p:cNvGrpSpPr/>
            <p:nvPr/>
          </p:nvGrpSpPr>
          <p:grpSpPr>
            <a:xfrm>
              <a:off x="7811976" y="3402036"/>
              <a:ext cx="869617" cy="1442077"/>
              <a:chOff x="12574044" y="6091008"/>
              <a:chExt cx="1030597" cy="1709027"/>
            </a:xfrm>
          </p:grpSpPr>
          <p:sp>
            <p:nvSpPr>
              <p:cNvPr id="1477" name="Google Shape;1477;p43">
                <a:extLst>
                  <a:ext uri="{FF2B5EF4-FFF2-40B4-BE49-F238E27FC236}">
                    <a16:creationId xmlns:a16="http://schemas.microsoft.com/office/drawing/2014/main" id="{30D89312-5B1A-1738-B733-C39ACC9B863C}"/>
                  </a:ext>
                </a:extLst>
              </p:cNvPr>
              <p:cNvSpPr/>
              <p:nvPr/>
            </p:nvSpPr>
            <p:spPr>
              <a:xfrm>
                <a:off x="12954810" y="6716486"/>
                <a:ext cx="172882" cy="44011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1446" extrusionOk="0">
                    <a:moveTo>
                      <a:pt x="0" y="0"/>
                    </a:moveTo>
                    <a:lnTo>
                      <a:pt x="0" y="123"/>
                    </a:lnTo>
                    <a:lnTo>
                      <a:pt x="0" y="354"/>
                    </a:lnTo>
                    <a:cubicBezTo>
                      <a:pt x="100" y="597"/>
                      <a:pt x="157" y="813"/>
                      <a:pt x="194" y="992"/>
                    </a:cubicBezTo>
                    <a:cubicBezTo>
                      <a:pt x="201" y="1029"/>
                      <a:pt x="209" y="1058"/>
                      <a:pt x="216" y="1094"/>
                    </a:cubicBezTo>
                    <a:lnTo>
                      <a:pt x="568" y="1446"/>
                    </a:lnTo>
                    <a:lnTo>
                      <a:pt x="568" y="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43">
                <a:extLst>
                  <a:ext uri="{FF2B5EF4-FFF2-40B4-BE49-F238E27FC236}">
                    <a16:creationId xmlns:a16="http://schemas.microsoft.com/office/drawing/2014/main" id="{E2EDD77A-9A59-FA1A-3770-E7CAEBA62237}"/>
                  </a:ext>
                </a:extLst>
              </p:cNvPr>
              <p:cNvSpPr/>
              <p:nvPr/>
            </p:nvSpPr>
            <p:spPr>
              <a:xfrm>
                <a:off x="12954810" y="6469643"/>
                <a:ext cx="172882" cy="42033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1381" extrusionOk="0">
                    <a:moveTo>
                      <a:pt x="64" y="1"/>
                    </a:moveTo>
                    <a:cubicBezTo>
                      <a:pt x="28" y="259"/>
                      <a:pt x="7" y="539"/>
                      <a:pt x="0" y="811"/>
                    </a:cubicBezTo>
                    <a:lnTo>
                      <a:pt x="568" y="1381"/>
                    </a:lnTo>
                    <a:lnTo>
                      <a:pt x="568" y="50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43">
                <a:extLst>
                  <a:ext uri="{FF2B5EF4-FFF2-40B4-BE49-F238E27FC236}">
                    <a16:creationId xmlns:a16="http://schemas.microsoft.com/office/drawing/2014/main" id="{49705B39-44E4-CAF2-8223-5AF38746C344}"/>
                  </a:ext>
                </a:extLst>
              </p:cNvPr>
              <p:cNvSpPr/>
              <p:nvPr/>
            </p:nvSpPr>
            <p:spPr>
              <a:xfrm>
                <a:off x="12974290" y="6248671"/>
                <a:ext cx="153402" cy="374068"/>
              </a:xfrm>
              <a:custGeom>
                <a:avLst/>
                <a:gdLst/>
                <a:ahLst/>
                <a:cxnLst/>
                <a:rect l="l" t="t" r="r" b="b"/>
                <a:pathLst>
                  <a:path w="504" h="1229" extrusionOk="0">
                    <a:moveTo>
                      <a:pt x="152" y="0"/>
                    </a:moveTo>
                    <a:cubicBezTo>
                      <a:pt x="87" y="200"/>
                      <a:pt x="36" y="452"/>
                      <a:pt x="0" y="727"/>
                    </a:cubicBezTo>
                    <a:lnTo>
                      <a:pt x="504" y="1229"/>
                    </a:lnTo>
                    <a:lnTo>
                      <a:pt x="504" y="352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43">
                <a:extLst>
                  <a:ext uri="{FF2B5EF4-FFF2-40B4-BE49-F238E27FC236}">
                    <a16:creationId xmlns:a16="http://schemas.microsoft.com/office/drawing/2014/main" id="{FB6DEC6E-0E0F-FD77-BC3A-C2E5BF3F70E1}"/>
                  </a:ext>
                </a:extLst>
              </p:cNvPr>
              <p:cNvSpPr/>
              <p:nvPr/>
            </p:nvSpPr>
            <p:spPr>
              <a:xfrm>
                <a:off x="13020554" y="6091008"/>
                <a:ext cx="107138" cy="265104"/>
              </a:xfrm>
              <a:custGeom>
                <a:avLst/>
                <a:gdLst/>
                <a:ahLst/>
                <a:cxnLst/>
                <a:rect l="l" t="t" r="r" b="b"/>
                <a:pathLst>
                  <a:path w="352" h="871" extrusionOk="0">
                    <a:moveTo>
                      <a:pt x="352" y="1"/>
                    </a:moveTo>
                    <a:cubicBezTo>
                      <a:pt x="216" y="1"/>
                      <a:pt x="93" y="201"/>
                      <a:pt x="0" y="518"/>
                    </a:cubicBezTo>
                    <a:lnTo>
                      <a:pt x="352" y="870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43">
                <a:extLst>
                  <a:ext uri="{FF2B5EF4-FFF2-40B4-BE49-F238E27FC236}">
                    <a16:creationId xmlns:a16="http://schemas.microsoft.com/office/drawing/2014/main" id="{C0582D2E-3309-B9D0-D977-54270D79786E}"/>
                  </a:ext>
                </a:extLst>
              </p:cNvPr>
              <p:cNvSpPr/>
              <p:nvPr/>
            </p:nvSpPr>
            <p:spPr>
              <a:xfrm>
                <a:off x="13127387" y="6091008"/>
                <a:ext cx="107443" cy="26510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871" extrusionOk="0">
                    <a:moveTo>
                      <a:pt x="1" y="1"/>
                    </a:moveTo>
                    <a:lnTo>
                      <a:pt x="1" y="870"/>
                    </a:lnTo>
                    <a:lnTo>
                      <a:pt x="353" y="518"/>
                    </a:lnTo>
                    <a:cubicBezTo>
                      <a:pt x="253" y="201"/>
                      <a:pt x="130" y="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43">
                <a:extLst>
                  <a:ext uri="{FF2B5EF4-FFF2-40B4-BE49-F238E27FC236}">
                    <a16:creationId xmlns:a16="http://schemas.microsoft.com/office/drawing/2014/main" id="{33F83AD7-D7F2-5823-93FE-19697E2DF5F8}"/>
                  </a:ext>
                </a:extLst>
              </p:cNvPr>
              <p:cNvSpPr/>
              <p:nvPr/>
            </p:nvSpPr>
            <p:spPr>
              <a:xfrm>
                <a:off x="13127387" y="6248671"/>
                <a:ext cx="153707" cy="374068"/>
              </a:xfrm>
              <a:custGeom>
                <a:avLst/>
                <a:gdLst/>
                <a:ahLst/>
                <a:cxnLst/>
                <a:rect l="l" t="t" r="r" b="b"/>
                <a:pathLst>
                  <a:path w="505" h="1229" extrusionOk="0">
                    <a:moveTo>
                      <a:pt x="353" y="0"/>
                    </a:moveTo>
                    <a:lnTo>
                      <a:pt x="1" y="352"/>
                    </a:lnTo>
                    <a:lnTo>
                      <a:pt x="1" y="1229"/>
                    </a:lnTo>
                    <a:lnTo>
                      <a:pt x="505" y="727"/>
                    </a:lnTo>
                    <a:cubicBezTo>
                      <a:pt x="468" y="452"/>
                      <a:pt x="418" y="200"/>
                      <a:pt x="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43">
                <a:extLst>
                  <a:ext uri="{FF2B5EF4-FFF2-40B4-BE49-F238E27FC236}">
                    <a16:creationId xmlns:a16="http://schemas.microsoft.com/office/drawing/2014/main" id="{ACF2FA1B-1F3F-2230-6A10-9254BB45CED3}"/>
                  </a:ext>
                </a:extLst>
              </p:cNvPr>
              <p:cNvSpPr/>
              <p:nvPr/>
            </p:nvSpPr>
            <p:spPr>
              <a:xfrm>
                <a:off x="13127387" y="6469643"/>
                <a:ext cx="173187" cy="42033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381" extrusionOk="0">
                    <a:moveTo>
                      <a:pt x="505" y="1"/>
                    </a:moveTo>
                    <a:lnTo>
                      <a:pt x="1" y="503"/>
                    </a:lnTo>
                    <a:lnTo>
                      <a:pt x="1" y="1381"/>
                    </a:lnTo>
                    <a:lnTo>
                      <a:pt x="569" y="811"/>
                    </a:lnTo>
                    <a:cubicBezTo>
                      <a:pt x="562" y="539"/>
                      <a:pt x="539" y="259"/>
                      <a:pt x="5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43">
                <a:extLst>
                  <a:ext uri="{FF2B5EF4-FFF2-40B4-BE49-F238E27FC236}">
                    <a16:creationId xmlns:a16="http://schemas.microsoft.com/office/drawing/2014/main" id="{DFE87C0A-DFC6-3B40-EA02-BD7245125C4E}"/>
                  </a:ext>
                </a:extLst>
              </p:cNvPr>
              <p:cNvSpPr/>
              <p:nvPr/>
            </p:nvSpPr>
            <p:spPr>
              <a:xfrm>
                <a:off x="13127387" y="6716486"/>
                <a:ext cx="173187" cy="44011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446" extrusionOk="0">
                    <a:moveTo>
                      <a:pt x="569" y="0"/>
                    </a:moveTo>
                    <a:lnTo>
                      <a:pt x="1" y="570"/>
                    </a:lnTo>
                    <a:lnTo>
                      <a:pt x="1" y="1446"/>
                    </a:lnTo>
                    <a:lnTo>
                      <a:pt x="260" y="1187"/>
                    </a:lnTo>
                    <a:cubicBezTo>
                      <a:pt x="260" y="1165"/>
                      <a:pt x="267" y="1137"/>
                      <a:pt x="274" y="1115"/>
                    </a:cubicBezTo>
                    <a:cubicBezTo>
                      <a:pt x="303" y="949"/>
                      <a:pt x="360" y="763"/>
                      <a:pt x="439" y="554"/>
                    </a:cubicBezTo>
                    <a:cubicBezTo>
                      <a:pt x="453" y="527"/>
                      <a:pt x="462" y="497"/>
                      <a:pt x="475" y="468"/>
                    </a:cubicBezTo>
                    <a:cubicBezTo>
                      <a:pt x="505" y="404"/>
                      <a:pt x="532" y="332"/>
                      <a:pt x="569" y="268"/>
                    </a:cubicBezTo>
                    <a:lnTo>
                      <a:pt x="569" y="123"/>
                    </a:lnTo>
                    <a:lnTo>
                      <a:pt x="5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43">
                <a:extLst>
                  <a:ext uri="{FF2B5EF4-FFF2-40B4-BE49-F238E27FC236}">
                    <a16:creationId xmlns:a16="http://schemas.microsoft.com/office/drawing/2014/main" id="{09D34909-37D5-CDEA-74D2-615A991F87C8}"/>
                  </a:ext>
                </a:extLst>
              </p:cNvPr>
              <p:cNvSpPr/>
              <p:nvPr/>
            </p:nvSpPr>
            <p:spPr>
              <a:xfrm>
                <a:off x="13127387" y="7077771"/>
                <a:ext cx="79136" cy="90093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96" extrusionOk="0">
                    <a:moveTo>
                      <a:pt x="260" y="0"/>
                    </a:moveTo>
                    <a:lnTo>
                      <a:pt x="1" y="259"/>
                    </a:lnTo>
                    <a:lnTo>
                      <a:pt x="1" y="295"/>
                    </a:lnTo>
                    <a:lnTo>
                      <a:pt x="246" y="295"/>
                    </a:lnTo>
                    <a:cubicBezTo>
                      <a:pt x="237" y="216"/>
                      <a:pt x="237" y="116"/>
                      <a:pt x="2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43">
                <a:extLst>
                  <a:ext uri="{FF2B5EF4-FFF2-40B4-BE49-F238E27FC236}">
                    <a16:creationId xmlns:a16="http://schemas.microsoft.com/office/drawing/2014/main" id="{608D69B7-3647-C379-720B-C56667A444D4}"/>
                  </a:ext>
                </a:extLst>
              </p:cNvPr>
              <p:cNvSpPr/>
              <p:nvPr/>
            </p:nvSpPr>
            <p:spPr>
              <a:xfrm>
                <a:off x="13199522" y="7055552"/>
                <a:ext cx="59657" cy="1123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369" extrusionOk="0">
                    <a:moveTo>
                      <a:pt x="37" y="1"/>
                    </a:moveTo>
                    <a:cubicBezTo>
                      <a:pt x="30" y="23"/>
                      <a:pt x="23" y="51"/>
                      <a:pt x="23" y="73"/>
                    </a:cubicBezTo>
                    <a:cubicBezTo>
                      <a:pt x="0" y="189"/>
                      <a:pt x="0" y="289"/>
                      <a:pt x="9" y="368"/>
                    </a:cubicBezTo>
                    <a:lnTo>
                      <a:pt x="195" y="368"/>
                    </a:lnTo>
                    <a:lnTo>
                      <a:pt x="138" y="246"/>
                    </a:lnTo>
                    <a:lnTo>
                      <a:pt x="52" y="44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43">
                <a:extLst>
                  <a:ext uri="{FF2B5EF4-FFF2-40B4-BE49-F238E27FC236}">
                    <a16:creationId xmlns:a16="http://schemas.microsoft.com/office/drawing/2014/main" id="{7AFF7E4B-5893-F8A9-A4B7-22629DE46729}"/>
                  </a:ext>
                </a:extLst>
              </p:cNvPr>
              <p:cNvSpPr/>
              <p:nvPr/>
            </p:nvSpPr>
            <p:spPr>
              <a:xfrm>
                <a:off x="12860760" y="6791056"/>
                <a:ext cx="153098" cy="376807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238" extrusionOk="0">
                    <a:moveTo>
                      <a:pt x="266" y="0"/>
                    </a:moveTo>
                    <a:lnTo>
                      <a:pt x="1" y="611"/>
                    </a:lnTo>
                    <a:lnTo>
                      <a:pt x="251" y="1237"/>
                    </a:lnTo>
                    <a:lnTo>
                      <a:pt x="294" y="1237"/>
                    </a:lnTo>
                    <a:lnTo>
                      <a:pt x="432" y="928"/>
                    </a:lnTo>
                    <a:lnTo>
                      <a:pt x="482" y="806"/>
                    </a:lnTo>
                    <a:lnTo>
                      <a:pt x="503" y="747"/>
                    </a:lnTo>
                    <a:cubicBezTo>
                      <a:pt x="466" y="568"/>
                      <a:pt x="409" y="352"/>
                      <a:pt x="309" y="109"/>
                    </a:cubicBezTo>
                    <a:cubicBezTo>
                      <a:pt x="309" y="109"/>
                      <a:pt x="309" y="100"/>
                      <a:pt x="303" y="93"/>
                    </a:cubicBezTo>
                    <a:cubicBezTo>
                      <a:pt x="294" y="57"/>
                      <a:pt x="280" y="30"/>
                      <a:pt x="2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43">
                <a:extLst>
                  <a:ext uri="{FF2B5EF4-FFF2-40B4-BE49-F238E27FC236}">
                    <a16:creationId xmlns:a16="http://schemas.microsoft.com/office/drawing/2014/main" id="{12C29603-878F-6AB4-D68A-F4D1A4471B6B}"/>
                  </a:ext>
                </a:extLst>
              </p:cNvPr>
              <p:cNvSpPr/>
              <p:nvPr/>
            </p:nvSpPr>
            <p:spPr>
              <a:xfrm>
                <a:off x="13020554" y="7049465"/>
                <a:ext cx="107138" cy="11839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8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129"/>
                      <a:pt x="21" y="243"/>
                      <a:pt x="7" y="338"/>
                    </a:cubicBezTo>
                    <a:cubicBezTo>
                      <a:pt x="14" y="352"/>
                      <a:pt x="28" y="373"/>
                      <a:pt x="36" y="388"/>
                    </a:cubicBezTo>
                    <a:lnTo>
                      <a:pt x="352" y="388"/>
                    </a:lnTo>
                    <a:lnTo>
                      <a:pt x="352" y="3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43">
                <a:extLst>
                  <a:ext uri="{FF2B5EF4-FFF2-40B4-BE49-F238E27FC236}">
                    <a16:creationId xmlns:a16="http://schemas.microsoft.com/office/drawing/2014/main" id="{A70BB1FD-83D0-24A7-C987-B519C643B9CA}"/>
                  </a:ext>
                </a:extLst>
              </p:cNvPr>
              <p:cNvSpPr/>
              <p:nvPr/>
            </p:nvSpPr>
            <p:spPr>
              <a:xfrm>
                <a:off x="12650745" y="7167560"/>
                <a:ext cx="953896" cy="632476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2078" extrusionOk="0">
                    <a:moveTo>
                      <a:pt x="509" y="0"/>
                    </a:moveTo>
                    <a:lnTo>
                      <a:pt x="1" y="2077"/>
                    </a:lnTo>
                    <a:lnTo>
                      <a:pt x="3133" y="2077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43">
                <a:extLst>
                  <a:ext uri="{FF2B5EF4-FFF2-40B4-BE49-F238E27FC236}">
                    <a16:creationId xmlns:a16="http://schemas.microsoft.com/office/drawing/2014/main" id="{701E0583-A22E-F240-2BB2-9852C741FDD0}"/>
                  </a:ext>
                </a:extLst>
              </p:cNvPr>
              <p:cNvSpPr/>
              <p:nvPr/>
            </p:nvSpPr>
            <p:spPr>
              <a:xfrm>
                <a:off x="12777363" y="6605087"/>
                <a:ext cx="164664" cy="371937"/>
              </a:xfrm>
              <a:custGeom>
                <a:avLst/>
                <a:gdLst/>
                <a:ahLst/>
                <a:cxnLst/>
                <a:rect l="l" t="t" r="r" b="b"/>
                <a:pathLst>
                  <a:path w="541" h="1222" extrusionOk="0">
                    <a:moveTo>
                      <a:pt x="238" y="1"/>
                    </a:moveTo>
                    <a:lnTo>
                      <a:pt x="0" y="547"/>
                    </a:lnTo>
                    <a:lnTo>
                      <a:pt x="275" y="1222"/>
                    </a:lnTo>
                    <a:lnTo>
                      <a:pt x="540" y="611"/>
                    </a:lnTo>
                    <a:cubicBezTo>
                      <a:pt x="454" y="396"/>
                      <a:pt x="345" y="187"/>
                      <a:pt x="2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43">
                <a:extLst>
                  <a:ext uri="{FF2B5EF4-FFF2-40B4-BE49-F238E27FC236}">
                    <a16:creationId xmlns:a16="http://schemas.microsoft.com/office/drawing/2014/main" id="{1628B1B7-C403-0F12-4ABC-68DC95D2665D}"/>
                  </a:ext>
                </a:extLst>
              </p:cNvPr>
              <p:cNvSpPr/>
              <p:nvPr/>
            </p:nvSpPr>
            <p:spPr>
              <a:xfrm>
                <a:off x="12696401" y="6447728"/>
                <a:ext cx="153707" cy="324151"/>
              </a:xfrm>
              <a:custGeom>
                <a:avLst/>
                <a:gdLst/>
                <a:ahLst/>
                <a:cxnLst/>
                <a:rect l="l" t="t" r="r" b="b"/>
                <a:pathLst>
                  <a:path w="505" h="1065" extrusionOk="0">
                    <a:moveTo>
                      <a:pt x="166" y="0"/>
                    </a:moveTo>
                    <a:lnTo>
                      <a:pt x="1" y="381"/>
                    </a:lnTo>
                    <a:lnTo>
                      <a:pt x="266" y="1064"/>
                    </a:lnTo>
                    <a:lnTo>
                      <a:pt x="504" y="518"/>
                    </a:lnTo>
                    <a:cubicBezTo>
                      <a:pt x="396" y="316"/>
                      <a:pt x="273" y="136"/>
                      <a:pt x="1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43">
                <a:extLst>
                  <a:ext uri="{FF2B5EF4-FFF2-40B4-BE49-F238E27FC236}">
                    <a16:creationId xmlns:a16="http://schemas.microsoft.com/office/drawing/2014/main" id="{CFCEB9C8-CD6C-FE00-BFBE-202883179094}"/>
                  </a:ext>
                </a:extLst>
              </p:cNvPr>
              <p:cNvSpPr/>
              <p:nvPr/>
            </p:nvSpPr>
            <p:spPr>
              <a:xfrm>
                <a:off x="12613612" y="6355200"/>
                <a:ext cx="133618" cy="208796"/>
              </a:xfrm>
              <a:custGeom>
                <a:avLst/>
                <a:gdLst/>
                <a:ahLst/>
                <a:cxnLst/>
                <a:rect l="l" t="t" r="r" b="b"/>
                <a:pathLst>
                  <a:path w="439" h="686" extrusionOk="0">
                    <a:moveTo>
                      <a:pt x="46" y="1"/>
                    </a:moveTo>
                    <a:cubicBezTo>
                      <a:pt x="30" y="1"/>
                      <a:pt x="14" y="3"/>
                      <a:pt x="0" y="9"/>
                    </a:cubicBezTo>
                    <a:lnTo>
                      <a:pt x="273" y="685"/>
                    </a:lnTo>
                    <a:lnTo>
                      <a:pt x="438" y="304"/>
                    </a:lnTo>
                    <a:cubicBezTo>
                      <a:pt x="289" y="117"/>
                      <a:pt x="150" y="1"/>
                      <a:pt x="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43">
                <a:extLst>
                  <a:ext uri="{FF2B5EF4-FFF2-40B4-BE49-F238E27FC236}">
                    <a16:creationId xmlns:a16="http://schemas.microsoft.com/office/drawing/2014/main" id="{4E6B09C3-9A36-E8BB-04F0-248F11E51792}"/>
                  </a:ext>
                </a:extLst>
              </p:cNvPr>
              <p:cNvSpPr/>
              <p:nvPr/>
            </p:nvSpPr>
            <p:spPr>
              <a:xfrm>
                <a:off x="12574044" y="6357940"/>
                <a:ext cx="122661" cy="206057"/>
              </a:xfrm>
              <a:custGeom>
                <a:avLst/>
                <a:gdLst/>
                <a:ahLst/>
                <a:cxnLst/>
                <a:rect l="l" t="t" r="r" b="b"/>
                <a:pathLst>
                  <a:path w="403" h="677" extrusionOk="0">
                    <a:moveTo>
                      <a:pt x="130" y="0"/>
                    </a:moveTo>
                    <a:cubicBezTo>
                      <a:pt x="28" y="43"/>
                      <a:pt x="1" y="238"/>
                      <a:pt x="21" y="511"/>
                    </a:cubicBezTo>
                    <a:lnTo>
                      <a:pt x="403" y="676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43">
                <a:extLst>
                  <a:ext uri="{FF2B5EF4-FFF2-40B4-BE49-F238E27FC236}">
                    <a16:creationId xmlns:a16="http://schemas.microsoft.com/office/drawing/2014/main" id="{2D4D7AA4-9DF6-421A-7A47-9753E430435C}"/>
                  </a:ext>
                </a:extLst>
              </p:cNvPr>
              <p:cNvSpPr/>
              <p:nvPr/>
            </p:nvSpPr>
            <p:spPr>
              <a:xfrm>
                <a:off x="12580436" y="6513168"/>
                <a:ext cx="197232" cy="25871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85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" y="180"/>
                      <a:pt x="50" y="389"/>
                      <a:pt x="102" y="611"/>
                    </a:cubicBezTo>
                    <a:lnTo>
                      <a:pt x="647" y="849"/>
                    </a:lnTo>
                    <a:lnTo>
                      <a:pt x="647" y="849"/>
                    </a:lnTo>
                    <a:lnTo>
                      <a:pt x="382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43">
                <a:extLst>
                  <a:ext uri="{FF2B5EF4-FFF2-40B4-BE49-F238E27FC236}">
                    <a16:creationId xmlns:a16="http://schemas.microsoft.com/office/drawing/2014/main" id="{1C6BFE38-17AE-FC5F-954C-A5F93330A66F}"/>
                  </a:ext>
                </a:extLst>
              </p:cNvPr>
              <p:cNvSpPr/>
              <p:nvPr/>
            </p:nvSpPr>
            <p:spPr>
              <a:xfrm>
                <a:off x="12611482" y="6699137"/>
                <a:ext cx="249583" cy="277888"/>
              </a:xfrm>
              <a:custGeom>
                <a:avLst/>
                <a:gdLst/>
                <a:ahLst/>
                <a:cxnLst/>
                <a:rect l="l" t="t" r="r" b="b"/>
                <a:pathLst>
                  <a:path w="820" h="9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57" y="209"/>
                      <a:pt x="121" y="432"/>
                      <a:pt x="200" y="647"/>
                    </a:cubicBezTo>
                    <a:lnTo>
                      <a:pt x="820" y="913"/>
                    </a:lnTo>
                    <a:lnTo>
                      <a:pt x="820" y="913"/>
                    </a:lnTo>
                    <a:lnTo>
                      <a:pt x="545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43">
                <a:extLst>
                  <a:ext uri="{FF2B5EF4-FFF2-40B4-BE49-F238E27FC236}">
                    <a16:creationId xmlns:a16="http://schemas.microsoft.com/office/drawing/2014/main" id="{732D509A-8DE5-89E7-BC86-04F12D58954A}"/>
                  </a:ext>
                </a:extLst>
              </p:cNvPr>
              <p:cNvSpPr/>
              <p:nvPr/>
            </p:nvSpPr>
            <p:spPr>
              <a:xfrm>
                <a:off x="12672356" y="6896063"/>
                <a:ext cx="264802" cy="271800"/>
              </a:xfrm>
              <a:custGeom>
                <a:avLst/>
                <a:gdLst/>
                <a:ahLst/>
                <a:cxnLst/>
                <a:rect l="l" t="t" r="r" b="b"/>
                <a:pathLst>
                  <a:path w="870" h="89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37"/>
                      <a:pt x="30" y="66"/>
                      <a:pt x="43" y="100"/>
                    </a:cubicBezTo>
                    <a:cubicBezTo>
                      <a:pt x="137" y="345"/>
                      <a:pt x="245" y="554"/>
                      <a:pt x="345" y="713"/>
                    </a:cubicBezTo>
                    <a:lnTo>
                      <a:pt x="756" y="892"/>
                    </a:lnTo>
                    <a:lnTo>
                      <a:pt x="870" y="892"/>
                    </a:lnTo>
                    <a:lnTo>
                      <a:pt x="620" y="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43">
                <a:extLst>
                  <a:ext uri="{FF2B5EF4-FFF2-40B4-BE49-F238E27FC236}">
                    <a16:creationId xmlns:a16="http://schemas.microsoft.com/office/drawing/2014/main" id="{1342545F-F9A2-0FA0-E283-B371DBEDC13A}"/>
                  </a:ext>
                </a:extLst>
              </p:cNvPr>
              <p:cNvSpPr/>
              <p:nvPr/>
            </p:nvSpPr>
            <p:spPr>
              <a:xfrm>
                <a:off x="12777363" y="7112774"/>
                <a:ext cx="125096" cy="55091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81" extrusionOk="0">
                    <a:moveTo>
                      <a:pt x="0" y="1"/>
                    </a:moveTo>
                    <a:cubicBezTo>
                      <a:pt x="43" y="72"/>
                      <a:pt x="87" y="130"/>
                      <a:pt x="130" y="180"/>
                    </a:cubicBezTo>
                    <a:lnTo>
                      <a:pt x="411" y="18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43">
                <a:extLst>
                  <a:ext uri="{FF2B5EF4-FFF2-40B4-BE49-F238E27FC236}">
                    <a16:creationId xmlns:a16="http://schemas.microsoft.com/office/drawing/2014/main" id="{CCF51D31-7FF7-A5DF-0C54-C0CCB5436E1D}"/>
                  </a:ext>
                </a:extLst>
              </p:cNvPr>
              <p:cNvSpPr/>
              <p:nvPr/>
            </p:nvSpPr>
            <p:spPr>
              <a:xfrm>
                <a:off x="12949940" y="7018419"/>
                <a:ext cx="77006" cy="149444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91" extrusionOk="0">
                    <a:moveTo>
                      <a:pt x="210" y="0"/>
                    </a:moveTo>
                    <a:lnTo>
                      <a:pt x="189" y="59"/>
                    </a:lnTo>
                    <a:lnTo>
                      <a:pt x="139" y="181"/>
                    </a:lnTo>
                    <a:lnTo>
                      <a:pt x="1" y="490"/>
                    </a:lnTo>
                    <a:lnTo>
                      <a:pt x="232" y="490"/>
                    </a:lnTo>
                    <a:cubicBezTo>
                      <a:pt x="232" y="475"/>
                      <a:pt x="239" y="454"/>
                      <a:pt x="239" y="440"/>
                    </a:cubicBezTo>
                    <a:cubicBezTo>
                      <a:pt x="253" y="345"/>
                      <a:pt x="246" y="231"/>
                      <a:pt x="232" y="102"/>
                    </a:cubicBezTo>
                    <a:cubicBezTo>
                      <a:pt x="225" y="66"/>
                      <a:pt x="217" y="37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43">
                <a:extLst>
                  <a:ext uri="{FF2B5EF4-FFF2-40B4-BE49-F238E27FC236}">
                    <a16:creationId xmlns:a16="http://schemas.microsoft.com/office/drawing/2014/main" id="{C5BD96F4-80F4-9934-C5C8-5BDF5F8C28C2}"/>
                  </a:ext>
                </a:extLst>
              </p:cNvPr>
              <p:cNvSpPr/>
              <p:nvPr/>
            </p:nvSpPr>
            <p:spPr>
              <a:xfrm>
                <a:off x="13282920" y="6950545"/>
                <a:ext cx="216711" cy="217318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4" extrusionOk="0">
                    <a:moveTo>
                      <a:pt x="711" y="1"/>
                    </a:moveTo>
                    <a:lnTo>
                      <a:pt x="187" y="232"/>
                    </a:lnTo>
                    <a:lnTo>
                      <a:pt x="1" y="713"/>
                    </a:lnTo>
                    <a:lnTo>
                      <a:pt x="180" y="713"/>
                    </a:lnTo>
                    <a:lnTo>
                      <a:pt x="425" y="611"/>
                    </a:lnTo>
                    <a:lnTo>
                      <a:pt x="425" y="605"/>
                    </a:lnTo>
                    <a:cubicBezTo>
                      <a:pt x="511" y="468"/>
                      <a:pt x="598" y="296"/>
                      <a:pt x="684" y="87"/>
                    </a:cubicBezTo>
                    <a:cubicBezTo>
                      <a:pt x="698" y="59"/>
                      <a:pt x="704" y="30"/>
                      <a:pt x="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43">
                <a:extLst>
                  <a:ext uri="{FF2B5EF4-FFF2-40B4-BE49-F238E27FC236}">
                    <a16:creationId xmlns:a16="http://schemas.microsoft.com/office/drawing/2014/main" id="{49B1367E-1B01-C27D-37BC-087502D2561E}"/>
                  </a:ext>
                </a:extLst>
              </p:cNvPr>
              <p:cNvSpPr/>
              <p:nvPr/>
            </p:nvSpPr>
            <p:spPr>
              <a:xfrm>
                <a:off x="13337706" y="7136514"/>
                <a:ext cx="74571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03" extrusionOk="0">
                    <a:moveTo>
                      <a:pt x="245" y="0"/>
                    </a:moveTo>
                    <a:lnTo>
                      <a:pt x="0" y="102"/>
                    </a:lnTo>
                    <a:lnTo>
                      <a:pt x="173" y="102"/>
                    </a:lnTo>
                    <a:cubicBezTo>
                      <a:pt x="193" y="66"/>
                      <a:pt x="223" y="37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3">
                <a:extLst>
                  <a:ext uri="{FF2B5EF4-FFF2-40B4-BE49-F238E27FC236}">
                    <a16:creationId xmlns:a16="http://schemas.microsoft.com/office/drawing/2014/main" id="{7C96A6BD-8EF2-4EC5-78B3-34B29146A845}"/>
                  </a:ext>
                </a:extLst>
              </p:cNvPr>
              <p:cNvSpPr/>
              <p:nvPr/>
            </p:nvSpPr>
            <p:spPr>
              <a:xfrm>
                <a:off x="13271962" y="6701267"/>
                <a:ext cx="140315" cy="319890"/>
              </a:xfrm>
              <a:custGeom>
                <a:avLst/>
                <a:gdLst/>
                <a:ahLst/>
                <a:cxnLst/>
                <a:rect l="l" t="t" r="r" b="b"/>
                <a:pathLst>
                  <a:path w="461" h="1051" extrusionOk="0">
                    <a:moveTo>
                      <a:pt x="259" y="0"/>
                    </a:moveTo>
                    <a:cubicBezTo>
                      <a:pt x="202" y="102"/>
                      <a:pt x="144" y="209"/>
                      <a:pt x="94" y="318"/>
                    </a:cubicBezTo>
                    <a:cubicBezTo>
                      <a:pt x="57" y="382"/>
                      <a:pt x="30" y="454"/>
                      <a:pt x="0" y="518"/>
                    </a:cubicBezTo>
                    <a:lnTo>
                      <a:pt x="73" y="683"/>
                    </a:lnTo>
                    <a:lnTo>
                      <a:pt x="223" y="1051"/>
                    </a:lnTo>
                    <a:lnTo>
                      <a:pt x="461" y="468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43">
                <a:extLst>
                  <a:ext uri="{FF2B5EF4-FFF2-40B4-BE49-F238E27FC236}">
                    <a16:creationId xmlns:a16="http://schemas.microsoft.com/office/drawing/2014/main" id="{7EE5FFC3-3CD2-0D08-20FB-B158644AC51D}"/>
                  </a:ext>
                </a:extLst>
              </p:cNvPr>
              <p:cNvSpPr/>
              <p:nvPr/>
            </p:nvSpPr>
            <p:spPr>
              <a:xfrm>
                <a:off x="13350794" y="6567954"/>
                <a:ext cx="131488" cy="27575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906" extrusionOk="0">
                    <a:moveTo>
                      <a:pt x="288" y="0"/>
                    </a:moveTo>
                    <a:cubicBezTo>
                      <a:pt x="193" y="116"/>
                      <a:pt x="93" y="266"/>
                      <a:pt x="0" y="438"/>
                    </a:cubicBezTo>
                    <a:lnTo>
                      <a:pt x="202" y="906"/>
                    </a:lnTo>
                    <a:lnTo>
                      <a:pt x="431" y="324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43">
                <a:extLst>
                  <a:ext uri="{FF2B5EF4-FFF2-40B4-BE49-F238E27FC236}">
                    <a16:creationId xmlns:a16="http://schemas.microsoft.com/office/drawing/2014/main" id="{4F71FEB5-597A-DAF1-C073-279A09E05A92}"/>
                  </a:ext>
                </a:extLst>
              </p:cNvPr>
              <p:cNvSpPr/>
              <p:nvPr/>
            </p:nvSpPr>
            <p:spPr>
              <a:xfrm>
                <a:off x="13412276" y="6624566"/>
                <a:ext cx="168317" cy="21914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720" extrusionOk="0">
                    <a:moveTo>
                      <a:pt x="552" y="0"/>
                    </a:moveTo>
                    <a:lnTo>
                      <a:pt x="229" y="138"/>
                    </a:lnTo>
                    <a:lnTo>
                      <a:pt x="0" y="720"/>
                    </a:lnTo>
                    <a:lnTo>
                      <a:pt x="459" y="518"/>
                    </a:lnTo>
                    <a:cubicBezTo>
                      <a:pt x="509" y="332"/>
                      <a:pt x="538" y="152"/>
                      <a:pt x="5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43">
                <a:extLst>
                  <a:ext uri="{FF2B5EF4-FFF2-40B4-BE49-F238E27FC236}">
                    <a16:creationId xmlns:a16="http://schemas.microsoft.com/office/drawing/2014/main" id="{0D8F5782-DBBD-90BA-B51A-AC3DCE8174F5}"/>
                  </a:ext>
                </a:extLst>
              </p:cNvPr>
              <p:cNvSpPr/>
              <p:nvPr/>
            </p:nvSpPr>
            <p:spPr>
              <a:xfrm>
                <a:off x="13438452" y="6489122"/>
                <a:ext cx="113530" cy="17775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584" extrusionOk="0">
                    <a:moveTo>
                      <a:pt x="335" y="0"/>
                    </a:moveTo>
                    <a:cubicBezTo>
                      <a:pt x="246" y="0"/>
                      <a:pt x="131" y="103"/>
                      <a:pt x="0" y="259"/>
                    </a:cubicBezTo>
                    <a:lnTo>
                      <a:pt x="143" y="583"/>
                    </a:lnTo>
                    <a:lnTo>
                      <a:pt x="373" y="7"/>
                    </a:lnTo>
                    <a:cubicBezTo>
                      <a:pt x="361" y="3"/>
                      <a:pt x="348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43">
                <a:extLst>
                  <a:ext uri="{FF2B5EF4-FFF2-40B4-BE49-F238E27FC236}">
                    <a16:creationId xmlns:a16="http://schemas.microsoft.com/office/drawing/2014/main" id="{728E6A8A-FB90-5BAA-AC2E-B4150F67BD18}"/>
                  </a:ext>
                </a:extLst>
              </p:cNvPr>
              <p:cNvSpPr/>
              <p:nvPr/>
            </p:nvSpPr>
            <p:spPr>
              <a:xfrm>
                <a:off x="13481977" y="6491253"/>
                <a:ext cx="105312" cy="175620"/>
              </a:xfrm>
              <a:custGeom>
                <a:avLst/>
                <a:gdLst/>
                <a:ahLst/>
                <a:cxnLst/>
                <a:rect l="l" t="t" r="r" b="b"/>
                <a:pathLst>
                  <a:path w="346" h="577" extrusionOk="0">
                    <a:moveTo>
                      <a:pt x="230" y="0"/>
                    </a:moveTo>
                    <a:lnTo>
                      <a:pt x="0" y="576"/>
                    </a:lnTo>
                    <a:lnTo>
                      <a:pt x="323" y="438"/>
                    </a:lnTo>
                    <a:cubicBezTo>
                      <a:pt x="345" y="202"/>
                      <a:pt x="316" y="37"/>
                      <a:pt x="2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43">
                <a:extLst>
                  <a:ext uri="{FF2B5EF4-FFF2-40B4-BE49-F238E27FC236}">
                    <a16:creationId xmlns:a16="http://schemas.microsoft.com/office/drawing/2014/main" id="{BB7DA90A-6446-0EDE-217D-267283D8F348}"/>
                  </a:ext>
                </a:extLst>
              </p:cNvPr>
              <p:cNvSpPr/>
              <p:nvPr/>
            </p:nvSpPr>
            <p:spPr>
              <a:xfrm>
                <a:off x="13210480" y="6858626"/>
                <a:ext cx="129357" cy="309237"/>
              </a:xfrm>
              <a:custGeom>
                <a:avLst/>
                <a:gdLst/>
                <a:ahLst/>
                <a:cxnLst/>
                <a:rect l="l" t="t" r="r" b="b"/>
                <a:pathLst>
                  <a:path w="425" h="1016" extrusionOk="0">
                    <a:moveTo>
                      <a:pt x="202" y="1"/>
                    </a:moveTo>
                    <a:cubicBezTo>
                      <a:pt x="189" y="30"/>
                      <a:pt x="180" y="60"/>
                      <a:pt x="166" y="87"/>
                    </a:cubicBezTo>
                    <a:cubicBezTo>
                      <a:pt x="87" y="296"/>
                      <a:pt x="30" y="482"/>
                      <a:pt x="1" y="648"/>
                    </a:cubicBezTo>
                    <a:lnTo>
                      <a:pt x="16" y="691"/>
                    </a:lnTo>
                    <a:lnTo>
                      <a:pt x="102" y="893"/>
                    </a:lnTo>
                    <a:lnTo>
                      <a:pt x="159" y="1015"/>
                    </a:lnTo>
                    <a:lnTo>
                      <a:pt x="239" y="1015"/>
                    </a:lnTo>
                    <a:lnTo>
                      <a:pt x="425" y="534"/>
                    </a:lnTo>
                    <a:lnTo>
                      <a:pt x="275" y="166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43">
                <a:extLst>
                  <a:ext uri="{FF2B5EF4-FFF2-40B4-BE49-F238E27FC236}">
                    <a16:creationId xmlns:a16="http://schemas.microsoft.com/office/drawing/2014/main" id="{7D9D0166-79EA-1861-80FC-8F5798D003D9}"/>
                  </a:ext>
                </a:extLst>
              </p:cNvPr>
              <p:cNvSpPr/>
              <p:nvPr/>
            </p:nvSpPr>
            <p:spPr>
              <a:xfrm>
                <a:off x="13339532" y="6781925"/>
                <a:ext cx="212450" cy="23923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786" extrusionOk="0">
                    <a:moveTo>
                      <a:pt x="698" y="1"/>
                    </a:moveTo>
                    <a:lnTo>
                      <a:pt x="239" y="203"/>
                    </a:lnTo>
                    <a:lnTo>
                      <a:pt x="1" y="786"/>
                    </a:lnTo>
                    <a:lnTo>
                      <a:pt x="525" y="555"/>
                    </a:lnTo>
                    <a:lnTo>
                      <a:pt x="532" y="555"/>
                    </a:lnTo>
                    <a:cubicBezTo>
                      <a:pt x="598" y="375"/>
                      <a:pt x="655" y="182"/>
                      <a:pt x="6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43">
              <a:extLst>
                <a:ext uri="{FF2B5EF4-FFF2-40B4-BE49-F238E27FC236}">
                  <a16:creationId xmlns:a16="http://schemas.microsoft.com/office/drawing/2014/main" id="{EDAA83C9-10A1-5C8C-3A6A-F4401D25E9D5}"/>
                </a:ext>
              </a:extLst>
            </p:cNvPr>
            <p:cNvGrpSpPr/>
            <p:nvPr/>
          </p:nvGrpSpPr>
          <p:grpSpPr>
            <a:xfrm>
              <a:off x="7465982" y="4231825"/>
              <a:ext cx="589927" cy="728719"/>
              <a:chOff x="9390650" y="6712225"/>
              <a:chExt cx="1002595" cy="1238475"/>
            </a:xfrm>
          </p:grpSpPr>
          <p:sp>
            <p:nvSpPr>
              <p:cNvPr id="1509" name="Google Shape;1509;p43">
                <a:extLst>
                  <a:ext uri="{FF2B5EF4-FFF2-40B4-BE49-F238E27FC236}">
                    <a16:creationId xmlns:a16="http://schemas.microsoft.com/office/drawing/2014/main" id="{C8601FCB-6AE4-67EC-A126-3E4BB8BE2B20}"/>
                  </a:ext>
                </a:extLst>
              </p:cNvPr>
              <p:cNvSpPr/>
              <p:nvPr/>
            </p:nvSpPr>
            <p:spPr>
              <a:xfrm>
                <a:off x="9526703" y="7747078"/>
                <a:ext cx="730488" cy="203622"/>
              </a:xfrm>
              <a:custGeom>
                <a:avLst/>
                <a:gdLst/>
                <a:ahLst/>
                <a:cxnLst/>
                <a:rect l="l" t="t" r="r" b="b"/>
                <a:pathLst>
                  <a:path w="2400" h="669" extrusionOk="0">
                    <a:moveTo>
                      <a:pt x="0" y="1"/>
                    </a:moveTo>
                    <a:lnTo>
                      <a:pt x="50" y="668"/>
                    </a:lnTo>
                    <a:lnTo>
                      <a:pt x="2343" y="668"/>
                    </a:lnTo>
                    <a:lnTo>
                      <a:pt x="240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43">
                <a:extLst>
                  <a:ext uri="{FF2B5EF4-FFF2-40B4-BE49-F238E27FC236}">
                    <a16:creationId xmlns:a16="http://schemas.microsoft.com/office/drawing/2014/main" id="{0D1EC238-F6E9-95D0-055B-A0BA0E760D67}"/>
                  </a:ext>
                </a:extLst>
              </p:cNvPr>
              <p:cNvSpPr/>
              <p:nvPr/>
            </p:nvSpPr>
            <p:spPr>
              <a:xfrm>
                <a:off x="9469482" y="7064683"/>
                <a:ext cx="842496" cy="144575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475" extrusionOk="0">
                    <a:moveTo>
                      <a:pt x="0" y="0"/>
                    </a:moveTo>
                    <a:lnTo>
                      <a:pt x="36" y="475"/>
                    </a:lnTo>
                    <a:lnTo>
                      <a:pt x="2733" y="475"/>
                    </a:lnTo>
                    <a:lnTo>
                      <a:pt x="276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43">
                <a:extLst>
                  <a:ext uri="{FF2B5EF4-FFF2-40B4-BE49-F238E27FC236}">
                    <a16:creationId xmlns:a16="http://schemas.microsoft.com/office/drawing/2014/main" id="{800C4D27-0804-243E-B597-D59283896D0D}"/>
                  </a:ext>
                </a:extLst>
              </p:cNvPr>
              <p:cNvSpPr/>
              <p:nvPr/>
            </p:nvSpPr>
            <p:spPr>
              <a:xfrm>
                <a:off x="9497788" y="6712225"/>
                <a:ext cx="785883" cy="107442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353" extrusionOk="0">
                    <a:moveTo>
                      <a:pt x="130" y="1"/>
                    </a:moveTo>
                    <a:lnTo>
                      <a:pt x="0" y="352"/>
                    </a:lnTo>
                    <a:lnTo>
                      <a:pt x="2581" y="352"/>
                    </a:lnTo>
                    <a:lnTo>
                      <a:pt x="245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43">
                <a:extLst>
                  <a:ext uri="{FF2B5EF4-FFF2-40B4-BE49-F238E27FC236}">
                    <a16:creationId xmlns:a16="http://schemas.microsoft.com/office/drawing/2014/main" id="{C82B3D5C-6A32-DA2E-D9C5-3BDB6C995FE7}"/>
                  </a:ext>
                </a:extLst>
              </p:cNvPr>
              <p:cNvSpPr/>
              <p:nvPr/>
            </p:nvSpPr>
            <p:spPr>
              <a:xfrm>
                <a:off x="9474048" y="6880845"/>
                <a:ext cx="833669" cy="304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1" extrusionOk="0">
                    <a:moveTo>
                      <a:pt x="2738" y="0"/>
                    </a:moveTo>
                    <a:lnTo>
                      <a:pt x="2738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43">
                <a:extLst>
                  <a:ext uri="{FF2B5EF4-FFF2-40B4-BE49-F238E27FC236}">
                    <a16:creationId xmlns:a16="http://schemas.microsoft.com/office/drawing/2014/main" id="{1D3C6E82-57AE-9A75-433C-B8889FE630A5}"/>
                  </a:ext>
                </a:extLst>
              </p:cNvPr>
              <p:cNvSpPr/>
              <p:nvPr/>
            </p:nvSpPr>
            <p:spPr>
              <a:xfrm>
                <a:off x="9390650" y="6880845"/>
                <a:ext cx="1002595" cy="184142"/>
              </a:xfrm>
              <a:custGeom>
                <a:avLst/>
                <a:gdLst/>
                <a:ahLst/>
                <a:cxnLst/>
                <a:rect l="l" t="t" r="r" b="b"/>
                <a:pathLst>
                  <a:path w="3294" h="605" extrusionOk="0">
                    <a:moveTo>
                      <a:pt x="0" y="0"/>
                    </a:moveTo>
                    <a:lnTo>
                      <a:pt x="0" y="604"/>
                    </a:lnTo>
                    <a:lnTo>
                      <a:pt x="3294" y="604"/>
                    </a:lnTo>
                    <a:lnTo>
                      <a:pt x="329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43">
                <a:extLst>
                  <a:ext uri="{FF2B5EF4-FFF2-40B4-BE49-F238E27FC236}">
                    <a16:creationId xmlns:a16="http://schemas.microsoft.com/office/drawing/2014/main" id="{CAC85812-18CF-3351-BE96-B9C602AD6155}"/>
                  </a:ext>
                </a:extLst>
              </p:cNvPr>
              <p:cNvSpPr/>
              <p:nvPr/>
            </p:nvSpPr>
            <p:spPr>
              <a:xfrm>
                <a:off x="9416826" y="6819362"/>
                <a:ext cx="947504" cy="61787"/>
              </a:xfrm>
              <a:custGeom>
                <a:avLst/>
                <a:gdLst/>
                <a:ahLst/>
                <a:cxnLst/>
                <a:rect l="l" t="t" r="r" b="b"/>
                <a:pathLst>
                  <a:path w="3113" h="203" extrusionOk="0">
                    <a:moveTo>
                      <a:pt x="102" y="0"/>
                    </a:moveTo>
                    <a:lnTo>
                      <a:pt x="1" y="202"/>
                    </a:lnTo>
                    <a:lnTo>
                      <a:pt x="3113" y="202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43">
                <a:extLst>
                  <a:ext uri="{FF2B5EF4-FFF2-40B4-BE49-F238E27FC236}">
                    <a16:creationId xmlns:a16="http://schemas.microsoft.com/office/drawing/2014/main" id="{2D849637-6080-4ED7-C47E-FD90D807BB21}"/>
                  </a:ext>
                </a:extLst>
              </p:cNvPr>
              <p:cNvSpPr/>
              <p:nvPr/>
            </p:nvSpPr>
            <p:spPr>
              <a:xfrm>
                <a:off x="9456090" y="7208954"/>
                <a:ext cx="868976" cy="538426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1769" extrusionOk="0">
                    <a:moveTo>
                      <a:pt x="1" y="1"/>
                    </a:moveTo>
                    <a:lnTo>
                      <a:pt x="160" y="1769"/>
                    </a:lnTo>
                    <a:lnTo>
                      <a:pt x="2697" y="1769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43">
                <a:extLst>
                  <a:ext uri="{FF2B5EF4-FFF2-40B4-BE49-F238E27FC236}">
                    <a16:creationId xmlns:a16="http://schemas.microsoft.com/office/drawing/2014/main" id="{42F6DFCF-8F39-AACD-776D-9B0996B9B55D}"/>
                  </a:ext>
                </a:extLst>
              </p:cNvPr>
              <p:cNvSpPr/>
              <p:nvPr/>
            </p:nvSpPr>
            <p:spPr>
              <a:xfrm>
                <a:off x="9439045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43">
                <a:extLst>
                  <a:ext uri="{FF2B5EF4-FFF2-40B4-BE49-F238E27FC236}">
                    <a16:creationId xmlns:a16="http://schemas.microsoft.com/office/drawing/2014/main" id="{56A7C0ED-55EB-E5BF-1732-24AC1DE0305C}"/>
                  </a:ext>
                </a:extLst>
              </p:cNvPr>
              <p:cNvSpPr/>
              <p:nvPr/>
            </p:nvSpPr>
            <p:spPr>
              <a:xfrm>
                <a:off x="9528834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43">
                <a:extLst>
                  <a:ext uri="{FF2B5EF4-FFF2-40B4-BE49-F238E27FC236}">
                    <a16:creationId xmlns:a16="http://schemas.microsoft.com/office/drawing/2014/main" id="{69035CF2-0444-B19A-F42C-EBD2D0CC247D}"/>
                  </a:ext>
                </a:extLst>
              </p:cNvPr>
              <p:cNvSpPr/>
              <p:nvPr/>
            </p:nvSpPr>
            <p:spPr>
              <a:xfrm>
                <a:off x="9620449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43">
                <a:extLst>
                  <a:ext uri="{FF2B5EF4-FFF2-40B4-BE49-F238E27FC236}">
                    <a16:creationId xmlns:a16="http://schemas.microsoft.com/office/drawing/2014/main" id="{D8544377-62A2-F52B-76C4-7C4DBE13E636}"/>
                  </a:ext>
                </a:extLst>
              </p:cNvPr>
              <p:cNvSpPr/>
              <p:nvPr/>
            </p:nvSpPr>
            <p:spPr>
              <a:xfrm>
                <a:off x="9710238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43">
                <a:extLst>
                  <a:ext uri="{FF2B5EF4-FFF2-40B4-BE49-F238E27FC236}">
                    <a16:creationId xmlns:a16="http://schemas.microsoft.com/office/drawing/2014/main" id="{7DDDDF31-25B4-1766-38A0-C97936A45974}"/>
                  </a:ext>
                </a:extLst>
              </p:cNvPr>
              <p:cNvSpPr/>
              <p:nvPr/>
            </p:nvSpPr>
            <p:spPr>
              <a:xfrm>
                <a:off x="9799722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43">
                <a:extLst>
                  <a:ext uri="{FF2B5EF4-FFF2-40B4-BE49-F238E27FC236}">
                    <a16:creationId xmlns:a16="http://schemas.microsoft.com/office/drawing/2014/main" id="{3F7766A4-389C-7104-19B1-B1933746EF88}"/>
                  </a:ext>
                </a:extLst>
              </p:cNvPr>
              <p:cNvSpPr/>
              <p:nvPr/>
            </p:nvSpPr>
            <p:spPr>
              <a:xfrm>
                <a:off x="9889511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43">
                <a:extLst>
                  <a:ext uri="{FF2B5EF4-FFF2-40B4-BE49-F238E27FC236}">
                    <a16:creationId xmlns:a16="http://schemas.microsoft.com/office/drawing/2014/main" id="{3943679B-B266-40DE-531E-32F2D39C7B83}"/>
                  </a:ext>
                </a:extLst>
              </p:cNvPr>
              <p:cNvSpPr/>
              <p:nvPr/>
            </p:nvSpPr>
            <p:spPr>
              <a:xfrm>
                <a:off x="9979300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43">
                <a:extLst>
                  <a:ext uri="{FF2B5EF4-FFF2-40B4-BE49-F238E27FC236}">
                    <a16:creationId xmlns:a16="http://schemas.microsoft.com/office/drawing/2014/main" id="{4CC2C078-F581-8F11-CE23-EBE2A784F2B5}"/>
                  </a:ext>
                </a:extLst>
              </p:cNvPr>
              <p:cNvSpPr/>
              <p:nvPr/>
            </p:nvSpPr>
            <p:spPr>
              <a:xfrm>
                <a:off x="10071219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43">
                <a:extLst>
                  <a:ext uri="{FF2B5EF4-FFF2-40B4-BE49-F238E27FC236}">
                    <a16:creationId xmlns:a16="http://schemas.microsoft.com/office/drawing/2014/main" id="{592FF210-3DFB-D5E8-2B86-3A49659475C7}"/>
                  </a:ext>
                </a:extLst>
              </p:cNvPr>
              <p:cNvSpPr/>
              <p:nvPr/>
            </p:nvSpPr>
            <p:spPr>
              <a:xfrm>
                <a:off x="10161008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43">
                <a:extLst>
                  <a:ext uri="{FF2B5EF4-FFF2-40B4-BE49-F238E27FC236}">
                    <a16:creationId xmlns:a16="http://schemas.microsoft.com/office/drawing/2014/main" id="{3FFA9ED4-B531-9C7B-653C-F9D8058B1F75}"/>
                  </a:ext>
                </a:extLst>
              </p:cNvPr>
              <p:cNvSpPr/>
              <p:nvPr/>
            </p:nvSpPr>
            <p:spPr>
              <a:xfrm>
                <a:off x="10250797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43">
                <a:extLst>
                  <a:ext uri="{FF2B5EF4-FFF2-40B4-BE49-F238E27FC236}">
                    <a16:creationId xmlns:a16="http://schemas.microsoft.com/office/drawing/2014/main" id="{F6FE78F3-E25F-1DC3-212A-4F65E8A35B49}"/>
                  </a:ext>
                </a:extLst>
              </p:cNvPr>
              <p:cNvSpPr/>
              <p:nvPr/>
            </p:nvSpPr>
            <p:spPr>
              <a:xfrm>
                <a:off x="10340586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7" name="Google Shape;1527;p43">
              <a:extLst>
                <a:ext uri="{FF2B5EF4-FFF2-40B4-BE49-F238E27FC236}">
                  <a16:creationId xmlns:a16="http://schemas.microsoft.com/office/drawing/2014/main" id="{85D66CC7-281F-6B98-88DF-9A0BA44D7926}"/>
                </a:ext>
              </a:extLst>
            </p:cNvPr>
            <p:cNvSpPr/>
            <p:nvPr/>
          </p:nvSpPr>
          <p:spPr>
            <a:xfrm>
              <a:off x="8164165" y="26333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3">
              <a:extLst>
                <a:ext uri="{FF2B5EF4-FFF2-40B4-BE49-F238E27FC236}">
                  <a16:creationId xmlns:a16="http://schemas.microsoft.com/office/drawing/2014/main" id="{BC8D0E0D-9AA3-49FD-5440-A0C94FD7DCF6}"/>
                </a:ext>
              </a:extLst>
            </p:cNvPr>
            <p:cNvSpPr/>
            <p:nvPr/>
          </p:nvSpPr>
          <p:spPr>
            <a:xfrm>
              <a:off x="7865040" y="31168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A16023-526F-4A08-A478-5F7F3EC090B7}"/>
                  </a:ext>
                </a:extLst>
              </p14:cNvPr>
              <p14:cNvContentPartPr/>
              <p14:nvPr/>
            </p14:nvContentPartPr>
            <p14:xfrm>
              <a:off x="2891745" y="119685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A16023-526F-4A08-A478-5F7F3EC090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5625" y="119073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3F584F9-7559-969E-CA79-EC61751EF0BC}"/>
                  </a:ext>
                </a:extLst>
              </p14:cNvPr>
              <p14:cNvContentPartPr/>
              <p14:nvPr/>
            </p14:nvContentPartPr>
            <p14:xfrm>
              <a:off x="1226745" y="750814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3F584F9-7559-969E-CA79-EC61751EF0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0625" y="744694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Google Shape;9158;p74">
            <a:extLst>
              <a:ext uri="{FF2B5EF4-FFF2-40B4-BE49-F238E27FC236}">
                <a16:creationId xmlns:a16="http://schemas.microsoft.com/office/drawing/2014/main" id="{7D15E4B0-1CE7-8508-4C06-E87FFC8AC1D0}"/>
              </a:ext>
            </a:extLst>
          </p:cNvPr>
          <p:cNvGrpSpPr/>
          <p:nvPr/>
        </p:nvGrpSpPr>
        <p:grpSpPr>
          <a:xfrm>
            <a:off x="6626082" y="2202716"/>
            <a:ext cx="2165820" cy="2525031"/>
            <a:chOff x="5715950" y="1826387"/>
            <a:chExt cx="2504128" cy="2919449"/>
          </a:xfrm>
        </p:grpSpPr>
        <p:sp>
          <p:nvSpPr>
            <p:cNvPr id="6" name="Google Shape;9159;p74">
              <a:extLst>
                <a:ext uri="{FF2B5EF4-FFF2-40B4-BE49-F238E27FC236}">
                  <a16:creationId xmlns:a16="http://schemas.microsoft.com/office/drawing/2014/main" id="{E250403A-E7D8-A07B-22EA-4ADF5277DFEB}"/>
                </a:ext>
              </a:extLst>
            </p:cNvPr>
            <p:cNvSpPr/>
            <p:nvPr/>
          </p:nvSpPr>
          <p:spPr>
            <a:xfrm>
              <a:off x="6685107" y="4290104"/>
              <a:ext cx="443889" cy="423622"/>
            </a:xfrm>
            <a:custGeom>
              <a:avLst/>
              <a:gdLst/>
              <a:ahLst/>
              <a:cxnLst/>
              <a:rect l="l" t="t" r="r" b="b"/>
              <a:pathLst>
                <a:path w="10863" h="10367" extrusionOk="0">
                  <a:moveTo>
                    <a:pt x="0" y="0"/>
                  </a:moveTo>
                  <a:lnTo>
                    <a:pt x="1389" y="10367"/>
                  </a:lnTo>
                  <a:lnTo>
                    <a:pt x="10863" y="10367"/>
                  </a:lnTo>
                  <a:lnTo>
                    <a:pt x="489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160;p74">
              <a:extLst>
                <a:ext uri="{FF2B5EF4-FFF2-40B4-BE49-F238E27FC236}">
                  <a16:creationId xmlns:a16="http://schemas.microsoft.com/office/drawing/2014/main" id="{687EE541-649B-1E35-F35B-A18B4E912359}"/>
                </a:ext>
              </a:extLst>
            </p:cNvPr>
            <p:cNvSpPr/>
            <p:nvPr/>
          </p:nvSpPr>
          <p:spPr>
            <a:xfrm>
              <a:off x="6345955" y="4713677"/>
              <a:ext cx="1012082" cy="32159"/>
            </a:xfrm>
            <a:custGeom>
              <a:avLst/>
              <a:gdLst/>
              <a:ahLst/>
              <a:cxnLst/>
              <a:rect l="l" t="t" r="r" b="b"/>
              <a:pathLst>
                <a:path w="24768" h="787" extrusionOk="0">
                  <a:moveTo>
                    <a:pt x="396" y="1"/>
                  </a:moveTo>
                  <a:cubicBezTo>
                    <a:pt x="158" y="1"/>
                    <a:pt x="1" y="183"/>
                    <a:pt x="1" y="390"/>
                  </a:cubicBezTo>
                  <a:cubicBezTo>
                    <a:pt x="1" y="497"/>
                    <a:pt x="26" y="598"/>
                    <a:pt x="107" y="679"/>
                  </a:cubicBezTo>
                  <a:cubicBezTo>
                    <a:pt x="183" y="730"/>
                    <a:pt x="264" y="786"/>
                    <a:pt x="396" y="786"/>
                  </a:cubicBezTo>
                  <a:lnTo>
                    <a:pt x="24371" y="786"/>
                  </a:lnTo>
                  <a:cubicBezTo>
                    <a:pt x="24585" y="786"/>
                    <a:pt x="24767" y="598"/>
                    <a:pt x="24767" y="390"/>
                  </a:cubicBezTo>
                  <a:cubicBezTo>
                    <a:pt x="24767" y="284"/>
                    <a:pt x="24717" y="183"/>
                    <a:pt x="24660" y="101"/>
                  </a:cubicBezTo>
                  <a:cubicBezTo>
                    <a:pt x="24585" y="51"/>
                    <a:pt x="24478" y="1"/>
                    <a:pt x="2437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161;p74">
              <a:extLst>
                <a:ext uri="{FF2B5EF4-FFF2-40B4-BE49-F238E27FC236}">
                  <a16:creationId xmlns:a16="http://schemas.microsoft.com/office/drawing/2014/main" id="{4306B69A-5854-C4A1-7231-5890736750AB}"/>
                </a:ext>
              </a:extLst>
            </p:cNvPr>
            <p:cNvSpPr/>
            <p:nvPr/>
          </p:nvSpPr>
          <p:spPr>
            <a:xfrm>
              <a:off x="5715950" y="2968963"/>
              <a:ext cx="2472100" cy="1432353"/>
            </a:xfrm>
            <a:custGeom>
              <a:avLst/>
              <a:gdLst/>
              <a:ahLst/>
              <a:cxnLst/>
              <a:rect l="l" t="t" r="r" b="b"/>
              <a:pathLst>
                <a:path w="60498" h="35053" extrusionOk="0">
                  <a:moveTo>
                    <a:pt x="58512" y="1"/>
                  </a:moveTo>
                  <a:lnTo>
                    <a:pt x="57199" y="26"/>
                  </a:lnTo>
                  <a:lnTo>
                    <a:pt x="58405" y="26"/>
                  </a:lnTo>
                  <a:cubicBezTo>
                    <a:pt x="59034" y="26"/>
                    <a:pt x="59480" y="604"/>
                    <a:pt x="59323" y="1201"/>
                  </a:cubicBezTo>
                  <a:lnTo>
                    <a:pt x="51519" y="33325"/>
                  </a:lnTo>
                  <a:cubicBezTo>
                    <a:pt x="51413" y="33746"/>
                    <a:pt x="51023" y="34060"/>
                    <a:pt x="50602" y="34060"/>
                  </a:cubicBezTo>
                  <a:lnTo>
                    <a:pt x="1307" y="34060"/>
                  </a:lnTo>
                  <a:cubicBezTo>
                    <a:pt x="736" y="34060"/>
                    <a:pt x="315" y="33557"/>
                    <a:pt x="365" y="33011"/>
                  </a:cubicBezTo>
                  <a:lnTo>
                    <a:pt x="365" y="33011"/>
                  </a:lnTo>
                  <a:lnTo>
                    <a:pt x="340" y="33036"/>
                  </a:lnTo>
                  <a:cubicBezTo>
                    <a:pt x="1" y="34217"/>
                    <a:pt x="1025" y="35053"/>
                    <a:pt x="2306" y="35053"/>
                  </a:cubicBezTo>
                  <a:lnTo>
                    <a:pt x="51601" y="35053"/>
                  </a:lnTo>
                  <a:cubicBezTo>
                    <a:pt x="52041" y="35053"/>
                    <a:pt x="52437" y="34764"/>
                    <a:pt x="52543" y="34343"/>
                  </a:cubicBezTo>
                  <a:lnTo>
                    <a:pt x="60340" y="2200"/>
                  </a:lnTo>
                  <a:cubicBezTo>
                    <a:pt x="60497" y="1597"/>
                    <a:pt x="60340" y="1"/>
                    <a:pt x="5851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162;p74">
              <a:extLst>
                <a:ext uri="{FF2B5EF4-FFF2-40B4-BE49-F238E27FC236}">
                  <a16:creationId xmlns:a16="http://schemas.microsoft.com/office/drawing/2014/main" id="{53C305E2-E243-01C2-E487-1067C75C5826}"/>
                </a:ext>
              </a:extLst>
            </p:cNvPr>
            <p:cNvSpPr/>
            <p:nvPr/>
          </p:nvSpPr>
          <p:spPr>
            <a:xfrm>
              <a:off x="5730865" y="2970025"/>
              <a:ext cx="2322379" cy="1347850"/>
            </a:xfrm>
            <a:custGeom>
              <a:avLst/>
              <a:gdLst/>
              <a:ahLst/>
              <a:cxnLst/>
              <a:rect l="l" t="t" r="r" b="b"/>
              <a:pathLst>
                <a:path w="56834" h="32985" extrusionOk="0">
                  <a:moveTo>
                    <a:pt x="8746" y="0"/>
                  </a:moveTo>
                  <a:cubicBezTo>
                    <a:pt x="8300" y="0"/>
                    <a:pt x="7935" y="289"/>
                    <a:pt x="7828" y="704"/>
                  </a:cubicBezTo>
                  <a:lnTo>
                    <a:pt x="0" y="32853"/>
                  </a:lnTo>
                  <a:lnTo>
                    <a:pt x="0" y="32985"/>
                  </a:lnTo>
                  <a:lnTo>
                    <a:pt x="6861" y="8746"/>
                  </a:lnTo>
                  <a:lnTo>
                    <a:pt x="8852" y="1728"/>
                  </a:lnTo>
                  <a:cubicBezTo>
                    <a:pt x="8953" y="1307"/>
                    <a:pt x="9324" y="1018"/>
                    <a:pt x="9770" y="1018"/>
                  </a:cubicBezTo>
                  <a:lnTo>
                    <a:pt x="11127" y="968"/>
                  </a:lnTo>
                  <a:lnTo>
                    <a:pt x="568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163;p74">
              <a:extLst>
                <a:ext uri="{FF2B5EF4-FFF2-40B4-BE49-F238E27FC236}">
                  <a16:creationId xmlns:a16="http://schemas.microsoft.com/office/drawing/2014/main" id="{749262BC-AE8C-893B-0726-F973A8A26551}"/>
                </a:ext>
              </a:extLst>
            </p:cNvPr>
            <p:cNvSpPr/>
            <p:nvPr/>
          </p:nvSpPr>
          <p:spPr>
            <a:xfrm>
              <a:off x="5728781" y="2970025"/>
              <a:ext cx="2417671" cy="1390755"/>
            </a:xfrm>
            <a:custGeom>
              <a:avLst/>
              <a:gdLst/>
              <a:ahLst/>
              <a:cxnLst/>
              <a:rect l="l" t="t" r="r" b="b"/>
              <a:pathLst>
                <a:path w="59166" h="34035" extrusionOk="0">
                  <a:moveTo>
                    <a:pt x="56885" y="0"/>
                  </a:moveTo>
                  <a:lnTo>
                    <a:pt x="11178" y="968"/>
                  </a:lnTo>
                  <a:lnTo>
                    <a:pt x="56835" y="968"/>
                  </a:lnTo>
                  <a:cubicBezTo>
                    <a:pt x="57463" y="968"/>
                    <a:pt x="57909" y="1546"/>
                    <a:pt x="57752" y="2149"/>
                  </a:cubicBezTo>
                  <a:lnTo>
                    <a:pt x="50891" y="29869"/>
                  </a:lnTo>
                  <a:cubicBezTo>
                    <a:pt x="50784" y="30289"/>
                    <a:pt x="50420" y="30578"/>
                    <a:pt x="49974" y="30578"/>
                  </a:cubicBezTo>
                  <a:lnTo>
                    <a:pt x="2696" y="30578"/>
                  </a:lnTo>
                  <a:cubicBezTo>
                    <a:pt x="2093" y="30578"/>
                    <a:pt x="1653" y="30000"/>
                    <a:pt x="1779" y="29422"/>
                  </a:cubicBezTo>
                  <a:lnTo>
                    <a:pt x="6912" y="8746"/>
                  </a:lnTo>
                  <a:lnTo>
                    <a:pt x="51" y="32985"/>
                  </a:lnTo>
                  <a:cubicBezTo>
                    <a:pt x="1" y="33531"/>
                    <a:pt x="422" y="34034"/>
                    <a:pt x="993" y="34034"/>
                  </a:cubicBezTo>
                  <a:lnTo>
                    <a:pt x="50288" y="34034"/>
                  </a:lnTo>
                  <a:cubicBezTo>
                    <a:pt x="50709" y="34034"/>
                    <a:pt x="51099" y="33720"/>
                    <a:pt x="51205" y="33299"/>
                  </a:cubicBezTo>
                  <a:lnTo>
                    <a:pt x="59009" y="1175"/>
                  </a:lnTo>
                  <a:cubicBezTo>
                    <a:pt x="59166" y="578"/>
                    <a:pt x="58720" y="0"/>
                    <a:pt x="5809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164;p74">
              <a:extLst>
                <a:ext uri="{FF2B5EF4-FFF2-40B4-BE49-F238E27FC236}">
                  <a16:creationId xmlns:a16="http://schemas.microsoft.com/office/drawing/2014/main" id="{F9032BA7-35EF-BA48-C7A0-B84528AC252D}"/>
                </a:ext>
              </a:extLst>
            </p:cNvPr>
            <p:cNvSpPr/>
            <p:nvPr/>
          </p:nvSpPr>
          <p:spPr>
            <a:xfrm>
              <a:off x="5796325" y="3009539"/>
              <a:ext cx="2298802" cy="1210020"/>
            </a:xfrm>
            <a:custGeom>
              <a:avLst/>
              <a:gdLst/>
              <a:ahLst/>
              <a:cxnLst/>
              <a:rect l="l" t="t" r="r" b="b"/>
              <a:pathLst>
                <a:path w="56257" h="29612" extrusionOk="0">
                  <a:moveTo>
                    <a:pt x="9525" y="1"/>
                  </a:moveTo>
                  <a:lnTo>
                    <a:pt x="8168" y="51"/>
                  </a:lnTo>
                  <a:cubicBezTo>
                    <a:pt x="7722" y="51"/>
                    <a:pt x="7351" y="340"/>
                    <a:pt x="7250" y="761"/>
                  </a:cubicBezTo>
                  <a:lnTo>
                    <a:pt x="5259" y="7779"/>
                  </a:lnTo>
                  <a:lnTo>
                    <a:pt x="126" y="28455"/>
                  </a:lnTo>
                  <a:cubicBezTo>
                    <a:pt x="0" y="29033"/>
                    <a:pt x="440" y="29611"/>
                    <a:pt x="1043" y="29611"/>
                  </a:cubicBezTo>
                  <a:lnTo>
                    <a:pt x="48321" y="29611"/>
                  </a:lnTo>
                  <a:cubicBezTo>
                    <a:pt x="48767" y="29611"/>
                    <a:pt x="49131" y="29322"/>
                    <a:pt x="49238" y="28902"/>
                  </a:cubicBezTo>
                  <a:lnTo>
                    <a:pt x="56099" y="1182"/>
                  </a:lnTo>
                  <a:cubicBezTo>
                    <a:pt x="56256" y="579"/>
                    <a:pt x="55810" y="1"/>
                    <a:pt x="5518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165;p74">
              <a:extLst>
                <a:ext uri="{FF2B5EF4-FFF2-40B4-BE49-F238E27FC236}">
                  <a16:creationId xmlns:a16="http://schemas.microsoft.com/office/drawing/2014/main" id="{7CF565BA-3D77-BFC0-E419-1445A217F5BD}"/>
                </a:ext>
              </a:extLst>
            </p:cNvPr>
            <p:cNvSpPr/>
            <p:nvPr/>
          </p:nvSpPr>
          <p:spPr>
            <a:xfrm>
              <a:off x="6684044" y="4245157"/>
              <a:ext cx="99418" cy="87609"/>
            </a:xfrm>
            <a:custGeom>
              <a:avLst/>
              <a:gdLst/>
              <a:ahLst/>
              <a:cxnLst/>
              <a:rect l="l" t="t" r="r" b="b"/>
              <a:pathLst>
                <a:path w="2433" h="2144" extrusionOk="0">
                  <a:moveTo>
                    <a:pt x="1440" y="1"/>
                  </a:moveTo>
                  <a:cubicBezTo>
                    <a:pt x="837" y="1"/>
                    <a:pt x="265" y="472"/>
                    <a:pt x="133" y="1069"/>
                  </a:cubicBezTo>
                  <a:cubicBezTo>
                    <a:pt x="1" y="1672"/>
                    <a:pt x="391" y="2143"/>
                    <a:pt x="994" y="2143"/>
                  </a:cubicBezTo>
                  <a:cubicBezTo>
                    <a:pt x="1597" y="2143"/>
                    <a:pt x="2175" y="1672"/>
                    <a:pt x="2307" y="1069"/>
                  </a:cubicBezTo>
                  <a:cubicBezTo>
                    <a:pt x="2432" y="472"/>
                    <a:pt x="2043" y="1"/>
                    <a:pt x="144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166;p74">
              <a:extLst>
                <a:ext uri="{FF2B5EF4-FFF2-40B4-BE49-F238E27FC236}">
                  <a16:creationId xmlns:a16="http://schemas.microsoft.com/office/drawing/2014/main" id="{4F386384-A938-C5F0-E92A-4862F348E1C7}"/>
                </a:ext>
              </a:extLst>
            </p:cNvPr>
            <p:cNvSpPr/>
            <p:nvPr/>
          </p:nvSpPr>
          <p:spPr>
            <a:xfrm>
              <a:off x="6567507" y="2778506"/>
              <a:ext cx="1233353" cy="1203564"/>
            </a:xfrm>
            <a:custGeom>
              <a:avLst/>
              <a:gdLst/>
              <a:ahLst/>
              <a:cxnLst/>
              <a:rect l="l" t="t" r="r" b="b"/>
              <a:pathLst>
                <a:path w="30183" h="29454" extrusionOk="0">
                  <a:moveTo>
                    <a:pt x="7540" y="0"/>
                  </a:moveTo>
                  <a:cubicBezTo>
                    <a:pt x="7358" y="0"/>
                    <a:pt x="7169" y="132"/>
                    <a:pt x="7144" y="314"/>
                  </a:cubicBezTo>
                  <a:cubicBezTo>
                    <a:pt x="6415" y="3223"/>
                    <a:pt x="968" y="25238"/>
                    <a:pt x="51" y="28926"/>
                  </a:cubicBezTo>
                  <a:cubicBezTo>
                    <a:pt x="1" y="29190"/>
                    <a:pt x="183" y="29454"/>
                    <a:pt x="472" y="29454"/>
                  </a:cubicBezTo>
                  <a:lnTo>
                    <a:pt x="22619" y="29454"/>
                  </a:lnTo>
                  <a:cubicBezTo>
                    <a:pt x="22826" y="29454"/>
                    <a:pt x="22983" y="29322"/>
                    <a:pt x="23033" y="29140"/>
                  </a:cubicBezTo>
                  <a:cubicBezTo>
                    <a:pt x="23743" y="26256"/>
                    <a:pt x="29215" y="4134"/>
                    <a:pt x="30101" y="496"/>
                  </a:cubicBezTo>
                  <a:cubicBezTo>
                    <a:pt x="30183" y="239"/>
                    <a:pt x="29976" y="0"/>
                    <a:pt x="2971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167;p74">
              <a:extLst>
                <a:ext uri="{FF2B5EF4-FFF2-40B4-BE49-F238E27FC236}">
                  <a16:creationId xmlns:a16="http://schemas.microsoft.com/office/drawing/2014/main" id="{A7CB0DDF-E569-4785-73D7-755D37B33068}"/>
                </a:ext>
              </a:extLst>
            </p:cNvPr>
            <p:cNvSpPr/>
            <p:nvPr/>
          </p:nvSpPr>
          <p:spPr>
            <a:xfrm>
              <a:off x="6459428" y="2749740"/>
              <a:ext cx="1233353" cy="1203319"/>
            </a:xfrm>
            <a:custGeom>
              <a:avLst/>
              <a:gdLst/>
              <a:ahLst/>
              <a:cxnLst/>
              <a:rect l="l" t="t" r="r" b="b"/>
              <a:pathLst>
                <a:path w="30183" h="29448" extrusionOk="0">
                  <a:moveTo>
                    <a:pt x="7565" y="0"/>
                  </a:moveTo>
                  <a:cubicBezTo>
                    <a:pt x="7383" y="0"/>
                    <a:pt x="7201" y="126"/>
                    <a:pt x="7144" y="315"/>
                  </a:cubicBezTo>
                  <a:cubicBezTo>
                    <a:pt x="6440" y="3217"/>
                    <a:pt x="993" y="25257"/>
                    <a:pt x="76" y="28926"/>
                  </a:cubicBezTo>
                  <a:cubicBezTo>
                    <a:pt x="1" y="29184"/>
                    <a:pt x="208" y="29448"/>
                    <a:pt x="497" y="29448"/>
                  </a:cubicBezTo>
                  <a:lnTo>
                    <a:pt x="22644" y="29448"/>
                  </a:lnTo>
                  <a:cubicBezTo>
                    <a:pt x="22851" y="29448"/>
                    <a:pt x="23008" y="29316"/>
                    <a:pt x="23065" y="29134"/>
                  </a:cubicBezTo>
                  <a:cubicBezTo>
                    <a:pt x="23768" y="26256"/>
                    <a:pt x="29241" y="4160"/>
                    <a:pt x="30133" y="497"/>
                  </a:cubicBezTo>
                  <a:cubicBezTo>
                    <a:pt x="30183" y="258"/>
                    <a:pt x="30001" y="0"/>
                    <a:pt x="29737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168;p74">
              <a:extLst>
                <a:ext uri="{FF2B5EF4-FFF2-40B4-BE49-F238E27FC236}">
                  <a16:creationId xmlns:a16="http://schemas.microsoft.com/office/drawing/2014/main" id="{2380581F-5CEF-5C2F-6E77-2505713B6758}"/>
                </a:ext>
              </a:extLst>
            </p:cNvPr>
            <p:cNvSpPr/>
            <p:nvPr/>
          </p:nvSpPr>
          <p:spPr>
            <a:xfrm>
              <a:off x="6730014" y="2499421"/>
              <a:ext cx="1233353" cy="1203360"/>
            </a:xfrm>
            <a:custGeom>
              <a:avLst/>
              <a:gdLst/>
              <a:ahLst/>
              <a:cxnLst/>
              <a:rect l="l" t="t" r="r" b="b"/>
              <a:pathLst>
                <a:path w="30183" h="29449" extrusionOk="0">
                  <a:moveTo>
                    <a:pt x="7540" y="1"/>
                  </a:moveTo>
                  <a:cubicBezTo>
                    <a:pt x="7358" y="1"/>
                    <a:pt x="7176" y="126"/>
                    <a:pt x="7150" y="315"/>
                  </a:cubicBezTo>
                  <a:cubicBezTo>
                    <a:pt x="6415" y="3218"/>
                    <a:pt x="968" y="25232"/>
                    <a:pt x="51" y="28927"/>
                  </a:cubicBezTo>
                  <a:cubicBezTo>
                    <a:pt x="1" y="29184"/>
                    <a:pt x="208" y="29448"/>
                    <a:pt x="472" y="29448"/>
                  </a:cubicBezTo>
                  <a:lnTo>
                    <a:pt x="22644" y="29448"/>
                  </a:lnTo>
                  <a:cubicBezTo>
                    <a:pt x="22826" y="29448"/>
                    <a:pt x="22983" y="29316"/>
                    <a:pt x="23040" y="29134"/>
                  </a:cubicBezTo>
                  <a:cubicBezTo>
                    <a:pt x="23743" y="26257"/>
                    <a:pt x="29215" y="4135"/>
                    <a:pt x="30108" y="497"/>
                  </a:cubicBezTo>
                  <a:cubicBezTo>
                    <a:pt x="30183" y="233"/>
                    <a:pt x="29976" y="1"/>
                    <a:pt x="2971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169;p74">
              <a:extLst>
                <a:ext uri="{FF2B5EF4-FFF2-40B4-BE49-F238E27FC236}">
                  <a16:creationId xmlns:a16="http://schemas.microsoft.com/office/drawing/2014/main" id="{0BF9A63C-19E4-9DA8-77F9-923961058E26}"/>
                </a:ext>
              </a:extLst>
            </p:cNvPr>
            <p:cNvSpPr/>
            <p:nvPr/>
          </p:nvSpPr>
          <p:spPr>
            <a:xfrm>
              <a:off x="7531270" y="1988036"/>
              <a:ext cx="514500" cy="807729"/>
            </a:xfrm>
            <a:custGeom>
              <a:avLst/>
              <a:gdLst/>
              <a:ahLst/>
              <a:cxnLst/>
              <a:rect l="l" t="t" r="r" b="b"/>
              <a:pathLst>
                <a:path w="12591" h="19767" extrusionOk="0">
                  <a:moveTo>
                    <a:pt x="11648" y="0"/>
                  </a:moveTo>
                  <a:lnTo>
                    <a:pt x="0" y="19188"/>
                  </a:lnTo>
                  <a:lnTo>
                    <a:pt x="968" y="19766"/>
                  </a:lnTo>
                  <a:lnTo>
                    <a:pt x="12591" y="578"/>
                  </a:lnTo>
                  <a:lnTo>
                    <a:pt x="1164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170;p74">
              <a:extLst>
                <a:ext uri="{FF2B5EF4-FFF2-40B4-BE49-F238E27FC236}">
                  <a16:creationId xmlns:a16="http://schemas.microsoft.com/office/drawing/2014/main" id="{30C760A4-E194-C4CB-85E0-CA4D23C07C68}"/>
                </a:ext>
              </a:extLst>
            </p:cNvPr>
            <p:cNvSpPr/>
            <p:nvPr/>
          </p:nvSpPr>
          <p:spPr>
            <a:xfrm>
              <a:off x="7531270" y="2772091"/>
              <a:ext cx="39555" cy="23659"/>
            </a:xfrm>
            <a:custGeom>
              <a:avLst/>
              <a:gdLst/>
              <a:ahLst/>
              <a:cxnLst/>
              <a:rect l="l" t="t" r="r" b="b"/>
              <a:pathLst>
                <a:path w="968" h="579" extrusionOk="0">
                  <a:moveTo>
                    <a:pt x="968" y="57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171;p74">
              <a:extLst>
                <a:ext uri="{FF2B5EF4-FFF2-40B4-BE49-F238E27FC236}">
                  <a16:creationId xmlns:a16="http://schemas.microsoft.com/office/drawing/2014/main" id="{9D797FAF-9F07-CC45-F378-248A5A99E8FC}"/>
                </a:ext>
              </a:extLst>
            </p:cNvPr>
            <p:cNvSpPr/>
            <p:nvPr/>
          </p:nvSpPr>
          <p:spPr>
            <a:xfrm>
              <a:off x="7608253" y="2035027"/>
              <a:ext cx="514541" cy="806667"/>
            </a:xfrm>
            <a:custGeom>
              <a:avLst/>
              <a:gdLst/>
              <a:ahLst/>
              <a:cxnLst/>
              <a:rect l="l" t="t" r="r" b="b"/>
              <a:pathLst>
                <a:path w="12592" h="19741" extrusionOk="0">
                  <a:moveTo>
                    <a:pt x="11624" y="0"/>
                  </a:moveTo>
                  <a:lnTo>
                    <a:pt x="1" y="19163"/>
                  </a:lnTo>
                  <a:lnTo>
                    <a:pt x="943" y="19741"/>
                  </a:lnTo>
                  <a:lnTo>
                    <a:pt x="12592" y="578"/>
                  </a:lnTo>
                  <a:lnTo>
                    <a:pt x="116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172;p74">
              <a:extLst>
                <a:ext uri="{FF2B5EF4-FFF2-40B4-BE49-F238E27FC236}">
                  <a16:creationId xmlns:a16="http://schemas.microsoft.com/office/drawing/2014/main" id="{F78AAA17-7A37-0AD7-D0FC-98C7A6529885}"/>
                </a:ext>
              </a:extLst>
            </p:cNvPr>
            <p:cNvSpPr/>
            <p:nvPr/>
          </p:nvSpPr>
          <p:spPr>
            <a:xfrm>
              <a:off x="8063943" y="1826387"/>
              <a:ext cx="156136" cy="138074"/>
            </a:xfrm>
            <a:custGeom>
              <a:avLst/>
              <a:gdLst/>
              <a:ahLst/>
              <a:cxnLst/>
              <a:rect l="l" t="t" r="r" b="b"/>
              <a:pathLst>
                <a:path w="3821" h="3379" extrusionOk="0">
                  <a:moveTo>
                    <a:pt x="1455" y="0"/>
                  </a:moveTo>
                  <a:cubicBezTo>
                    <a:pt x="1185" y="0"/>
                    <a:pt x="923" y="129"/>
                    <a:pt x="786" y="369"/>
                  </a:cubicBezTo>
                  <a:lnTo>
                    <a:pt x="1" y="1676"/>
                  </a:lnTo>
                  <a:lnTo>
                    <a:pt x="2828" y="3378"/>
                  </a:lnTo>
                  <a:lnTo>
                    <a:pt x="3613" y="2097"/>
                  </a:lnTo>
                  <a:cubicBezTo>
                    <a:pt x="3821" y="1732"/>
                    <a:pt x="3720" y="1236"/>
                    <a:pt x="3350" y="1022"/>
                  </a:cubicBezTo>
                  <a:lnTo>
                    <a:pt x="1861" y="105"/>
                  </a:lnTo>
                  <a:cubicBezTo>
                    <a:pt x="1734" y="35"/>
                    <a:pt x="1594" y="0"/>
                    <a:pt x="145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173;p74">
              <a:extLst>
                <a:ext uri="{FF2B5EF4-FFF2-40B4-BE49-F238E27FC236}">
                  <a16:creationId xmlns:a16="http://schemas.microsoft.com/office/drawing/2014/main" id="{15E6A03A-902A-A436-38C5-598E9FAF163F}"/>
                </a:ext>
              </a:extLst>
            </p:cNvPr>
            <p:cNvSpPr/>
            <p:nvPr/>
          </p:nvSpPr>
          <p:spPr>
            <a:xfrm>
              <a:off x="8044697" y="1894831"/>
              <a:ext cx="134846" cy="100685"/>
            </a:xfrm>
            <a:custGeom>
              <a:avLst/>
              <a:gdLst/>
              <a:ahLst/>
              <a:cxnLst/>
              <a:rect l="l" t="t" r="r" b="b"/>
              <a:pathLst>
                <a:path w="3300" h="2464" extrusionOk="0">
                  <a:moveTo>
                    <a:pt x="472" y="1"/>
                  </a:moveTo>
                  <a:lnTo>
                    <a:pt x="1" y="761"/>
                  </a:lnTo>
                  <a:lnTo>
                    <a:pt x="2828" y="2464"/>
                  </a:lnTo>
                  <a:lnTo>
                    <a:pt x="3299" y="1703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174;p74">
              <a:extLst>
                <a:ext uri="{FF2B5EF4-FFF2-40B4-BE49-F238E27FC236}">
                  <a16:creationId xmlns:a16="http://schemas.microsoft.com/office/drawing/2014/main" id="{3D942706-7BEC-14CF-9C0D-726BBF0AD302}"/>
                </a:ext>
              </a:extLst>
            </p:cNvPr>
            <p:cNvSpPr/>
            <p:nvPr/>
          </p:nvSpPr>
          <p:spPr>
            <a:xfrm>
              <a:off x="8025451" y="1925926"/>
              <a:ext cx="134805" cy="101666"/>
            </a:xfrm>
            <a:custGeom>
              <a:avLst/>
              <a:gdLst/>
              <a:ahLst/>
              <a:cxnLst/>
              <a:rect l="l" t="t" r="r" b="b"/>
              <a:pathLst>
                <a:path w="3299" h="2488" extrusionOk="0">
                  <a:moveTo>
                    <a:pt x="472" y="0"/>
                  </a:moveTo>
                  <a:lnTo>
                    <a:pt x="0" y="760"/>
                  </a:lnTo>
                  <a:lnTo>
                    <a:pt x="2828" y="2488"/>
                  </a:lnTo>
                  <a:lnTo>
                    <a:pt x="3299" y="1703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175;p74">
              <a:extLst>
                <a:ext uri="{FF2B5EF4-FFF2-40B4-BE49-F238E27FC236}">
                  <a16:creationId xmlns:a16="http://schemas.microsoft.com/office/drawing/2014/main" id="{DA00360A-457F-5BF9-FB70-86864062C30B}"/>
                </a:ext>
              </a:extLst>
            </p:cNvPr>
            <p:cNvSpPr/>
            <p:nvPr/>
          </p:nvSpPr>
          <p:spPr>
            <a:xfrm>
              <a:off x="8007227" y="1956981"/>
              <a:ext cx="133784" cy="101707"/>
            </a:xfrm>
            <a:custGeom>
              <a:avLst/>
              <a:gdLst/>
              <a:ahLst/>
              <a:cxnLst/>
              <a:rect l="l" t="t" r="r" b="b"/>
              <a:pathLst>
                <a:path w="3274" h="2489" extrusionOk="0">
                  <a:moveTo>
                    <a:pt x="446" y="0"/>
                  </a:moveTo>
                  <a:lnTo>
                    <a:pt x="0" y="760"/>
                  </a:lnTo>
                  <a:lnTo>
                    <a:pt x="943" y="1338"/>
                  </a:lnTo>
                  <a:lnTo>
                    <a:pt x="1414" y="1621"/>
                  </a:lnTo>
                  <a:lnTo>
                    <a:pt x="1860" y="1910"/>
                  </a:lnTo>
                  <a:lnTo>
                    <a:pt x="2828" y="2488"/>
                  </a:lnTo>
                  <a:lnTo>
                    <a:pt x="3274" y="1728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176;p74">
              <a:extLst>
                <a:ext uri="{FF2B5EF4-FFF2-40B4-BE49-F238E27FC236}">
                  <a16:creationId xmlns:a16="http://schemas.microsoft.com/office/drawing/2014/main" id="{45C2E5FE-AF41-6D4E-EEBB-67E667285A5E}"/>
                </a:ext>
              </a:extLst>
            </p:cNvPr>
            <p:cNvSpPr/>
            <p:nvPr/>
          </p:nvSpPr>
          <p:spPr>
            <a:xfrm>
              <a:off x="8045718" y="2011654"/>
              <a:ext cx="19287" cy="11605"/>
            </a:xfrm>
            <a:custGeom>
              <a:avLst/>
              <a:gdLst/>
              <a:ahLst/>
              <a:cxnLst/>
              <a:rect l="l" t="t" r="r" b="b"/>
              <a:pathLst>
                <a:path w="472" h="284" extrusionOk="0">
                  <a:moveTo>
                    <a:pt x="472" y="283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177;p74">
              <a:extLst>
                <a:ext uri="{FF2B5EF4-FFF2-40B4-BE49-F238E27FC236}">
                  <a16:creationId xmlns:a16="http://schemas.microsoft.com/office/drawing/2014/main" id="{1207135E-72ED-5899-4B0C-3E9EDB4E4A23}"/>
                </a:ext>
              </a:extLst>
            </p:cNvPr>
            <p:cNvSpPr/>
            <p:nvPr/>
          </p:nvSpPr>
          <p:spPr>
            <a:xfrm>
              <a:off x="7525876" y="2772091"/>
              <a:ext cx="120953" cy="125325"/>
            </a:xfrm>
            <a:custGeom>
              <a:avLst/>
              <a:gdLst/>
              <a:ahLst/>
              <a:cxnLst/>
              <a:rect l="l" t="t" r="r" b="b"/>
              <a:pathLst>
                <a:path w="2960" h="3067" extrusionOk="0">
                  <a:moveTo>
                    <a:pt x="132" y="0"/>
                  </a:moveTo>
                  <a:lnTo>
                    <a:pt x="0" y="2620"/>
                  </a:lnTo>
                  <a:lnTo>
                    <a:pt x="710" y="3066"/>
                  </a:lnTo>
                  <a:lnTo>
                    <a:pt x="2959" y="1703"/>
                  </a:lnTo>
                  <a:lnTo>
                    <a:pt x="2017" y="1125"/>
                  </a:lnTo>
                  <a:lnTo>
                    <a:pt x="1100" y="578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178;p74">
              <a:extLst>
                <a:ext uri="{FF2B5EF4-FFF2-40B4-BE49-F238E27FC236}">
                  <a16:creationId xmlns:a16="http://schemas.microsoft.com/office/drawing/2014/main" id="{BF6872E2-0C26-E595-09B8-6C2C31A1D144}"/>
                </a:ext>
              </a:extLst>
            </p:cNvPr>
            <p:cNvSpPr/>
            <p:nvPr/>
          </p:nvSpPr>
          <p:spPr>
            <a:xfrm>
              <a:off x="7535601" y="2906853"/>
              <a:ext cx="2125" cy="1062"/>
            </a:xfrm>
            <a:custGeom>
              <a:avLst/>
              <a:gdLst/>
              <a:ahLst/>
              <a:cxnLst/>
              <a:rect l="l" t="t" r="r" b="b"/>
              <a:pathLst>
                <a:path w="52" h="26" extrusionOk="0">
                  <a:moveTo>
                    <a:pt x="51" y="1"/>
                  </a:moveTo>
                  <a:cubicBezTo>
                    <a:pt x="26" y="1"/>
                    <a:pt x="26" y="26"/>
                    <a:pt x="1" y="26"/>
                  </a:cubicBezTo>
                  <a:cubicBezTo>
                    <a:pt x="26" y="26"/>
                    <a:pt x="26" y="26"/>
                    <a:pt x="5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179;p74">
              <a:extLst>
                <a:ext uri="{FF2B5EF4-FFF2-40B4-BE49-F238E27FC236}">
                  <a16:creationId xmlns:a16="http://schemas.microsoft.com/office/drawing/2014/main" id="{CA86571F-7027-3684-DB08-7C21CE251DA3}"/>
                </a:ext>
              </a:extLst>
            </p:cNvPr>
            <p:cNvSpPr/>
            <p:nvPr/>
          </p:nvSpPr>
          <p:spPr>
            <a:xfrm>
              <a:off x="7531270" y="2772091"/>
              <a:ext cx="39555" cy="23659"/>
            </a:xfrm>
            <a:custGeom>
              <a:avLst/>
              <a:gdLst/>
              <a:ahLst/>
              <a:cxnLst/>
              <a:rect l="l" t="t" r="r" b="b"/>
              <a:pathLst>
                <a:path w="968" h="579" extrusionOk="0">
                  <a:moveTo>
                    <a:pt x="968" y="57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180;p74">
              <a:extLst>
                <a:ext uri="{FF2B5EF4-FFF2-40B4-BE49-F238E27FC236}">
                  <a16:creationId xmlns:a16="http://schemas.microsoft.com/office/drawing/2014/main" id="{95CBD56D-64F7-6C5B-98F8-F94F5F249ACF}"/>
                </a:ext>
              </a:extLst>
            </p:cNvPr>
            <p:cNvSpPr/>
            <p:nvPr/>
          </p:nvSpPr>
          <p:spPr>
            <a:xfrm>
              <a:off x="7524855" y="2879149"/>
              <a:ext cx="30075" cy="29217"/>
            </a:xfrm>
            <a:custGeom>
              <a:avLst/>
              <a:gdLst/>
              <a:ahLst/>
              <a:cxnLst/>
              <a:rect l="l" t="t" r="r" b="b"/>
              <a:pathLst>
                <a:path w="736" h="715" extrusionOk="0">
                  <a:moveTo>
                    <a:pt x="25" y="0"/>
                  </a:moveTo>
                  <a:lnTo>
                    <a:pt x="0" y="471"/>
                  </a:lnTo>
                  <a:lnTo>
                    <a:pt x="0" y="521"/>
                  </a:lnTo>
                  <a:lnTo>
                    <a:pt x="0" y="572"/>
                  </a:lnTo>
                  <a:lnTo>
                    <a:pt x="0" y="603"/>
                  </a:lnTo>
                  <a:cubicBezTo>
                    <a:pt x="25" y="603"/>
                    <a:pt x="25" y="603"/>
                    <a:pt x="25" y="628"/>
                  </a:cubicBezTo>
                  <a:lnTo>
                    <a:pt x="50" y="653"/>
                  </a:lnTo>
                  <a:lnTo>
                    <a:pt x="75" y="679"/>
                  </a:lnTo>
                  <a:cubicBezTo>
                    <a:pt x="115" y="696"/>
                    <a:pt x="165" y="714"/>
                    <a:pt x="210" y="714"/>
                  </a:cubicBezTo>
                  <a:cubicBezTo>
                    <a:pt x="229" y="714"/>
                    <a:pt x="247" y="711"/>
                    <a:pt x="264" y="704"/>
                  </a:cubicBezTo>
                  <a:cubicBezTo>
                    <a:pt x="289" y="704"/>
                    <a:pt x="289" y="679"/>
                    <a:pt x="314" y="679"/>
                  </a:cubicBezTo>
                  <a:lnTo>
                    <a:pt x="735" y="446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181;p74">
              <a:extLst>
                <a:ext uri="{FF2B5EF4-FFF2-40B4-BE49-F238E27FC236}">
                  <a16:creationId xmlns:a16="http://schemas.microsoft.com/office/drawing/2014/main" id="{EDCDBC1D-E3CE-DD6E-B02B-5A260EF357A4}"/>
                </a:ext>
              </a:extLst>
            </p:cNvPr>
            <p:cNvSpPr/>
            <p:nvPr/>
          </p:nvSpPr>
          <p:spPr>
            <a:xfrm>
              <a:off x="7570783" y="2011654"/>
              <a:ext cx="512497" cy="806421"/>
            </a:xfrm>
            <a:custGeom>
              <a:avLst/>
              <a:gdLst/>
              <a:ahLst/>
              <a:cxnLst/>
              <a:rect l="l" t="t" r="r" b="b"/>
              <a:pathLst>
                <a:path w="12542" h="19735" extrusionOk="0">
                  <a:moveTo>
                    <a:pt x="11624" y="0"/>
                  </a:moveTo>
                  <a:lnTo>
                    <a:pt x="1" y="19188"/>
                  </a:lnTo>
                  <a:lnTo>
                    <a:pt x="918" y="19735"/>
                  </a:lnTo>
                  <a:lnTo>
                    <a:pt x="12541" y="572"/>
                  </a:lnTo>
                  <a:lnTo>
                    <a:pt x="12095" y="283"/>
                  </a:lnTo>
                  <a:lnTo>
                    <a:pt x="116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182;p74">
              <a:extLst>
                <a:ext uri="{FF2B5EF4-FFF2-40B4-BE49-F238E27FC236}">
                  <a16:creationId xmlns:a16="http://schemas.microsoft.com/office/drawing/2014/main" id="{37D1C804-6EA2-33F0-84BB-7BCFF79155AD}"/>
                </a:ext>
              </a:extLst>
            </p:cNvPr>
            <p:cNvSpPr/>
            <p:nvPr/>
          </p:nvSpPr>
          <p:spPr>
            <a:xfrm>
              <a:off x="7208299" y="3906617"/>
              <a:ext cx="150742" cy="204844"/>
            </a:xfrm>
            <a:custGeom>
              <a:avLst/>
              <a:gdLst/>
              <a:ahLst/>
              <a:cxnLst/>
              <a:rect l="l" t="t" r="r" b="b"/>
              <a:pathLst>
                <a:path w="3689" h="5013" extrusionOk="0">
                  <a:moveTo>
                    <a:pt x="29" y="1"/>
                  </a:moveTo>
                  <a:cubicBezTo>
                    <a:pt x="13" y="1"/>
                    <a:pt x="0" y="19"/>
                    <a:pt x="0" y="36"/>
                  </a:cubicBezTo>
                  <a:lnTo>
                    <a:pt x="0" y="4799"/>
                  </a:lnTo>
                  <a:cubicBezTo>
                    <a:pt x="0" y="4821"/>
                    <a:pt x="26" y="4840"/>
                    <a:pt x="50" y="4840"/>
                  </a:cubicBezTo>
                  <a:cubicBezTo>
                    <a:pt x="59" y="4840"/>
                    <a:pt x="69" y="4837"/>
                    <a:pt x="76" y="4830"/>
                  </a:cubicBezTo>
                  <a:lnTo>
                    <a:pt x="1226" y="3624"/>
                  </a:lnTo>
                  <a:cubicBezTo>
                    <a:pt x="1241" y="3611"/>
                    <a:pt x="1255" y="3605"/>
                    <a:pt x="1269" y="3605"/>
                  </a:cubicBezTo>
                  <a:cubicBezTo>
                    <a:pt x="1282" y="3605"/>
                    <a:pt x="1295" y="3611"/>
                    <a:pt x="1307" y="3624"/>
                  </a:cubicBezTo>
                  <a:lnTo>
                    <a:pt x="2011" y="4987"/>
                  </a:lnTo>
                  <a:cubicBezTo>
                    <a:pt x="2011" y="5012"/>
                    <a:pt x="2042" y="5012"/>
                    <a:pt x="2067" y="5012"/>
                  </a:cubicBezTo>
                  <a:lnTo>
                    <a:pt x="2514" y="4799"/>
                  </a:lnTo>
                  <a:cubicBezTo>
                    <a:pt x="2539" y="4799"/>
                    <a:pt x="2539" y="4774"/>
                    <a:pt x="2539" y="4749"/>
                  </a:cubicBezTo>
                  <a:lnTo>
                    <a:pt x="1854" y="3385"/>
                  </a:lnTo>
                  <a:cubicBezTo>
                    <a:pt x="1829" y="3360"/>
                    <a:pt x="1854" y="3335"/>
                    <a:pt x="1885" y="3335"/>
                  </a:cubicBezTo>
                  <a:lnTo>
                    <a:pt x="3638" y="3228"/>
                  </a:lnTo>
                  <a:cubicBezTo>
                    <a:pt x="3663" y="3228"/>
                    <a:pt x="3688" y="3178"/>
                    <a:pt x="3663" y="3153"/>
                  </a:cubicBezTo>
                  <a:lnTo>
                    <a:pt x="51" y="11"/>
                  </a:lnTo>
                  <a:cubicBezTo>
                    <a:pt x="43" y="4"/>
                    <a:pt x="36" y="1"/>
                    <a:pt x="2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6713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D2AD5520-F320-D2A6-A521-A6AE5E0F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43">
            <a:extLst>
              <a:ext uri="{FF2B5EF4-FFF2-40B4-BE49-F238E27FC236}">
                <a16:creationId xmlns:a16="http://schemas.microsoft.com/office/drawing/2014/main" id="{EBF761FB-A5DB-9F33-710F-BAAEFE72D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As oportunidades são acessíveis, mas não visiveis</a:t>
            </a:r>
            <a:br>
              <a:rPr lang="en" sz="2400" dirty="0"/>
            </a:br>
            <a:endParaRPr sz="2400" dirty="0"/>
          </a:p>
        </p:txBody>
      </p:sp>
      <p:sp>
        <p:nvSpPr>
          <p:cNvPr id="1474" name="Google Shape;1474;p43">
            <a:extLst>
              <a:ext uri="{FF2B5EF4-FFF2-40B4-BE49-F238E27FC236}">
                <a16:creationId xmlns:a16="http://schemas.microsoft.com/office/drawing/2014/main" id="{604D403A-4359-405B-F22C-5D896EB86F96}"/>
              </a:ext>
            </a:extLst>
          </p:cNvPr>
          <p:cNvSpPr/>
          <p:nvPr/>
        </p:nvSpPr>
        <p:spPr>
          <a:xfrm>
            <a:off x="7466210" y="3402035"/>
            <a:ext cx="105061" cy="100776"/>
          </a:xfrm>
          <a:custGeom>
            <a:avLst/>
            <a:gdLst/>
            <a:ahLst/>
            <a:cxnLst/>
            <a:rect l="l" t="t" r="r" b="b"/>
            <a:pathLst>
              <a:path w="662" h="635" extrusionOk="0">
                <a:moveTo>
                  <a:pt x="662" y="1"/>
                </a:moveTo>
                <a:lnTo>
                  <a:pt x="1" y="110"/>
                </a:lnTo>
                <a:lnTo>
                  <a:pt x="425" y="634"/>
                </a:lnTo>
                <a:lnTo>
                  <a:pt x="662" y="1"/>
                </a:lnTo>
                <a:close/>
              </a:path>
            </a:pathLst>
          </a:custGeom>
          <a:noFill/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9B4C83-48E2-A672-B56C-37E1263F472F}"/>
                  </a:ext>
                </a:extLst>
              </p14:cNvPr>
              <p14:cNvContentPartPr/>
              <p14:nvPr/>
            </p14:nvContentPartPr>
            <p14:xfrm>
              <a:off x="2891745" y="119685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9B4C83-48E2-A672-B56C-37E1263F47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5625" y="119073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CA87E00-1705-FFA8-C36C-94CE4897BE77}"/>
                  </a:ext>
                </a:extLst>
              </p14:cNvPr>
              <p14:cNvContentPartPr/>
              <p14:nvPr/>
            </p14:nvContentPartPr>
            <p14:xfrm>
              <a:off x="1226745" y="750814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CA87E00-1705-FFA8-C36C-94CE4897BE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0625" y="744694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oogle Shape;17730;p88">
            <a:extLst>
              <a:ext uri="{FF2B5EF4-FFF2-40B4-BE49-F238E27FC236}">
                <a16:creationId xmlns:a16="http://schemas.microsoft.com/office/drawing/2014/main" id="{159642B5-E942-C3B3-F70B-26830757631E}"/>
              </a:ext>
            </a:extLst>
          </p:cNvPr>
          <p:cNvGrpSpPr/>
          <p:nvPr/>
        </p:nvGrpSpPr>
        <p:grpSpPr>
          <a:xfrm>
            <a:off x="720000" y="2117845"/>
            <a:ext cx="2311327" cy="2274841"/>
            <a:chOff x="683125" y="1955275"/>
            <a:chExt cx="299325" cy="294600"/>
          </a:xfrm>
        </p:grpSpPr>
        <p:sp>
          <p:nvSpPr>
            <p:cNvPr id="34" name="Google Shape;17731;p88">
              <a:extLst>
                <a:ext uri="{FF2B5EF4-FFF2-40B4-BE49-F238E27FC236}">
                  <a16:creationId xmlns:a16="http://schemas.microsoft.com/office/drawing/2014/main" id="{2C59D5D2-05BE-937D-17A2-0662A704689B}"/>
                </a:ext>
              </a:extLst>
            </p:cNvPr>
            <p:cNvSpPr/>
            <p:nvPr/>
          </p:nvSpPr>
          <p:spPr>
            <a:xfrm>
              <a:off x="876875" y="1989925"/>
              <a:ext cx="52800" cy="63825"/>
            </a:xfrm>
            <a:custGeom>
              <a:avLst/>
              <a:gdLst/>
              <a:ahLst/>
              <a:cxnLst/>
              <a:rect l="l" t="t" r="r" b="b"/>
              <a:pathLst>
                <a:path w="2112" h="2553" extrusionOk="0">
                  <a:moveTo>
                    <a:pt x="1072" y="0"/>
                  </a:moveTo>
                  <a:cubicBezTo>
                    <a:pt x="473" y="0"/>
                    <a:pt x="64" y="473"/>
                    <a:pt x="64" y="1009"/>
                  </a:cubicBezTo>
                  <a:cubicBezTo>
                    <a:pt x="1" y="1229"/>
                    <a:pt x="158" y="1324"/>
                    <a:pt x="379" y="1324"/>
                  </a:cubicBezTo>
                  <a:cubicBezTo>
                    <a:pt x="568" y="1324"/>
                    <a:pt x="725" y="1166"/>
                    <a:pt x="725" y="977"/>
                  </a:cubicBezTo>
                  <a:cubicBezTo>
                    <a:pt x="725" y="788"/>
                    <a:pt x="883" y="631"/>
                    <a:pt x="1072" y="631"/>
                  </a:cubicBezTo>
                  <a:cubicBezTo>
                    <a:pt x="1261" y="631"/>
                    <a:pt x="1418" y="788"/>
                    <a:pt x="1418" y="977"/>
                  </a:cubicBezTo>
                  <a:cubicBezTo>
                    <a:pt x="1418" y="1103"/>
                    <a:pt x="1355" y="1198"/>
                    <a:pt x="1229" y="1292"/>
                  </a:cubicBezTo>
                  <a:cubicBezTo>
                    <a:pt x="914" y="1450"/>
                    <a:pt x="725" y="1796"/>
                    <a:pt x="725" y="2206"/>
                  </a:cubicBezTo>
                  <a:cubicBezTo>
                    <a:pt x="725" y="2395"/>
                    <a:pt x="883" y="2552"/>
                    <a:pt x="1072" y="2552"/>
                  </a:cubicBezTo>
                  <a:cubicBezTo>
                    <a:pt x="1261" y="2552"/>
                    <a:pt x="1418" y="2395"/>
                    <a:pt x="1418" y="2206"/>
                  </a:cubicBezTo>
                  <a:cubicBezTo>
                    <a:pt x="1418" y="2080"/>
                    <a:pt x="1481" y="1954"/>
                    <a:pt x="1544" y="1922"/>
                  </a:cubicBezTo>
                  <a:cubicBezTo>
                    <a:pt x="1891" y="1733"/>
                    <a:pt x="2111" y="1355"/>
                    <a:pt x="2111" y="1009"/>
                  </a:cubicBezTo>
                  <a:cubicBezTo>
                    <a:pt x="2111" y="410"/>
                    <a:pt x="1639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7732;p88">
              <a:extLst>
                <a:ext uri="{FF2B5EF4-FFF2-40B4-BE49-F238E27FC236}">
                  <a16:creationId xmlns:a16="http://schemas.microsoft.com/office/drawing/2014/main" id="{212A76AC-C17B-543B-4B01-667A08595A93}"/>
                </a:ext>
              </a:extLst>
            </p:cNvPr>
            <p:cNvSpPr/>
            <p:nvPr/>
          </p:nvSpPr>
          <p:spPr>
            <a:xfrm>
              <a:off x="683125" y="2058450"/>
              <a:ext cx="159900" cy="191425"/>
            </a:xfrm>
            <a:custGeom>
              <a:avLst/>
              <a:gdLst/>
              <a:ahLst/>
              <a:cxnLst/>
              <a:rect l="l" t="t" r="r" b="b"/>
              <a:pathLst>
                <a:path w="6396" h="7657" extrusionOk="0">
                  <a:moveTo>
                    <a:pt x="3245" y="693"/>
                  </a:moveTo>
                  <a:cubicBezTo>
                    <a:pt x="3812" y="693"/>
                    <a:pt x="4285" y="1166"/>
                    <a:pt x="4285" y="1702"/>
                  </a:cubicBezTo>
                  <a:cubicBezTo>
                    <a:pt x="4285" y="2269"/>
                    <a:pt x="3812" y="2710"/>
                    <a:pt x="3245" y="2710"/>
                  </a:cubicBezTo>
                  <a:cubicBezTo>
                    <a:pt x="2647" y="2710"/>
                    <a:pt x="2174" y="2269"/>
                    <a:pt x="2174" y="1702"/>
                  </a:cubicBezTo>
                  <a:cubicBezTo>
                    <a:pt x="2174" y="1166"/>
                    <a:pt x="2678" y="693"/>
                    <a:pt x="3245" y="693"/>
                  </a:cubicBezTo>
                  <a:close/>
                  <a:moveTo>
                    <a:pt x="3245" y="3434"/>
                  </a:moveTo>
                  <a:cubicBezTo>
                    <a:pt x="4569" y="3434"/>
                    <a:pt x="5671" y="4537"/>
                    <a:pt x="5671" y="5892"/>
                  </a:cubicBezTo>
                  <a:lnTo>
                    <a:pt x="5671" y="6994"/>
                  </a:lnTo>
                  <a:lnTo>
                    <a:pt x="788" y="6994"/>
                  </a:lnTo>
                  <a:lnTo>
                    <a:pt x="788" y="5892"/>
                  </a:lnTo>
                  <a:cubicBezTo>
                    <a:pt x="788" y="4537"/>
                    <a:pt x="1891" y="3434"/>
                    <a:pt x="3245" y="3434"/>
                  </a:cubicBezTo>
                  <a:close/>
                  <a:moveTo>
                    <a:pt x="3182" y="0"/>
                  </a:moveTo>
                  <a:cubicBezTo>
                    <a:pt x="2237" y="0"/>
                    <a:pt x="1418" y="788"/>
                    <a:pt x="1418" y="1733"/>
                  </a:cubicBezTo>
                  <a:cubicBezTo>
                    <a:pt x="1418" y="2206"/>
                    <a:pt x="1607" y="2678"/>
                    <a:pt x="1985" y="2993"/>
                  </a:cubicBezTo>
                  <a:cubicBezTo>
                    <a:pt x="819" y="3466"/>
                    <a:pt x="0" y="4569"/>
                    <a:pt x="0" y="5892"/>
                  </a:cubicBezTo>
                  <a:lnTo>
                    <a:pt x="0" y="7309"/>
                  </a:lnTo>
                  <a:cubicBezTo>
                    <a:pt x="126" y="7499"/>
                    <a:pt x="284" y="7656"/>
                    <a:pt x="441" y="7656"/>
                  </a:cubicBezTo>
                  <a:lnTo>
                    <a:pt x="6018" y="7656"/>
                  </a:lnTo>
                  <a:cubicBezTo>
                    <a:pt x="6238" y="7656"/>
                    <a:pt x="6396" y="7499"/>
                    <a:pt x="6396" y="7309"/>
                  </a:cubicBezTo>
                  <a:lnTo>
                    <a:pt x="6396" y="5892"/>
                  </a:lnTo>
                  <a:cubicBezTo>
                    <a:pt x="6396" y="4569"/>
                    <a:pt x="5545" y="3466"/>
                    <a:pt x="4411" y="2993"/>
                  </a:cubicBezTo>
                  <a:cubicBezTo>
                    <a:pt x="4758" y="2647"/>
                    <a:pt x="4978" y="2206"/>
                    <a:pt x="4978" y="1733"/>
                  </a:cubicBezTo>
                  <a:cubicBezTo>
                    <a:pt x="4978" y="788"/>
                    <a:pt x="4190" y="0"/>
                    <a:pt x="3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7733;p88">
              <a:extLst>
                <a:ext uri="{FF2B5EF4-FFF2-40B4-BE49-F238E27FC236}">
                  <a16:creationId xmlns:a16="http://schemas.microsoft.com/office/drawing/2014/main" id="{6E69C2E9-F97E-C8D9-C1A4-8096CCD1CD5C}"/>
                </a:ext>
              </a:extLst>
            </p:cNvPr>
            <p:cNvSpPr/>
            <p:nvPr/>
          </p:nvSpPr>
          <p:spPr>
            <a:xfrm>
              <a:off x="824900" y="1955275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662"/>
                  </a:moveTo>
                  <a:cubicBezTo>
                    <a:pt x="4505" y="662"/>
                    <a:pt x="5608" y="1765"/>
                    <a:pt x="5608" y="3119"/>
                  </a:cubicBezTo>
                  <a:cubicBezTo>
                    <a:pt x="5608" y="4442"/>
                    <a:pt x="4505" y="5545"/>
                    <a:pt x="3151" y="5545"/>
                  </a:cubicBezTo>
                  <a:cubicBezTo>
                    <a:pt x="2710" y="5545"/>
                    <a:pt x="2332" y="5451"/>
                    <a:pt x="1954" y="5230"/>
                  </a:cubicBezTo>
                  <a:cubicBezTo>
                    <a:pt x="1890" y="5199"/>
                    <a:pt x="1796" y="5199"/>
                    <a:pt x="1733" y="5199"/>
                  </a:cubicBezTo>
                  <a:lnTo>
                    <a:pt x="945" y="5388"/>
                  </a:lnTo>
                  <a:lnTo>
                    <a:pt x="1166" y="4694"/>
                  </a:lnTo>
                  <a:cubicBezTo>
                    <a:pt x="1229" y="4568"/>
                    <a:pt x="1166" y="4505"/>
                    <a:pt x="1134" y="4411"/>
                  </a:cubicBezTo>
                  <a:cubicBezTo>
                    <a:pt x="914" y="4033"/>
                    <a:pt x="756" y="3592"/>
                    <a:pt x="756" y="3119"/>
                  </a:cubicBezTo>
                  <a:cubicBezTo>
                    <a:pt x="725" y="1733"/>
                    <a:pt x="1827" y="662"/>
                    <a:pt x="3151" y="662"/>
                  </a:cubicBezTo>
                  <a:close/>
                  <a:moveTo>
                    <a:pt x="3182" y="0"/>
                  </a:moveTo>
                  <a:cubicBezTo>
                    <a:pt x="1449" y="0"/>
                    <a:pt x="95" y="1418"/>
                    <a:pt x="95" y="3119"/>
                  </a:cubicBezTo>
                  <a:cubicBezTo>
                    <a:pt x="95" y="3655"/>
                    <a:pt x="189" y="4190"/>
                    <a:pt x="473" y="4663"/>
                  </a:cubicBezTo>
                  <a:lnTo>
                    <a:pt x="32" y="5766"/>
                  </a:lnTo>
                  <a:cubicBezTo>
                    <a:pt x="0" y="5860"/>
                    <a:pt x="32" y="5986"/>
                    <a:pt x="126" y="6112"/>
                  </a:cubicBezTo>
                  <a:cubicBezTo>
                    <a:pt x="189" y="6175"/>
                    <a:pt x="315" y="6238"/>
                    <a:pt x="473" y="6238"/>
                  </a:cubicBezTo>
                  <a:lnTo>
                    <a:pt x="1764" y="5923"/>
                  </a:lnTo>
                  <a:cubicBezTo>
                    <a:pt x="2206" y="6144"/>
                    <a:pt x="2678" y="6238"/>
                    <a:pt x="3182" y="6238"/>
                  </a:cubicBezTo>
                  <a:cubicBezTo>
                    <a:pt x="4915" y="6238"/>
                    <a:pt x="6301" y="4820"/>
                    <a:pt x="6301" y="3119"/>
                  </a:cubicBezTo>
                  <a:cubicBezTo>
                    <a:pt x="6301" y="1386"/>
                    <a:pt x="4883" y="0"/>
                    <a:pt x="3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7734;p88">
              <a:extLst>
                <a:ext uri="{FF2B5EF4-FFF2-40B4-BE49-F238E27FC236}">
                  <a16:creationId xmlns:a16="http://schemas.microsoft.com/office/drawing/2014/main" id="{F3EDCEDA-3BF1-0A27-C728-DDD8F52FB1ED}"/>
                </a:ext>
              </a:extLst>
            </p:cNvPr>
            <p:cNvSpPr/>
            <p:nvPr/>
          </p:nvSpPr>
          <p:spPr>
            <a:xfrm>
              <a:off x="895000" y="205845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17281;p87">
            <a:extLst>
              <a:ext uri="{FF2B5EF4-FFF2-40B4-BE49-F238E27FC236}">
                <a16:creationId xmlns:a16="http://schemas.microsoft.com/office/drawing/2014/main" id="{1BCAC318-1591-6226-534E-5F9595601E2D}"/>
              </a:ext>
            </a:extLst>
          </p:cNvPr>
          <p:cNvSpPr/>
          <p:nvPr/>
        </p:nvSpPr>
        <p:spPr>
          <a:xfrm>
            <a:off x="6112675" y="2284082"/>
            <a:ext cx="2254990" cy="2235905"/>
          </a:xfrm>
          <a:custGeom>
            <a:avLst/>
            <a:gdLst/>
            <a:ahLst/>
            <a:cxnLst/>
            <a:rect l="l" t="t" r="r" b="b"/>
            <a:pathLst>
              <a:path w="12761" h="12653" extrusionOk="0">
                <a:moveTo>
                  <a:pt x="6396" y="866"/>
                </a:moveTo>
                <a:lnTo>
                  <a:pt x="11469" y="3796"/>
                </a:lnTo>
                <a:cubicBezTo>
                  <a:pt x="8759" y="5340"/>
                  <a:pt x="12729" y="3072"/>
                  <a:pt x="6396" y="6695"/>
                </a:cubicBezTo>
                <a:cubicBezTo>
                  <a:pt x="1" y="3072"/>
                  <a:pt x="4097" y="5403"/>
                  <a:pt x="1324" y="3796"/>
                </a:cubicBezTo>
                <a:lnTo>
                  <a:pt x="6396" y="866"/>
                </a:lnTo>
                <a:close/>
                <a:moveTo>
                  <a:pt x="10208" y="5498"/>
                </a:moveTo>
                <a:lnTo>
                  <a:pt x="10208" y="8081"/>
                </a:lnTo>
                <a:cubicBezTo>
                  <a:pt x="10177" y="8207"/>
                  <a:pt x="10051" y="8365"/>
                  <a:pt x="9925" y="8428"/>
                </a:cubicBezTo>
                <a:cubicBezTo>
                  <a:pt x="9312" y="8970"/>
                  <a:pt x="7887" y="9300"/>
                  <a:pt x="6364" y="9300"/>
                </a:cubicBezTo>
                <a:cubicBezTo>
                  <a:pt x="5852" y="9300"/>
                  <a:pt x="5329" y="9263"/>
                  <a:pt x="4821" y="9184"/>
                </a:cubicBezTo>
                <a:cubicBezTo>
                  <a:pt x="4317" y="9121"/>
                  <a:pt x="3718" y="8963"/>
                  <a:pt x="3246" y="8711"/>
                </a:cubicBezTo>
                <a:cubicBezTo>
                  <a:pt x="2994" y="8585"/>
                  <a:pt x="2584" y="8333"/>
                  <a:pt x="2584" y="8050"/>
                </a:cubicBezTo>
                <a:lnTo>
                  <a:pt x="2584" y="5498"/>
                </a:lnTo>
                <a:cubicBezTo>
                  <a:pt x="4412" y="6537"/>
                  <a:pt x="4317" y="6474"/>
                  <a:pt x="6207" y="7545"/>
                </a:cubicBezTo>
                <a:cubicBezTo>
                  <a:pt x="6255" y="7577"/>
                  <a:pt x="6318" y="7593"/>
                  <a:pt x="6385" y="7593"/>
                </a:cubicBezTo>
                <a:cubicBezTo>
                  <a:pt x="6452" y="7593"/>
                  <a:pt x="6522" y="7577"/>
                  <a:pt x="6585" y="7545"/>
                </a:cubicBezTo>
                <a:cubicBezTo>
                  <a:pt x="6617" y="7482"/>
                  <a:pt x="9925" y="5592"/>
                  <a:pt x="10208" y="5498"/>
                </a:cubicBezTo>
                <a:close/>
                <a:moveTo>
                  <a:pt x="6385" y="0"/>
                </a:moveTo>
                <a:cubicBezTo>
                  <a:pt x="6318" y="0"/>
                  <a:pt x="6255" y="16"/>
                  <a:pt x="6207" y="47"/>
                </a:cubicBezTo>
                <a:lnTo>
                  <a:pt x="284" y="3450"/>
                </a:lnTo>
                <a:cubicBezTo>
                  <a:pt x="1" y="3607"/>
                  <a:pt x="1" y="3985"/>
                  <a:pt x="284" y="4143"/>
                </a:cubicBezTo>
                <a:lnTo>
                  <a:pt x="1797" y="4962"/>
                </a:lnTo>
                <a:lnTo>
                  <a:pt x="1797" y="8018"/>
                </a:lnTo>
                <a:cubicBezTo>
                  <a:pt x="1797" y="8711"/>
                  <a:pt x="2458" y="9215"/>
                  <a:pt x="3088" y="9499"/>
                </a:cubicBezTo>
                <a:cubicBezTo>
                  <a:pt x="3994" y="9903"/>
                  <a:pt x="5215" y="10104"/>
                  <a:pt x="6430" y="10104"/>
                </a:cubicBezTo>
                <a:cubicBezTo>
                  <a:pt x="7963" y="10104"/>
                  <a:pt x="9488" y="9785"/>
                  <a:pt x="10366" y="9152"/>
                </a:cubicBezTo>
                <a:cubicBezTo>
                  <a:pt x="10776" y="8869"/>
                  <a:pt x="11091" y="8491"/>
                  <a:pt x="11091" y="8018"/>
                </a:cubicBezTo>
                <a:lnTo>
                  <a:pt x="11091" y="4962"/>
                </a:lnTo>
                <a:lnTo>
                  <a:pt x="11941" y="4490"/>
                </a:lnTo>
                <a:lnTo>
                  <a:pt x="11941" y="12208"/>
                </a:lnTo>
                <a:cubicBezTo>
                  <a:pt x="11941" y="12429"/>
                  <a:pt x="12099" y="12618"/>
                  <a:pt x="12288" y="12649"/>
                </a:cubicBezTo>
                <a:cubicBezTo>
                  <a:pt x="12306" y="12652"/>
                  <a:pt x="12325" y="12653"/>
                  <a:pt x="12343" y="12653"/>
                </a:cubicBezTo>
                <a:cubicBezTo>
                  <a:pt x="12571" y="12653"/>
                  <a:pt x="12760" y="12475"/>
                  <a:pt x="12760" y="12271"/>
                </a:cubicBezTo>
                <a:lnTo>
                  <a:pt x="12760" y="3796"/>
                </a:lnTo>
                <a:cubicBezTo>
                  <a:pt x="12729" y="3639"/>
                  <a:pt x="12666" y="3513"/>
                  <a:pt x="12508" y="3450"/>
                </a:cubicBezTo>
                <a:lnTo>
                  <a:pt x="6585" y="47"/>
                </a:lnTo>
                <a:cubicBezTo>
                  <a:pt x="6522" y="16"/>
                  <a:pt x="6452" y="0"/>
                  <a:pt x="63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17558;p88">
            <a:extLst>
              <a:ext uri="{FF2B5EF4-FFF2-40B4-BE49-F238E27FC236}">
                <a16:creationId xmlns:a16="http://schemas.microsoft.com/office/drawing/2014/main" id="{0B092EAA-33FE-2F21-9C23-DC67E5DF3E36}"/>
              </a:ext>
            </a:extLst>
          </p:cNvPr>
          <p:cNvGrpSpPr/>
          <p:nvPr/>
        </p:nvGrpSpPr>
        <p:grpSpPr>
          <a:xfrm>
            <a:off x="4388137" y="3894780"/>
            <a:ext cx="509514" cy="506352"/>
            <a:chOff x="-61354075" y="1940500"/>
            <a:chExt cx="314275" cy="312325"/>
          </a:xfrm>
        </p:grpSpPr>
        <p:sp>
          <p:nvSpPr>
            <p:cNvPr id="40" name="Google Shape;17559;p88">
              <a:extLst>
                <a:ext uri="{FF2B5EF4-FFF2-40B4-BE49-F238E27FC236}">
                  <a16:creationId xmlns:a16="http://schemas.microsoft.com/office/drawing/2014/main" id="{0E8A1192-C063-369A-DEFF-4C82759C3FA1}"/>
                </a:ext>
              </a:extLst>
            </p:cNvPr>
            <p:cNvSpPr/>
            <p:nvPr/>
          </p:nvSpPr>
          <p:spPr>
            <a:xfrm>
              <a:off x="-61354075" y="1940500"/>
              <a:ext cx="314275" cy="312325"/>
            </a:xfrm>
            <a:custGeom>
              <a:avLst/>
              <a:gdLst/>
              <a:ahLst/>
              <a:cxnLst/>
              <a:rect l="l" t="t" r="r" b="b"/>
              <a:pathLst>
                <a:path w="12571" h="12493" extrusionOk="0">
                  <a:moveTo>
                    <a:pt x="6270" y="1001"/>
                  </a:moveTo>
                  <a:lnTo>
                    <a:pt x="7687" y="2419"/>
                  </a:lnTo>
                  <a:cubicBezTo>
                    <a:pt x="7750" y="2482"/>
                    <a:pt x="7876" y="2513"/>
                    <a:pt x="7971" y="2513"/>
                  </a:cubicBezTo>
                  <a:lnTo>
                    <a:pt x="9956" y="2513"/>
                  </a:lnTo>
                  <a:lnTo>
                    <a:pt x="9956" y="4529"/>
                  </a:lnTo>
                  <a:cubicBezTo>
                    <a:pt x="9956" y="4655"/>
                    <a:pt x="10019" y="4718"/>
                    <a:pt x="10082" y="4813"/>
                  </a:cubicBezTo>
                  <a:lnTo>
                    <a:pt x="11499" y="6231"/>
                  </a:lnTo>
                  <a:lnTo>
                    <a:pt x="10082" y="7648"/>
                  </a:lnTo>
                  <a:cubicBezTo>
                    <a:pt x="10019" y="7711"/>
                    <a:pt x="9956" y="7837"/>
                    <a:pt x="9956" y="7900"/>
                  </a:cubicBezTo>
                  <a:lnTo>
                    <a:pt x="9956" y="9917"/>
                  </a:lnTo>
                  <a:lnTo>
                    <a:pt x="7971" y="9917"/>
                  </a:lnTo>
                  <a:cubicBezTo>
                    <a:pt x="7845" y="9917"/>
                    <a:pt x="7750" y="9948"/>
                    <a:pt x="7687" y="10043"/>
                  </a:cubicBezTo>
                  <a:lnTo>
                    <a:pt x="6270" y="11460"/>
                  </a:lnTo>
                  <a:lnTo>
                    <a:pt x="4852" y="10043"/>
                  </a:lnTo>
                  <a:cubicBezTo>
                    <a:pt x="4757" y="9948"/>
                    <a:pt x="4631" y="9917"/>
                    <a:pt x="4568" y="9917"/>
                  </a:cubicBezTo>
                  <a:lnTo>
                    <a:pt x="2552" y="9917"/>
                  </a:lnTo>
                  <a:lnTo>
                    <a:pt x="2552" y="7900"/>
                  </a:lnTo>
                  <a:cubicBezTo>
                    <a:pt x="2552" y="7806"/>
                    <a:pt x="2521" y="7711"/>
                    <a:pt x="2426" y="7648"/>
                  </a:cubicBezTo>
                  <a:lnTo>
                    <a:pt x="1008" y="6231"/>
                  </a:lnTo>
                  <a:lnTo>
                    <a:pt x="2426" y="4813"/>
                  </a:lnTo>
                  <a:cubicBezTo>
                    <a:pt x="2521" y="4718"/>
                    <a:pt x="2552" y="4624"/>
                    <a:pt x="2552" y="4529"/>
                  </a:cubicBezTo>
                  <a:lnTo>
                    <a:pt x="2552" y="2513"/>
                  </a:lnTo>
                  <a:lnTo>
                    <a:pt x="4568" y="2513"/>
                  </a:lnTo>
                  <a:cubicBezTo>
                    <a:pt x="4694" y="2513"/>
                    <a:pt x="4757" y="2482"/>
                    <a:pt x="4852" y="2419"/>
                  </a:cubicBezTo>
                  <a:lnTo>
                    <a:pt x="6270" y="1001"/>
                  </a:lnTo>
                  <a:close/>
                  <a:moveTo>
                    <a:pt x="6285" y="1"/>
                  </a:moveTo>
                  <a:cubicBezTo>
                    <a:pt x="6175" y="1"/>
                    <a:pt x="6065" y="40"/>
                    <a:pt x="5986" y="119"/>
                  </a:cubicBezTo>
                  <a:lnTo>
                    <a:pt x="4411" y="1694"/>
                  </a:lnTo>
                  <a:lnTo>
                    <a:pt x="2174" y="1694"/>
                  </a:lnTo>
                  <a:cubicBezTo>
                    <a:pt x="1922" y="1694"/>
                    <a:pt x="1733" y="1883"/>
                    <a:pt x="1733" y="2135"/>
                  </a:cubicBezTo>
                  <a:lnTo>
                    <a:pt x="1733" y="4372"/>
                  </a:lnTo>
                  <a:lnTo>
                    <a:pt x="158" y="5947"/>
                  </a:lnTo>
                  <a:cubicBezTo>
                    <a:pt x="0" y="6105"/>
                    <a:pt x="0" y="6388"/>
                    <a:pt x="158" y="6546"/>
                  </a:cubicBezTo>
                  <a:lnTo>
                    <a:pt x="1733" y="8121"/>
                  </a:lnTo>
                  <a:lnTo>
                    <a:pt x="1733" y="10358"/>
                  </a:lnTo>
                  <a:cubicBezTo>
                    <a:pt x="1733" y="10578"/>
                    <a:pt x="1922" y="10736"/>
                    <a:pt x="2174" y="10736"/>
                  </a:cubicBezTo>
                  <a:lnTo>
                    <a:pt x="4411" y="10736"/>
                  </a:lnTo>
                  <a:lnTo>
                    <a:pt x="5986" y="12374"/>
                  </a:lnTo>
                  <a:cubicBezTo>
                    <a:pt x="6065" y="12453"/>
                    <a:pt x="6175" y="12492"/>
                    <a:pt x="6285" y="12492"/>
                  </a:cubicBezTo>
                  <a:cubicBezTo>
                    <a:pt x="6396" y="12492"/>
                    <a:pt x="6506" y="12453"/>
                    <a:pt x="6585" y="12374"/>
                  </a:cubicBezTo>
                  <a:lnTo>
                    <a:pt x="8160" y="10736"/>
                  </a:lnTo>
                  <a:lnTo>
                    <a:pt x="10397" y="10736"/>
                  </a:lnTo>
                  <a:cubicBezTo>
                    <a:pt x="10617" y="10736"/>
                    <a:pt x="10775" y="10547"/>
                    <a:pt x="10775" y="10358"/>
                  </a:cubicBezTo>
                  <a:lnTo>
                    <a:pt x="10775" y="8121"/>
                  </a:lnTo>
                  <a:lnTo>
                    <a:pt x="12413" y="6546"/>
                  </a:lnTo>
                  <a:cubicBezTo>
                    <a:pt x="12571" y="6388"/>
                    <a:pt x="12571" y="6105"/>
                    <a:pt x="12413" y="5947"/>
                  </a:cubicBezTo>
                  <a:lnTo>
                    <a:pt x="10775" y="4372"/>
                  </a:lnTo>
                  <a:lnTo>
                    <a:pt x="10775" y="2135"/>
                  </a:lnTo>
                  <a:cubicBezTo>
                    <a:pt x="10775" y="1883"/>
                    <a:pt x="10586" y="1694"/>
                    <a:pt x="10397" y="1694"/>
                  </a:cubicBezTo>
                  <a:lnTo>
                    <a:pt x="8160" y="1694"/>
                  </a:lnTo>
                  <a:lnTo>
                    <a:pt x="6585" y="119"/>
                  </a:lnTo>
                  <a:cubicBezTo>
                    <a:pt x="6506" y="40"/>
                    <a:pt x="6396" y="1"/>
                    <a:pt x="6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7560;p88">
              <a:extLst>
                <a:ext uri="{FF2B5EF4-FFF2-40B4-BE49-F238E27FC236}">
                  <a16:creationId xmlns:a16="http://schemas.microsoft.com/office/drawing/2014/main" id="{295A8AC1-0928-A10E-E078-783BE9CEC77A}"/>
                </a:ext>
              </a:extLst>
            </p:cNvPr>
            <p:cNvSpPr/>
            <p:nvPr/>
          </p:nvSpPr>
          <p:spPr>
            <a:xfrm>
              <a:off x="-61268225" y="2024575"/>
              <a:ext cx="60650" cy="61475"/>
            </a:xfrm>
            <a:custGeom>
              <a:avLst/>
              <a:gdLst/>
              <a:ahLst/>
              <a:cxnLst/>
              <a:rect l="l" t="t" r="r" b="b"/>
              <a:pathLst>
                <a:path w="2426" h="2459" extrusionOk="0">
                  <a:moveTo>
                    <a:pt x="1197" y="820"/>
                  </a:moveTo>
                  <a:cubicBezTo>
                    <a:pt x="1449" y="820"/>
                    <a:pt x="1607" y="1009"/>
                    <a:pt x="1607" y="1261"/>
                  </a:cubicBezTo>
                  <a:cubicBezTo>
                    <a:pt x="1607" y="1481"/>
                    <a:pt x="1418" y="1639"/>
                    <a:pt x="1197" y="1639"/>
                  </a:cubicBezTo>
                  <a:cubicBezTo>
                    <a:pt x="1008" y="1639"/>
                    <a:pt x="819" y="1450"/>
                    <a:pt x="819" y="1261"/>
                  </a:cubicBezTo>
                  <a:cubicBezTo>
                    <a:pt x="788" y="977"/>
                    <a:pt x="977" y="820"/>
                    <a:pt x="1197" y="820"/>
                  </a:cubicBezTo>
                  <a:close/>
                  <a:moveTo>
                    <a:pt x="1197" y="1"/>
                  </a:moveTo>
                  <a:cubicBezTo>
                    <a:pt x="536" y="1"/>
                    <a:pt x="0" y="536"/>
                    <a:pt x="0" y="1261"/>
                  </a:cubicBezTo>
                  <a:cubicBezTo>
                    <a:pt x="0" y="1954"/>
                    <a:pt x="504" y="2458"/>
                    <a:pt x="1197" y="2458"/>
                  </a:cubicBezTo>
                  <a:cubicBezTo>
                    <a:pt x="1890" y="2458"/>
                    <a:pt x="2426" y="1922"/>
                    <a:pt x="2426" y="1261"/>
                  </a:cubicBezTo>
                  <a:cubicBezTo>
                    <a:pt x="2426" y="568"/>
                    <a:pt x="1890" y="1"/>
                    <a:pt x="11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7561;p88">
              <a:extLst>
                <a:ext uri="{FF2B5EF4-FFF2-40B4-BE49-F238E27FC236}">
                  <a16:creationId xmlns:a16="http://schemas.microsoft.com/office/drawing/2014/main" id="{C367F09F-F863-200D-70D8-6BB0ECDF70DD}"/>
                </a:ext>
              </a:extLst>
            </p:cNvPr>
            <p:cNvSpPr/>
            <p:nvPr/>
          </p:nvSpPr>
          <p:spPr>
            <a:xfrm>
              <a:off x="-61187100" y="2107275"/>
              <a:ext cx="61450" cy="61475"/>
            </a:xfrm>
            <a:custGeom>
              <a:avLst/>
              <a:gdLst/>
              <a:ahLst/>
              <a:cxnLst/>
              <a:rect l="l" t="t" r="r" b="b"/>
              <a:pathLst>
                <a:path w="2458" h="2459" extrusionOk="0">
                  <a:moveTo>
                    <a:pt x="1229" y="788"/>
                  </a:moveTo>
                  <a:cubicBezTo>
                    <a:pt x="1512" y="820"/>
                    <a:pt x="1670" y="977"/>
                    <a:pt x="1670" y="1198"/>
                  </a:cubicBezTo>
                  <a:cubicBezTo>
                    <a:pt x="1670" y="1450"/>
                    <a:pt x="1481" y="1639"/>
                    <a:pt x="1229" y="1639"/>
                  </a:cubicBezTo>
                  <a:cubicBezTo>
                    <a:pt x="1008" y="1639"/>
                    <a:pt x="851" y="1450"/>
                    <a:pt x="851" y="1198"/>
                  </a:cubicBezTo>
                  <a:cubicBezTo>
                    <a:pt x="851" y="977"/>
                    <a:pt x="1040" y="788"/>
                    <a:pt x="1229" y="788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58"/>
                    <a:pt x="1229" y="2458"/>
                  </a:cubicBezTo>
                  <a:cubicBezTo>
                    <a:pt x="1922" y="2458"/>
                    <a:pt x="2458" y="1922"/>
                    <a:pt x="2458" y="1198"/>
                  </a:cubicBezTo>
                  <a:cubicBezTo>
                    <a:pt x="2458" y="536"/>
                    <a:pt x="1922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7562;p88">
              <a:extLst>
                <a:ext uri="{FF2B5EF4-FFF2-40B4-BE49-F238E27FC236}">
                  <a16:creationId xmlns:a16="http://schemas.microsoft.com/office/drawing/2014/main" id="{21AC4E6A-1BE2-51C8-61CA-20DF536DBA18}"/>
                </a:ext>
              </a:extLst>
            </p:cNvPr>
            <p:cNvSpPr/>
            <p:nvPr/>
          </p:nvSpPr>
          <p:spPr>
            <a:xfrm>
              <a:off x="-61250125" y="2044475"/>
              <a:ext cx="105575" cy="103600"/>
            </a:xfrm>
            <a:custGeom>
              <a:avLst/>
              <a:gdLst/>
              <a:ahLst/>
              <a:cxnLst/>
              <a:rect l="l" t="t" r="r" b="b"/>
              <a:pathLst>
                <a:path w="4223" h="4144" extrusionOk="0">
                  <a:moveTo>
                    <a:pt x="3766" y="0"/>
                  </a:moveTo>
                  <a:cubicBezTo>
                    <a:pt x="3655" y="0"/>
                    <a:pt x="3545" y="40"/>
                    <a:pt x="3466" y="118"/>
                  </a:cubicBezTo>
                  <a:lnTo>
                    <a:pt x="158" y="3426"/>
                  </a:lnTo>
                  <a:cubicBezTo>
                    <a:pt x="1" y="3615"/>
                    <a:pt x="1" y="3836"/>
                    <a:pt x="158" y="4025"/>
                  </a:cubicBezTo>
                  <a:cubicBezTo>
                    <a:pt x="237" y="4104"/>
                    <a:pt x="347" y="4143"/>
                    <a:pt x="458" y="4143"/>
                  </a:cubicBezTo>
                  <a:cubicBezTo>
                    <a:pt x="568" y="4143"/>
                    <a:pt x="678" y="4104"/>
                    <a:pt x="757" y="4025"/>
                  </a:cubicBezTo>
                  <a:lnTo>
                    <a:pt x="4065" y="717"/>
                  </a:lnTo>
                  <a:cubicBezTo>
                    <a:pt x="4222" y="559"/>
                    <a:pt x="4222" y="276"/>
                    <a:pt x="4065" y="118"/>
                  </a:cubicBezTo>
                  <a:cubicBezTo>
                    <a:pt x="3986" y="40"/>
                    <a:pt x="3876" y="0"/>
                    <a:pt x="3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17583;p88">
            <a:extLst>
              <a:ext uri="{FF2B5EF4-FFF2-40B4-BE49-F238E27FC236}">
                <a16:creationId xmlns:a16="http://schemas.microsoft.com/office/drawing/2014/main" id="{21545E99-EFEE-B285-DA06-721E8090AA06}"/>
              </a:ext>
            </a:extLst>
          </p:cNvPr>
          <p:cNvSpPr/>
          <p:nvPr/>
        </p:nvSpPr>
        <p:spPr>
          <a:xfrm>
            <a:off x="3652706" y="2472489"/>
            <a:ext cx="508168" cy="582010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17594;p88">
            <a:extLst>
              <a:ext uri="{FF2B5EF4-FFF2-40B4-BE49-F238E27FC236}">
                <a16:creationId xmlns:a16="http://schemas.microsoft.com/office/drawing/2014/main" id="{A270A633-CE2F-8AC5-799D-E8E257BFC079}"/>
              </a:ext>
            </a:extLst>
          </p:cNvPr>
          <p:cNvSpPr/>
          <p:nvPr/>
        </p:nvSpPr>
        <p:spPr>
          <a:xfrm>
            <a:off x="4298695" y="3202144"/>
            <a:ext cx="558940" cy="552195"/>
          </a:xfrm>
          <a:custGeom>
            <a:avLst/>
            <a:gdLst/>
            <a:ahLst/>
            <a:cxnLst/>
            <a:rect l="l" t="t" r="r" b="b"/>
            <a:pathLst>
              <a:path w="12761" h="12607" extrusionOk="0">
                <a:moveTo>
                  <a:pt x="1860" y="2084"/>
                </a:moveTo>
                <a:lnTo>
                  <a:pt x="7373" y="2997"/>
                </a:lnTo>
                <a:lnTo>
                  <a:pt x="5861" y="4509"/>
                </a:lnTo>
                <a:lnTo>
                  <a:pt x="1261" y="2682"/>
                </a:lnTo>
                <a:lnTo>
                  <a:pt x="1860" y="2084"/>
                </a:lnTo>
                <a:close/>
                <a:moveTo>
                  <a:pt x="11229" y="836"/>
                </a:moveTo>
                <a:cubicBezTo>
                  <a:pt x="11412" y="836"/>
                  <a:pt x="11578" y="881"/>
                  <a:pt x="11689" y="981"/>
                </a:cubicBezTo>
                <a:cubicBezTo>
                  <a:pt x="11847" y="1107"/>
                  <a:pt x="11878" y="1359"/>
                  <a:pt x="11847" y="1611"/>
                </a:cubicBezTo>
                <a:cubicBezTo>
                  <a:pt x="11815" y="1894"/>
                  <a:pt x="11658" y="2210"/>
                  <a:pt x="11500" y="2367"/>
                </a:cubicBezTo>
                <a:lnTo>
                  <a:pt x="7405" y="6463"/>
                </a:lnTo>
                <a:lnTo>
                  <a:pt x="5168" y="8700"/>
                </a:lnTo>
                <a:cubicBezTo>
                  <a:pt x="5073" y="8794"/>
                  <a:pt x="5010" y="8952"/>
                  <a:pt x="5042" y="9078"/>
                </a:cubicBezTo>
                <a:lnTo>
                  <a:pt x="5262" y="10306"/>
                </a:lnTo>
                <a:lnTo>
                  <a:pt x="4223" y="11377"/>
                </a:lnTo>
                <a:lnTo>
                  <a:pt x="3782" y="9204"/>
                </a:lnTo>
                <a:cubicBezTo>
                  <a:pt x="3750" y="9046"/>
                  <a:pt x="3624" y="8952"/>
                  <a:pt x="3466" y="8889"/>
                </a:cubicBezTo>
                <a:lnTo>
                  <a:pt x="1293" y="8479"/>
                </a:lnTo>
                <a:lnTo>
                  <a:pt x="2364" y="7408"/>
                </a:lnTo>
                <a:lnTo>
                  <a:pt x="3624" y="7628"/>
                </a:lnTo>
                <a:cubicBezTo>
                  <a:pt x="3659" y="7646"/>
                  <a:pt x="3697" y="7654"/>
                  <a:pt x="3734" y="7654"/>
                </a:cubicBezTo>
                <a:cubicBezTo>
                  <a:pt x="3831" y="7654"/>
                  <a:pt x="3925" y="7602"/>
                  <a:pt x="3971" y="7534"/>
                </a:cubicBezTo>
                <a:lnTo>
                  <a:pt x="6207" y="5266"/>
                </a:lnTo>
                <a:lnTo>
                  <a:pt x="10272" y="1233"/>
                </a:lnTo>
                <a:cubicBezTo>
                  <a:pt x="10496" y="988"/>
                  <a:pt x="10892" y="836"/>
                  <a:pt x="11229" y="836"/>
                </a:cubicBezTo>
                <a:close/>
                <a:moveTo>
                  <a:pt x="9641" y="5360"/>
                </a:moveTo>
                <a:lnTo>
                  <a:pt x="10587" y="10873"/>
                </a:lnTo>
                <a:lnTo>
                  <a:pt x="9988" y="11472"/>
                </a:lnTo>
                <a:lnTo>
                  <a:pt x="8161" y="6872"/>
                </a:lnTo>
                <a:lnTo>
                  <a:pt x="9641" y="5360"/>
                </a:lnTo>
                <a:close/>
                <a:moveTo>
                  <a:pt x="11241" y="1"/>
                </a:moveTo>
                <a:cubicBezTo>
                  <a:pt x="10688" y="1"/>
                  <a:pt x="10104" y="248"/>
                  <a:pt x="9736" y="634"/>
                </a:cubicBezTo>
                <a:lnTo>
                  <a:pt x="8066" y="2304"/>
                </a:lnTo>
                <a:lnTo>
                  <a:pt x="1765" y="1233"/>
                </a:lnTo>
                <a:cubicBezTo>
                  <a:pt x="1742" y="1227"/>
                  <a:pt x="1718" y="1225"/>
                  <a:pt x="1693" y="1225"/>
                </a:cubicBezTo>
                <a:cubicBezTo>
                  <a:pt x="1585" y="1225"/>
                  <a:pt x="1470" y="1276"/>
                  <a:pt x="1419" y="1327"/>
                </a:cubicBezTo>
                <a:lnTo>
                  <a:pt x="221" y="2525"/>
                </a:lnTo>
                <a:cubicBezTo>
                  <a:pt x="158" y="2588"/>
                  <a:pt x="64" y="2745"/>
                  <a:pt x="127" y="2903"/>
                </a:cubicBezTo>
                <a:cubicBezTo>
                  <a:pt x="158" y="3029"/>
                  <a:pt x="221" y="3155"/>
                  <a:pt x="348" y="3218"/>
                </a:cubicBezTo>
                <a:lnTo>
                  <a:pt x="5199" y="5171"/>
                </a:lnTo>
                <a:lnTo>
                  <a:pt x="3561" y="6809"/>
                </a:lnTo>
                <a:lnTo>
                  <a:pt x="2301" y="6589"/>
                </a:lnTo>
                <a:cubicBezTo>
                  <a:pt x="2267" y="6572"/>
                  <a:pt x="2231" y="6564"/>
                  <a:pt x="2195" y="6564"/>
                </a:cubicBezTo>
                <a:cubicBezTo>
                  <a:pt x="2095" y="6564"/>
                  <a:pt x="1992" y="6622"/>
                  <a:pt x="1923" y="6715"/>
                </a:cubicBezTo>
                <a:lnTo>
                  <a:pt x="158" y="8479"/>
                </a:lnTo>
                <a:cubicBezTo>
                  <a:pt x="32" y="8605"/>
                  <a:pt x="1" y="8731"/>
                  <a:pt x="32" y="8857"/>
                </a:cubicBezTo>
                <a:cubicBezTo>
                  <a:pt x="95" y="9015"/>
                  <a:pt x="190" y="9109"/>
                  <a:pt x="348" y="9141"/>
                </a:cubicBezTo>
                <a:lnTo>
                  <a:pt x="2994" y="9645"/>
                </a:lnTo>
                <a:lnTo>
                  <a:pt x="3498" y="12291"/>
                </a:lnTo>
                <a:cubicBezTo>
                  <a:pt x="3561" y="12449"/>
                  <a:pt x="3656" y="12575"/>
                  <a:pt x="3782" y="12606"/>
                </a:cubicBezTo>
                <a:lnTo>
                  <a:pt x="3908" y="12606"/>
                </a:lnTo>
                <a:cubicBezTo>
                  <a:pt x="4034" y="12606"/>
                  <a:pt x="4097" y="12575"/>
                  <a:pt x="4191" y="12480"/>
                </a:cubicBezTo>
                <a:lnTo>
                  <a:pt x="5955" y="10716"/>
                </a:lnTo>
                <a:cubicBezTo>
                  <a:pt x="6018" y="10653"/>
                  <a:pt x="6113" y="10464"/>
                  <a:pt x="6081" y="10369"/>
                </a:cubicBezTo>
                <a:lnTo>
                  <a:pt x="5829" y="9109"/>
                </a:lnTo>
                <a:lnTo>
                  <a:pt x="7499" y="7439"/>
                </a:lnTo>
                <a:lnTo>
                  <a:pt x="9421" y="12291"/>
                </a:lnTo>
                <a:cubicBezTo>
                  <a:pt x="9452" y="12417"/>
                  <a:pt x="9578" y="12543"/>
                  <a:pt x="9736" y="12543"/>
                </a:cubicBezTo>
                <a:lnTo>
                  <a:pt x="9799" y="12543"/>
                </a:lnTo>
                <a:cubicBezTo>
                  <a:pt x="9925" y="12543"/>
                  <a:pt x="9988" y="12480"/>
                  <a:pt x="10083" y="12417"/>
                </a:cubicBezTo>
                <a:lnTo>
                  <a:pt x="11248" y="11220"/>
                </a:lnTo>
                <a:cubicBezTo>
                  <a:pt x="11343" y="11157"/>
                  <a:pt x="11374" y="10999"/>
                  <a:pt x="11374" y="10873"/>
                </a:cubicBezTo>
                <a:lnTo>
                  <a:pt x="10303" y="4572"/>
                </a:lnTo>
                <a:lnTo>
                  <a:pt x="11973" y="2903"/>
                </a:lnTo>
                <a:cubicBezTo>
                  <a:pt x="12288" y="2588"/>
                  <a:pt x="12477" y="2178"/>
                  <a:pt x="12571" y="1705"/>
                </a:cubicBezTo>
                <a:cubicBezTo>
                  <a:pt x="12760" y="1201"/>
                  <a:pt x="12603" y="729"/>
                  <a:pt x="12288" y="414"/>
                </a:cubicBezTo>
                <a:cubicBezTo>
                  <a:pt x="12013" y="126"/>
                  <a:pt x="11635" y="1"/>
                  <a:pt x="112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17612;p88">
            <a:extLst>
              <a:ext uri="{FF2B5EF4-FFF2-40B4-BE49-F238E27FC236}">
                <a16:creationId xmlns:a16="http://schemas.microsoft.com/office/drawing/2014/main" id="{976F84B7-7365-DD41-C644-8D70BB1B13E1}"/>
              </a:ext>
            </a:extLst>
          </p:cNvPr>
          <p:cNvGrpSpPr/>
          <p:nvPr/>
        </p:nvGrpSpPr>
        <p:grpSpPr>
          <a:xfrm>
            <a:off x="4233140" y="1784195"/>
            <a:ext cx="680831" cy="614490"/>
            <a:chOff x="-64401400" y="1914475"/>
            <a:chExt cx="319000" cy="317275"/>
          </a:xfrm>
        </p:grpSpPr>
        <p:sp>
          <p:nvSpPr>
            <p:cNvPr id="47" name="Google Shape;17613;p88">
              <a:extLst>
                <a:ext uri="{FF2B5EF4-FFF2-40B4-BE49-F238E27FC236}">
                  <a16:creationId xmlns:a16="http://schemas.microsoft.com/office/drawing/2014/main" id="{B6634A8E-1EAD-284B-298E-2BD8F0C31F6E}"/>
                </a:ext>
              </a:extLst>
            </p:cNvPr>
            <p:cNvSpPr/>
            <p:nvPr/>
          </p:nvSpPr>
          <p:spPr>
            <a:xfrm>
              <a:off x="-64401400" y="1914475"/>
              <a:ext cx="319000" cy="317275"/>
            </a:xfrm>
            <a:custGeom>
              <a:avLst/>
              <a:gdLst/>
              <a:ahLst/>
              <a:cxnLst/>
              <a:rect l="l" t="t" r="r" b="b"/>
              <a:pathLst>
                <a:path w="12760" h="12691" extrusionOk="0">
                  <a:moveTo>
                    <a:pt x="4726" y="1317"/>
                  </a:moveTo>
                  <a:lnTo>
                    <a:pt x="4726" y="2703"/>
                  </a:lnTo>
                  <a:cubicBezTo>
                    <a:pt x="4663" y="2735"/>
                    <a:pt x="4600" y="2829"/>
                    <a:pt x="4569" y="2861"/>
                  </a:cubicBezTo>
                  <a:lnTo>
                    <a:pt x="4065" y="3554"/>
                  </a:lnTo>
                  <a:cubicBezTo>
                    <a:pt x="3970" y="3176"/>
                    <a:pt x="3907" y="2703"/>
                    <a:pt x="3907" y="2388"/>
                  </a:cubicBezTo>
                  <a:cubicBezTo>
                    <a:pt x="3876" y="1947"/>
                    <a:pt x="3970" y="1632"/>
                    <a:pt x="4222" y="1475"/>
                  </a:cubicBezTo>
                  <a:cubicBezTo>
                    <a:pt x="4348" y="1349"/>
                    <a:pt x="4537" y="1317"/>
                    <a:pt x="4726" y="1317"/>
                  </a:cubicBezTo>
                  <a:close/>
                  <a:moveTo>
                    <a:pt x="7046" y="813"/>
                  </a:moveTo>
                  <a:cubicBezTo>
                    <a:pt x="7507" y="813"/>
                    <a:pt x="7937" y="916"/>
                    <a:pt x="8286" y="1128"/>
                  </a:cubicBezTo>
                  <a:cubicBezTo>
                    <a:pt x="8759" y="1412"/>
                    <a:pt x="8979" y="1821"/>
                    <a:pt x="8948" y="2420"/>
                  </a:cubicBezTo>
                  <a:cubicBezTo>
                    <a:pt x="8948" y="2703"/>
                    <a:pt x="8853" y="3113"/>
                    <a:pt x="8790" y="3554"/>
                  </a:cubicBezTo>
                  <a:lnTo>
                    <a:pt x="8286" y="2861"/>
                  </a:lnTo>
                  <a:cubicBezTo>
                    <a:pt x="8066" y="2609"/>
                    <a:pt x="7814" y="2451"/>
                    <a:pt x="7499" y="2451"/>
                  </a:cubicBezTo>
                  <a:lnTo>
                    <a:pt x="5514" y="2451"/>
                  </a:lnTo>
                  <a:lnTo>
                    <a:pt x="5514" y="1160"/>
                  </a:lnTo>
                  <a:cubicBezTo>
                    <a:pt x="6020" y="931"/>
                    <a:pt x="6551" y="813"/>
                    <a:pt x="7046" y="813"/>
                  </a:cubicBezTo>
                  <a:close/>
                  <a:moveTo>
                    <a:pt x="7530" y="3334"/>
                  </a:moveTo>
                  <a:cubicBezTo>
                    <a:pt x="7562" y="3334"/>
                    <a:pt x="7593" y="3365"/>
                    <a:pt x="7656" y="3365"/>
                  </a:cubicBezTo>
                  <a:lnTo>
                    <a:pt x="8601" y="4657"/>
                  </a:lnTo>
                  <a:cubicBezTo>
                    <a:pt x="8444" y="5917"/>
                    <a:pt x="7688" y="7177"/>
                    <a:pt x="6427" y="7177"/>
                  </a:cubicBezTo>
                  <a:cubicBezTo>
                    <a:pt x="5167" y="7177"/>
                    <a:pt x="4411" y="5980"/>
                    <a:pt x="4254" y="4657"/>
                  </a:cubicBezTo>
                  <a:lnTo>
                    <a:pt x="5199" y="3365"/>
                  </a:lnTo>
                  <a:cubicBezTo>
                    <a:pt x="5230" y="3334"/>
                    <a:pt x="5293" y="3334"/>
                    <a:pt x="5325" y="3334"/>
                  </a:cubicBezTo>
                  <a:close/>
                  <a:moveTo>
                    <a:pt x="5199" y="7681"/>
                  </a:moveTo>
                  <a:cubicBezTo>
                    <a:pt x="5608" y="7902"/>
                    <a:pt x="5986" y="8028"/>
                    <a:pt x="6427" y="8028"/>
                  </a:cubicBezTo>
                  <a:cubicBezTo>
                    <a:pt x="6869" y="8028"/>
                    <a:pt x="7310" y="7902"/>
                    <a:pt x="7688" y="7713"/>
                  </a:cubicBezTo>
                  <a:lnTo>
                    <a:pt x="7688" y="7807"/>
                  </a:lnTo>
                  <a:cubicBezTo>
                    <a:pt x="7688" y="8028"/>
                    <a:pt x="7719" y="8185"/>
                    <a:pt x="7814" y="8343"/>
                  </a:cubicBezTo>
                  <a:lnTo>
                    <a:pt x="6427" y="9634"/>
                  </a:lnTo>
                  <a:lnTo>
                    <a:pt x="5073" y="8280"/>
                  </a:lnTo>
                  <a:cubicBezTo>
                    <a:pt x="5167" y="8122"/>
                    <a:pt x="5199" y="7965"/>
                    <a:pt x="5199" y="7776"/>
                  </a:cubicBezTo>
                  <a:lnTo>
                    <a:pt x="5199" y="7681"/>
                  </a:lnTo>
                  <a:close/>
                  <a:moveTo>
                    <a:pt x="4537" y="8878"/>
                  </a:moveTo>
                  <a:lnTo>
                    <a:pt x="5829" y="10170"/>
                  </a:lnTo>
                  <a:lnTo>
                    <a:pt x="5230" y="10769"/>
                  </a:lnTo>
                  <a:lnTo>
                    <a:pt x="4065" y="9036"/>
                  </a:lnTo>
                  <a:cubicBezTo>
                    <a:pt x="4222" y="9036"/>
                    <a:pt x="4380" y="9004"/>
                    <a:pt x="4537" y="8878"/>
                  </a:cubicBezTo>
                  <a:close/>
                  <a:moveTo>
                    <a:pt x="8318" y="8878"/>
                  </a:moveTo>
                  <a:cubicBezTo>
                    <a:pt x="8475" y="8973"/>
                    <a:pt x="8633" y="9036"/>
                    <a:pt x="8790" y="9036"/>
                  </a:cubicBezTo>
                  <a:lnTo>
                    <a:pt x="7593" y="10769"/>
                  </a:lnTo>
                  <a:lnTo>
                    <a:pt x="7026" y="10170"/>
                  </a:lnTo>
                  <a:lnTo>
                    <a:pt x="8318" y="8878"/>
                  </a:lnTo>
                  <a:close/>
                  <a:moveTo>
                    <a:pt x="10460" y="9067"/>
                  </a:moveTo>
                  <a:cubicBezTo>
                    <a:pt x="11279" y="9067"/>
                    <a:pt x="11941" y="9760"/>
                    <a:pt x="11941" y="10580"/>
                  </a:cubicBezTo>
                  <a:lnTo>
                    <a:pt x="11941" y="11840"/>
                  </a:lnTo>
                  <a:lnTo>
                    <a:pt x="7814" y="11840"/>
                  </a:lnTo>
                  <a:cubicBezTo>
                    <a:pt x="7908" y="11808"/>
                    <a:pt x="8003" y="11745"/>
                    <a:pt x="8034" y="11682"/>
                  </a:cubicBezTo>
                  <a:lnTo>
                    <a:pt x="9798" y="9067"/>
                  </a:lnTo>
                  <a:close/>
                  <a:moveTo>
                    <a:pt x="3088" y="9067"/>
                  </a:moveTo>
                  <a:lnTo>
                    <a:pt x="4852" y="11651"/>
                  </a:lnTo>
                  <a:cubicBezTo>
                    <a:pt x="4915" y="11745"/>
                    <a:pt x="5041" y="11808"/>
                    <a:pt x="5167" y="11840"/>
                  </a:cubicBezTo>
                  <a:lnTo>
                    <a:pt x="5199" y="11840"/>
                  </a:lnTo>
                  <a:cubicBezTo>
                    <a:pt x="5325" y="11840"/>
                    <a:pt x="5419" y="11808"/>
                    <a:pt x="5482" y="11714"/>
                  </a:cubicBezTo>
                  <a:lnTo>
                    <a:pt x="6427" y="10769"/>
                  </a:lnTo>
                  <a:lnTo>
                    <a:pt x="7404" y="11745"/>
                  </a:lnTo>
                  <a:cubicBezTo>
                    <a:pt x="7436" y="11777"/>
                    <a:pt x="7530" y="11840"/>
                    <a:pt x="7593" y="11871"/>
                  </a:cubicBezTo>
                  <a:lnTo>
                    <a:pt x="914" y="11871"/>
                  </a:lnTo>
                  <a:lnTo>
                    <a:pt x="914" y="11840"/>
                  </a:lnTo>
                  <a:lnTo>
                    <a:pt x="914" y="10580"/>
                  </a:lnTo>
                  <a:cubicBezTo>
                    <a:pt x="914" y="9760"/>
                    <a:pt x="1576" y="9067"/>
                    <a:pt x="2395" y="9067"/>
                  </a:cubicBezTo>
                  <a:close/>
                  <a:moveTo>
                    <a:pt x="7043" y="1"/>
                  </a:moveTo>
                  <a:cubicBezTo>
                    <a:pt x="6380" y="1"/>
                    <a:pt x="5673" y="166"/>
                    <a:pt x="5010" y="498"/>
                  </a:cubicBezTo>
                  <a:cubicBezTo>
                    <a:pt x="4898" y="477"/>
                    <a:pt x="4788" y="467"/>
                    <a:pt x="4680" y="467"/>
                  </a:cubicBezTo>
                  <a:cubicBezTo>
                    <a:pt x="4300" y="467"/>
                    <a:pt x="3942" y="592"/>
                    <a:pt x="3624" y="813"/>
                  </a:cubicBezTo>
                  <a:cubicBezTo>
                    <a:pt x="3308" y="1034"/>
                    <a:pt x="2962" y="1506"/>
                    <a:pt x="2962" y="2388"/>
                  </a:cubicBezTo>
                  <a:cubicBezTo>
                    <a:pt x="2962" y="3144"/>
                    <a:pt x="3277" y="4405"/>
                    <a:pt x="3340" y="4625"/>
                  </a:cubicBezTo>
                  <a:cubicBezTo>
                    <a:pt x="3466" y="5570"/>
                    <a:pt x="3781" y="6389"/>
                    <a:pt x="4285" y="6988"/>
                  </a:cubicBezTo>
                  <a:lnTo>
                    <a:pt x="4285" y="7744"/>
                  </a:lnTo>
                  <a:cubicBezTo>
                    <a:pt x="4285" y="8028"/>
                    <a:pt x="4065" y="8248"/>
                    <a:pt x="3781" y="8248"/>
                  </a:cubicBezTo>
                  <a:lnTo>
                    <a:pt x="2332" y="8248"/>
                  </a:lnTo>
                  <a:cubicBezTo>
                    <a:pt x="1072" y="8248"/>
                    <a:pt x="0" y="9288"/>
                    <a:pt x="0" y="10580"/>
                  </a:cubicBezTo>
                  <a:lnTo>
                    <a:pt x="0" y="12281"/>
                  </a:lnTo>
                  <a:cubicBezTo>
                    <a:pt x="0" y="12501"/>
                    <a:pt x="189" y="12690"/>
                    <a:pt x="410" y="12690"/>
                  </a:cubicBezTo>
                  <a:lnTo>
                    <a:pt x="12256" y="12690"/>
                  </a:lnTo>
                  <a:cubicBezTo>
                    <a:pt x="12508" y="12690"/>
                    <a:pt x="12697" y="12501"/>
                    <a:pt x="12697" y="12281"/>
                  </a:cubicBezTo>
                  <a:lnTo>
                    <a:pt x="12697" y="10580"/>
                  </a:lnTo>
                  <a:cubicBezTo>
                    <a:pt x="12760" y="9319"/>
                    <a:pt x="11689" y="8248"/>
                    <a:pt x="10429" y="8248"/>
                  </a:cubicBezTo>
                  <a:lnTo>
                    <a:pt x="8979" y="8248"/>
                  </a:lnTo>
                  <a:cubicBezTo>
                    <a:pt x="8696" y="8248"/>
                    <a:pt x="8475" y="8028"/>
                    <a:pt x="8475" y="7744"/>
                  </a:cubicBezTo>
                  <a:lnTo>
                    <a:pt x="8475" y="6957"/>
                  </a:lnTo>
                  <a:cubicBezTo>
                    <a:pt x="8979" y="6358"/>
                    <a:pt x="9294" y="5539"/>
                    <a:pt x="9389" y="4625"/>
                  </a:cubicBezTo>
                  <a:cubicBezTo>
                    <a:pt x="9546" y="4121"/>
                    <a:pt x="9735" y="3050"/>
                    <a:pt x="9767" y="2420"/>
                  </a:cubicBezTo>
                  <a:cubicBezTo>
                    <a:pt x="9767" y="1538"/>
                    <a:pt x="9420" y="845"/>
                    <a:pt x="8664" y="404"/>
                  </a:cubicBezTo>
                  <a:cubicBezTo>
                    <a:pt x="8202" y="135"/>
                    <a:pt x="7640" y="1"/>
                    <a:pt x="70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7614;p88">
              <a:extLst>
                <a:ext uri="{FF2B5EF4-FFF2-40B4-BE49-F238E27FC236}">
                  <a16:creationId xmlns:a16="http://schemas.microsoft.com/office/drawing/2014/main" id="{08BF8659-3C26-0849-3B7D-9202D5A30ADF}"/>
                </a:ext>
              </a:extLst>
            </p:cNvPr>
            <p:cNvSpPr/>
            <p:nvPr/>
          </p:nvSpPr>
          <p:spPr>
            <a:xfrm>
              <a:off x="-64172200" y="2175800"/>
              <a:ext cx="48850" cy="22075"/>
            </a:xfrm>
            <a:custGeom>
              <a:avLst/>
              <a:gdLst/>
              <a:ahLst/>
              <a:cxnLst/>
              <a:rect l="l" t="t" r="r" b="b"/>
              <a:pathLst>
                <a:path w="1954" h="883" extrusionOk="0">
                  <a:moveTo>
                    <a:pt x="410" y="1"/>
                  </a:moveTo>
                  <a:cubicBezTo>
                    <a:pt x="158" y="1"/>
                    <a:pt x="0" y="190"/>
                    <a:pt x="0" y="442"/>
                  </a:cubicBezTo>
                  <a:cubicBezTo>
                    <a:pt x="0" y="662"/>
                    <a:pt x="221" y="883"/>
                    <a:pt x="410" y="883"/>
                  </a:cubicBezTo>
                  <a:lnTo>
                    <a:pt x="1513" y="883"/>
                  </a:lnTo>
                  <a:cubicBezTo>
                    <a:pt x="1765" y="883"/>
                    <a:pt x="1891" y="662"/>
                    <a:pt x="1891" y="442"/>
                  </a:cubicBezTo>
                  <a:cubicBezTo>
                    <a:pt x="1954" y="190"/>
                    <a:pt x="1733" y="1"/>
                    <a:pt x="15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7615;p88">
              <a:extLst>
                <a:ext uri="{FF2B5EF4-FFF2-40B4-BE49-F238E27FC236}">
                  <a16:creationId xmlns:a16="http://schemas.microsoft.com/office/drawing/2014/main" id="{7FC309C5-14DE-CB35-F686-1D5E102CB711}"/>
                </a:ext>
              </a:extLst>
            </p:cNvPr>
            <p:cNvSpPr/>
            <p:nvPr/>
          </p:nvSpPr>
          <p:spPr>
            <a:xfrm>
              <a:off x="-64212375" y="2210450"/>
              <a:ext cx="5525" cy="25"/>
            </a:xfrm>
            <a:custGeom>
              <a:avLst/>
              <a:gdLst/>
              <a:ahLst/>
              <a:cxnLst/>
              <a:rect l="l" t="t" r="r" b="b"/>
              <a:pathLst>
                <a:path w="221" h="1" extrusionOk="0">
                  <a:moveTo>
                    <a:pt x="1" y="1"/>
                  </a:moveTo>
                  <a:lnTo>
                    <a:pt x="22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17616;p88">
            <a:extLst>
              <a:ext uri="{FF2B5EF4-FFF2-40B4-BE49-F238E27FC236}">
                <a16:creationId xmlns:a16="http://schemas.microsoft.com/office/drawing/2014/main" id="{252A2315-41D0-4AE4-E90E-4019989B0F64}"/>
              </a:ext>
            </a:extLst>
          </p:cNvPr>
          <p:cNvGrpSpPr/>
          <p:nvPr/>
        </p:nvGrpSpPr>
        <p:grpSpPr>
          <a:xfrm>
            <a:off x="3719479" y="1729870"/>
            <a:ext cx="424486" cy="647539"/>
            <a:chOff x="-64343900" y="2282125"/>
            <a:chExt cx="207150" cy="316000"/>
          </a:xfrm>
        </p:grpSpPr>
        <p:sp>
          <p:nvSpPr>
            <p:cNvPr id="51" name="Google Shape;17617;p88">
              <a:extLst>
                <a:ext uri="{FF2B5EF4-FFF2-40B4-BE49-F238E27FC236}">
                  <a16:creationId xmlns:a16="http://schemas.microsoft.com/office/drawing/2014/main" id="{771820AE-EA9E-8303-993D-B7ECA81CC946}"/>
                </a:ext>
              </a:extLst>
            </p:cNvPr>
            <p:cNvSpPr/>
            <p:nvPr/>
          </p:nvSpPr>
          <p:spPr>
            <a:xfrm>
              <a:off x="-64270650" y="2310475"/>
              <a:ext cx="61450" cy="147325"/>
            </a:xfrm>
            <a:custGeom>
              <a:avLst/>
              <a:gdLst/>
              <a:ahLst/>
              <a:cxnLst/>
              <a:rect l="l" t="t" r="r" b="b"/>
              <a:pathLst>
                <a:path w="2458" h="5893" extrusionOk="0">
                  <a:moveTo>
                    <a:pt x="1229" y="1"/>
                  </a:moveTo>
                  <a:cubicBezTo>
                    <a:pt x="1008" y="1"/>
                    <a:pt x="851" y="221"/>
                    <a:pt x="851" y="442"/>
                  </a:cubicBezTo>
                  <a:lnTo>
                    <a:pt x="851" y="726"/>
                  </a:lnTo>
                  <a:cubicBezTo>
                    <a:pt x="378" y="883"/>
                    <a:pt x="0" y="1356"/>
                    <a:pt x="0" y="1891"/>
                  </a:cubicBezTo>
                  <a:cubicBezTo>
                    <a:pt x="0" y="2584"/>
                    <a:pt x="567" y="2962"/>
                    <a:pt x="1008" y="3277"/>
                  </a:cubicBezTo>
                  <a:cubicBezTo>
                    <a:pt x="1323" y="3529"/>
                    <a:pt x="1670" y="3750"/>
                    <a:pt x="1670" y="4002"/>
                  </a:cubicBezTo>
                  <a:cubicBezTo>
                    <a:pt x="1670" y="4223"/>
                    <a:pt x="1481" y="4412"/>
                    <a:pt x="1229" y="4412"/>
                  </a:cubicBezTo>
                  <a:cubicBezTo>
                    <a:pt x="1008" y="4412"/>
                    <a:pt x="851" y="4223"/>
                    <a:pt x="851" y="4002"/>
                  </a:cubicBezTo>
                  <a:cubicBezTo>
                    <a:pt x="851" y="3750"/>
                    <a:pt x="630" y="3592"/>
                    <a:pt x="441" y="3592"/>
                  </a:cubicBezTo>
                  <a:cubicBezTo>
                    <a:pt x="221" y="3592"/>
                    <a:pt x="0" y="3781"/>
                    <a:pt x="0" y="4002"/>
                  </a:cubicBezTo>
                  <a:cubicBezTo>
                    <a:pt x="0" y="4538"/>
                    <a:pt x="378" y="4979"/>
                    <a:pt x="851" y="5168"/>
                  </a:cubicBezTo>
                  <a:lnTo>
                    <a:pt x="851" y="5451"/>
                  </a:lnTo>
                  <a:cubicBezTo>
                    <a:pt x="851" y="5672"/>
                    <a:pt x="1040" y="5892"/>
                    <a:pt x="1229" y="5892"/>
                  </a:cubicBezTo>
                  <a:cubicBezTo>
                    <a:pt x="1481" y="5829"/>
                    <a:pt x="1639" y="5640"/>
                    <a:pt x="1639" y="5451"/>
                  </a:cubicBezTo>
                  <a:lnTo>
                    <a:pt x="1639" y="5168"/>
                  </a:lnTo>
                  <a:cubicBezTo>
                    <a:pt x="2111" y="5010"/>
                    <a:pt x="2458" y="4538"/>
                    <a:pt x="2458" y="4002"/>
                  </a:cubicBezTo>
                  <a:cubicBezTo>
                    <a:pt x="2458" y="3309"/>
                    <a:pt x="1891" y="2931"/>
                    <a:pt x="1481" y="2616"/>
                  </a:cubicBezTo>
                  <a:cubicBezTo>
                    <a:pt x="1166" y="2364"/>
                    <a:pt x="788" y="2143"/>
                    <a:pt x="788" y="1891"/>
                  </a:cubicBezTo>
                  <a:cubicBezTo>
                    <a:pt x="788" y="1671"/>
                    <a:pt x="1008" y="1513"/>
                    <a:pt x="1197" y="1513"/>
                  </a:cubicBezTo>
                  <a:cubicBezTo>
                    <a:pt x="1418" y="1513"/>
                    <a:pt x="1639" y="1702"/>
                    <a:pt x="1639" y="1891"/>
                  </a:cubicBezTo>
                  <a:cubicBezTo>
                    <a:pt x="1639" y="2143"/>
                    <a:pt x="1828" y="2332"/>
                    <a:pt x="2017" y="2332"/>
                  </a:cubicBezTo>
                  <a:cubicBezTo>
                    <a:pt x="2269" y="2332"/>
                    <a:pt x="2458" y="2143"/>
                    <a:pt x="2458" y="1891"/>
                  </a:cubicBezTo>
                  <a:cubicBezTo>
                    <a:pt x="2458" y="1356"/>
                    <a:pt x="2111" y="915"/>
                    <a:pt x="1639" y="726"/>
                  </a:cubicBezTo>
                  <a:lnTo>
                    <a:pt x="1639" y="442"/>
                  </a:lnTo>
                  <a:cubicBezTo>
                    <a:pt x="1639" y="221"/>
                    <a:pt x="1418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2" name="Google Shape;17618;p88">
              <a:extLst>
                <a:ext uri="{FF2B5EF4-FFF2-40B4-BE49-F238E27FC236}">
                  <a16:creationId xmlns:a16="http://schemas.microsoft.com/office/drawing/2014/main" id="{9EC00937-A6EE-5758-5316-BFB6647ECB71}"/>
                </a:ext>
              </a:extLst>
            </p:cNvPr>
            <p:cNvSpPr/>
            <p:nvPr/>
          </p:nvSpPr>
          <p:spPr>
            <a:xfrm>
              <a:off x="-64343900" y="2282125"/>
              <a:ext cx="207150" cy="316000"/>
            </a:xfrm>
            <a:custGeom>
              <a:avLst/>
              <a:gdLst/>
              <a:ahLst/>
              <a:cxnLst/>
              <a:rect l="l" t="t" r="r" b="b"/>
              <a:pathLst>
                <a:path w="8286" h="12640" extrusionOk="0">
                  <a:moveTo>
                    <a:pt x="4159" y="788"/>
                  </a:moveTo>
                  <a:cubicBezTo>
                    <a:pt x="5986" y="788"/>
                    <a:pt x="7467" y="2301"/>
                    <a:pt x="7467" y="4096"/>
                  </a:cubicBezTo>
                  <a:cubicBezTo>
                    <a:pt x="7467" y="5924"/>
                    <a:pt x="5986" y="7404"/>
                    <a:pt x="4159" y="7404"/>
                  </a:cubicBezTo>
                  <a:cubicBezTo>
                    <a:pt x="2300" y="7404"/>
                    <a:pt x="851" y="5924"/>
                    <a:pt x="851" y="4096"/>
                  </a:cubicBezTo>
                  <a:cubicBezTo>
                    <a:pt x="851" y="2301"/>
                    <a:pt x="2363" y="788"/>
                    <a:pt x="4159" y="788"/>
                  </a:cubicBezTo>
                  <a:close/>
                  <a:moveTo>
                    <a:pt x="851" y="8917"/>
                  </a:moveTo>
                  <a:cubicBezTo>
                    <a:pt x="1513" y="8980"/>
                    <a:pt x="2206" y="9295"/>
                    <a:pt x="2773" y="9862"/>
                  </a:cubicBezTo>
                  <a:cubicBezTo>
                    <a:pt x="3340" y="10429"/>
                    <a:pt x="3655" y="11122"/>
                    <a:pt x="3718" y="11784"/>
                  </a:cubicBezTo>
                  <a:cubicBezTo>
                    <a:pt x="3056" y="11689"/>
                    <a:pt x="2395" y="11374"/>
                    <a:pt x="1796" y="10838"/>
                  </a:cubicBezTo>
                  <a:cubicBezTo>
                    <a:pt x="1261" y="10271"/>
                    <a:pt x="945" y="9578"/>
                    <a:pt x="851" y="8917"/>
                  </a:cubicBezTo>
                  <a:close/>
                  <a:moveTo>
                    <a:pt x="7467" y="8917"/>
                  </a:moveTo>
                  <a:lnTo>
                    <a:pt x="7467" y="8917"/>
                  </a:lnTo>
                  <a:cubicBezTo>
                    <a:pt x="7404" y="9578"/>
                    <a:pt x="7089" y="10240"/>
                    <a:pt x="6522" y="10838"/>
                  </a:cubicBezTo>
                  <a:cubicBezTo>
                    <a:pt x="5923" y="11374"/>
                    <a:pt x="5262" y="11689"/>
                    <a:pt x="4600" y="11784"/>
                  </a:cubicBezTo>
                  <a:cubicBezTo>
                    <a:pt x="4663" y="11122"/>
                    <a:pt x="4947" y="10429"/>
                    <a:pt x="5545" y="9862"/>
                  </a:cubicBezTo>
                  <a:cubicBezTo>
                    <a:pt x="6081" y="9295"/>
                    <a:pt x="6805" y="8980"/>
                    <a:pt x="7467" y="8917"/>
                  </a:cubicBezTo>
                  <a:close/>
                  <a:moveTo>
                    <a:pt x="4159" y="1"/>
                  </a:moveTo>
                  <a:cubicBezTo>
                    <a:pt x="1891" y="1"/>
                    <a:pt x="32" y="1860"/>
                    <a:pt x="32" y="4128"/>
                  </a:cubicBezTo>
                  <a:cubicBezTo>
                    <a:pt x="32" y="6270"/>
                    <a:pt x="1670" y="8034"/>
                    <a:pt x="3781" y="8223"/>
                  </a:cubicBezTo>
                  <a:lnTo>
                    <a:pt x="3781" y="9736"/>
                  </a:lnTo>
                  <a:cubicBezTo>
                    <a:pt x="3623" y="9578"/>
                    <a:pt x="3497" y="9421"/>
                    <a:pt x="3371" y="9295"/>
                  </a:cubicBezTo>
                  <a:cubicBezTo>
                    <a:pt x="2584" y="8507"/>
                    <a:pt x="1576" y="8066"/>
                    <a:pt x="410" y="8066"/>
                  </a:cubicBezTo>
                  <a:cubicBezTo>
                    <a:pt x="189" y="8066"/>
                    <a:pt x="32" y="8287"/>
                    <a:pt x="32" y="8476"/>
                  </a:cubicBezTo>
                  <a:cubicBezTo>
                    <a:pt x="0" y="9578"/>
                    <a:pt x="410" y="10649"/>
                    <a:pt x="1261" y="11437"/>
                  </a:cubicBezTo>
                  <a:cubicBezTo>
                    <a:pt x="2048" y="12225"/>
                    <a:pt x="3056" y="12634"/>
                    <a:pt x="4096" y="12634"/>
                  </a:cubicBezTo>
                  <a:lnTo>
                    <a:pt x="4159" y="12634"/>
                  </a:lnTo>
                  <a:cubicBezTo>
                    <a:pt x="4225" y="12638"/>
                    <a:pt x="4290" y="12640"/>
                    <a:pt x="4355" y="12640"/>
                  </a:cubicBezTo>
                  <a:cubicBezTo>
                    <a:pt x="5385" y="12640"/>
                    <a:pt x="6348" y="12178"/>
                    <a:pt x="7089" y="11437"/>
                  </a:cubicBezTo>
                  <a:cubicBezTo>
                    <a:pt x="7877" y="10649"/>
                    <a:pt x="8286" y="9610"/>
                    <a:pt x="8286" y="8476"/>
                  </a:cubicBezTo>
                  <a:cubicBezTo>
                    <a:pt x="8286" y="8223"/>
                    <a:pt x="8097" y="8066"/>
                    <a:pt x="7908" y="8066"/>
                  </a:cubicBezTo>
                  <a:cubicBezTo>
                    <a:pt x="7872" y="8065"/>
                    <a:pt x="7837" y="8064"/>
                    <a:pt x="7801" y="8064"/>
                  </a:cubicBezTo>
                  <a:cubicBezTo>
                    <a:pt x="6709" y="8064"/>
                    <a:pt x="5709" y="8532"/>
                    <a:pt x="4947" y="9295"/>
                  </a:cubicBezTo>
                  <a:cubicBezTo>
                    <a:pt x="4821" y="9452"/>
                    <a:pt x="4663" y="9578"/>
                    <a:pt x="4569" y="9736"/>
                  </a:cubicBezTo>
                  <a:lnTo>
                    <a:pt x="4569" y="8223"/>
                  </a:lnTo>
                  <a:cubicBezTo>
                    <a:pt x="6648" y="8034"/>
                    <a:pt x="8286" y="6270"/>
                    <a:pt x="8286" y="4128"/>
                  </a:cubicBezTo>
                  <a:cubicBezTo>
                    <a:pt x="8286" y="1860"/>
                    <a:pt x="6459" y="1"/>
                    <a:pt x="4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0000"/>
                </a:solidFill>
              </a:endParaRPr>
            </a:p>
          </p:txBody>
        </p:sp>
      </p:grpSp>
      <p:sp>
        <p:nvSpPr>
          <p:cNvPr id="53" name="Google Shape;17619;p88">
            <a:extLst>
              <a:ext uri="{FF2B5EF4-FFF2-40B4-BE49-F238E27FC236}">
                <a16:creationId xmlns:a16="http://schemas.microsoft.com/office/drawing/2014/main" id="{D9F2C1A4-8697-23C7-451B-34C6516922AA}"/>
              </a:ext>
            </a:extLst>
          </p:cNvPr>
          <p:cNvSpPr/>
          <p:nvPr/>
        </p:nvSpPr>
        <p:spPr>
          <a:xfrm>
            <a:off x="4282161" y="2510524"/>
            <a:ext cx="575474" cy="579781"/>
          </a:xfrm>
          <a:custGeom>
            <a:avLst/>
            <a:gdLst/>
            <a:ahLst/>
            <a:cxnLst/>
            <a:rect l="l" t="t" r="r" b="b"/>
            <a:pathLst>
              <a:path w="12697" h="12792" extrusionOk="0">
                <a:moveTo>
                  <a:pt x="7310" y="3435"/>
                </a:moveTo>
                <a:cubicBezTo>
                  <a:pt x="7404" y="3435"/>
                  <a:pt x="7467" y="3498"/>
                  <a:pt x="7436" y="3624"/>
                </a:cubicBezTo>
                <a:cubicBezTo>
                  <a:pt x="7310" y="3939"/>
                  <a:pt x="7247" y="4223"/>
                  <a:pt x="7215" y="4538"/>
                </a:cubicBezTo>
                <a:lnTo>
                  <a:pt x="5419" y="4538"/>
                </a:lnTo>
                <a:cubicBezTo>
                  <a:pt x="5388" y="4223"/>
                  <a:pt x="5293" y="3908"/>
                  <a:pt x="5199" y="3624"/>
                </a:cubicBezTo>
                <a:cubicBezTo>
                  <a:pt x="5167" y="3498"/>
                  <a:pt x="5230" y="3435"/>
                  <a:pt x="5325" y="3435"/>
                </a:cubicBezTo>
                <a:close/>
                <a:moveTo>
                  <a:pt x="7121" y="5357"/>
                </a:moveTo>
                <a:cubicBezTo>
                  <a:pt x="7089" y="6428"/>
                  <a:pt x="7310" y="7436"/>
                  <a:pt x="7845" y="8381"/>
                </a:cubicBezTo>
                <a:lnTo>
                  <a:pt x="8003" y="8665"/>
                </a:lnTo>
                <a:lnTo>
                  <a:pt x="4726" y="8665"/>
                </a:lnTo>
                <a:lnTo>
                  <a:pt x="4852" y="8381"/>
                </a:lnTo>
                <a:cubicBezTo>
                  <a:pt x="5356" y="7436"/>
                  <a:pt x="5577" y="6396"/>
                  <a:pt x="5545" y="5357"/>
                </a:cubicBezTo>
                <a:close/>
                <a:moveTo>
                  <a:pt x="8381" y="9484"/>
                </a:moveTo>
                <a:cubicBezTo>
                  <a:pt x="8633" y="9484"/>
                  <a:pt x="8790" y="9704"/>
                  <a:pt x="8790" y="9925"/>
                </a:cubicBezTo>
                <a:lnTo>
                  <a:pt x="8790" y="10335"/>
                </a:lnTo>
                <a:lnTo>
                  <a:pt x="3813" y="10335"/>
                </a:lnTo>
                <a:lnTo>
                  <a:pt x="3813" y="9925"/>
                </a:lnTo>
                <a:lnTo>
                  <a:pt x="3844" y="9925"/>
                </a:lnTo>
                <a:cubicBezTo>
                  <a:pt x="3844" y="9704"/>
                  <a:pt x="4065" y="9484"/>
                  <a:pt x="4254" y="9484"/>
                </a:cubicBezTo>
                <a:close/>
                <a:moveTo>
                  <a:pt x="9200" y="11154"/>
                </a:moveTo>
                <a:cubicBezTo>
                  <a:pt x="9452" y="11154"/>
                  <a:pt x="9609" y="11343"/>
                  <a:pt x="9609" y="11595"/>
                </a:cubicBezTo>
                <a:lnTo>
                  <a:pt x="9609" y="12004"/>
                </a:lnTo>
                <a:lnTo>
                  <a:pt x="2993" y="12004"/>
                </a:lnTo>
                <a:lnTo>
                  <a:pt x="2993" y="11595"/>
                </a:lnTo>
                <a:lnTo>
                  <a:pt x="3025" y="11595"/>
                </a:lnTo>
                <a:cubicBezTo>
                  <a:pt x="3025" y="11343"/>
                  <a:pt x="3214" y="11154"/>
                  <a:pt x="3435" y="11154"/>
                </a:cubicBezTo>
                <a:close/>
                <a:moveTo>
                  <a:pt x="6333" y="1"/>
                </a:moveTo>
                <a:cubicBezTo>
                  <a:pt x="6144" y="1"/>
                  <a:pt x="5955" y="190"/>
                  <a:pt x="5955" y="442"/>
                </a:cubicBezTo>
                <a:lnTo>
                  <a:pt x="5955" y="883"/>
                </a:lnTo>
                <a:lnTo>
                  <a:pt x="5514" y="883"/>
                </a:lnTo>
                <a:cubicBezTo>
                  <a:pt x="5262" y="883"/>
                  <a:pt x="5104" y="1072"/>
                  <a:pt x="5104" y="1261"/>
                </a:cubicBezTo>
                <a:cubicBezTo>
                  <a:pt x="5104" y="1513"/>
                  <a:pt x="5325" y="1702"/>
                  <a:pt x="5514" y="1702"/>
                </a:cubicBezTo>
                <a:lnTo>
                  <a:pt x="5955" y="1702"/>
                </a:lnTo>
                <a:lnTo>
                  <a:pt x="5955" y="2521"/>
                </a:lnTo>
                <a:lnTo>
                  <a:pt x="5356" y="2521"/>
                </a:lnTo>
                <a:cubicBezTo>
                  <a:pt x="4695" y="2521"/>
                  <a:pt x="4222" y="3183"/>
                  <a:pt x="4443" y="3813"/>
                </a:cubicBezTo>
                <a:cubicBezTo>
                  <a:pt x="4537" y="4034"/>
                  <a:pt x="4569" y="4254"/>
                  <a:pt x="4632" y="4443"/>
                </a:cubicBezTo>
                <a:lnTo>
                  <a:pt x="4285" y="4443"/>
                </a:lnTo>
                <a:cubicBezTo>
                  <a:pt x="4065" y="4443"/>
                  <a:pt x="3907" y="4664"/>
                  <a:pt x="3907" y="4884"/>
                </a:cubicBezTo>
                <a:cubicBezTo>
                  <a:pt x="3907" y="5136"/>
                  <a:pt x="4096" y="5325"/>
                  <a:pt x="4285" y="5325"/>
                </a:cubicBezTo>
                <a:lnTo>
                  <a:pt x="4726" y="5325"/>
                </a:lnTo>
                <a:cubicBezTo>
                  <a:pt x="4821" y="6901"/>
                  <a:pt x="4191" y="7846"/>
                  <a:pt x="3718" y="8791"/>
                </a:cubicBezTo>
                <a:cubicBezTo>
                  <a:pt x="3308" y="8980"/>
                  <a:pt x="3025" y="9421"/>
                  <a:pt x="3025" y="9893"/>
                </a:cubicBezTo>
                <a:lnTo>
                  <a:pt x="3025" y="10366"/>
                </a:lnTo>
                <a:cubicBezTo>
                  <a:pt x="2552" y="10524"/>
                  <a:pt x="2206" y="10996"/>
                  <a:pt x="2206" y="11532"/>
                </a:cubicBezTo>
                <a:lnTo>
                  <a:pt x="2206" y="11973"/>
                </a:lnTo>
                <a:lnTo>
                  <a:pt x="442" y="11973"/>
                </a:lnTo>
                <a:cubicBezTo>
                  <a:pt x="189" y="11973"/>
                  <a:pt x="0" y="12162"/>
                  <a:pt x="0" y="12382"/>
                </a:cubicBezTo>
                <a:cubicBezTo>
                  <a:pt x="0" y="12603"/>
                  <a:pt x="158" y="12792"/>
                  <a:pt x="379" y="12792"/>
                </a:cubicBezTo>
                <a:lnTo>
                  <a:pt x="12256" y="12792"/>
                </a:lnTo>
                <a:cubicBezTo>
                  <a:pt x="12476" y="12792"/>
                  <a:pt x="12697" y="12603"/>
                  <a:pt x="12697" y="12382"/>
                </a:cubicBezTo>
                <a:cubicBezTo>
                  <a:pt x="12697" y="12130"/>
                  <a:pt x="12476" y="11973"/>
                  <a:pt x="12256" y="11973"/>
                </a:cubicBezTo>
                <a:lnTo>
                  <a:pt x="10460" y="11973"/>
                </a:lnTo>
                <a:lnTo>
                  <a:pt x="10460" y="11532"/>
                </a:lnTo>
                <a:cubicBezTo>
                  <a:pt x="10460" y="10996"/>
                  <a:pt x="10114" y="10555"/>
                  <a:pt x="9641" y="10366"/>
                </a:cubicBezTo>
                <a:lnTo>
                  <a:pt x="9641" y="9893"/>
                </a:lnTo>
                <a:cubicBezTo>
                  <a:pt x="9641" y="9421"/>
                  <a:pt x="9357" y="8980"/>
                  <a:pt x="8979" y="8791"/>
                </a:cubicBezTo>
                <a:cubicBezTo>
                  <a:pt x="8507" y="7877"/>
                  <a:pt x="7877" y="6932"/>
                  <a:pt x="7940" y="5325"/>
                </a:cubicBezTo>
                <a:lnTo>
                  <a:pt x="8381" y="5325"/>
                </a:lnTo>
                <a:cubicBezTo>
                  <a:pt x="8633" y="5325"/>
                  <a:pt x="8790" y="5136"/>
                  <a:pt x="8790" y="4884"/>
                </a:cubicBezTo>
                <a:cubicBezTo>
                  <a:pt x="8790" y="4664"/>
                  <a:pt x="8570" y="4443"/>
                  <a:pt x="8381" y="4443"/>
                </a:cubicBezTo>
                <a:lnTo>
                  <a:pt x="8034" y="4443"/>
                </a:lnTo>
                <a:cubicBezTo>
                  <a:pt x="8066" y="4254"/>
                  <a:pt x="8160" y="4034"/>
                  <a:pt x="8223" y="3813"/>
                </a:cubicBezTo>
                <a:cubicBezTo>
                  <a:pt x="8475" y="3183"/>
                  <a:pt x="8003" y="2521"/>
                  <a:pt x="7310" y="2521"/>
                </a:cubicBezTo>
                <a:lnTo>
                  <a:pt x="6743" y="2521"/>
                </a:lnTo>
                <a:lnTo>
                  <a:pt x="6743" y="1702"/>
                </a:lnTo>
                <a:lnTo>
                  <a:pt x="7184" y="1702"/>
                </a:lnTo>
                <a:cubicBezTo>
                  <a:pt x="7404" y="1702"/>
                  <a:pt x="7562" y="1513"/>
                  <a:pt x="7562" y="1261"/>
                </a:cubicBezTo>
                <a:cubicBezTo>
                  <a:pt x="7562" y="1041"/>
                  <a:pt x="7373" y="883"/>
                  <a:pt x="7184" y="883"/>
                </a:cubicBezTo>
                <a:lnTo>
                  <a:pt x="6743" y="883"/>
                </a:lnTo>
                <a:lnTo>
                  <a:pt x="6743" y="442"/>
                </a:lnTo>
                <a:cubicBezTo>
                  <a:pt x="6743" y="190"/>
                  <a:pt x="6522" y="1"/>
                  <a:pt x="633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4" name="Google Shape;17652;p88">
            <a:extLst>
              <a:ext uri="{FF2B5EF4-FFF2-40B4-BE49-F238E27FC236}">
                <a16:creationId xmlns:a16="http://schemas.microsoft.com/office/drawing/2014/main" id="{E728F030-2E2D-957A-920A-985B8D13550F}"/>
              </a:ext>
            </a:extLst>
          </p:cNvPr>
          <p:cNvGrpSpPr/>
          <p:nvPr/>
        </p:nvGrpSpPr>
        <p:grpSpPr>
          <a:xfrm>
            <a:off x="3637535" y="3190626"/>
            <a:ext cx="545644" cy="563713"/>
            <a:chOff x="-62148000" y="1930075"/>
            <a:chExt cx="309550" cy="319800"/>
          </a:xfrm>
        </p:grpSpPr>
        <p:sp>
          <p:nvSpPr>
            <p:cNvPr id="55" name="Google Shape;17653;p88">
              <a:extLst>
                <a:ext uri="{FF2B5EF4-FFF2-40B4-BE49-F238E27FC236}">
                  <a16:creationId xmlns:a16="http://schemas.microsoft.com/office/drawing/2014/main" id="{79147C3F-3413-F7AF-312A-B97EC5D8C5B3}"/>
                </a:ext>
              </a:extLst>
            </p:cNvPr>
            <p:cNvSpPr/>
            <p:nvPr/>
          </p:nvSpPr>
          <p:spPr>
            <a:xfrm>
              <a:off x="-62148000" y="1930075"/>
              <a:ext cx="309550" cy="319800"/>
            </a:xfrm>
            <a:custGeom>
              <a:avLst/>
              <a:gdLst/>
              <a:ahLst/>
              <a:cxnLst/>
              <a:rect l="l" t="t" r="r" b="b"/>
              <a:pathLst>
                <a:path w="12382" h="12792" extrusionOk="0">
                  <a:moveTo>
                    <a:pt x="11594" y="1670"/>
                  </a:moveTo>
                  <a:lnTo>
                    <a:pt x="11594" y="2899"/>
                  </a:lnTo>
                  <a:cubicBezTo>
                    <a:pt x="11594" y="3970"/>
                    <a:pt x="10775" y="4883"/>
                    <a:pt x="9735" y="4946"/>
                  </a:cubicBezTo>
                  <a:cubicBezTo>
                    <a:pt x="9861" y="4631"/>
                    <a:pt x="9924" y="4190"/>
                    <a:pt x="9924" y="3781"/>
                  </a:cubicBezTo>
                  <a:lnTo>
                    <a:pt x="9924" y="1670"/>
                  </a:lnTo>
                  <a:close/>
                  <a:moveTo>
                    <a:pt x="2489" y="1733"/>
                  </a:moveTo>
                  <a:lnTo>
                    <a:pt x="2489" y="3812"/>
                  </a:lnTo>
                  <a:cubicBezTo>
                    <a:pt x="2489" y="4253"/>
                    <a:pt x="2584" y="4631"/>
                    <a:pt x="2678" y="5041"/>
                  </a:cubicBezTo>
                  <a:cubicBezTo>
                    <a:pt x="1638" y="4915"/>
                    <a:pt x="851" y="4033"/>
                    <a:pt x="851" y="2993"/>
                  </a:cubicBezTo>
                  <a:lnTo>
                    <a:pt x="851" y="1733"/>
                  </a:lnTo>
                  <a:close/>
                  <a:moveTo>
                    <a:pt x="9105" y="882"/>
                  </a:moveTo>
                  <a:lnTo>
                    <a:pt x="9105" y="3812"/>
                  </a:lnTo>
                  <a:cubicBezTo>
                    <a:pt x="9105" y="5419"/>
                    <a:pt x="7813" y="6679"/>
                    <a:pt x="6207" y="6679"/>
                  </a:cubicBezTo>
                  <a:cubicBezTo>
                    <a:pt x="4600" y="6679"/>
                    <a:pt x="3308" y="5387"/>
                    <a:pt x="3308" y="3812"/>
                  </a:cubicBezTo>
                  <a:lnTo>
                    <a:pt x="3308" y="882"/>
                  </a:lnTo>
                  <a:close/>
                  <a:moveTo>
                    <a:pt x="6648" y="7467"/>
                  </a:moveTo>
                  <a:lnTo>
                    <a:pt x="6648" y="8601"/>
                  </a:lnTo>
                  <a:lnTo>
                    <a:pt x="5797" y="8601"/>
                  </a:lnTo>
                  <a:lnTo>
                    <a:pt x="5797" y="7467"/>
                  </a:lnTo>
                  <a:cubicBezTo>
                    <a:pt x="5923" y="7467"/>
                    <a:pt x="6081" y="7498"/>
                    <a:pt x="6207" y="7498"/>
                  </a:cubicBezTo>
                  <a:cubicBezTo>
                    <a:pt x="6301" y="7498"/>
                    <a:pt x="6459" y="7498"/>
                    <a:pt x="6648" y="7467"/>
                  </a:cubicBezTo>
                  <a:close/>
                  <a:moveTo>
                    <a:pt x="7057" y="9389"/>
                  </a:moveTo>
                  <a:cubicBezTo>
                    <a:pt x="7309" y="9389"/>
                    <a:pt x="7498" y="9609"/>
                    <a:pt x="7498" y="9830"/>
                  </a:cubicBezTo>
                  <a:lnTo>
                    <a:pt x="7498" y="10271"/>
                  </a:lnTo>
                  <a:lnTo>
                    <a:pt x="5009" y="10271"/>
                  </a:lnTo>
                  <a:lnTo>
                    <a:pt x="5009" y="9830"/>
                  </a:lnTo>
                  <a:lnTo>
                    <a:pt x="4978" y="9830"/>
                  </a:lnTo>
                  <a:cubicBezTo>
                    <a:pt x="4978" y="9609"/>
                    <a:pt x="5167" y="9389"/>
                    <a:pt x="5419" y="9389"/>
                  </a:cubicBezTo>
                  <a:close/>
                  <a:moveTo>
                    <a:pt x="8727" y="11090"/>
                  </a:moveTo>
                  <a:cubicBezTo>
                    <a:pt x="8948" y="11090"/>
                    <a:pt x="9105" y="11279"/>
                    <a:pt x="9105" y="11499"/>
                  </a:cubicBezTo>
                  <a:lnTo>
                    <a:pt x="9105" y="11909"/>
                  </a:lnTo>
                  <a:lnTo>
                    <a:pt x="3308" y="11909"/>
                  </a:lnTo>
                  <a:lnTo>
                    <a:pt x="3308" y="11499"/>
                  </a:lnTo>
                  <a:cubicBezTo>
                    <a:pt x="3308" y="11247"/>
                    <a:pt x="3529" y="11090"/>
                    <a:pt x="3718" y="11090"/>
                  </a:cubicBezTo>
                  <a:close/>
                  <a:moveTo>
                    <a:pt x="2899" y="0"/>
                  </a:moveTo>
                  <a:cubicBezTo>
                    <a:pt x="2647" y="0"/>
                    <a:pt x="2489" y="189"/>
                    <a:pt x="2489" y="410"/>
                  </a:cubicBezTo>
                  <a:lnTo>
                    <a:pt x="2489" y="819"/>
                  </a:lnTo>
                  <a:lnTo>
                    <a:pt x="410" y="819"/>
                  </a:lnTo>
                  <a:cubicBezTo>
                    <a:pt x="221" y="882"/>
                    <a:pt x="0" y="1040"/>
                    <a:pt x="0" y="1292"/>
                  </a:cubicBezTo>
                  <a:lnTo>
                    <a:pt x="0" y="2930"/>
                  </a:lnTo>
                  <a:cubicBezTo>
                    <a:pt x="0" y="4568"/>
                    <a:pt x="1323" y="5860"/>
                    <a:pt x="2930" y="5860"/>
                  </a:cubicBezTo>
                  <a:lnTo>
                    <a:pt x="3119" y="5860"/>
                  </a:lnTo>
                  <a:cubicBezTo>
                    <a:pt x="3560" y="6522"/>
                    <a:pt x="4222" y="7026"/>
                    <a:pt x="4978" y="7309"/>
                  </a:cubicBezTo>
                  <a:lnTo>
                    <a:pt x="4978" y="8695"/>
                  </a:lnTo>
                  <a:cubicBezTo>
                    <a:pt x="4505" y="8853"/>
                    <a:pt x="4159" y="9326"/>
                    <a:pt x="4159" y="9861"/>
                  </a:cubicBezTo>
                  <a:lnTo>
                    <a:pt x="4159" y="10302"/>
                  </a:lnTo>
                  <a:lnTo>
                    <a:pt x="3749" y="10302"/>
                  </a:lnTo>
                  <a:cubicBezTo>
                    <a:pt x="3088" y="10302"/>
                    <a:pt x="2521" y="10869"/>
                    <a:pt x="2521" y="11531"/>
                  </a:cubicBezTo>
                  <a:lnTo>
                    <a:pt x="2521" y="12350"/>
                  </a:lnTo>
                  <a:cubicBezTo>
                    <a:pt x="2521" y="12571"/>
                    <a:pt x="2741" y="12791"/>
                    <a:pt x="2930" y="12791"/>
                  </a:cubicBezTo>
                  <a:lnTo>
                    <a:pt x="9546" y="12791"/>
                  </a:lnTo>
                  <a:cubicBezTo>
                    <a:pt x="9767" y="12791"/>
                    <a:pt x="9924" y="12571"/>
                    <a:pt x="9924" y="12350"/>
                  </a:cubicBezTo>
                  <a:lnTo>
                    <a:pt x="9924" y="11499"/>
                  </a:lnTo>
                  <a:cubicBezTo>
                    <a:pt x="9924" y="10806"/>
                    <a:pt x="9389" y="10271"/>
                    <a:pt x="8727" y="10271"/>
                  </a:cubicBezTo>
                  <a:lnTo>
                    <a:pt x="8286" y="10271"/>
                  </a:lnTo>
                  <a:lnTo>
                    <a:pt x="8286" y="9830"/>
                  </a:lnTo>
                  <a:cubicBezTo>
                    <a:pt x="8286" y="9294"/>
                    <a:pt x="7939" y="8853"/>
                    <a:pt x="7467" y="8664"/>
                  </a:cubicBezTo>
                  <a:lnTo>
                    <a:pt x="7467" y="7278"/>
                  </a:lnTo>
                  <a:cubicBezTo>
                    <a:pt x="8191" y="6994"/>
                    <a:pt x="8885" y="6490"/>
                    <a:pt x="9294" y="5828"/>
                  </a:cubicBezTo>
                  <a:lnTo>
                    <a:pt x="9515" y="5828"/>
                  </a:lnTo>
                  <a:cubicBezTo>
                    <a:pt x="11121" y="5828"/>
                    <a:pt x="12382" y="4505"/>
                    <a:pt x="12382" y="2899"/>
                  </a:cubicBezTo>
                  <a:lnTo>
                    <a:pt x="12382" y="1260"/>
                  </a:lnTo>
                  <a:cubicBezTo>
                    <a:pt x="12382" y="1008"/>
                    <a:pt x="12193" y="819"/>
                    <a:pt x="11972" y="819"/>
                  </a:cubicBezTo>
                  <a:lnTo>
                    <a:pt x="9893" y="819"/>
                  </a:lnTo>
                  <a:lnTo>
                    <a:pt x="9893" y="410"/>
                  </a:lnTo>
                  <a:cubicBezTo>
                    <a:pt x="9893" y="189"/>
                    <a:pt x="9704" y="0"/>
                    <a:pt x="9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7654;p88">
              <a:extLst>
                <a:ext uri="{FF2B5EF4-FFF2-40B4-BE49-F238E27FC236}">
                  <a16:creationId xmlns:a16="http://schemas.microsoft.com/office/drawing/2014/main" id="{722000F7-0D14-6B34-1C59-F29B1CFD4367}"/>
                </a:ext>
              </a:extLst>
            </p:cNvPr>
            <p:cNvSpPr/>
            <p:nvPr/>
          </p:nvSpPr>
          <p:spPr>
            <a:xfrm>
              <a:off x="-62044825" y="1972200"/>
              <a:ext cx="107125" cy="97700"/>
            </a:xfrm>
            <a:custGeom>
              <a:avLst/>
              <a:gdLst/>
              <a:ahLst/>
              <a:cxnLst/>
              <a:rect l="l" t="t" r="r" b="b"/>
              <a:pathLst>
                <a:path w="4285" h="3908" extrusionOk="0">
                  <a:moveTo>
                    <a:pt x="2111" y="1308"/>
                  </a:moveTo>
                  <a:lnTo>
                    <a:pt x="2237" y="1560"/>
                  </a:lnTo>
                  <a:cubicBezTo>
                    <a:pt x="2300" y="1686"/>
                    <a:pt x="2395" y="1781"/>
                    <a:pt x="2552" y="1812"/>
                  </a:cubicBezTo>
                  <a:lnTo>
                    <a:pt x="2867" y="1844"/>
                  </a:lnTo>
                  <a:lnTo>
                    <a:pt x="2615" y="2033"/>
                  </a:lnTo>
                  <a:cubicBezTo>
                    <a:pt x="2552" y="2127"/>
                    <a:pt x="2458" y="2285"/>
                    <a:pt x="2521" y="2411"/>
                  </a:cubicBezTo>
                  <a:lnTo>
                    <a:pt x="2552" y="2726"/>
                  </a:lnTo>
                  <a:lnTo>
                    <a:pt x="2269" y="2568"/>
                  </a:lnTo>
                  <a:cubicBezTo>
                    <a:pt x="2206" y="2505"/>
                    <a:pt x="2143" y="2505"/>
                    <a:pt x="2080" y="2505"/>
                  </a:cubicBezTo>
                  <a:cubicBezTo>
                    <a:pt x="1985" y="2505"/>
                    <a:pt x="1954" y="2505"/>
                    <a:pt x="1891" y="2568"/>
                  </a:cubicBezTo>
                  <a:lnTo>
                    <a:pt x="1607" y="2726"/>
                  </a:lnTo>
                  <a:lnTo>
                    <a:pt x="1639" y="2411"/>
                  </a:lnTo>
                  <a:cubicBezTo>
                    <a:pt x="1670" y="2285"/>
                    <a:pt x="1607" y="2127"/>
                    <a:pt x="1513" y="2033"/>
                  </a:cubicBezTo>
                  <a:lnTo>
                    <a:pt x="1292" y="1844"/>
                  </a:lnTo>
                  <a:lnTo>
                    <a:pt x="1670" y="1812"/>
                  </a:lnTo>
                  <a:cubicBezTo>
                    <a:pt x="1796" y="1812"/>
                    <a:pt x="1922" y="1686"/>
                    <a:pt x="1985" y="1560"/>
                  </a:cubicBezTo>
                  <a:lnTo>
                    <a:pt x="2111" y="1308"/>
                  </a:lnTo>
                  <a:close/>
                  <a:moveTo>
                    <a:pt x="2143" y="1"/>
                  </a:moveTo>
                  <a:cubicBezTo>
                    <a:pt x="1993" y="1"/>
                    <a:pt x="1843" y="79"/>
                    <a:pt x="1765" y="237"/>
                  </a:cubicBezTo>
                  <a:lnTo>
                    <a:pt x="1355" y="1056"/>
                  </a:lnTo>
                  <a:lnTo>
                    <a:pt x="473" y="1182"/>
                  </a:lnTo>
                  <a:cubicBezTo>
                    <a:pt x="95" y="1214"/>
                    <a:pt x="0" y="1655"/>
                    <a:pt x="221" y="1875"/>
                  </a:cubicBezTo>
                  <a:lnTo>
                    <a:pt x="851" y="2505"/>
                  </a:lnTo>
                  <a:lnTo>
                    <a:pt x="693" y="3419"/>
                  </a:lnTo>
                  <a:cubicBezTo>
                    <a:pt x="668" y="3693"/>
                    <a:pt x="880" y="3908"/>
                    <a:pt x="1110" y="3908"/>
                  </a:cubicBezTo>
                  <a:cubicBezTo>
                    <a:pt x="1171" y="3908"/>
                    <a:pt x="1233" y="3893"/>
                    <a:pt x="1292" y="3860"/>
                  </a:cubicBezTo>
                  <a:lnTo>
                    <a:pt x="2111" y="3419"/>
                  </a:lnTo>
                  <a:lnTo>
                    <a:pt x="2930" y="3860"/>
                  </a:lnTo>
                  <a:cubicBezTo>
                    <a:pt x="2992" y="3891"/>
                    <a:pt x="3056" y="3905"/>
                    <a:pt x="3119" y="3905"/>
                  </a:cubicBezTo>
                  <a:cubicBezTo>
                    <a:pt x="3376" y="3905"/>
                    <a:pt x="3605" y="3672"/>
                    <a:pt x="3529" y="3419"/>
                  </a:cubicBezTo>
                  <a:lnTo>
                    <a:pt x="3371" y="2505"/>
                  </a:lnTo>
                  <a:lnTo>
                    <a:pt x="4033" y="1875"/>
                  </a:lnTo>
                  <a:cubicBezTo>
                    <a:pt x="4285" y="1655"/>
                    <a:pt x="4159" y="1214"/>
                    <a:pt x="3812" y="1182"/>
                  </a:cubicBezTo>
                  <a:lnTo>
                    <a:pt x="2899" y="1056"/>
                  </a:lnTo>
                  <a:lnTo>
                    <a:pt x="2521" y="237"/>
                  </a:lnTo>
                  <a:cubicBezTo>
                    <a:pt x="2442" y="79"/>
                    <a:pt x="2292" y="1"/>
                    <a:pt x="21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17655;p88">
            <a:extLst>
              <a:ext uri="{FF2B5EF4-FFF2-40B4-BE49-F238E27FC236}">
                <a16:creationId xmlns:a16="http://schemas.microsoft.com/office/drawing/2014/main" id="{98D38ADE-7574-CD4C-242A-8FC7B1A5933D}"/>
              </a:ext>
            </a:extLst>
          </p:cNvPr>
          <p:cNvGrpSpPr/>
          <p:nvPr/>
        </p:nvGrpSpPr>
        <p:grpSpPr>
          <a:xfrm>
            <a:off x="3603010" y="3828593"/>
            <a:ext cx="611377" cy="614490"/>
            <a:chOff x="-62150375" y="2297875"/>
            <a:chExt cx="314275" cy="315875"/>
          </a:xfrm>
        </p:grpSpPr>
        <p:sp>
          <p:nvSpPr>
            <p:cNvPr id="58" name="Google Shape;17656;p88">
              <a:extLst>
                <a:ext uri="{FF2B5EF4-FFF2-40B4-BE49-F238E27FC236}">
                  <a16:creationId xmlns:a16="http://schemas.microsoft.com/office/drawing/2014/main" id="{0133A6F0-3C3C-E299-6EDE-37C114E4A618}"/>
                </a:ext>
              </a:extLst>
            </p:cNvPr>
            <p:cNvSpPr/>
            <p:nvPr/>
          </p:nvSpPr>
          <p:spPr>
            <a:xfrm>
              <a:off x="-61994425" y="2297875"/>
              <a:ext cx="64600" cy="69925"/>
            </a:xfrm>
            <a:custGeom>
              <a:avLst/>
              <a:gdLst/>
              <a:ahLst/>
              <a:cxnLst/>
              <a:rect l="l" t="t" r="r" b="b"/>
              <a:pathLst>
                <a:path w="2584" h="2797" extrusionOk="0">
                  <a:moveTo>
                    <a:pt x="1324" y="1"/>
                  </a:moveTo>
                  <a:cubicBezTo>
                    <a:pt x="1072" y="1"/>
                    <a:pt x="883" y="190"/>
                    <a:pt x="883" y="442"/>
                  </a:cubicBezTo>
                  <a:lnTo>
                    <a:pt x="883" y="1387"/>
                  </a:lnTo>
                  <a:lnTo>
                    <a:pt x="757" y="1261"/>
                  </a:lnTo>
                  <a:cubicBezTo>
                    <a:pt x="678" y="1182"/>
                    <a:pt x="568" y="1143"/>
                    <a:pt x="457" y="1143"/>
                  </a:cubicBezTo>
                  <a:cubicBezTo>
                    <a:pt x="347" y="1143"/>
                    <a:pt x="237" y="1182"/>
                    <a:pt x="158" y="1261"/>
                  </a:cubicBezTo>
                  <a:cubicBezTo>
                    <a:pt x="1" y="1419"/>
                    <a:pt x="1" y="1702"/>
                    <a:pt x="158" y="1860"/>
                  </a:cubicBezTo>
                  <a:lnTo>
                    <a:pt x="1009" y="2679"/>
                  </a:lnTo>
                  <a:cubicBezTo>
                    <a:pt x="1088" y="2758"/>
                    <a:pt x="1190" y="2797"/>
                    <a:pt x="1292" y="2797"/>
                  </a:cubicBezTo>
                  <a:cubicBezTo>
                    <a:pt x="1395" y="2797"/>
                    <a:pt x="1497" y="2758"/>
                    <a:pt x="1576" y="2679"/>
                  </a:cubicBezTo>
                  <a:lnTo>
                    <a:pt x="2426" y="1860"/>
                  </a:lnTo>
                  <a:cubicBezTo>
                    <a:pt x="2584" y="1702"/>
                    <a:pt x="2584" y="1419"/>
                    <a:pt x="2426" y="1261"/>
                  </a:cubicBezTo>
                  <a:cubicBezTo>
                    <a:pt x="2348" y="1182"/>
                    <a:pt x="2237" y="1143"/>
                    <a:pt x="2127" y="1143"/>
                  </a:cubicBezTo>
                  <a:cubicBezTo>
                    <a:pt x="2017" y="1143"/>
                    <a:pt x="1907" y="1182"/>
                    <a:pt x="1828" y="1261"/>
                  </a:cubicBezTo>
                  <a:lnTo>
                    <a:pt x="1702" y="1387"/>
                  </a:lnTo>
                  <a:lnTo>
                    <a:pt x="1702" y="442"/>
                  </a:lnTo>
                  <a:cubicBezTo>
                    <a:pt x="1733" y="190"/>
                    <a:pt x="1544" y="1"/>
                    <a:pt x="1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657;p88">
              <a:extLst>
                <a:ext uri="{FF2B5EF4-FFF2-40B4-BE49-F238E27FC236}">
                  <a16:creationId xmlns:a16="http://schemas.microsoft.com/office/drawing/2014/main" id="{5C94256F-B533-7854-3786-8D9B9DF58E80}"/>
                </a:ext>
              </a:extLst>
            </p:cNvPr>
            <p:cNvSpPr/>
            <p:nvPr/>
          </p:nvSpPr>
          <p:spPr>
            <a:xfrm>
              <a:off x="-62150375" y="2338050"/>
              <a:ext cx="314275" cy="275700"/>
            </a:xfrm>
            <a:custGeom>
              <a:avLst/>
              <a:gdLst/>
              <a:ahLst/>
              <a:cxnLst/>
              <a:rect l="l" t="t" r="r" b="b"/>
              <a:pathLst>
                <a:path w="12571" h="11028" extrusionOk="0">
                  <a:moveTo>
                    <a:pt x="11752" y="2805"/>
                  </a:moveTo>
                  <a:lnTo>
                    <a:pt x="11059" y="6932"/>
                  </a:lnTo>
                  <a:lnTo>
                    <a:pt x="3970" y="6932"/>
                  </a:lnTo>
                  <a:lnTo>
                    <a:pt x="3183" y="2805"/>
                  </a:lnTo>
                  <a:close/>
                  <a:moveTo>
                    <a:pt x="5199" y="9421"/>
                  </a:moveTo>
                  <a:cubicBezTo>
                    <a:pt x="5388" y="9452"/>
                    <a:pt x="5514" y="9610"/>
                    <a:pt x="5514" y="9830"/>
                  </a:cubicBezTo>
                  <a:cubicBezTo>
                    <a:pt x="5514" y="10051"/>
                    <a:pt x="5293" y="10240"/>
                    <a:pt x="5073" y="10240"/>
                  </a:cubicBezTo>
                  <a:cubicBezTo>
                    <a:pt x="4821" y="10240"/>
                    <a:pt x="4663" y="10051"/>
                    <a:pt x="4663" y="9830"/>
                  </a:cubicBezTo>
                  <a:cubicBezTo>
                    <a:pt x="4663" y="9610"/>
                    <a:pt x="4789" y="9452"/>
                    <a:pt x="4978" y="9421"/>
                  </a:cubicBezTo>
                  <a:close/>
                  <a:moveTo>
                    <a:pt x="9830" y="9421"/>
                  </a:moveTo>
                  <a:cubicBezTo>
                    <a:pt x="10019" y="9452"/>
                    <a:pt x="10145" y="9610"/>
                    <a:pt x="10145" y="9830"/>
                  </a:cubicBezTo>
                  <a:cubicBezTo>
                    <a:pt x="10145" y="10051"/>
                    <a:pt x="9956" y="10240"/>
                    <a:pt x="9704" y="10240"/>
                  </a:cubicBezTo>
                  <a:cubicBezTo>
                    <a:pt x="9484" y="10240"/>
                    <a:pt x="9326" y="10051"/>
                    <a:pt x="9326" y="9830"/>
                  </a:cubicBezTo>
                  <a:cubicBezTo>
                    <a:pt x="9358" y="9610"/>
                    <a:pt x="9484" y="9452"/>
                    <a:pt x="9673" y="9421"/>
                  </a:cubicBezTo>
                  <a:close/>
                  <a:moveTo>
                    <a:pt x="284" y="1"/>
                  </a:moveTo>
                  <a:cubicBezTo>
                    <a:pt x="190" y="64"/>
                    <a:pt x="1" y="253"/>
                    <a:pt x="1" y="473"/>
                  </a:cubicBezTo>
                  <a:cubicBezTo>
                    <a:pt x="1" y="725"/>
                    <a:pt x="190" y="883"/>
                    <a:pt x="379" y="883"/>
                  </a:cubicBezTo>
                  <a:lnTo>
                    <a:pt x="1954" y="883"/>
                  </a:lnTo>
                  <a:lnTo>
                    <a:pt x="3151" y="7058"/>
                  </a:lnTo>
                  <a:cubicBezTo>
                    <a:pt x="2710" y="7247"/>
                    <a:pt x="2427" y="7688"/>
                    <a:pt x="2427" y="8192"/>
                  </a:cubicBezTo>
                  <a:cubicBezTo>
                    <a:pt x="2427" y="8885"/>
                    <a:pt x="2994" y="9421"/>
                    <a:pt x="3655" y="9421"/>
                  </a:cubicBezTo>
                  <a:lnTo>
                    <a:pt x="3844" y="9421"/>
                  </a:lnTo>
                  <a:cubicBezTo>
                    <a:pt x="3813" y="9547"/>
                    <a:pt x="3781" y="9704"/>
                    <a:pt x="3781" y="9830"/>
                  </a:cubicBezTo>
                  <a:cubicBezTo>
                    <a:pt x="3781" y="10492"/>
                    <a:pt x="4317" y="11027"/>
                    <a:pt x="5010" y="11027"/>
                  </a:cubicBezTo>
                  <a:cubicBezTo>
                    <a:pt x="5672" y="11027"/>
                    <a:pt x="6207" y="10492"/>
                    <a:pt x="6207" y="9830"/>
                  </a:cubicBezTo>
                  <a:cubicBezTo>
                    <a:pt x="6207" y="9673"/>
                    <a:pt x="6176" y="9547"/>
                    <a:pt x="6144" y="9421"/>
                  </a:cubicBezTo>
                  <a:lnTo>
                    <a:pt x="8475" y="9421"/>
                  </a:lnTo>
                  <a:cubicBezTo>
                    <a:pt x="8412" y="9547"/>
                    <a:pt x="8381" y="9704"/>
                    <a:pt x="8381" y="9830"/>
                  </a:cubicBezTo>
                  <a:cubicBezTo>
                    <a:pt x="8381" y="10492"/>
                    <a:pt x="8948" y="11027"/>
                    <a:pt x="9610" y="11027"/>
                  </a:cubicBezTo>
                  <a:cubicBezTo>
                    <a:pt x="10271" y="11027"/>
                    <a:pt x="10870" y="10492"/>
                    <a:pt x="10870" y="9830"/>
                  </a:cubicBezTo>
                  <a:cubicBezTo>
                    <a:pt x="10870" y="9673"/>
                    <a:pt x="10838" y="9547"/>
                    <a:pt x="10775" y="9421"/>
                  </a:cubicBezTo>
                  <a:lnTo>
                    <a:pt x="11405" y="9421"/>
                  </a:lnTo>
                  <a:cubicBezTo>
                    <a:pt x="11657" y="9421"/>
                    <a:pt x="11815" y="9231"/>
                    <a:pt x="11815" y="9042"/>
                  </a:cubicBezTo>
                  <a:cubicBezTo>
                    <a:pt x="11815" y="8822"/>
                    <a:pt x="11626" y="8601"/>
                    <a:pt x="11405" y="8601"/>
                  </a:cubicBezTo>
                  <a:lnTo>
                    <a:pt x="3529" y="8601"/>
                  </a:lnTo>
                  <a:cubicBezTo>
                    <a:pt x="3309" y="8601"/>
                    <a:pt x="3151" y="8412"/>
                    <a:pt x="3151" y="8160"/>
                  </a:cubicBezTo>
                  <a:cubicBezTo>
                    <a:pt x="3151" y="7940"/>
                    <a:pt x="3340" y="7719"/>
                    <a:pt x="3529" y="7719"/>
                  </a:cubicBezTo>
                  <a:lnTo>
                    <a:pt x="11311" y="7719"/>
                  </a:lnTo>
                  <a:cubicBezTo>
                    <a:pt x="11500" y="7719"/>
                    <a:pt x="11689" y="7562"/>
                    <a:pt x="11689" y="7373"/>
                  </a:cubicBezTo>
                  <a:lnTo>
                    <a:pt x="12508" y="2426"/>
                  </a:lnTo>
                  <a:cubicBezTo>
                    <a:pt x="12571" y="2174"/>
                    <a:pt x="12351" y="1954"/>
                    <a:pt x="12130" y="1954"/>
                  </a:cubicBezTo>
                  <a:lnTo>
                    <a:pt x="2899" y="1954"/>
                  </a:lnTo>
                  <a:lnTo>
                    <a:pt x="2584" y="379"/>
                  </a:lnTo>
                  <a:cubicBezTo>
                    <a:pt x="2553" y="158"/>
                    <a:pt x="2395" y="1"/>
                    <a:pt x="22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658;p88">
              <a:extLst>
                <a:ext uri="{FF2B5EF4-FFF2-40B4-BE49-F238E27FC236}">
                  <a16:creationId xmlns:a16="http://schemas.microsoft.com/office/drawing/2014/main" id="{246232BE-5B12-2960-9818-5F13F794A4BA}"/>
                </a:ext>
              </a:extLst>
            </p:cNvPr>
            <p:cNvSpPr/>
            <p:nvPr/>
          </p:nvSpPr>
          <p:spPr>
            <a:xfrm>
              <a:off x="-61972375" y="2430200"/>
              <a:ext cx="20500" cy="60675"/>
            </a:xfrm>
            <a:custGeom>
              <a:avLst/>
              <a:gdLst/>
              <a:ahLst/>
              <a:cxnLst/>
              <a:rect l="l" t="t" r="r" b="b"/>
              <a:pathLst>
                <a:path w="820" h="2427" extrusionOk="0"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2048"/>
                  </a:lnTo>
                  <a:cubicBezTo>
                    <a:pt x="32" y="2269"/>
                    <a:pt x="221" y="2427"/>
                    <a:pt x="442" y="2427"/>
                  </a:cubicBezTo>
                  <a:cubicBezTo>
                    <a:pt x="662" y="2427"/>
                    <a:pt x="820" y="2237"/>
                    <a:pt x="820" y="2048"/>
                  </a:cubicBezTo>
                  <a:lnTo>
                    <a:pt x="820" y="379"/>
                  </a:lnTo>
                  <a:cubicBezTo>
                    <a:pt x="820" y="158"/>
                    <a:pt x="631" y="1"/>
                    <a:pt x="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659;p88">
              <a:extLst>
                <a:ext uri="{FF2B5EF4-FFF2-40B4-BE49-F238E27FC236}">
                  <a16:creationId xmlns:a16="http://schemas.microsoft.com/office/drawing/2014/main" id="{77D2F06F-F18B-121A-A39D-19C46590C312}"/>
                </a:ext>
              </a:extLst>
            </p:cNvPr>
            <p:cNvSpPr/>
            <p:nvPr/>
          </p:nvSpPr>
          <p:spPr>
            <a:xfrm>
              <a:off x="-61909350" y="2430200"/>
              <a:ext cx="19700" cy="60675"/>
            </a:xfrm>
            <a:custGeom>
              <a:avLst/>
              <a:gdLst/>
              <a:ahLst/>
              <a:cxnLst/>
              <a:rect l="l" t="t" r="r" b="b"/>
              <a:pathLst>
                <a:path w="788" h="2427" extrusionOk="0">
                  <a:moveTo>
                    <a:pt x="378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2048"/>
                  </a:lnTo>
                  <a:cubicBezTo>
                    <a:pt x="0" y="2269"/>
                    <a:pt x="189" y="2427"/>
                    <a:pt x="378" y="2427"/>
                  </a:cubicBezTo>
                  <a:cubicBezTo>
                    <a:pt x="630" y="2427"/>
                    <a:pt x="788" y="2237"/>
                    <a:pt x="788" y="2048"/>
                  </a:cubicBezTo>
                  <a:lnTo>
                    <a:pt x="788" y="379"/>
                  </a:lnTo>
                  <a:cubicBezTo>
                    <a:pt x="788" y="158"/>
                    <a:pt x="599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660;p88">
              <a:extLst>
                <a:ext uri="{FF2B5EF4-FFF2-40B4-BE49-F238E27FC236}">
                  <a16:creationId xmlns:a16="http://schemas.microsoft.com/office/drawing/2014/main" id="{A8D6337C-DD8E-5D88-7297-1259971CA164}"/>
                </a:ext>
              </a:extLst>
            </p:cNvPr>
            <p:cNvSpPr/>
            <p:nvPr/>
          </p:nvSpPr>
          <p:spPr>
            <a:xfrm>
              <a:off x="-62033800" y="2430200"/>
              <a:ext cx="21275" cy="60675"/>
            </a:xfrm>
            <a:custGeom>
              <a:avLst/>
              <a:gdLst/>
              <a:ahLst/>
              <a:cxnLst/>
              <a:rect l="l" t="t" r="r" b="b"/>
              <a:pathLst>
                <a:path w="851" h="2427" extrusionOk="0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048"/>
                  </a:lnTo>
                  <a:cubicBezTo>
                    <a:pt x="0" y="2269"/>
                    <a:pt x="221" y="2427"/>
                    <a:pt x="410" y="2427"/>
                  </a:cubicBezTo>
                  <a:cubicBezTo>
                    <a:pt x="630" y="2427"/>
                    <a:pt x="851" y="2237"/>
                    <a:pt x="851" y="2048"/>
                  </a:cubicBezTo>
                  <a:lnTo>
                    <a:pt x="851" y="379"/>
                  </a:lnTo>
                  <a:cubicBezTo>
                    <a:pt x="851" y="158"/>
                    <a:pt x="630" y="1"/>
                    <a:pt x="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3" name="Star: 4 Points 1412">
            <a:extLst>
              <a:ext uri="{FF2B5EF4-FFF2-40B4-BE49-F238E27FC236}">
                <a16:creationId xmlns:a16="http://schemas.microsoft.com/office/drawing/2014/main" id="{3B5EA8A3-BBF2-4EBC-79D6-A702CFDC99E3}"/>
              </a:ext>
            </a:extLst>
          </p:cNvPr>
          <p:cNvSpPr/>
          <p:nvPr/>
        </p:nvSpPr>
        <p:spPr>
          <a:xfrm>
            <a:off x="3294993" y="1481608"/>
            <a:ext cx="424486" cy="401445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14" name="Star: 4 Points 1413">
            <a:extLst>
              <a:ext uri="{FF2B5EF4-FFF2-40B4-BE49-F238E27FC236}">
                <a16:creationId xmlns:a16="http://schemas.microsoft.com/office/drawing/2014/main" id="{B4DD41CB-234C-C9BB-36E7-B6ECD72E3A1B}"/>
              </a:ext>
            </a:extLst>
          </p:cNvPr>
          <p:cNvSpPr/>
          <p:nvPr/>
        </p:nvSpPr>
        <p:spPr>
          <a:xfrm>
            <a:off x="4958897" y="2377409"/>
            <a:ext cx="424486" cy="401445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15" name="Star: 4 Points 1414">
            <a:extLst>
              <a:ext uri="{FF2B5EF4-FFF2-40B4-BE49-F238E27FC236}">
                <a16:creationId xmlns:a16="http://schemas.microsoft.com/office/drawing/2014/main" id="{FFFA1D4D-E4ED-6713-8800-4B4B8CEBF66A}"/>
              </a:ext>
            </a:extLst>
          </p:cNvPr>
          <p:cNvSpPr/>
          <p:nvPr/>
        </p:nvSpPr>
        <p:spPr>
          <a:xfrm>
            <a:off x="3169739" y="3236373"/>
            <a:ext cx="424486" cy="401445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16" name="Star: 4 Points 1415">
            <a:extLst>
              <a:ext uri="{FF2B5EF4-FFF2-40B4-BE49-F238E27FC236}">
                <a16:creationId xmlns:a16="http://schemas.microsoft.com/office/drawing/2014/main" id="{5DB9D6E9-8279-9617-DECF-ED4542E6AA6E}"/>
              </a:ext>
            </a:extLst>
          </p:cNvPr>
          <p:cNvSpPr/>
          <p:nvPr/>
        </p:nvSpPr>
        <p:spPr>
          <a:xfrm>
            <a:off x="5060669" y="3679472"/>
            <a:ext cx="424486" cy="401445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2695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1">
          <a:extLst>
            <a:ext uri="{FF2B5EF4-FFF2-40B4-BE49-F238E27FC236}">
              <a16:creationId xmlns:a16="http://schemas.microsoft.com/office/drawing/2014/main" id="{2357B6D9-44EF-9977-6489-6FCC29409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51">
            <a:extLst>
              <a:ext uri="{FF2B5EF4-FFF2-40B4-BE49-F238E27FC236}">
                <a16:creationId xmlns:a16="http://schemas.microsoft.com/office/drawing/2014/main" id="{CE371E92-6567-6708-2B06-064CB38BB0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057" y="1339570"/>
            <a:ext cx="4801238" cy="11517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Entendendo a Dor</a:t>
            </a:r>
            <a:endParaRPr sz="4000" dirty="0"/>
          </a:p>
        </p:txBody>
      </p:sp>
      <p:grpSp>
        <p:nvGrpSpPr>
          <p:cNvPr id="2263" name="Google Shape;2263;p51">
            <a:extLst>
              <a:ext uri="{FF2B5EF4-FFF2-40B4-BE49-F238E27FC236}">
                <a16:creationId xmlns:a16="http://schemas.microsoft.com/office/drawing/2014/main" id="{A52E6281-B469-0471-0311-5AC165744217}"/>
              </a:ext>
            </a:extLst>
          </p:cNvPr>
          <p:cNvGrpSpPr/>
          <p:nvPr/>
        </p:nvGrpSpPr>
        <p:grpSpPr>
          <a:xfrm>
            <a:off x="4000500" y="27"/>
            <a:ext cx="5215536" cy="4947562"/>
            <a:chOff x="4000500" y="27"/>
            <a:chExt cx="5215536" cy="4947562"/>
          </a:xfrm>
        </p:grpSpPr>
        <p:sp>
          <p:nvSpPr>
            <p:cNvPr id="2264" name="Google Shape;2264;p51">
              <a:extLst>
                <a:ext uri="{FF2B5EF4-FFF2-40B4-BE49-F238E27FC236}">
                  <a16:creationId xmlns:a16="http://schemas.microsoft.com/office/drawing/2014/main" id="{FBF836F8-A806-8ACF-6FDC-10A5157DD622}"/>
                </a:ext>
              </a:extLst>
            </p:cNvPr>
            <p:cNvSpPr/>
            <p:nvPr/>
          </p:nvSpPr>
          <p:spPr>
            <a:xfrm>
              <a:off x="5964785" y="100064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51">
              <a:extLst>
                <a:ext uri="{FF2B5EF4-FFF2-40B4-BE49-F238E27FC236}">
                  <a16:creationId xmlns:a16="http://schemas.microsoft.com/office/drawing/2014/main" id="{63992AAE-ED7C-8471-ECC6-6361EA0145FF}"/>
                </a:ext>
              </a:extLst>
            </p:cNvPr>
            <p:cNvSpPr/>
            <p:nvPr/>
          </p:nvSpPr>
          <p:spPr>
            <a:xfrm>
              <a:off x="7893590" y="8192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66" name="Google Shape;2266;p51">
              <a:extLst>
                <a:ext uri="{FF2B5EF4-FFF2-40B4-BE49-F238E27FC236}">
                  <a16:creationId xmlns:a16="http://schemas.microsoft.com/office/drawing/2014/main" id="{1F8EAAC5-3F57-9AC3-6A83-99A16B0FDD87}"/>
                </a:ext>
              </a:extLst>
            </p:cNvPr>
            <p:cNvGrpSpPr/>
            <p:nvPr/>
          </p:nvGrpSpPr>
          <p:grpSpPr>
            <a:xfrm>
              <a:off x="6456155" y="27"/>
              <a:ext cx="879147" cy="1882108"/>
              <a:chOff x="-761564" y="1307012"/>
              <a:chExt cx="677936" cy="1451348"/>
            </a:xfrm>
          </p:grpSpPr>
          <p:sp>
            <p:nvSpPr>
              <p:cNvPr id="2267" name="Google Shape;2267;p51">
                <a:extLst>
                  <a:ext uri="{FF2B5EF4-FFF2-40B4-BE49-F238E27FC236}">
                    <a16:creationId xmlns:a16="http://schemas.microsoft.com/office/drawing/2014/main" id="{A9D2D82E-5692-4F18-48CF-E0370313DB16}"/>
                  </a:ext>
                </a:extLst>
              </p:cNvPr>
              <p:cNvSpPr/>
              <p:nvPr/>
            </p:nvSpPr>
            <p:spPr>
              <a:xfrm>
                <a:off x="-510513" y="2624450"/>
                <a:ext cx="175830" cy="68935"/>
              </a:xfrm>
              <a:custGeom>
                <a:avLst/>
                <a:gdLst/>
                <a:ahLst/>
                <a:cxnLst/>
                <a:rect l="l" t="t" r="r" b="b"/>
                <a:pathLst>
                  <a:path w="755" h="296" extrusionOk="0">
                    <a:moveTo>
                      <a:pt x="0" y="0"/>
                    </a:moveTo>
                    <a:cubicBezTo>
                      <a:pt x="43" y="173"/>
                      <a:pt x="193" y="295"/>
                      <a:pt x="382" y="295"/>
                    </a:cubicBezTo>
                    <a:cubicBezTo>
                      <a:pt x="561" y="295"/>
                      <a:pt x="711" y="173"/>
                      <a:pt x="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51">
                <a:extLst>
                  <a:ext uri="{FF2B5EF4-FFF2-40B4-BE49-F238E27FC236}">
                    <a16:creationId xmlns:a16="http://schemas.microsoft.com/office/drawing/2014/main" id="{186E45C3-8739-EACF-A3AD-6AA99EE886F6}"/>
                  </a:ext>
                </a:extLst>
              </p:cNvPr>
              <p:cNvSpPr/>
              <p:nvPr/>
            </p:nvSpPr>
            <p:spPr>
              <a:xfrm>
                <a:off x="-421783" y="2724824"/>
                <a:ext cx="233" cy="335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44" fill="none" extrusionOk="0">
                    <a:moveTo>
                      <a:pt x="1" y="0"/>
                    </a:moveTo>
                    <a:lnTo>
                      <a:pt x="1" y="144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51">
                <a:extLst>
                  <a:ext uri="{FF2B5EF4-FFF2-40B4-BE49-F238E27FC236}">
                    <a16:creationId xmlns:a16="http://schemas.microsoft.com/office/drawing/2014/main" id="{1E1CC95A-CA13-428F-CB36-1FDAB15EADB4}"/>
                  </a:ext>
                </a:extLst>
              </p:cNvPr>
              <p:cNvSpPr/>
              <p:nvPr/>
            </p:nvSpPr>
            <p:spPr>
              <a:xfrm>
                <a:off x="-361466" y="2708056"/>
                <a:ext cx="16768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72" h="130" fill="none" extrusionOk="0">
                    <a:moveTo>
                      <a:pt x="0" y="0"/>
                    </a:moveTo>
                    <a:lnTo>
                      <a:pt x="71" y="12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51">
                <a:extLst>
                  <a:ext uri="{FF2B5EF4-FFF2-40B4-BE49-F238E27FC236}">
                    <a16:creationId xmlns:a16="http://schemas.microsoft.com/office/drawing/2014/main" id="{C2DE56B4-39F9-47B9-5360-46B963D6F75D}"/>
                  </a:ext>
                </a:extLst>
              </p:cNvPr>
              <p:cNvSpPr/>
              <p:nvPr/>
            </p:nvSpPr>
            <p:spPr>
              <a:xfrm>
                <a:off x="-316519" y="2664506"/>
                <a:ext cx="28645" cy="1676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72" fill="none" extrusionOk="0">
                    <a:moveTo>
                      <a:pt x="1" y="1"/>
                    </a:moveTo>
                    <a:lnTo>
                      <a:pt x="123" y="7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51">
                <a:extLst>
                  <a:ext uri="{FF2B5EF4-FFF2-40B4-BE49-F238E27FC236}">
                    <a16:creationId xmlns:a16="http://schemas.microsoft.com/office/drawing/2014/main" id="{D1302DDF-7CE8-43FB-65C5-11CDA42AAFAD}"/>
                  </a:ext>
                </a:extLst>
              </p:cNvPr>
              <p:cNvSpPr/>
              <p:nvPr/>
            </p:nvSpPr>
            <p:spPr>
              <a:xfrm>
                <a:off x="-557556" y="2664506"/>
                <a:ext cx="30275" cy="16768"/>
              </a:xfrm>
              <a:custGeom>
                <a:avLst/>
                <a:gdLst/>
                <a:ahLst/>
                <a:cxnLst/>
                <a:rect l="l" t="t" r="r" b="b"/>
                <a:pathLst>
                  <a:path w="130" h="72" fill="none" extrusionOk="0">
                    <a:moveTo>
                      <a:pt x="130" y="1"/>
                    </a:moveTo>
                    <a:lnTo>
                      <a:pt x="0" y="7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51">
                <a:extLst>
                  <a:ext uri="{FF2B5EF4-FFF2-40B4-BE49-F238E27FC236}">
                    <a16:creationId xmlns:a16="http://schemas.microsoft.com/office/drawing/2014/main" id="{AB13AEEB-FF63-F2D5-3B7F-3A8DB26AC296}"/>
                  </a:ext>
                </a:extLst>
              </p:cNvPr>
              <p:cNvSpPr/>
              <p:nvPr/>
            </p:nvSpPr>
            <p:spPr>
              <a:xfrm>
                <a:off x="-500499" y="2708056"/>
                <a:ext cx="17001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73" h="130" fill="none" extrusionOk="0">
                    <a:moveTo>
                      <a:pt x="73" y="0"/>
                    </a:moveTo>
                    <a:lnTo>
                      <a:pt x="0" y="12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51">
                <a:extLst>
                  <a:ext uri="{FF2B5EF4-FFF2-40B4-BE49-F238E27FC236}">
                    <a16:creationId xmlns:a16="http://schemas.microsoft.com/office/drawing/2014/main" id="{7B900E80-249A-2906-4959-385AE547D42C}"/>
                  </a:ext>
                </a:extLst>
              </p:cNvPr>
              <p:cNvSpPr/>
              <p:nvPr/>
            </p:nvSpPr>
            <p:spPr>
              <a:xfrm>
                <a:off x="-421783" y="1307012"/>
                <a:ext cx="233" cy="1086653"/>
              </a:xfrm>
              <a:custGeom>
                <a:avLst/>
                <a:gdLst/>
                <a:ahLst/>
                <a:cxnLst/>
                <a:rect l="l" t="t" r="r" b="b"/>
                <a:pathLst>
                  <a:path w="1" h="4666" fill="none" extrusionOk="0">
                    <a:moveTo>
                      <a:pt x="1" y="1"/>
                    </a:moveTo>
                    <a:lnTo>
                      <a:pt x="1" y="4665"/>
                    </a:ln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51">
                <a:extLst>
                  <a:ext uri="{FF2B5EF4-FFF2-40B4-BE49-F238E27FC236}">
                    <a16:creationId xmlns:a16="http://schemas.microsoft.com/office/drawing/2014/main" id="{0D7C31F9-FD3B-F8E4-A875-69972EF90F4E}"/>
                  </a:ext>
                </a:extLst>
              </p:cNvPr>
              <p:cNvSpPr/>
              <p:nvPr/>
            </p:nvSpPr>
            <p:spPr>
              <a:xfrm>
                <a:off x="-761564" y="2393427"/>
                <a:ext cx="677936" cy="231257"/>
              </a:xfrm>
              <a:custGeom>
                <a:avLst/>
                <a:gdLst/>
                <a:ahLst/>
                <a:cxnLst/>
                <a:rect l="l" t="t" r="r" b="b"/>
                <a:pathLst>
                  <a:path w="2911" h="993" extrusionOk="0">
                    <a:moveTo>
                      <a:pt x="1460" y="0"/>
                    </a:moveTo>
                    <a:cubicBezTo>
                      <a:pt x="1337" y="0"/>
                      <a:pt x="1215" y="36"/>
                      <a:pt x="1121" y="100"/>
                    </a:cubicBezTo>
                    <a:lnTo>
                      <a:pt x="179" y="754"/>
                    </a:lnTo>
                    <a:cubicBezTo>
                      <a:pt x="0" y="884"/>
                      <a:pt x="29" y="992"/>
                      <a:pt x="259" y="992"/>
                    </a:cubicBezTo>
                    <a:lnTo>
                      <a:pt x="2652" y="992"/>
                    </a:lnTo>
                    <a:cubicBezTo>
                      <a:pt x="2883" y="992"/>
                      <a:pt x="2910" y="884"/>
                      <a:pt x="2731" y="754"/>
                    </a:cubicBezTo>
                    <a:lnTo>
                      <a:pt x="1789" y="100"/>
                    </a:lnTo>
                    <a:cubicBezTo>
                      <a:pt x="1696" y="36"/>
                      <a:pt x="1582" y="0"/>
                      <a:pt x="14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75" name="Google Shape;2275;p51">
              <a:extLst>
                <a:ext uri="{FF2B5EF4-FFF2-40B4-BE49-F238E27FC236}">
                  <a16:creationId xmlns:a16="http://schemas.microsoft.com/office/drawing/2014/main" id="{D7BEC53F-D491-1345-B437-F110C5B36846}"/>
                </a:ext>
              </a:extLst>
            </p:cNvPr>
            <p:cNvSpPr/>
            <p:nvPr/>
          </p:nvSpPr>
          <p:spPr>
            <a:xfrm>
              <a:off x="4000500" y="4872500"/>
              <a:ext cx="5215536" cy="33525"/>
            </a:xfrm>
            <a:custGeom>
              <a:avLst/>
              <a:gdLst/>
              <a:ahLst/>
              <a:cxnLst/>
              <a:rect l="l" t="t" r="r" b="b"/>
              <a:pathLst>
                <a:path w="26050" h="1" fill="none" extrusionOk="0">
                  <a:moveTo>
                    <a:pt x="26050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51">
              <a:extLst>
                <a:ext uri="{FF2B5EF4-FFF2-40B4-BE49-F238E27FC236}">
                  <a16:creationId xmlns:a16="http://schemas.microsoft.com/office/drawing/2014/main" id="{0CE51E59-8642-CD5A-513A-C716390B299B}"/>
                </a:ext>
              </a:extLst>
            </p:cNvPr>
            <p:cNvSpPr/>
            <p:nvPr/>
          </p:nvSpPr>
          <p:spPr>
            <a:xfrm>
              <a:off x="4938503" y="2556967"/>
              <a:ext cx="2799015" cy="1590981"/>
            </a:xfrm>
            <a:custGeom>
              <a:avLst/>
              <a:gdLst/>
              <a:ahLst/>
              <a:cxnLst/>
              <a:rect l="l" t="t" r="r" b="b"/>
              <a:pathLst>
                <a:path w="11775" h="6693" extrusionOk="0">
                  <a:moveTo>
                    <a:pt x="209" y="1"/>
                  </a:moveTo>
                  <a:cubicBezTo>
                    <a:pt x="95" y="1"/>
                    <a:pt x="0" y="94"/>
                    <a:pt x="0" y="210"/>
                  </a:cubicBezTo>
                  <a:lnTo>
                    <a:pt x="0" y="6693"/>
                  </a:lnTo>
                  <a:lnTo>
                    <a:pt x="11774" y="6693"/>
                  </a:lnTo>
                  <a:lnTo>
                    <a:pt x="11774" y="210"/>
                  </a:lnTo>
                  <a:cubicBezTo>
                    <a:pt x="11774" y="94"/>
                    <a:pt x="11681" y="1"/>
                    <a:pt x="1156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51">
              <a:extLst>
                <a:ext uri="{FF2B5EF4-FFF2-40B4-BE49-F238E27FC236}">
                  <a16:creationId xmlns:a16="http://schemas.microsoft.com/office/drawing/2014/main" id="{1DB4B339-2262-4B0C-4954-E9492073CF63}"/>
                </a:ext>
              </a:extLst>
            </p:cNvPr>
            <p:cNvSpPr/>
            <p:nvPr/>
          </p:nvSpPr>
          <p:spPr>
            <a:xfrm>
              <a:off x="4938503" y="2556967"/>
              <a:ext cx="2799015" cy="1590981"/>
            </a:xfrm>
            <a:custGeom>
              <a:avLst/>
              <a:gdLst/>
              <a:ahLst/>
              <a:cxnLst/>
              <a:rect l="l" t="t" r="r" b="b"/>
              <a:pathLst>
                <a:path w="11775" h="6693" extrusionOk="0">
                  <a:moveTo>
                    <a:pt x="209" y="1"/>
                  </a:moveTo>
                  <a:cubicBezTo>
                    <a:pt x="95" y="1"/>
                    <a:pt x="0" y="94"/>
                    <a:pt x="0" y="210"/>
                  </a:cubicBezTo>
                  <a:lnTo>
                    <a:pt x="0" y="6693"/>
                  </a:lnTo>
                  <a:lnTo>
                    <a:pt x="11774" y="6693"/>
                  </a:lnTo>
                  <a:lnTo>
                    <a:pt x="11774" y="210"/>
                  </a:lnTo>
                  <a:cubicBezTo>
                    <a:pt x="11774" y="94"/>
                    <a:pt x="11681" y="1"/>
                    <a:pt x="1156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51">
              <a:extLst>
                <a:ext uri="{FF2B5EF4-FFF2-40B4-BE49-F238E27FC236}">
                  <a16:creationId xmlns:a16="http://schemas.microsoft.com/office/drawing/2014/main" id="{85C0887A-828D-A9E9-DE56-43D2829B4139}"/>
                </a:ext>
              </a:extLst>
            </p:cNvPr>
            <p:cNvSpPr/>
            <p:nvPr/>
          </p:nvSpPr>
          <p:spPr>
            <a:xfrm>
              <a:off x="5022295" y="2678436"/>
              <a:ext cx="2631431" cy="1382511"/>
            </a:xfrm>
            <a:custGeom>
              <a:avLst/>
              <a:gdLst/>
              <a:ahLst/>
              <a:cxnLst/>
              <a:rect l="l" t="t" r="r" b="b"/>
              <a:pathLst>
                <a:path w="11070" h="5816" extrusionOk="0">
                  <a:moveTo>
                    <a:pt x="1" y="0"/>
                  </a:moveTo>
                  <a:lnTo>
                    <a:pt x="1" y="5816"/>
                  </a:lnTo>
                  <a:lnTo>
                    <a:pt x="11069" y="5816"/>
                  </a:lnTo>
                  <a:lnTo>
                    <a:pt x="11069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51">
              <a:extLst>
                <a:ext uri="{FF2B5EF4-FFF2-40B4-BE49-F238E27FC236}">
                  <a16:creationId xmlns:a16="http://schemas.microsoft.com/office/drawing/2014/main" id="{5D628109-6CFD-7A64-8D7D-670C08C587B3}"/>
                </a:ext>
              </a:extLst>
            </p:cNvPr>
            <p:cNvSpPr/>
            <p:nvPr/>
          </p:nvSpPr>
          <p:spPr>
            <a:xfrm>
              <a:off x="5603901" y="4424395"/>
              <a:ext cx="1476644" cy="444514"/>
            </a:xfrm>
            <a:custGeom>
              <a:avLst/>
              <a:gdLst/>
              <a:ahLst/>
              <a:cxnLst/>
              <a:rect l="l" t="t" r="r" b="b"/>
              <a:pathLst>
                <a:path w="6212" h="1870" extrusionOk="0">
                  <a:moveTo>
                    <a:pt x="1862" y="1"/>
                  </a:moveTo>
                  <a:lnTo>
                    <a:pt x="1862" y="498"/>
                  </a:lnTo>
                  <a:cubicBezTo>
                    <a:pt x="1862" y="777"/>
                    <a:pt x="1324" y="1209"/>
                    <a:pt x="37" y="1690"/>
                  </a:cubicBezTo>
                  <a:cubicBezTo>
                    <a:pt x="1" y="1740"/>
                    <a:pt x="1" y="1819"/>
                    <a:pt x="1" y="1869"/>
                  </a:cubicBezTo>
                  <a:lnTo>
                    <a:pt x="6211" y="1869"/>
                  </a:lnTo>
                  <a:cubicBezTo>
                    <a:pt x="6211" y="1819"/>
                    <a:pt x="6211" y="1740"/>
                    <a:pt x="6182" y="1690"/>
                  </a:cubicBezTo>
                  <a:cubicBezTo>
                    <a:pt x="4888" y="1209"/>
                    <a:pt x="4350" y="777"/>
                    <a:pt x="4350" y="498"/>
                  </a:cubicBezTo>
                  <a:lnTo>
                    <a:pt x="435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51">
              <a:extLst>
                <a:ext uri="{FF2B5EF4-FFF2-40B4-BE49-F238E27FC236}">
                  <a16:creationId xmlns:a16="http://schemas.microsoft.com/office/drawing/2014/main" id="{345D74DE-4A1A-09F4-646D-79656A8CE06D}"/>
                </a:ext>
              </a:extLst>
            </p:cNvPr>
            <p:cNvSpPr/>
            <p:nvPr/>
          </p:nvSpPr>
          <p:spPr>
            <a:xfrm>
              <a:off x="4938503" y="4147704"/>
              <a:ext cx="2799015" cy="276930"/>
            </a:xfrm>
            <a:custGeom>
              <a:avLst/>
              <a:gdLst/>
              <a:ahLst/>
              <a:cxnLst/>
              <a:rect l="l" t="t" r="r" b="b"/>
              <a:pathLst>
                <a:path w="11775" h="1165" extrusionOk="0">
                  <a:moveTo>
                    <a:pt x="0" y="1"/>
                  </a:moveTo>
                  <a:lnTo>
                    <a:pt x="0" y="956"/>
                  </a:lnTo>
                  <a:cubicBezTo>
                    <a:pt x="0" y="1072"/>
                    <a:pt x="95" y="1165"/>
                    <a:pt x="209" y="1165"/>
                  </a:cubicBezTo>
                  <a:lnTo>
                    <a:pt x="11567" y="1165"/>
                  </a:lnTo>
                  <a:cubicBezTo>
                    <a:pt x="11681" y="1165"/>
                    <a:pt x="11774" y="1072"/>
                    <a:pt x="11774" y="956"/>
                  </a:cubicBezTo>
                  <a:lnTo>
                    <a:pt x="11774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51">
              <a:extLst>
                <a:ext uri="{FF2B5EF4-FFF2-40B4-BE49-F238E27FC236}">
                  <a16:creationId xmlns:a16="http://schemas.microsoft.com/office/drawing/2014/main" id="{F8AC9B7E-DA96-52B3-CFD0-A08C4A013423}"/>
                </a:ext>
              </a:extLst>
            </p:cNvPr>
            <p:cNvSpPr/>
            <p:nvPr/>
          </p:nvSpPr>
          <p:spPr>
            <a:xfrm>
              <a:off x="4703466" y="4385173"/>
              <a:ext cx="41361" cy="140486"/>
            </a:xfrm>
            <a:custGeom>
              <a:avLst/>
              <a:gdLst/>
              <a:ahLst/>
              <a:cxnLst/>
              <a:rect l="l" t="t" r="r" b="b"/>
              <a:pathLst>
                <a:path w="174" h="591" extrusionOk="0">
                  <a:moveTo>
                    <a:pt x="1" y="0"/>
                  </a:moveTo>
                  <a:lnTo>
                    <a:pt x="109" y="590"/>
                  </a:lnTo>
                  <a:lnTo>
                    <a:pt x="173" y="590"/>
                  </a:lnTo>
                  <a:lnTo>
                    <a:pt x="66" y="2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51">
              <a:extLst>
                <a:ext uri="{FF2B5EF4-FFF2-40B4-BE49-F238E27FC236}">
                  <a16:creationId xmlns:a16="http://schemas.microsoft.com/office/drawing/2014/main" id="{C82A518E-3535-22F0-22B7-B980E1A2F03D}"/>
                </a:ext>
              </a:extLst>
            </p:cNvPr>
            <p:cNvSpPr/>
            <p:nvPr/>
          </p:nvSpPr>
          <p:spPr>
            <a:xfrm>
              <a:off x="4703466" y="4385173"/>
              <a:ext cx="41361" cy="140486"/>
            </a:xfrm>
            <a:custGeom>
              <a:avLst/>
              <a:gdLst/>
              <a:ahLst/>
              <a:cxnLst/>
              <a:rect l="l" t="t" r="r" b="b"/>
              <a:pathLst>
                <a:path w="174" h="591" fill="none" extrusionOk="0">
                  <a:moveTo>
                    <a:pt x="1" y="0"/>
                  </a:moveTo>
                  <a:lnTo>
                    <a:pt x="66" y="232"/>
                  </a:lnTo>
                  <a:lnTo>
                    <a:pt x="173" y="590"/>
                  </a:lnTo>
                  <a:lnTo>
                    <a:pt x="109" y="59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51">
              <a:extLst>
                <a:ext uri="{FF2B5EF4-FFF2-40B4-BE49-F238E27FC236}">
                  <a16:creationId xmlns:a16="http://schemas.microsoft.com/office/drawing/2014/main" id="{46746D57-497C-3859-BB0D-934ABC19DDD9}"/>
                </a:ext>
              </a:extLst>
            </p:cNvPr>
            <p:cNvSpPr/>
            <p:nvPr/>
          </p:nvSpPr>
          <p:spPr>
            <a:xfrm>
              <a:off x="4792369" y="3809446"/>
              <a:ext cx="304267" cy="716215"/>
            </a:xfrm>
            <a:custGeom>
              <a:avLst/>
              <a:gdLst/>
              <a:ahLst/>
              <a:cxnLst/>
              <a:rect l="l" t="t" r="r" b="b"/>
              <a:pathLst>
                <a:path w="1280" h="3013" extrusionOk="0">
                  <a:moveTo>
                    <a:pt x="914" y="0"/>
                  </a:moveTo>
                  <a:lnTo>
                    <a:pt x="619" y="978"/>
                  </a:lnTo>
                  <a:lnTo>
                    <a:pt x="339" y="1891"/>
                  </a:lnTo>
                  <a:lnTo>
                    <a:pt x="72" y="2767"/>
                  </a:lnTo>
                  <a:lnTo>
                    <a:pt x="1" y="3012"/>
                  </a:lnTo>
                  <a:lnTo>
                    <a:pt x="144" y="3012"/>
                  </a:lnTo>
                  <a:cubicBezTo>
                    <a:pt x="167" y="2969"/>
                    <a:pt x="180" y="2926"/>
                    <a:pt x="173" y="2883"/>
                  </a:cubicBezTo>
                  <a:cubicBezTo>
                    <a:pt x="158" y="2760"/>
                    <a:pt x="237" y="2688"/>
                    <a:pt x="317" y="2654"/>
                  </a:cubicBezTo>
                  <a:cubicBezTo>
                    <a:pt x="382" y="2624"/>
                    <a:pt x="417" y="2588"/>
                    <a:pt x="432" y="2531"/>
                  </a:cubicBezTo>
                  <a:lnTo>
                    <a:pt x="432" y="2465"/>
                  </a:lnTo>
                  <a:cubicBezTo>
                    <a:pt x="432" y="2365"/>
                    <a:pt x="525" y="2279"/>
                    <a:pt x="582" y="2250"/>
                  </a:cubicBezTo>
                  <a:cubicBezTo>
                    <a:pt x="612" y="2236"/>
                    <a:pt x="655" y="2222"/>
                    <a:pt x="705" y="2186"/>
                  </a:cubicBezTo>
                  <a:cubicBezTo>
                    <a:pt x="734" y="2150"/>
                    <a:pt x="770" y="2120"/>
                    <a:pt x="820" y="2093"/>
                  </a:cubicBezTo>
                  <a:cubicBezTo>
                    <a:pt x="841" y="2070"/>
                    <a:pt x="864" y="2041"/>
                    <a:pt x="884" y="2007"/>
                  </a:cubicBezTo>
                  <a:cubicBezTo>
                    <a:pt x="914" y="1970"/>
                    <a:pt x="943" y="1941"/>
                    <a:pt x="977" y="1920"/>
                  </a:cubicBezTo>
                  <a:cubicBezTo>
                    <a:pt x="1029" y="1812"/>
                    <a:pt x="1043" y="1696"/>
                    <a:pt x="1036" y="1618"/>
                  </a:cubicBezTo>
                  <a:cubicBezTo>
                    <a:pt x="1020" y="1489"/>
                    <a:pt x="943" y="1265"/>
                    <a:pt x="1115" y="870"/>
                  </a:cubicBezTo>
                  <a:cubicBezTo>
                    <a:pt x="1279" y="475"/>
                    <a:pt x="914" y="0"/>
                    <a:pt x="914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51">
              <a:extLst>
                <a:ext uri="{FF2B5EF4-FFF2-40B4-BE49-F238E27FC236}">
                  <a16:creationId xmlns:a16="http://schemas.microsoft.com/office/drawing/2014/main" id="{934A9882-9217-9F25-CB45-F9F865AE6873}"/>
                </a:ext>
              </a:extLst>
            </p:cNvPr>
            <p:cNvSpPr/>
            <p:nvPr/>
          </p:nvSpPr>
          <p:spPr>
            <a:xfrm>
              <a:off x="4987289" y="4265844"/>
              <a:ext cx="37558" cy="41124"/>
            </a:xfrm>
            <a:custGeom>
              <a:avLst/>
              <a:gdLst/>
              <a:ahLst/>
              <a:cxnLst/>
              <a:rect l="l" t="t" r="r" b="b"/>
              <a:pathLst>
                <a:path w="158" h="173" extrusionOk="0">
                  <a:moveTo>
                    <a:pt x="157" y="0"/>
                  </a:moveTo>
                  <a:cubicBezTo>
                    <a:pt x="123" y="21"/>
                    <a:pt x="94" y="50"/>
                    <a:pt x="64" y="87"/>
                  </a:cubicBezTo>
                  <a:cubicBezTo>
                    <a:pt x="46" y="117"/>
                    <a:pt x="26" y="144"/>
                    <a:pt x="7" y="165"/>
                  </a:cubicBezTo>
                  <a:lnTo>
                    <a:pt x="7" y="165"/>
                  </a:lnTo>
                  <a:cubicBezTo>
                    <a:pt x="9" y="164"/>
                    <a:pt x="11" y="164"/>
                    <a:pt x="14" y="164"/>
                  </a:cubicBezTo>
                  <a:cubicBezTo>
                    <a:pt x="80" y="121"/>
                    <a:pt x="130" y="64"/>
                    <a:pt x="157" y="0"/>
                  </a:cubicBezTo>
                  <a:close/>
                  <a:moveTo>
                    <a:pt x="7" y="165"/>
                  </a:moveTo>
                  <a:lnTo>
                    <a:pt x="7" y="165"/>
                  </a:lnTo>
                  <a:cubicBezTo>
                    <a:pt x="5" y="167"/>
                    <a:pt x="4" y="169"/>
                    <a:pt x="0" y="173"/>
                  </a:cubicBezTo>
                  <a:cubicBezTo>
                    <a:pt x="3" y="170"/>
                    <a:pt x="5" y="168"/>
                    <a:pt x="7" y="165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1">
              <a:extLst>
                <a:ext uri="{FF2B5EF4-FFF2-40B4-BE49-F238E27FC236}">
                  <a16:creationId xmlns:a16="http://schemas.microsoft.com/office/drawing/2014/main" id="{9706BF7D-85F4-6E08-CEDF-0A89C66D5144}"/>
                </a:ext>
              </a:extLst>
            </p:cNvPr>
            <p:cNvSpPr/>
            <p:nvPr/>
          </p:nvSpPr>
          <p:spPr>
            <a:xfrm>
              <a:off x="4756475" y="3809446"/>
              <a:ext cx="253159" cy="657976"/>
            </a:xfrm>
            <a:custGeom>
              <a:avLst/>
              <a:gdLst/>
              <a:ahLst/>
              <a:cxnLst/>
              <a:rect l="l" t="t" r="r" b="b"/>
              <a:pathLst>
                <a:path w="1065" h="2768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1064" y="0"/>
                    <a:pt x="490" y="195"/>
                    <a:pt x="418" y="618"/>
                  </a:cubicBezTo>
                  <a:cubicBezTo>
                    <a:pt x="338" y="1042"/>
                    <a:pt x="145" y="1179"/>
                    <a:pt x="66" y="1280"/>
                  </a:cubicBezTo>
                  <a:cubicBezTo>
                    <a:pt x="59" y="1287"/>
                    <a:pt x="43" y="1301"/>
                    <a:pt x="36" y="1323"/>
                  </a:cubicBezTo>
                  <a:cubicBezTo>
                    <a:pt x="102" y="1424"/>
                    <a:pt x="152" y="1596"/>
                    <a:pt x="86" y="1732"/>
                  </a:cubicBezTo>
                  <a:cubicBezTo>
                    <a:pt x="0" y="1898"/>
                    <a:pt x="29" y="1998"/>
                    <a:pt x="136" y="2114"/>
                  </a:cubicBezTo>
                  <a:cubicBezTo>
                    <a:pt x="252" y="2229"/>
                    <a:pt x="318" y="2409"/>
                    <a:pt x="209" y="2588"/>
                  </a:cubicBezTo>
                  <a:cubicBezTo>
                    <a:pt x="195" y="2610"/>
                    <a:pt x="180" y="2638"/>
                    <a:pt x="173" y="2667"/>
                  </a:cubicBezTo>
                  <a:lnTo>
                    <a:pt x="223" y="2767"/>
                  </a:lnTo>
                  <a:lnTo>
                    <a:pt x="490" y="1891"/>
                  </a:lnTo>
                  <a:lnTo>
                    <a:pt x="770" y="978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1">
              <a:extLst>
                <a:ext uri="{FF2B5EF4-FFF2-40B4-BE49-F238E27FC236}">
                  <a16:creationId xmlns:a16="http://schemas.microsoft.com/office/drawing/2014/main" id="{EA436C66-F980-155B-2B6E-E6C25F9BA543}"/>
                </a:ext>
              </a:extLst>
            </p:cNvPr>
            <p:cNvSpPr/>
            <p:nvPr/>
          </p:nvSpPr>
          <p:spPr>
            <a:xfrm>
              <a:off x="4756475" y="3809446"/>
              <a:ext cx="253159" cy="657976"/>
            </a:xfrm>
            <a:custGeom>
              <a:avLst/>
              <a:gdLst/>
              <a:ahLst/>
              <a:cxnLst/>
              <a:rect l="l" t="t" r="r" b="b"/>
              <a:pathLst>
                <a:path w="1065" h="2768" fill="none" extrusionOk="0">
                  <a:moveTo>
                    <a:pt x="223" y="2767"/>
                  </a:moveTo>
                  <a:lnTo>
                    <a:pt x="490" y="1891"/>
                  </a:lnTo>
                  <a:lnTo>
                    <a:pt x="770" y="978"/>
                  </a:lnTo>
                  <a:lnTo>
                    <a:pt x="770" y="978"/>
                  </a:lnTo>
                  <a:lnTo>
                    <a:pt x="1065" y="0"/>
                  </a:lnTo>
                  <a:cubicBezTo>
                    <a:pt x="1065" y="0"/>
                    <a:pt x="490" y="195"/>
                    <a:pt x="418" y="618"/>
                  </a:cubicBezTo>
                  <a:cubicBezTo>
                    <a:pt x="338" y="1042"/>
                    <a:pt x="145" y="1179"/>
                    <a:pt x="66" y="1280"/>
                  </a:cubicBezTo>
                  <a:cubicBezTo>
                    <a:pt x="59" y="1287"/>
                    <a:pt x="43" y="1301"/>
                    <a:pt x="36" y="1323"/>
                  </a:cubicBezTo>
                  <a:cubicBezTo>
                    <a:pt x="102" y="1424"/>
                    <a:pt x="152" y="1596"/>
                    <a:pt x="86" y="1732"/>
                  </a:cubicBezTo>
                  <a:cubicBezTo>
                    <a:pt x="0" y="1898"/>
                    <a:pt x="29" y="1998"/>
                    <a:pt x="136" y="2114"/>
                  </a:cubicBezTo>
                  <a:cubicBezTo>
                    <a:pt x="252" y="2229"/>
                    <a:pt x="318" y="2409"/>
                    <a:pt x="209" y="2588"/>
                  </a:cubicBezTo>
                  <a:cubicBezTo>
                    <a:pt x="195" y="2610"/>
                    <a:pt x="180" y="2638"/>
                    <a:pt x="173" y="2667"/>
                  </a:cubicBezTo>
                  <a:lnTo>
                    <a:pt x="173" y="2667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1">
              <a:extLst>
                <a:ext uri="{FF2B5EF4-FFF2-40B4-BE49-F238E27FC236}">
                  <a16:creationId xmlns:a16="http://schemas.microsoft.com/office/drawing/2014/main" id="{5783D04F-7BE8-FA4F-6172-43882D9EA447}"/>
                </a:ext>
              </a:extLst>
            </p:cNvPr>
            <p:cNvSpPr/>
            <p:nvPr/>
          </p:nvSpPr>
          <p:spPr>
            <a:xfrm>
              <a:off x="4787139" y="4443411"/>
              <a:ext cx="22345" cy="82247"/>
            </a:xfrm>
            <a:custGeom>
              <a:avLst/>
              <a:gdLst/>
              <a:ahLst/>
              <a:cxnLst/>
              <a:rect l="l" t="t" r="r" b="b"/>
              <a:pathLst>
                <a:path w="94" h="346" extrusionOk="0">
                  <a:moveTo>
                    <a:pt x="44" y="0"/>
                  </a:moveTo>
                  <a:cubicBezTo>
                    <a:pt x="16" y="107"/>
                    <a:pt x="37" y="237"/>
                    <a:pt x="1" y="345"/>
                  </a:cubicBezTo>
                  <a:lnTo>
                    <a:pt x="23" y="345"/>
                  </a:lnTo>
                  <a:lnTo>
                    <a:pt x="94" y="10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1">
              <a:extLst>
                <a:ext uri="{FF2B5EF4-FFF2-40B4-BE49-F238E27FC236}">
                  <a16:creationId xmlns:a16="http://schemas.microsoft.com/office/drawing/2014/main" id="{AA87D0C2-3481-4C6E-284D-05FBA8A87541}"/>
                </a:ext>
              </a:extLst>
            </p:cNvPr>
            <p:cNvSpPr/>
            <p:nvPr/>
          </p:nvSpPr>
          <p:spPr>
            <a:xfrm>
              <a:off x="4787139" y="4443411"/>
              <a:ext cx="22345" cy="82247"/>
            </a:xfrm>
            <a:custGeom>
              <a:avLst/>
              <a:gdLst/>
              <a:ahLst/>
              <a:cxnLst/>
              <a:rect l="l" t="t" r="r" b="b"/>
              <a:pathLst>
                <a:path w="94" h="346" fill="none" extrusionOk="0">
                  <a:moveTo>
                    <a:pt x="44" y="0"/>
                  </a:moveTo>
                  <a:cubicBezTo>
                    <a:pt x="16" y="107"/>
                    <a:pt x="37" y="237"/>
                    <a:pt x="1" y="345"/>
                  </a:cubicBezTo>
                  <a:lnTo>
                    <a:pt x="23" y="345"/>
                  </a:lnTo>
                  <a:lnTo>
                    <a:pt x="94" y="10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1">
              <a:extLst>
                <a:ext uri="{FF2B5EF4-FFF2-40B4-BE49-F238E27FC236}">
                  <a16:creationId xmlns:a16="http://schemas.microsoft.com/office/drawing/2014/main" id="{BEF8BEC1-CD65-CE72-8B12-17AA2B0DDC1F}"/>
                </a:ext>
              </a:extLst>
            </p:cNvPr>
            <p:cNvSpPr/>
            <p:nvPr/>
          </p:nvSpPr>
          <p:spPr>
            <a:xfrm>
              <a:off x="4817804" y="4411083"/>
              <a:ext cx="77493" cy="29238"/>
            </a:xfrm>
            <a:custGeom>
              <a:avLst/>
              <a:gdLst/>
              <a:ahLst/>
              <a:cxnLst/>
              <a:rect l="l" t="t" r="r" b="b"/>
              <a:pathLst>
                <a:path w="326" h="123" fill="none" extrusionOk="0">
                  <a:moveTo>
                    <a:pt x="325" y="0"/>
                  </a:moveTo>
                  <a:lnTo>
                    <a:pt x="1" y="12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1">
              <a:extLst>
                <a:ext uri="{FF2B5EF4-FFF2-40B4-BE49-F238E27FC236}">
                  <a16:creationId xmlns:a16="http://schemas.microsoft.com/office/drawing/2014/main" id="{141311DB-F830-6B4E-809A-82124936F852}"/>
                </a:ext>
              </a:extLst>
            </p:cNvPr>
            <p:cNvSpPr/>
            <p:nvPr/>
          </p:nvSpPr>
          <p:spPr>
            <a:xfrm>
              <a:off x="4949493" y="3976792"/>
              <a:ext cx="82247" cy="33041"/>
            </a:xfrm>
            <a:custGeom>
              <a:avLst/>
              <a:gdLst/>
              <a:ahLst/>
              <a:cxnLst/>
              <a:rect l="l" t="t" r="r" b="b"/>
              <a:pathLst>
                <a:path w="346" h="139" fill="none" extrusionOk="0">
                  <a:moveTo>
                    <a:pt x="1" y="138"/>
                  </a:moveTo>
                  <a:lnTo>
                    <a:pt x="346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1">
              <a:extLst>
                <a:ext uri="{FF2B5EF4-FFF2-40B4-BE49-F238E27FC236}">
                  <a16:creationId xmlns:a16="http://schemas.microsoft.com/office/drawing/2014/main" id="{1D93373B-0EEB-F3E3-6A97-03AEEF0E4C2C}"/>
                </a:ext>
              </a:extLst>
            </p:cNvPr>
            <p:cNvSpPr/>
            <p:nvPr/>
          </p:nvSpPr>
          <p:spPr>
            <a:xfrm>
              <a:off x="4879370" y="4185499"/>
              <a:ext cx="133592" cy="53009"/>
            </a:xfrm>
            <a:custGeom>
              <a:avLst/>
              <a:gdLst/>
              <a:ahLst/>
              <a:cxnLst/>
              <a:rect l="l" t="t" r="r" b="b"/>
              <a:pathLst>
                <a:path w="562" h="223" fill="none" extrusionOk="0">
                  <a:moveTo>
                    <a:pt x="1" y="223"/>
                  </a:moveTo>
                  <a:lnTo>
                    <a:pt x="56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1">
              <a:extLst>
                <a:ext uri="{FF2B5EF4-FFF2-40B4-BE49-F238E27FC236}">
                  <a16:creationId xmlns:a16="http://schemas.microsoft.com/office/drawing/2014/main" id="{A79559B3-961E-2A86-87B3-433EEC1F9CA2}"/>
                </a:ext>
              </a:extLst>
            </p:cNvPr>
            <p:cNvSpPr/>
            <p:nvPr/>
          </p:nvSpPr>
          <p:spPr>
            <a:xfrm>
              <a:off x="4811386" y="4137482"/>
              <a:ext cx="61804" cy="121707"/>
            </a:xfrm>
            <a:custGeom>
              <a:avLst/>
              <a:gdLst/>
              <a:ahLst/>
              <a:cxnLst/>
              <a:rect l="l" t="t" r="r" b="b"/>
              <a:pathLst>
                <a:path w="260" h="512" fill="none" extrusionOk="0">
                  <a:moveTo>
                    <a:pt x="259" y="511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51">
              <a:extLst>
                <a:ext uri="{FF2B5EF4-FFF2-40B4-BE49-F238E27FC236}">
                  <a16:creationId xmlns:a16="http://schemas.microsoft.com/office/drawing/2014/main" id="{3E06330F-E339-18B2-B757-55D372C9675F}"/>
                </a:ext>
              </a:extLst>
            </p:cNvPr>
            <p:cNvSpPr/>
            <p:nvPr/>
          </p:nvSpPr>
          <p:spPr>
            <a:xfrm>
              <a:off x="4899813" y="3968472"/>
              <a:ext cx="39697" cy="73690"/>
            </a:xfrm>
            <a:custGeom>
              <a:avLst/>
              <a:gdLst/>
              <a:ahLst/>
              <a:cxnLst/>
              <a:rect l="l" t="t" r="r" b="b"/>
              <a:pathLst>
                <a:path w="167" h="310" fill="none" extrusionOk="0">
                  <a:moveTo>
                    <a:pt x="167" y="309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51">
              <a:extLst>
                <a:ext uri="{FF2B5EF4-FFF2-40B4-BE49-F238E27FC236}">
                  <a16:creationId xmlns:a16="http://schemas.microsoft.com/office/drawing/2014/main" id="{215045A5-B993-5FE9-988D-18A003FEEE76}"/>
                </a:ext>
              </a:extLst>
            </p:cNvPr>
            <p:cNvSpPr/>
            <p:nvPr/>
          </p:nvSpPr>
          <p:spPr>
            <a:xfrm>
              <a:off x="4541113" y="3831553"/>
              <a:ext cx="290955" cy="694108"/>
            </a:xfrm>
            <a:custGeom>
              <a:avLst/>
              <a:gdLst/>
              <a:ahLst/>
              <a:cxnLst/>
              <a:rect l="l" t="t" r="r" b="b"/>
              <a:pathLst>
                <a:path w="1224" h="2920" extrusionOk="0">
                  <a:moveTo>
                    <a:pt x="0" y="0"/>
                  </a:moveTo>
                  <a:lnTo>
                    <a:pt x="266" y="906"/>
                  </a:lnTo>
                  <a:lnTo>
                    <a:pt x="511" y="1748"/>
                  </a:lnTo>
                  <a:lnTo>
                    <a:pt x="684" y="2329"/>
                  </a:lnTo>
                  <a:lnTo>
                    <a:pt x="749" y="2561"/>
                  </a:lnTo>
                  <a:lnTo>
                    <a:pt x="856" y="2919"/>
                  </a:lnTo>
                  <a:lnTo>
                    <a:pt x="1036" y="2919"/>
                  </a:lnTo>
                  <a:cubicBezTo>
                    <a:pt x="1072" y="2811"/>
                    <a:pt x="1051" y="2681"/>
                    <a:pt x="1079" y="2574"/>
                  </a:cubicBezTo>
                  <a:cubicBezTo>
                    <a:pt x="1086" y="2545"/>
                    <a:pt x="1101" y="2517"/>
                    <a:pt x="1115" y="2495"/>
                  </a:cubicBezTo>
                  <a:cubicBezTo>
                    <a:pt x="1224" y="2316"/>
                    <a:pt x="1158" y="2136"/>
                    <a:pt x="1042" y="2021"/>
                  </a:cubicBezTo>
                  <a:cubicBezTo>
                    <a:pt x="935" y="1905"/>
                    <a:pt x="906" y="1805"/>
                    <a:pt x="992" y="1639"/>
                  </a:cubicBezTo>
                  <a:cubicBezTo>
                    <a:pt x="1058" y="1503"/>
                    <a:pt x="1008" y="1331"/>
                    <a:pt x="942" y="1230"/>
                  </a:cubicBezTo>
                  <a:cubicBezTo>
                    <a:pt x="929" y="1208"/>
                    <a:pt x="922" y="1194"/>
                    <a:pt x="913" y="1187"/>
                  </a:cubicBezTo>
                  <a:cubicBezTo>
                    <a:pt x="835" y="1094"/>
                    <a:pt x="663" y="965"/>
                    <a:pt x="590" y="577"/>
                  </a:cubicBezTo>
                  <a:cubicBezTo>
                    <a:pt x="525" y="180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51">
              <a:extLst>
                <a:ext uri="{FF2B5EF4-FFF2-40B4-BE49-F238E27FC236}">
                  <a16:creationId xmlns:a16="http://schemas.microsoft.com/office/drawing/2014/main" id="{B5B44422-849F-3014-9A67-E6447B8ABDB0}"/>
                </a:ext>
              </a:extLst>
            </p:cNvPr>
            <p:cNvSpPr/>
            <p:nvPr/>
          </p:nvSpPr>
          <p:spPr>
            <a:xfrm>
              <a:off x="4459104" y="3831553"/>
              <a:ext cx="285725" cy="694108"/>
            </a:xfrm>
            <a:custGeom>
              <a:avLst/>
              <a:gdLst/>
              <a:ahLst/>
              <a:cxnLst/>
              <a:rect l="l" t="t" r="r" b="b"/>
              <a:pathLst>
                <a:path w="1202" h="2920" extrusionOk="0">
                  <a:moveTo>
                    <a:pt x="345" y="0"/>
                  </a:moveTo>
                  <a:cubicBezTo>
                    <a:pt x="345" y="0"/>
                    <a:pt x="0" y="439"/>
                    <a:pt x="159" y="799"/>
                  </a:cubicBezTo>
                  <a:cubicBezTo>
                    <a:pt x="309" y="1165"/>
                    <a:pt x="232" y="1374"/>
                    <a:pt x="216" y="1489"/>
                  </a:cubicBezTo>
                  <a:cubicBezTo>
                    <a:pt x="209" y="1603"/>
                    <a:pt x="245" y="1819"/>
                    <a:pt x="395" y="1921"/>
                  </a:cubicBezTo>
                  <a:cubicBezTo>
                    <a:pt x="518" y="1991"/>
                    <a:pt x="561" y="2064"/>
                    <a:pt x="561" y="2164"/>
                  </a:cubicBezTo>
                  <a:cubicBezTo>
                    <a:pt x="604" y="2193"/>
                    <a:pt x="654" y="2236"/>
                    <a:pt x="677" y="2293"/>
                  </a:cubicBezTo>
                  <a:cubicBezTo>
                    <a:pt x="690" y="2322"/>
                    <a:pt x="697" y="2345"/>
                    <a:pt x="697" y="2372"/>
                  </a:cubicBezTo>
                  <a:cubicBezTo>
                    <a:pt x="690" y="2481"/>
                    <a:pt x="727" y="2524"/>
                    <a:pt x="813" y="2561"/>
                  </a:cubicBezTo>
                  <a:cubicBezTo>
                    <a:pt x="899" y="2595"/>
                    <a:pt x="972" y="2667"/>
                    <a:pt x="956" y="2790"/>
                  </a:cubicBezTo>
                  <a:cubicBezTo>
                    <a:pt x="949" y="2833"/>
                    <a:pt x="965" y="2876"/>
                    <a:pt x="985" y="2919"/>
                  </a:cubicBezTo>
                  <a:lnTo>
                    <a:pt x="1201" y="2919"/>
                  </a:lnTo>
                  <a:lnTo>
                    <a:pt x="1094" y="2561"/>
                  </a:lnTo>
                  <a:lnTo>
                    <a:pt x="1029" y="2329"/>
                  </a:lnTo>
                  <a:lnTo>
                    <a:pt x="856" y="1748"/>
                  </a:lnTo>
                  <a:lnTo>
                    <a:pt x="611" y="906"/>
                  </a:lnTo>
                  <a:lnTo>
                    <a:pt x="34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51">
              <a:extLst>
                <a:ext uri="{FF2B5EF4-FFF2-40B4-BE49-F238E27FC236}">
                  <a16:creationId xmlns:a16="http://schemas.microsoft.com/office/drawing/2014/main" id="{328A61BF-265B-608C-255F-FD4FA8D60B35}"/>
                </a:ext>
              </a:extLst>
            </p:cNvPr>
            <p:cNvSpPr/>
            <p:nvPr/>
          </p:nvSpPr>
          <p:spPr>
            <a:xfrm>
              <a:off x="4719155" y="4351181"/>
              <a:ext cx="46115" cy="89141"/>
            </a:xfrm>
            <a:custGeom>
              <a:avLst/>
              <a:gdLst/>
              <a:ahLst/>
              <a:cxnLst/>
              <a:rect l="l" t="t" r="r" b="b"/>
              <a:pathLst>
                <a:path w="194" h="375" fill="none" extrusionOk="0">
                  <a:moveTo>
                    <a:pt x="0" y="375"/>
                  </a:moveTo>
                  <a:lnTo>
                    <a:pt x="19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51">
              <a:extLst>
                <a:ext uri="{FF2B5EF4-FFF2-40B4-BE49-F238E27FC236}">
                  <a16:creationId xmlns:a16="http://schemas.microsoft.com/office/drawing/2014/main" id="{F997E238-9E23-8331-C77A-1C7F1B376C5B}"/>
                </a:ext>
              </a:extLst>
            </p:cNvPr>
            <p:cNvSpPr/>
            <p:nvPr/>
          </p:nvSpPr>
          <p:spPr>
            <a:xfrm>
              <a:off x="4619794" y="4376615"/>
              <a:ext cx="92469" cy="37796"/>
            </a:xfrm>
            <a:custGeom>
              <a:avLst/>
              <a:gdLst/>
              <a:ahLst/>
              <a:cxnLst/>
              <a:rect l="l" t="t" r="r" b="b"/>
              <a:pathLst>
                <a:path w="389" h="15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346" y="145"/>
                  </a:lnTo>
                  <a:lnTo>
                    <a:pt x="389" y="15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51">
              <a:extLst>
                <a:ext uri="{FF2B5EF4-FFF2-40B4-BE49-F238E27FC236}">
                  <a16:creationId xmlns:a16="http://schemas.microsoft.com/office/drawing/2014/main" id="{0182A4B6-59F9-21EF-E92E-8E4A3BD76966}"/>
                </a:ext>
              </a:extLst>
            </p:cNvPr>
            <p:cNvSpPr/>
            <p:nvPr/>
          </p:nvSpPr>
          <p:spPr>
            <a:xfrm>
              <a:off x="4519006" y="3985350"/>
              <a:ext cx="75116" cy="30902"/>
            </a:xfrm>
            <a:custGeom>
              <a:avLst/>
              <a:gdLst/>
              <a:ahLst/>
              <a:cxnLst/>
              <a:rect l="l" t="t" r="r" b="b"/>
              <a:pathLst>
                <a:path w="316" h="130" fill="none" extrusionOk="0">
                  <a:moveTo>
                    <a:pt x="316" y="13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51">
              <a:extLst>
                <a:ext uri="{FF2B5EF4-FFF2-40B4-BE49-F238E27FC236}">
                  <a16:creationId xmlns:a16="http://schemas.microsoft.com/office/drawing/2014/main" id="{CB0B391C-0B88-D7AF-1DFC-39BFB5F4147C}"/>
                </a:ext>
              </a:extLst>
            </p:cNvPr>
            <p:cNvSpPr/>
            <p:nvPr/>
          </p:nvSpPr>
          <p:spPr>
            <a:xfrm>
              <a:off x="4536121" y="4178368"/>
              <a:ext cx="121707" cy="48255"/>
            </a:xfrm>
            <a:custGeom>
              <a:avLst/>
              <a:gdLst/>
              <a:ahLst/>
              <a:cxnLst/>
              <a:rect l="l" t="t" r="r" b="b"/>
              <a:pathLst>
                <a:path w="512" h="203" fill="none" extrusionOk="0">
                  <a:moveTo>
                    <a:pt x="511" y="203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51">
              <a:extLst>
                <a:ext uri="{FF2B5EF4-FFF2-40B4-BE49-F238E27FC236}">
                  <a16:creationId xmlns:a16="http://schemas.microsoft.com/office/drawing/2014/main" id="{27079008-B79D-4574-8B11-0A1A2D4AA7C8}"/>
                </a:ext>
              </a:extLst>
            </p:cNvPr>
            <p:cNvSpPr/>
            <p:nvPr/>
          </p:nvSpPr>
          <p:spPr>
            <a:xfrm>
              <a:off x="4662581" y="4135818"/>
              <a:ext cx="58476" cy="111247"/>
            </a:xfrm>
            <a:custGeom>
              <a:avLst/>
              <a:gdLst/>
              <a:ahLst/>
              <a:cxnLst/>
              <a:rect l="l" t="t" r="r" b="b"/>
              <a:pathLst>
                <a:path w="246" h="468" fill="none" extrusionOk="0">
                  <a:moveTo>
                    <a:pt x="0" y="468"/>
                  </a:moveTo>
                  <a:lnTo>
                    <a:pt x="245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51">
              <a:extLst>
                <a:ext uri="{FF2B5EF4-FFF2-40B4-BE49-F238E27FC236}">
                  <a16:creationId xmlns:a16="http://schemas.microsoft.com/office/drawing/2014/main" id="{D3BB27AC-0D28-254E-70C2-8BA543774697}"/>
                </a:ext>
              </a:extLst>
            </p:cNvPr>
            <p:cNvSpPr/>
            <p:nvPr/>
          </p:nvSpPr>
          <p:spPr>
            <a:xfrm>
              <a:off x="4604343" y="3978694"/>
              <a:ext cx="36132" cy="68460"/>
            </a:xfrm>
            <a:custGeom>
              <a:avLst/>
              <a:gdLst/>
              <a:ahLst/>
              <a:cxnLst/>
              <a:rect l="l" t="t" r="r" b="b"/>
              <a:pathLst>
                <a:path w="152" h="288" fill="none" extrusionOk="0">
                  <a:moveTo>
                    <a:pt x="0" y="287"/>
                  </a:moveTo>
                  <a:lnTo>
                    <a:pt x="152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51">
              <a:extLst>
                <a:ext uri="{FF2B5EF4-FFF2-40B4-BE49-F238E27FC236}">
                  <a16:creationId xmlns:a16="http://schemas.microsoft.com/office/drawing/2014/main" id="{7187953B-DDCD-8760-4BF9-C7ADCD4DA10A}"/>
                </a:ext>
              </a:extLst>
            </p:cNvPr>
            <p:cNvSpPr/>
            <p:nvPr/>
          </p:nvSpPr>
          <p:spPr>
            <a:xfrm>
              <a:off x="4413226" y="4241598"/>
              <a:ext cx="280258" cy="284061"/>
            </a:xfrm>
            <a:custGeom>
              <a:avLst/>
              <a:gdLst/>
              <a:ahLst/>
              <a:cxnLst/>
              <a:rect l="l" t="t" r="r" b="b"/>
              <a:pathLst>
                <a:path w="1179" h="1195" fill="none" extrusionOk="0">
                  <a:moveTo>
                    <a:pt x="1158" y="1194"/>
                  </a:moveTo>
                  <a:lnTo>
                    <a:pt x="1178" y="1194"/>
                  </a:lnTo>
                  <a:cubicBezTo>
                    <a:pt x="1158" y="1151"/>
                    <a:pt x="1142" y="1108"/>
                    <a:pt x="1149" y="1065"/>
                  </a:cubicBezTo>
                  <a:cubicBezTo>
                    <a:pt x="1165" y="942"/>
                    <a:pt x="1092" y="870"/>
                    <a:pt x="1006" y="836"/>
                  </a:cubicBezTo>
                  <a:cubicBezTo>
                    <a:pt x="920" y="799"/>
                    <a:pt x="883" y="756"/>
                    <a:pt x="890" y="647"/>
                  </a:cubicBezTo>
                  <a:cubicBezTo>
                    <a:pt x="890" y="620"/>
                    <a:pt x="883" y="597"/>
                    <a:pt x="870" y="568"/>
                  </a:cubicBezTo>
                  <a:cubicBezTo>
                    <a:pt x="847" y="511"/>
                    <a:pt x="797" y="468"/>
                    <a:pt x="754" y="439"/>
                  </a:cubicBezTo>
                  <a:cubicBezTo>
                    <a:pt x="754" y="439"/>
                    <a:pt x="747" y="432"/>
                    <a:pt x="740" y="432"/>
                  </a:cubicBezTo>
                  <a:cubicBezTo>
                    <a:pt x="683" y="396"/>
                    <a:pt x="561" y="375"/>
                    <a:pt x="438" y="189"/>
                  </a:cubicBezTo>
                  <a:cubicBezTo>
                    <a:pt x="309" y="1"/>
                    <a:pt x="0" y="30"/>
                    <a:pt x="0" y="30"/>
                  </a:cubicBezTo>
                  <a:lnTo>
                    <a:pt x="345" y="432"/>
                  </a:lnTo>
                  <a:lnTo>
                    <a:pt x="977" y="1181"/>
                  </a:lnTo>
                  <a:lnTo>
                    <a:pt x="985" y="99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51">
              <a:extLst>
                <a:ext uri="{FF2B5EF4-FFF2-40B4-BE49-F238E27FC236}">
                  <a16:creationId xmlns:a16="http://schemas.microsoft.com/office/drawing/2014/main" id="{E73286A9-196C-42DB-3170-A7591C03D944}"/>
                </a:ext>
              </a:extLst>
            </p:cNvPr>
            <p:cNvSpPr/>
            <p:nvPr/>
          </p:nvSpPr>
          <p:spPr>
            <a:xfrm>
              <a:off x="4394210" y="4248491"/>
              <a:ext cx="294283" cy="277168"/>
            </a:xfrm>
            <a:custGeom>
              <a:avLst/>
              <a:gdLst/>
              <a:ahLst/>
              <a:cxnLst/>
              <a:rect l="l" t="t" r="r" b="b"/>
              <a:pathLst>
                <a:path w="1238" h="1166" fill="none" extrusionOk="0">
                  <a:moveTo>
                    <a:pt x="1065" y="970"/>
                  </a:moveTo>
                  <a:lnTo>
                    <a:pt x="1057" y="1152"/>
                  </a:lnTo>
                  <a:lnTo>
                    <a:pt x="425" y="403"/>
                  </a:lnTo>
                  <a:lnTo>
                    <a:pt x="80" y="1"/>
                  </a:lnTo>
                  <a:cubicBezTo>
                    <a:pt x="80" y="1"/>
                    <a:pt x="1" y="303"/>
                    <a:pt x="166" y="462"/>
                  </a:cubicBezTo>
                  <a:cubicBezTo>
                    <a:pt x="323" y="612"/>
                    <a:pt x="332" y="734"/>
                    <a:pt x="353" y="798"/>
                  </a:cubicBezTo>
                  <a:cubicBezTo>
                    <a:pt x="375" y="863"/>
                    <a:pt x="446" y="964"/>
                    <a:pt x="548" y="979"/>
                  </a:cubicBezTo>
                  <a:cubicBezTo>
                    <a:pt x="648" y="993"/>
                    <a:pt x="691" y="1036"/>
                    <a:pt x="705" y="1122"/>
                  </a:cubicBezTo>
                  <a:cubicBezTo>
                    <a:pt x="712" y="1136"/>
                    <a:pt x="720" y="1152"/>
                    <a:pt x="727" y="1165"/>
                  </a:cubicBezTo>
                  <a:lnTo>
                    <a:pt x="1072" y="1165"/>
                  </a:lnTo>
                  <a:lnTo>
                    <a:pt x="1238" y="116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51">
              <a:extLst>
                <a:ext uri="{FF2B5EF4-FFF2-40B4-BE49-F238E27FC236}">
                  <a16:creationId xmlns:a16="http://schemas.microsoft.com/office/drawing/2014/main" id="{9836098C-9D71-A2F8-D3F4-1AC497D6949F}"/>
                </a:ext>
              </a:extLst>
            </p:cNvPr>
            <p:cNvSpPr/>
            <p:nvPr/>
          </p:nvSpPr>
          <p:spPr>
            <a:xfrm>
              <a:off x="4645228" y="4522092"/>
              <a:ext cx="4041" cy="3566"/>
            </a:xfrm>
            <a:custGeom>
              <a:avLst/>
              <a:gdLst/>
              <a:ahLst/>
              <a:cxnLst/>
              <a:rect l="l" t="t" r="r" b="b"/>
              <a:pathLst>
                <a:path w="17" h="15" fill="none" extrusionOk="0">
                  <a:moveTo>
                    <a:pt x="16" y="1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51">
              <a:extLst>
                <a:ext uri="{FF2B5EF4-FFF2-40B4-BE49-F238E27FC236}">
                  <a16:creationId xmlns:a16="http://schemas.microsoft.com/office/drawing/2014/main" id="{4DD6C6A0-C052-68F1-65CE-31EA7D22FBEB}"/>
                </a:ext>
              </a:extLst>
            </p:cNvPr>
            <p:cNvSpPr/>
            <p:nvPr/>
          </p:nvSpPr>
          <p:spPr>
            <a:xfrm>
              <a:off x="4647368" y="4465518"/>
              <a:ext cx="1902" cy="13787"/>
            </a:xfrm>
            <a:custGeom>
              <a:avLst/>
              <a:gdLst/>
              <a:ahLst/>
              <a:cxnLst/>
              <a:rect l="l" t="t" r="r" b="b"/>
              <a:pathLst>
                <a:path w="8" h="58" fill="none" extrusionOk="0">
                  <a:moveTo>
                    <a:pt x="7" y="0"/>
                  </a:moveTo>
                  <a:lnTo>
                    <a:pt x="0" y="57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51">
              <a:extLst>
                <a:ext uri="{FF2B5EF4-FFF2-40B4-BE49-F238E27FC236}">
                  <a16:creationId xmlns:a16="http://schemas.microsoft.com/office/drawing/2014/main" id="{C7664153-60BE-04E8-F1D2-6DFD63F552BE}"/>
                </a:ext>
              </a:extLst>
            </p:cNvPr>
            <p:cNvSpPr/>
            <p:nvPr/>
          </p:nvSpPr>
          <p:spPr>
            <a:xfrm>
              <a:off x="4578908" y="4509731"/>
              <a:ext cx="56337" cy="2377"/>
            </a:xfrm>
            <a:custGeom>
              <a:avLst/>
              <a:gdLst/>
              <a:ahLst/>
              <a:cxnLst/>
              <a:rect l="l" t="t" r="r" b="b"/>
              <a:pathLst>
                <a:path w="237" h="10" fill="none" extrusionOk="0">
                  <a:moveTo>
                    <a:pt x="237" y="1"/>
                  </a:moveTo>
                  <a:lnTo>
                    <a:pt x="0" y="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51">
              <a:extLst>
                <a:ext uri="{FF2B5EF4-FFF2-40B4-BE49-F238E27FC236}">
                  <a16:creationId xmlns:a16="http://schemas.microsoft.com/office/drawing/2014/main" id="{5162D30D-00DA-C9A0-CA93-F26FB69BBE7F}"/>
                </a:ext>
              </a:extLst>
            </p:cNvPr>
            <p:cNvSpPr/>
            <p:nvPr/>
          </p:nvSpPr>
          <p:spPr>
            <a:xfrm>
              <a:off x="4436997" y="4332164"/>
              <a:ext cx="46591" cy="238"/>
            </a:xfrm>
            <a:custGeom>
              <a:avLst/>
              <a:gdLst/>
              <a:ahLst/>
              <a:cxnLst/>
              <a:rect l="l" t="t" r="r" b="b"/>
              <a:pathLst>
                <a:path w="196" h="1" fill="none" extrusionOk="0">
                  <a:moveTo>
                    <a:pt x="195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51">
              <a:extLst>
                <a:ext uri="{FF2B5EF4-FFF2-40B4-BE49-F238E27FC236}">
                  <a16:creationId xmlns:a16="http://schemas.microsoft.com/office/drawing/2014/main" id="{10618E53-0906-98BD-C860-D9DFD1E712AD}"/>
                </a:ext>
              </a:extLst>
            </p:cNvPr>
            <p:cNvSpPr/>
            <p:nvPr/>
          </p:nvSpPr>
          <p:spPr>
            <a:xfrm>
              <a:off x="4489768" y="4426059"/>
              <a:ext cx="73690" cy="4041"/>
            </a:xfrm>
            <a:custGeom>
              <a:avLst/>
              <a:gdLst/>
              <a:ahLst/>
              <a:cxnLst/>
              <a:rect l="l" t="t" r="r" b="b"/>
              <a:pathLst>
                <a:path w="310" h="17" fill="none" extrusionOk="0">
                  <a:moveTo>
                    <a:pt x="310" y="1"/>
                  </a:moveTo>
                  <a:lnTo>
                    <a:pt x="1" y="1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51">
              <a:extLst>
                <a:ext uri="{FF2B5EF4-FFF2-40B4-BE49-F238E27FC236}">
                  <a16:creationId xmlns:a16="http://schemas.microsoft.com/office/drawing/2014/main" id="{9B976572-5740-FFEC-6FB5-36D4649C9C1A}"/>
                </a:ext>
              </a:extLst>
            </p:cNvPr>
            <p:cNvSpPr/>
            <p:nvPr/>
          </p:nvSpPr>
          <p:spPr>
            <a:xfrm>
              <a:off x="4570113" y="4364730"/>
              <a:ext cx="5705" cy="70362"/>
            </a:xfrm>
            <a:custGeom>
              <a:avLst/>
              <a:gdLst/>
              <a:ahLst/>
              <a:cxnLst/>
              <a:rect l="l" t="t" r="r" b="b"/>
              <a:pathLst>
                <a:path w="24" h="296" fill="none" extrusionOk="0">
                  <a:moveTo>
                    <a:pt x="1" y="295"/>
                  </a:moveTo>
                  <a:lnTo>
                    <a:pt x="2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51">
              <a:extLst>
                <a:ext uri="{FF2B5EF4-FFF2-40B4-BE49-F238E27FC236}">
                  <a16:creationId xmlns:a16="http://schemas.microsoft.com/office/drawing/2014/main" id="{81E0C612-3ED3-4590-2786-7AFB13900560}"/>
                </a:ext>
              </a:extLst>
            </p:cNvPr>
            <p:cNvSpPr/>
            <p:nvPr/>
          </p:nvSpPr>
          <p:spPr>
            <a:xfrm>
              <a:off x="4495235" y="4301500"/>
              <a:ext cx="1902" cy="42787"/>
            </a:xfrm>
            <a:custGeom>
              <a:avLst/>
              <a:gdLst/>
              <a:ahLst/>
              <a:cxnLst/>
              <a:rect l="l" t="t" r="r" b="b"/>
              <a:pathLst>
                <a:path w="8" h="180" fill="none" extrusionOk="0">
                  <a:moveTo>
                    <a:pt x="0" y="180"/>
                  </a:moveTo>
                  <a:lnTo>
                    <a:pt x="7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51">
              <a:extLst>
                <a:ext uri="{FF2B5EF4-FFF2-40B4-BE49-F238E27FC236}">
                  <a16:creationId xmlns:a16="http://schemas.microsoft.com/office/drawing/2014/main" id="{48B6A0CE-92E9-B6EE-7CA0-D56ACE2469A1}"/>
                </a:ext>
              </a:extLst>
            </p:cNvPr>
            <p:cNvSpPr/>
            <p:nvPr/>
          </p:nvSpPr>
          <p:spPr>
            <a:xfrm>
              <a:off x="4987289" y="4265844"/>
              <a:ext cx="37558" cy="41124"/>
            </a:xfrm>
            <a:custGeom>
              <a:avLst/>
              <a:gdLst/>
              <a:ahLst/>
              <a:cxnLst/>
              <a:rect l="l" t="t" r="r" b="b"/>
              <a:pathLst>
                <a:path w="158" h="173" extrusionOk="0">
                  <a:moveTo>
                    <a:pt x="157" y="0"/>
                  </a:moveTo>
                  <a:cubicBezTo>
                    <a:pt x="123" y="21"/>
                    <a:pt x="94" y="50"/>
                    <a:pt x="64" y="87"/>
                  </a:cubicBezTo>
                  <a:cubicBezTo>
                    <a:pt x="46" y="117"/>
                    <a:pt x="26" y="144"/>
                    <a:pt x="7" y="165"/>
                  </a:cubicBezTo>
                  <a:lnTo>
                    <a:pt x="7" y="165"/>
                  </a:lnTo>
                  <a:cubicBezTo>
                    <a:pt x="9" y="164"/>
                    <a:pt x="11" y="164"/>
                    <a:pt x="14" y="164"/>
                  </a:cubicBezTo>
                  <a:cubicBezTo>
                    <a:pt x="80" y="121"/>
                    <a:pt x="130" y="64"/>
                    <a:pt x="157" y="0"/>
                  </a:cubicBezTo>
                  <a:close/>
                  <a:moveTo>
                    <a:pt x="7" y="165"/>
                  </a:moveTo>
                  <a:lnTo>
                    <a:pt x="7" y="165"/>
                  </a:lnTo>
                  <a:cubicBezTo>
                    <a:pt x="5" y="167"/>
                    <a:pt x="4" y="169"/>
                    <a:pt x="0" y="173"/>
                  </a:cubicBezTo>
                  <a:cubicBezTo>
                    <a:pt x="3" y="170"/>
                    <a:pt x="5" y="168"/>
                    <a:pt x="7" y="165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51">
              <a:extLst>
                <a:ext uri="{FF2B5EF4-FFF2-40B4-BE49-F238E27FC236}">
                  <a16:creationId xmlns:a16="http://schemas.microsoft.com/office/drawing/2014/main" id="{63000516-4EA4-CFAC-AD00-0F5CCBC17711}"/>
                </a:ext>
              </a:extLst>
            </p:cNvPr>
            <p:cNvSpPr/>
            <p:nvPr/>
          </p:nvSpPr>
          <p:spPr>
            <a:xfrm>
              <a:off x="4870812" y="4248491"/>
              <a:ext cx="254823" cy="277168"/>
            </a:xfrm>
            <a:custGeom>
              <a:avLst/>
              <a:gdLst/>
              <a:ahLst/>
              <a:cxnLst/>
              <a:rect l="l" t="t" r="r" b="b"/>
              <a:pathLst>
                <a:path w="1072" h="1166" extrusionOk="0">
                  <a:moveTo>
                    <a:pt x="1001" y="1"/>
                  </a:moveTo>
                  <a:lnTo>
                    <a:pt x="647" y="403"/>
                  </a:lnTo>
                  <a:lnTo>
                    <a:pt x="339" y="777"/>
                  </a:lnTo>
                  <a:lnTo>
                    <a:pt x="332" y="784"/>
                  </a:lnTo>
                  <a:lnTo>
                    <a:pt x="23" y="1143"/>
                  </a:lnTo>
                  <a:lnTo>
                    <a:pt x="16" y="1152"/>
                  </a:lnTo>
                  <a:lnTo>
                    <a:pt x="0" y="1165"/>
                  </a:lnTo>
                  <a:lnTo>
                    <a:pt x="354" y="1165"/>
                  </a:lnTo>
                  <a:cubicBezTo>
                    <a:pt x="361" y="1152"/>
                    <a:pt x="361" y="1136"/>
                    <a:pt x="368" y="1122"/>
                  </a:cubicBezTo>
                  <a:cubicBezTo>
                    <a:pt x="389" y="1036"/>
                    <a:pt x="425" y="993"/>
                    <a:pt x="527" y="979"/>
                  </a:cubicBezTo>
                  <a:cubicBezTo>
                    <a:pt x="627" y="964"/>
                    <a:pt x="699" y="863"/>
                    <a:pt x="720" y="798"/>
                  </a:cubicBezTo>
                  <a:cubicBezTo>
                    <a:pt x="742" y="734"/>
                    <a:pt x="749" y="612"/>
                    <a:pt x="906" y="462"/>
                  </a:cubicBezTo>
                  <a:cubicBezTo>
                    <a:pt x="1072" y="303"/>
                    <a:pt x="1001" y="1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51">
              <a:extLst>
                <a:ext uri="{FF2B5EF4-FFF2-40B4-BE49-F238E27FC236}">
                  <a16:creationId xmlns:a16="http://schemas.microsoft.com/office/drawing/2014/main" id="{F873CE7B-43C1-616C-9AD5-D8A180546E8F}"/>
                </a:ext>
              </a:extLst>
            </p:cNvPr>
            <p:cNvSpPr/>
            <p:nvPr/>
          </p:nvSpPr>
          <p:spPr>
            <a:xfrm>
              <a:off x="4870812" y="4522092"/>
              <a:ext cx="3803" cy="3566"/>
            </a:xfrm>
            <a:custGeom>
              <a:avLst/>
              <a:gdLst/>
              <a:ahLst/>
              <a:cxnLst/>
              <a:rect l="l" t="t" r="r" b="b"/>
              <a:pathLst>
                <a:path w="16" h="15" extrusionOk="0">
                  <a:moveTo>
                    <a:pt x="16" y="1"/>
                  </a:moveTo>
                  <a:lnTo>
                    <a:pt x="0" y="14"/>
                  </a:lnTo>
                  <a:cubicBezTo>
                    <a:pt x="9" y="7"/>
                    <a:pt x="9" y="7"/>
                    <a:pt x="16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51">
              <a:extLst>
                <a:ext uri="{FF2B5EF4-FFF2-40B4-BE49-F238E27FC236}">
                  <a16:creationId xmlns:a16="http://schemas.microsoft.com/office/drawing/2014/main" id="{7B99BCC0-B86F-1AB4-371B-FF90F3DAD19C}"/>
                </a:ext>
              </a:extLst>
            </p:cNvPr>
            <p:cNvSpPr/>
            <p:nvPr/>
          </p:nvSpPr>
          <p:spPr>
            <a:xfrm>
              <a:off x="4826599" y="4248016"/>
              <a:ext cx="282160" cy="277643"/>
            </a:xfrm>
            <a:custGeom>
              <a:avLst/>
              <a:gdLst/>
              <a:ahLst/>
              <a:cxnLst/>
              <a:rect l="l" t="t" r="r" b="b"/>
              <a:pathLst>
                <a:path w="1187" h="1168" extrusionOk="0">
                  <a:moveTo>
                    <a:pt x="1132" y="1"/>
                  </a:moveTo>
                  <a:cubicBezTo>
                    <a:pt x="1060" y="1"/>
                    <a:pt x="932" y="11"/>
                    <a:pt x="833" y="75"/>
                  </a:cubicBezTo>
                  <a:cubicBezTo>
                    <a:pt x="806" y="139"/>
                    <a:pt x="756" y="196"/>
                    <a:pt x="690" y="239"/>
                  </a:cubicBezTo>
                  <a:cubicBezTo>
                    <a:pt x="683" y="239"/>
                    <a:pt x="683" y="239"/>
                    <a:pt x="676" y="248"/>
                  </a:cubicBezTo>
                  <a:cubicBezTo>
                    <a:pt x="640" y="291"/>
                    <a:pt x="597" y="319"/>
                    <a:pt x="561" y="341"/>
                  </a:cubicBezTo>
                  <a:cubicBezTo>
                    <a:pt x="511" y="377"/>
                    <a:pt x="468" y="391"/>
                    <a:pt x="438" y="405"/>
                  </a:cubicBezTo>
                  <a:cubicBezTo>
                    <a:pt x="381" y="434"/>
                    <a:pt x="288" y="520"/>
                    <a:pt x="288" y="620"/>
                  </a:cubicBezTo>
                  <a:lnTo>
                    <a:pt x="288" y="686"/>
                  </a:lnTo>
                  <a:cubicBezTo>
                    <a:pt x="273" y="743"/>
                    <a:pt x="238" y="779"/>
                    <a:pt x="173" y="809"/>
                  </a:cubicBezTo>
                  <a:cubicBezTo>
                    <a:pt x="93" y="843"/>
                    <a:pt x="14" y="915"/>
                    <a:pt x="29" y="1038"/>
                  </a:cubicBezTo>
                  <a:cubicBezTo>
                    <a:pt x="36" y="1081"/>
                    <a:pt x="23" y="1124"/>
                    <a:pt x="0" y="1167"/>
                  </a:cubicBezTo>
                  <a:lnTo>
                    <a:pt x="186" y="1167"/>
                  </a:lnTo>
                  <a:cubicBezTo>
                    <a:pt x="195" y="1160"/>
                    <a:pt x="195" y="1160"/>
                    <a:pt x="202" y="1154"/>
                  </a:cubicBezTo>
                  <a:lnTo>
                    <a:pt x="209" y="1145"/>
                  </a:lnTo>
                  <a:lnTo>
                    <a:pt x="518" y="786"/>
                  </a:lnTo>
                  <a:lnTo>
                    <a:pt x="525" y="779"/>
                  </a:lnTo>
                  <a:lnTo>
                    <a:pt x="833" y="405"/>
                  </a:lnTo>
                  <a:lnTo>
                    <a:pt x="1187" y="3"/>
                  </a:lnTo>
                  <a:cubicBezTo>
                    <a:pt x="1187" y="3"/>
                    <a:pt x="1166" y="1"/>
                    <a:pt x="1132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51">
              <a:extLst>
                <a:ext uri="{FF2B5EF4-FFF2-40B4-BE49-F238E27FC236}">
                  <a16:creationId xmlns:a16="http://schemas.microsoft.com/office/drawing/2014/main" id="{462B5907-791E-BAAF-A515-534EDEA7F541}"/>
                </a:ext>
              </a:extLst>
            </p:cNvPr>
            <p:cNvSpPr/>
            <p:nvPr/>
          </p:nvSpPr>
          <p:spPr>
            <a:xfrm>
              <a:off x="4870812" y="4465518"/>
              <a:ext cx="3803" cy="56812"/>
            </a:xfrm>
            <a:custGeom>
              <a:avLst/>
              <a:gdLst/>
              <a:ahLst/>
              <a:cxnLst/>
              <a:rect l="l" t="t" r="r" b="b"/>
              <a:pathLst>
                <a:path w="16" h="239" fill="none" extrusionOk="0">
                  <a:moveTo>
                    <a:pt x="16" y="23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51">
              <a:extLst>
                <a:ext uri="{FF2B5EF4-FFF2-40B4-BE49-F238E27FC236}">
                  <a16:creationId xmlns:a16="http://schemas.microsoft.com/office/drawing/2014/main" id="{17FF829D-FCF4-F9E7-34F4-2721E097016D}"/>
                </a:ext>
              </a:extLst>
            </p:cNvPr>
            <p:cNvSpPr/>
            <p:nvPr/>
          </p:nvSpPr>
          <p:spPr>
            <a:xfrm>
              <a:off x="4884837" y="4509731"/>
              <a:ext cx="56337" cy="2377"/>
            </a:xfrm>
            <a:custGeom>
              <a:avLst/>
              <a:gdLst/>
              <a:ahLst/>
              <a:cxnLst/>
              <a:rect l="l" t="t" r="r" b="b"/>
              <a:pathLst>
                <a:path w="237" h="10" fill="none" extrusionOk="0">
                  <a:moveTo>
                    <a:pt x="0" y="1"/>
                  </a:moveTo>
                  <a:lnTo>
                    <a:pt x="236" y="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51">
              <a:extLst>
                <a:ext uri="{FF2B5EF4-FFF2-40B4-BE49-F238E27FC236}">
                  <a16:creationId xmlns:a16="http://schemas.microsoft.com/office/drawing/2014/main" id="{95C8635F-E10A-A101-8EA4-F92821316421}"/>
                </a:ext>
              </a:extLst>
            </p:cNvPr>
            <p:cNvSpPr/>
            <p:nvPr/>
          </p:nvSpPr>
          <p:spPr>
            <a:xfrm>
              <a:off x="5036970" y="4332164"/>
              <a:ext cx="46115" cy="238"/>
            </a:xfrm>
            <a:custGeom>
              <a:avLst/>
              <a:gdLst/>
              <a:ahLst/>
              <a:cxnLst/>
              <a:rect l="l" t="t" r="r" b="b"/>
              <a:pathLst>
                <a:path w="194" h="1" fill="none" extrusionOk="0">
                  <a:moveTo>
                    <a:pt x="0" y="1"/>
                  </a:moveTo>
                  <a:lnTo>
                    <a:pt x="193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51">
              <a:extLst>
                <a:ext uri="{FF2B5EF4-FFF2-40B4-BE49-F238E27FC236}">
                  <a16:creationId xmlns:a16="http://schemas.microsoft.com/office/drawing/2014/main" id="{BEFFDDC8-FF57-300D-25CE-5207C4CB07DA}"/>
                </a:ext>
              </a:extLst>
            </p:cNvPr>
            <p:cNvSpPr/>
            <p:nvPr/>
          </p:nvSpPr>
          <p:spPr>
            <a:xfrm>
              <a:off x="4956387" y="4426059"/>
              <a:ext cx="73690" cy="4041"/>
            </a:xfrm>
            <a:custGeom>
              <a:avLst/>
              <a:gdLst/>
              <a:ahLst/>
              <a:cxnLst/>
              <a:rect l="l" t="t" r="r" b="b"/>
              <a:pathLst>
                <a:path w="310" h="17" fill="none" extrusionOk="0">
                  <a:moveTo>
                    <a:pt x="1" y="1"/>
                  </a:moveTo>
                  <a:lnTo>
                    <a:pt x="310" y="1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51">
              <a:extLst>
                <a:ext uri="{FF2B5EF4-FFF2-40B4-BE49-F238E27FC236}">
                  <a16:creationId xmlns:a16="http://schemas.microsoft.com/office/drawing/2014/main" id="{2C085E13-16D5-6604-BA77-D8D51CA68EAD}"/>
                </a:ext>
              </a:extLst>
            </p:cNvPr>
            <p:cNvSpPr/>
            <p:nvPr/>
          </p:nvSpPr>
          <p:spPr>
            <a:xfrm>
              <a:off x="4944502" y="4364730"/>
              <a:ext cx="5230" cy="70362"/>
            </a:xfrm>
            <a:custGeom>
              <a:avLst/>
              <a:gdLst/>
              <a:ahLst/>
              <a:cxnLst/>
              <a:rect l="l" t="t" r="r" b="b"/>
              <a:pathLst>
                <a:path w="22" h="296" fill="none" extrusionOk="0">
                  <a:moveTo>
                    <a:pt x="22" y="295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51">
              <a:extLst>
                <a:ext uri="{FF2B5EF4-FFF2-40B4-BE49-F238E27FC236}">
                  <a16:creationId xmlns:a16="http://schemas.microsoft.com/office/drawing/2014/main" id="{52DCD8EE-D854-0740-24F6-F0CA1023AD8E}"/>
                </a:ext>
              </a:extLst>
            </p:cNvPr>
            <p:cNvSpPr/>
            <p:nvPr/>
          </p:nvSpPr>
          <p:spPr>
            <a:xfrm>
              <a:off x="5022945" y="4301500"/>
              <a:ext cx="1902" cy="42787"/>
            </a:xfrm>
            <a:custGeom>
              <a:avLst/>
              <a:gdLst/>
              <a:ahLst/>
              <a:cxnLst/>
              <a:rect l="l" t="t" r="r" b="b"/>
              <a:pathLst>
                <a:path w="8" h="180" fill="none" extrusionOk="0">
                  <a:moveTo>
                    <a:pt x="7" y="18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51">
              <a:extLst>
                <a:ext uri="{FF2B5EF4-FFF2-40B4-BE49-F238E27FC236}">
                  <a16:creationId xmlns:a16="http://schemas.microsoft.com/office/drawing/2014/main" id="{FCD53A44-91C2-243D-AF6B-11510DAA26E3}"/>
                </a:ext>
              </a:extLst>
            </p:cNvPr>
            <p:cNvSpPr/>
            <p:nvPr/>
          </p:nvSpPr>
          <p:spPr>
            <a:xfrm>
              <a:off x="4577244" y="4727234"/>
              <a:ext cx="238" cy="1664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51">
              <a:extLst>
                <a:ext uri="{FF2B5EF4-FFF2-40B4-BE49-F238E27FC236}">
                  <a16:creationId xmlns:a16="http://schemas.microsoft.com/office/drawing/2014/main" id="{67B4DF62-0086-CD8E-2F4F-D583BB5C8814}"/>
                </a:ext>
              </a:extLst>
            </p:cNvPr>
            <p:cNvSpPr/>
            <p:nvPr/>
          </p:nvSpPr>
          <p:spPr>
            <a:xfrm>
              <a:off x="4942600" y="4727234"/>
              <a:ext cx="238" cy="23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51">
              <a:extLst>
                <a:ext uri="{FF2B5EF4-FFF2-40B4-BE49-F238E27FC236}">
                  <a16:creationId xmlns:a16="http://schemas.microsoft.com/office/drawing/2014/main" id="{7C9D8CF2-616F-E8F0-70CA-208BA49AD34E}"/>
                </a:ext>
              </a:extLst>
            </p:cNvPr>
            <p:cNvSpPr/>
            <p:nvPr/>
          </p:nvSpPr>
          <p:spPr>
            <a:xfrm>
              <a:off x="4541113" y="4525420"/>
              <a:ext cx="439523" cy="292143"/>
            </a:xfrm>
            <a:custGeom>
              <a:avLst/>
              <a:gdLst/>
              <a:ahLst/>
              <a:cxnLst/>
              <a:rect l="l" t="t" r="r" b="b"/>
              <a:pathLst>
                <a:path w="1849" h="1229" extrusionOk="0">
                  <a:moveTo>
                    <a:pt x="0" y="0"/>
                  </a:moveTo>
                  <a:lnTo>
                    <a:pt x="152" y="849"/>
                  </a:lnTo>
                  <a:lnTo>
                    <a:pt x="152" y="856"/>
                  </a:lnTo>
                  <a:lnTo>
                    <a:pt x="223" y="1229"/>
                  </a:lnTo>
                  <a:lnTo>
                    <a:pt x="835" y="1229"/>
                  </a:lnTo>
                  <a:lnTo>
                    <a:pt x="835" y="849"/>
                  </a:lnTo>
                  <a:lnTo>
                    <a:pt x="1008" y="849"/>
                  </a:lnTo>
                  <a:lnTo>
                    <a:pt x="1008" y="1229"/>
                  </a:lnTo>
                  <a:lnTo>
                    <a:pt x="1619" y="1229"/>
                  </a:lnTo>
                  <a:lnTo>
                    <a:pt x="1689" y="849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51">
              <a:extLst>
                <a:ext uri="{FF2B5EF4-FFF2-40B4-BE49-F238E27FC236}">
                  <a16:creationId xmlns:a16="http://schemas.microsoft.com/office/drawing/2014/main" id="{8DD58918-03DC-5894-5631-8AC0131AADBF}"/>
                </a:ext>
              </a:extLst>
            </p:cNvPr>
            <p:cNvSpPr/>
            <p:nvPr/>
          </p:nvSpPr>
          <p:spPr>
            <a:xfrm>
              <a:off x="4536121" y="4727234"/>
              <a:ext cx="41361" cy="220356"/>
            </a:xfrm>
            <a:custGeom>
              <a:avLst/>
              <a:gdLst/>
              <a:ahLst/>
              <a:cxnLst/>
              <a:rect l="l" t="t" r="r" b="b"/>
              <a:pathLst>
                <a:path w="174" h="927" extrusionOk="0">
                  <a:moveTo>
                    <a:pt x="1" y="0"/>
                  </a:moveTo>
                  <a:lnTo>
                    <a:pt x="1" y="926"/>
                  </a:lnTo>
                  <a:lnTo>
                    <a:pt x="173" y="926"/>
                  </a:lnTo>
                  <a:lnTo>
                    <a:pt x="173" y="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51">
              <a:extLst>
                <a:ext uri="{FF2B5EF4-FFF2-40B4-BE49-F238E27FC236}">
                  <a16:creationId xmlns:a16="http://schemas.microsoft.com/office/drawing/2014/main" id="{DE59FB15-2346-2F2B-265C-CA8F23379516}"/>
                </a:ext>
              </a:extLst>
            </p:cNvPr>
            <p:cNvSpPr/>
            <p:nvPr/>
          </p:nvSpPr>
          <p:spPr>
            <a:xfrm>
              <a:off x="4577244" y="4727234"/>
              <a:ext cx="238" cy="1664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51">
              <a:extLst>
                <a:ext uri="{FF2B5EF4-FFF2-40B4-BE49-F238E27FC236}">
                  <a16:creationId xmlns:a16="http://schemas.microsoft.com/office/drawing/2014/main" id="{93B97A63-53C7-C671-EFC5-EA255B045B60}"/>
                </a:ext>
              </a:extLst>
            </p:cNvPr>
            <p:cNvSpPr/>
            <p:nvPr/>
          </p:nvSpPr>
          <p:spPr>
            <a:xfrm>
              <a:off x="4942600" y="4727234"/>
              <a:ext cx="41124" cy="220356"/>
            </a:xfrm>
            <a:custGeom>
              <a:avLst/>
              <a:gdLst/>
              <a:ahLst/>
              <a:cxnLst/>
              <a:rect l="l" t="t" r="r" b="b"/>
              <a:pathLst>
                <a:path w="173" h="927" extrusionOk="0">
                  <a:moveTo>
                    <a:pt x="0" y="0"/>
                  </a:moveTo>
                  <a:lnTo>
                    <a:pt x="0" y="926"/>
                  </a:lnTo>
                  <a:lnTo>
                    <a:pt x="173" y="926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51">
              <a:extLst>
                <a:ext uri="{FF2B5EF4-FFF2-40B4-BE49-F238E27FC236}">
                  <a16:creationId xmlns:a16="http://schemas.microsoft.com/office/drawing/2014/main" id="{B695158C-F47F-BA0A-DB83-7189248B31C8}"/>
                </a:ext>
              </a:extLst>
            </p:cNvPr>
            <p:cNvSpPr/>
            <p:nvPr/>
          </p:nvSpPr>
          <p:spPr>
            <a:xfrm>
              <a:off x="4942600" y="4727234"/>
              <a:ext cx="238" cy="23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51">
              <a:extLst>
                <a:ext uri="{FF2B5EF4-FFF2-40B4-BE49-F238E27FC236}">
                  <a16:creationId xmlns:a16="http://schemas.microsoft.com/office/drawing/2014/main" id="{E04993F5-8500-5809-A30D-9B919DDBFEA3}"/>
                </a:ext>
              </a:extLst>
            </p:cNvPr>
            <p:cNvSpPr/>
            <p:nvPr/>
          </p:nvSpPr>
          <p:spPr>
            <a:xfrm>
              <a:off x="4780484" y="4817325"/>
              <a:ext cx="162355" cy="38033"/>
            </a:xfrm>
            <a:custGeom>
              <a:avLst/>
              <a:gdLst/>
              <a:ahLst/>
              <a:cxnLst/>
              <a:rect l="l" t="t" r="r" b="b"/>
              <a:pathLst>
                <a:path w="683" h="160" extrusionOk="0">
                  <a:moveTo>
                    <a:pt x="1" y="1"/>
                  </a:moveTo>
                  <a:lnTo>
                    <a:pt x="1" y="159"/>
                  </a:lnTo>
                  <a:lnTo>
                    <a:pt x="682" y="159"/>
                  </a:lnTo>
                  <a:lnTo>
                    <a:pt x="682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51">
              <a:extLst>
                <a:ext uri="{FF2B5EF4-FFF2-40B4-BE49-F238E27FC236}">
                  <a16:creationId xmlns:a16="http://schemas.microsoft.com/office/drawing/2014/main" id="{4E6BC6D1-F67C-4416-913E-977BB00C299B}"/>
                </a:ext>
              </a:extLst>
            </p:cNvPr>
            <p:cNvSpPr/>
            <p:nvPr/>
          </p:nvSpPr>
          <p:spPr>
            <a:xfrm>
              <a:off x="4577244" y="4817325"/>
              <a:ext cx="162592" cy="38033"/>
            </a:xfrm>
            <a:custGeom>
              <a:avLst/>
              <a:gdLst/>
              <a:ahLst/>
              <a:cxnLst/>
              <a:rect l="l" t="t" r="r" b="b"/>
              <a:pathLst>
                <a:path w="684" h="160" extrusionOk="0">
                  <a:moveTo>
                    <a:pt x="0" y="1"/>
                  </a:moveTo>
                  <a:lnTo>
                    <a:pt x="0" y="159"/>
                  </a:lnTo>
                  <a:lnTo>
                    <a:pt x="683" y="159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51">
              <a:extLst>
                <a:ext uri="{FF2B5EF4-FFF2-40B4-BE49-F238E27FC236}">
                  <a16:creationId xmlns:a16="http://schemas.microsoft.com/office/drawing/2014/main" id="{06C84324-0C97-CEE2-AC4D-0B65CD257577}"/>
                </a:ext>
              </a:extLst>
            </p:cNvPr>
            <p:cNvSpPr/>
            <p:nvPr/>
          </p:nvSpPr>
          <p:spPr>
            <a:xfrm>
              <a:off x="4739598" y="4727234"/>
              <a:ext cx="41124" cy="220356"/>
            </a:xfrm>
            <a:custGeom>
              <a:avLst/>
              <a:gdLst/>
              <a:ahLst/>
              <a:cxnLst/>
              <a:rect l="l" t="t" r="r" b="b"/>
              <a:pathLst>
                <a:path w="173" h="927" extrusionOk="0">
                  <a:moveTo>
                    <a:pt x="0" y="0"/>
                  </a:moveTo>
                  <a:lnTo>
                    <a:pt x="0" y="926"/>
                  </a:lnTo>
                  <a:lnTo>
                    <a:pt x="173" y="926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1" name="Google Shape;2331;p51">
              <a:extLst>
                <a:ext uri="{FF2B5EF4-FFF2-40B4-BE49-F238E27FC236}">
                  <a16:creationId xmlns:a16="http://schemas.microsoft.com/office/drawing/2014/main" id="{522F1BBA-E37D-0478-DF22-94345B5372F3}"/>
                </a:ext>
              </a:extLst>
            </p:cNvPr>
            <p:cNvGrpSpPr/>
            <p:nvPr/>
          </p:nvGrpSpPr>
          <p:grpSpPr>
            <a:xfrm>
              <a:off x="6982782" y="1882079"/>
              <a:ext cx="1613232" cy="3052355"/>
              <a:chOff x="3887096" y="2214803"/>
              <a:chExt cx="1478131" cy="2796734"/>
            </a:xfrm>
          </p:grpSpPr>
          <p:sp>
            <p:nvSpPr>
              <p:cNvPr id="2332" name="Google Shape;2332;p51">
                <a:extLst>
                  <a:ext uri="{FF2B5EF4-FFF2-40B4-BE49-F238E27FC236}">
                    <a16:creationId xmlns:a16="http://schemas.microsoft.com/office/drawing/2014/main" id="{823540F9-FEA6-41CD-8F63-E2D68C339525}"/>
                  </a:ext>
                </a:extLst>
              </p:cNvPr>
              <p:cNvSpPr/>
              <p:nvPr/>
            </p:nvSpPr>
            <p:spPr>
              <a:xfrm>
                <a:off x="5043610" y="3156595"/>
                <a:ext cx="221243" cy="221243"/>
              </a:xfrm>
              <a:custGeom>
                <a:avLst/>
                <a:gdLst/>
                <a:ahLst/>
                <a:cxnLst/>
                <a:rect l="l" t="t" r="r" b="b"/>
                <a:pathLst>
                  <a:path w="950" h="950" extrusionOk="0">
                    <a:moveTo>
                      <a:pt x="777" y="1"/>
                    </a:moveTo>
                    <a:cubicBezTo>
                      <a:pt x="525" y="72"/>
                      <a:pt x="187" y="101"/>
                      <a:pt x="187" y="101"/>
                    </a:cubicBezTo>
                    <a:lnTo>
                      <a:pt x="173" y="65"/>
                    </a:lnTo>
                    <a:cubicBezTo>
                      <a:pt x="144" y="72"/>
                      <a:pt x="101" y="87"/>
                      <a:pt x="58" y="94"/>
                    </a:cubicBezTo>
                    <a:cubicBezTo>
                      <a:pt x="23" y="158"/>
                      <a:pt x="1" y="230"/>
                      <a:pt x="8" y="310"/>
                    </a:cubicBezTo>
                    <a:lnTo>
                      <a:pt x="66" y="950"/>
                    </a:lnTo>
                    <a:lnTo>
                      <a:pt x="73" y="950"/>
                    </a:lnTo>
                    <a:lnTo>
                      <a:pt x="936" y="877"/>
                    </a:lnTo>
                    <a:lnTo>
                      <a:pt x="949" y="877"/>
                    </a:lnTo>
                    <a:lnTo>
                      <a:pt x="893" y="237"/>
                    </a:lnTo>
                    <a:cubicBezTo>
                      <a:pt x="886" y="144"/>
                      <a:pt x="843" y="58"/>
                      <a:pt x="7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51">
                <a:extLst>
                  <a:ext uri="{FF2B5EF4-FFF2-40B4-BE49-F238E27FC236}">
                    <a16:creationId xmlns:a16="http://schemas.microsoft.com/office/drawing/2014/main" id="{7D07E68E-DA51-3BE1-9467-8448EB5A99C2}"/>
                  </a:ext>
                </a:extLst>
              </p:cNvPr>
              <p:cNvSpPr/>
              <p:nvPr/>
            </p:nvSpPr>
            <p:spPr>
              <a:xfrm>
                <a:off x="5159355" y="3452827"/>
                <a:ext cx="204242" cy="1190521"/>
              </a:xfrm>
              <a:custGeom>
                <a:avLst/>
                <a:gdLst/>
                <a:ahLst/>
                <a:cxnLst/>
                <a:rect l="l" t="t" r="r" b="b"/>
                <a:pathLst>
                  <a:path w="877" h="5112" extrusionOk="0">
                    <a:moveTo>
                      <a:pt x="466" y="0"/>
                    </a:moveTo>
                    <a:lnTo>
                      <a:pt x="44" y="37"/>
                    </a:lnTo>
                    <a:lnTo>
                      <a:pt x="0" y="37"/>
                    </a:lnTo>
                    <a:lnTo>
                      <a:pt x="21" y="288"/>
                    </a:lnTo>
                    <a:lnTo>
                      <a:pt x="402" y="4967"/>
                    </a:lnTo>
                    <a:lnTo>
                      <a:pt x="402" y="4976"/>
                    </a:lnTo>
                    <a:cubicBezTo>
                      <a:pt x="409" y="4976"/>
                      <a:pt x="423" y="4976"/>
                      <a:pt x="439" y="4982"/>
                    </a:cubicBezTo>
                    <a:cubicBezTo>
                      <a:pt x="482" y="4989"/>
                      <a:pt x="518" y="5019"/>
                      <a:pt x="539" y="5053"/>
                    </a:cubicBezTo>
                    <a:cubicBezTo>
                      <a:pt x="539" y="5053"/>
                      <a:pt x="618" y="4995"/>
                      <a:pt x="706" y="4995"/>
                    </a:cubicBezTo>
                    <a:cubicBezTo>
                      <a:pt x="766" y="4995"/>
                      <a:pt x="830" y="5022"/>
                      <a:pt x="877" y="5112"/>
                    </a:cubicBezTo>
                    <a:lnTo>
                      <a:pt x="46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51">
                <a:extLst>
                  <a:ext uri="{FF2B5EF4-FFF2-40B4-BE49-F238E27FC236}">
                    <a16:creationId xmlns:a16="http://schemas.microsoft.com/office/drawing/2014/main" id="{A9F4E70D-24B4-9409-73A2-775ABEF39B6A}"/>
                  </a:ext>
                </a:extLst>
              </p:cNvPr>
              <p:cNvSpPr/>
              <p:nvPr/>
            </p:nvSpPr>
            <p:spPr>
              <a:xfrm>
                <a:off x="5068995" y="3461211"/>
                <a:ext cx="184214" cy="119867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5147" extrusionOk="0">
                    <a:moveTo>
                      <a:pt x="388" y="1"/>
                    </a:moveTo>
                    <a:lnTo>
                      <a:pt x="7" y="37"/>
                    </a:lnTo>
                    <a:lnTo>
                      <a:pt x="0" y="37"/>
                    </a:lnTo>
                    <a:lnTo>
                      <a:pt x="409" y="5147"/>
                    </a:lnTo>
                    <a:cubicBezTo>
                      <a:pt x="409" y="5147"/>
                      <a:pt x="460" y="5002"/>
                      <a:pt x="556" y="5002"/>
                    </a:cubicBezTo>
                    <a:cubicBezTo>
                      <a:pt x="562" y="5002"/>
                      <a:pt x="568" y="5002"/>
                      <a:pt x="575" y="5003"/>
                    </a:cubicBezTo>
                    <a:cubicBezTo>
                      <a:pt x="601" y="4953"/>
                      <a:pt x="682" y="4930"/>
                      <a:pt x="760" y="4930"/>
                    </a:cubicBezTo>
                    <a:cubicBezTo>
                      <a:pt x="770" y="4930"/>
                      <a:pt x="780" y="4930"/>
                      <a:pt x="790" y="4931"/>
                    </a:cubicBezTo>
                    <a:lnTo>
                      <a:pt x="409" y="25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51">
                <a:extLst>
                  <a:ext uri="{FF2B5EF4-FFF2-40B4-BE49-F238E27FC236}">
                    <a16:creationId xmlns:a16="http://schemas.microsoft.com/office/drawing/2014/main" id="{1319F582-3535-49E3-6649-28908EEC5E7C}"/>
                  </a:ext>
                </a:extLst>
              </p:cNvPr>
              <p:cNvSpPr/>
              <p:nvPr/>
            </p:nvSpPr>
            <p:spPr>
              <a:xfrm>
                <a:off x="5053624" y="3360837"/>
                <a:ext cx="221243" cy="108991"/>
              </a:xfrm>
              <a:custGeom>
                <a:avLst/>
                <a:gdLst/>
                <a:ahLst/>
                <a:cxnLst/>
                <a:rect l="l" t="t" r="r" b="b"/>
                <a:pathLst>
                  <a:path w="950" h="468" extrusionOk="0">
                    <a:moveTo>
                      <a:pt x="893" y="0"/>
                    </a:moveTo>
                    <a:lnTo>
                      <a:pt x="30" y="73"/>
                    </a:lnTo>
                    <a:lnTo>
                      <a:pt x="23" y="73"/>
                    </a:lnTo>
                    <a:cubicBezTo>
                      <a:pt x="8" y="73"/>
                      <a:pt x="1" y="87"/>
                      <a:pt x="1" y="100"/>
                    </a:cubicBezTo>
                    <a:lnTo>
                      <a:pt x="30" y="438"/>
                    </a:lnTo>
                    <a:cubicBezTo>
                      <a:pt x="30" y="454"/>
                      <a:pt x="44" y="468"/>
                      <a:pt x="58" y="468"/>
                    </a:cubicBezTo>
                    <a:lnTo>
                      <a:pt x="73" y="468"/>
                    </a:lnTo>
                    <a:lnTo>
                      <a:pt x="454" y="432"/>
                    </a:lnTo>
                    <a:lnTo>
                      <a:pt x="498" y="432"/>
                    </a:lnTo>
                    <a:lnTo>
                      <a:pt x="920" y="395"/>
                    </a:lnTo>
                    <a:lnTo>
                      <a:pt x="929" y="395"/>
                    </a:lnTo>
                    <a:cubicBezTo>
                      <a:pt x="943" y="395"/>
                      <a:pt x="950" y="382"/>
                      <a:pt x="950" y="368"/>
                    </a:cubicBezTo>
                    <a:lnTo>
                      <a:pt x="920" y="23"/>
                    </a:lnTo>
                    <a:cubicBezTo>
                      <a:pt x="920" y="7"/>
                      <a:pt x="913" y="0"/>
                      <a:pt x="9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51">
                <a:extLst>
                  <a:ext uri="{FF2B5EF4-FFF2-40B4-BE49-F238E27FC236}">
                    <a16:creationId xmlns:a16="http://schemas.microsoft.com/office/drawing/2014/main" id="{D6D7758E-513E-6549-5D70-AA460F3B529D}"/>
                  </a:ext>
                </a:extLst>
              </p:cNvPr>
              <p:cNvSpPr/>
              <p:nvPr/>
            </p:nvSpPr>
            <p:spPr>
              <a:xfrm>
                <a:off x="5164245" y="4609108"/>
                <a:ext cx="200982" cy="238477"/>
              </a:xfrm>
              <a:custGeom>
                <a:avLst/>
                <a:gdLst/>
                <a:ahLst/>
                <a:cxnLst/>
                <a:rect l="l" t="t" r="r" b="b"/>
                <a:pathLst>
                  <a:path w="863" h="1024" extrusionOk="0">
                    <a:moveTo>
                      <a:pt x="351" y="1"/>
                    </a:moveTo>
                    <a:cubicBezTo>
                      <a:pt x="273" y="1"/>
                      <a:pt x="192" y="24"/>
                      <a:pt x="166" y="74"/>
                    </a:cubicBezTo>
                    <a:cubicBezTo>
                      <a:pt x="159" y="73"/>
                      <a:pt x="153" y="73"/>
                      <a:pt x="147" y="73"/>
                    </a:cubicBezTo>
                    <a:cubicBezTo>
                      <a:pt x="51" y="73"/>
                      <a:pt x="0" y="218"/>
                      <a:pt x="0" y="218"/>
                    </a:cubicBezTo>
                    <a:lnTo>
                      <a:pt x="295" y="1023"/>
                    </a:lnTo>
                    <a:cubicBezTo>
                      <a:pt x="372" y="998"/>
                      <a:pt x="441" y="988"/>
                      <a:pt x="501" y="988"/>
                    </a:cubicBezTo>
                    <a:cubicBezTo>
                      <a:pt x="576" y="988"/>
                      <a:pt x="639" y="1003"/>
                      <a:pt x="690" y="1023"/>
                    </a:cubicBezTo>
                    <a:lnTo>
                      <a:pt x="863" y="147"/>
                    </a:lnTo>
                    <a:lnTo>
                      <a:pt x="856" y="147"/>
                    </a:lnTo>
                    <a:cubicBezTo>
                      <a:pt x="809" y="57"/>
                      <a:pt x="745" y="30"/>
                      <a:pt x="685" y="30"/>
                    </a:cubicBezTo>
                    <a:cubicBezTo>
                      <a:pt x="597" y="30"/>
                      <a:pt x="518" y="88"/>
                      <a:pt x="518" y="88"/>
                    </a:cubicBezTo>
                    <a:cubicBezTo>
                      <a:pt x="497" y="54"/>
                      <a:pt x="461" y="24"/>
                      <a:pt x="418" y="17"/>
                    </a:cubicBezTo>
                    <a:cubicBezTo>
                      <a:pt x="402" y="11"/>
                      <a:pt x="388" y="11"/>
                      <a:pt x="381" y="11"/>
                    </a:cubicBezTo>
                    <a:lnTo>
                      <a:pt x="381" y="2"/>
                    </a:lnTo>
                    <a:cubicBezTo>
                      <a:pt x="371" y="1"/>
                      <a:pt x="361" y="1"/>
                      <a:pt x="3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51">
                <a:extLst>
                  <a:ext uri="{FF2B5EF4-FFF2-40B4-BE49-F238E27FC236}">
                    <a16:creationId xmlns:a16="http://schemas.microsoft.com/office/drawing/2014/main" id="{923A836C-5EC9-0515-3CC5-0E7ACAB58DF5}"/>
                  </a:ext>
                </a:extLst>
              </p:cNvPr>
              <p:cNvSpPr/>
              <p:nvPr/>
            </p:nvSpPr>
            <p:spPr>
              <a:xfrm>
                <a:off x="5232947" y="4838967"/>
                <a:ext cx="92223" cy="17093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734" extrusionOk="0">
                    <a:moveTo>
                      <a:pt x="206" y="1"/>
                    </a:moveTo>
                    <a:cubicBezTo>
                      <a:pt x="146" y="1"/>
                      <a:pt x="77" y="11"/>
                      <a:pt x="0" y="36"/>
                    </a:cubicBezTo>
                    <a:lnTo>
                      <a:pt x="259" y="733"/>
                    </a:lnTo>
                    <a:lnTo>
                      <a:pt x="395" y="36"/>
                    </a:lnTo>
                    <a:cubicBezTo>
                      <a:pt x="344" y="16"/>
                      <a:pt x="281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51">
                <a:extLst>
                  <a:ext uri="{FF2B5EF4-FFF2-40B4-BE49-F238E27FC236}">
                    <a16:creationId xmlns:a16="http://schemas.microsoft.com/office/drawing/2014/main" id="{B8E13038-8EB8-6CA8-FD49-AEBEFCFB5565}"/>
                  </a:ext>
                </a:extLst>
              </p:cNvPr>
              <p:cNvSpPr/>
              <p:nvPr/>
            </p:nvSpPr>
            <p:spPr>
              <a:xfrm>
                <a:off x="4305593" y="3397866"/>
                <a:ext cx="134143" cy="368661"/>
              </a:xfrm>
              <a:custGeom>
                <a:avLst/>
                <a:gdLst/>
                <a:ahLst/>
                <a:cxnLst/>
                <a:rect l="l" t="t" r="r" b="b"/>
                <a:pathLst>
                  <a:path w="576" h="1583" extrusionOk="0">
                    <a:moveTo>
                      <a:pt x="287" y="0"/>
                    </a:moveTo>
                    <a:cubicBezTo>
                      <a:pt x="259" y="179"/>
                      <a:pt x="216" y="431"/>
                      <a:pt x="137" y="747"/>
                    </a:cubicBezTo>
                    <a:cubicBezTo>
                      <a:pt x="101" y="890"/>
                      <a:pt x="8" y="1149"/>
                      <a:pt x="1" y="1164"/>
                    </a:cubicBezTo>
                    <a:cubicBezTo>
                      <a:pt x="1" y="1164"/>
                      <a:pt x="8" y="1308"/>
                      <a:pt x="21" y="1358"/>
                    </a:cubicBezTo>
                    <a:cubicBezTo>
                      <a:pt x="28" y="1394"/>
                      <a:pt x="44" y="1416"/>
                      <a:pt x="51" y="1437"/>
                    </a:cubicBezTo>
                    <a:cubicBezTo>
                      <a:pt x="64" y="1451"/>
                      <a:pt x="94" y="1503"/>
                      <a:pt x="101" y="1516"/>
                    </a:cubicBezTo>
                    <a:cubicBezTo>
                      <a:pt x="110" y="1531"/>
                      <a:pt x="117" y="1546"/>
                      <a:pt x="125" y="1546"/>
                    </a:cubicBezTo>
                    <a:cubicBezTo>
                      <a:pt x="128" y="1546"/>
                      <a:pt x="132" y="1544"/>
                      <a:pt x="137" y="1537"/>
                    </a:cubicBezTo>
                    <a:cubicBezTo>
                      <a:pt x="158" y="1523"/>
                      <a:pt x="173" y="1466"/>
                      <a:pt x="137" y="1423"/>
                    </a:cubicBezTo>
                    <a:cubicBezTo>
                      <a:pt x="101" y="1373"/>
                      <a:pt x="108" y="1351"/>
                      <a:pt x="101" y="1321"/>
                    </a:cubicBezTo>
                    <a:cubicBezTo>
                      <a:pt x="94" y="1301"/>
                      <a:pt x="94" y="1271"/>
                      <a:pt x="101" y="1244"/>
                    </a:cubicBezTo>
                    <a:cubicBezTo>
                      <a:pt x="108" y="1294"/>
                      <a:pt x="121" y="1358"/>
                      <a:pt x="130" y="1380"/>
                    </a:cubicBezTo>
                    <a:cubicBezTo>
                      <a:pt x="144" y="1423"/>
                      <a:pt x="164" y="1444"/>
                      <a:pt x="180" y="1466"/>
                    </a:cubicBezTo>
                    <a:cubicBezTo>
                      <a:pt x="187" y="1487"/>
                      <a:pt x="230" y="1537"/>
                      <a:pt x="244" y="1553"/>
                    </a:cubicBezTo>
                    <a:cubicBezTo>
                      <a:pt x="249" y="1567"/>
                      <a:pt x="261" y="1583"/>
                      <a:pt x="273" y="1583"/>
                    </a:cubicBezTo>
                    <a:cubicBezTo>
                      <a:pt x="278" y="1583"/>
                      <a:pt x="283" y="1580"/>
                      <a:pt x="287" y="1573"/>
                    </a:cubicBezTo>
                    <a:cubicBezTo>
                      <a:pt x="303" y="1553"/>
                      <a:pt x="309" y="1487"/>
                      <a:pt x="266" y="1444"/>
                    </a:cubicBezTo>
                    <a:cubicBezTo>
                      <a:pt x="230" y="1394"/>
                      <a:pt x="223" y="1373"/>
                      <a:pt x="216" y="1337"/>
                    </a:cubicBezTo>
                    <a:cubicBezTo>
                      <a:pt x="202" y="1292"/>
                      <a:pt x="195" y="1234"/>
                      <a:pt x="189" y="1208"/>
                    </a:cubicBezTo>
                    <a:lnTo>
                      <a:pt x="189" y="1208"/>
                    </a:lnTo>
                    <a:cubicBezTo>
                      <a:pt x="203" y="1256"/>
                      <a:pt x="224" y="1316"/>
                      <a:pt x="237" y="1351"/>
                    </a:cubicBezTo>
                    <a:cubicBezTo>
                      <a:pt x="251" y="1380"/>
                      <a:pt x="266" y="1401"/>
                      <a:pt x="280" y="1416"/>
                    </a:cubicBezTo>
                    <a:cubicBezTo>
                      <a:pt x="294" y="1437"/>
                      <a:pt x="330" y="1473"/>
                      <a:pt x="346" y="1494"/>
                    </a:cubicBezTo>
                    <a:cubicBezTo>
                      <a:pt x="353" y="1466"/>
                      <a:pt x="359" y="1430"/>
                      <a:pt x="366" y="1394"/>
                    </a:cubicBezTo>
                    <a:lnTo>
                      <a:pt x="359" y="1394"/>
                    </a:lnTo>
                    <a:cubicBezTo>
                      <a:pt x="323" y="1351"/>
                      <a:pt x="323" y="1330"/>
                      <a:pt x="309" y="1301"/>
                    </a:cubicBezTo>
                    <a:cubicBezTo>
                      <a:pt x="294" y="1271"/>
                      <a:pt x="280" y="1192"/>
                      <a:pt x="280" y="1185"/>
                    </a:cubicBezTo>
                    <a:lnTo>
                      <a:pt x="280" y="1185"/>
                    </a:lnTo>
                    <a:cubicBezTo>
                      <a:pt x="294" y="1214"/>
                      <a:pt x="323" y="1265"/>
                      <a:pt x="330" y="1278"/>
                    </a:cubicBezTo>
                    <a:cubicBezTo>
                      <a:pt x="346" y="1308"/>
                      <a:pt x="366" y="1321"/>
                      <a:pt x="380" y="1337"/>
                    </a:cubicBezTo>
                    <a:cubicBezTo>
                      <a:pt x="380" y="1301"/>
                      <a:pt x="389" y="1271"/>
                      <a:pt x="396" y="1244"/>
                    </a:cubicBezTo>
                    <a:cubicBezTo>
                      <a:pt x="396" y="1235"/>
                      <a:pt x="396" y="1235"/>
                      <a:pt x="389" y="1228"/>
                    </a:cubicBezTo>
                    <a:cubicBezTo>
                      <a:pt x="366" y="1192"/>
                      <a:pt x="353" y="1142"/>
                      <a:pt x="353" y="1142"/>
                    </a:cubicBezTo>
                    <a:cubicBezTo>
                      <a:pt x="373" y="1028"/>
                      <a:pt x="423" y="913"/>
                      <a:pt x="416" y="790"/>
                    </a:cubicBezTo>
                    <a:cubicBezTo>
                      <a:pt x="416" y="776"/>
                      <a:pt x="416" y="726"/>
                      <a:pt x="409" y="683"/>
                    </a:cubicBezTo>
                    <a:cubicBezTo>
                      <a:pt x="432" y="618"/>
                      <a:pt x="459" y="545"/>
                      <a:pt x="489" y="474"/>
                    </a:cubicBezTo>
                    <a:cubicBezTo>
                      <a:pt x="489" y="445"/>
                      <a:pt x="489" y="416"/>
                      <a:pt x="496" y="381"/>
                    </a:cubicBezTo>
                    <a:cubicBezTo>
                      <a:pt x="503" y="352"/>
                      <a:pt x="532" y="229"/>
                      <a:pt x="575" y="71"/>
                    </a:cubicBezTo>
                    <a:cubicBezTo>
                      <a:pt x="423" y="50"/>
                      <a:pt x="287" y="0"/>
                      <a:pt x="287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51">
                <a:extLst>
                  <a:ext uri="{FF2B5EF4-FFF2-40B4-BE49-F238E27FC236}">
                    <a16:creationId xmlns:a16="http://schemas.microsoft.com/office/drawing/2014/main" id="{164A7FA7-4B10-3F2F-5219-27C85D4FB21E}"/>
                  </a:ext>
                </a:extLst>
              </p:cNvPr>
              <p:cNvSpPr/>
              <p:nvPr/>
            </p:nvSpPr>
            <p:spPr>
              <a:xfrm>
                <a:off x="4360555" y="2982396"/>
                <a:ext cx="124129" cy="432006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855" extrusionOk="0">
                    <a:moveTo>
                      <a:pt x="462" y="0"/>
                    </a:moveTo>
                    <a:cubicBezTo>
                      <a:pt x="412" y="195"/>
                      <a:pt x="368" y="375"/>
                      <a:pt x="346" y="447"/>
                    </a:cubicBezTo>
                    <a:cubicBezTo>
                      <a:pt x="310" y="613"/>
                      <a:pt x="217" y="813"/>
                      <a:pt x="203" y="842"/>
                    </a:cubicBezTo>
                    <a:cubicBezTo>
                      <a:pt x="187" y="878"/>
                      <a:pt x="210" y="906"/>
                      <a:pt x="203" y="942"/>
                    </a:cubicBezTo>
                    <a:cubicBezTo>
                      <a:pt x="203" y="985"/>
                      <a:pt x="94" y="1130"/>
                      <a:pt x="80" y="1165"/>
                    </a:cubicBezTo>
                    <a:cubicBezTo>
                      <a:pt x="58" y="1201"/>
                      <a:pt x="87" y="1223"/>
                      <a:pt x="87" y="1266"/>
                    </a:cubicBezTo>
                    <a:cubicBezTo>
                      <a:pt x="80" y="1303"/>
                      <a:pt x="30" y="1389"/>
                      <a:pt x="15" y="1467"/>
                    </a:cubicBezTo>
                    <a:cubicBezTo>
                      <a:pt x="1" y="1546"/>
                      <a:pt x="51" y="1568"/>
                      <a:pt x="51" y="1568"/>
                    </a:cubicBezTo>
                    <a:cubicBezTo>
                      <a:pt x="51" y="1568"/>
                      <a:pt x="23" y="1691"/>
                      <a:pt x="15" y="1725"/>
                    </a:cubicBezTo>
                    <a:cubicBezTo>
                      <a:pt x="8" y="1762"/>
                      <a:pt x="51" y="1784"/>
                      <a:pt x="51" y="1784"/>
                    </a:cubicBezTo>
                    <a:cubicBezTo>
                      <a:pt x="51" y="1784"/>
                      <a:pt x="187" y="1834"/>
                      <a:pt x="339" y="1855"/>
                    </a:cubicBezTo>
                    <a:cubicBezTo>
                      <a:pt x="389" y="1655"/>
                      <a:pt x="455" y="1389"/>
                      <a:pt x="482" y="1165"/>
                    </a:cubicBezTo>
                    <a:cubicBezTo>
                      <a:pt x="489" y="1144"/>
                      <a:pt x="489" y="1122"/>
                      <a:pt x="489" y="1101"/>
                    </a:cubicBezTo>
                    <a:cubicBezTo>
                      <a:pt x="498" y="1072"/>
                      <a:pt x="498" y="1051"/>
                      <a:pt x="498" y="1028"/>
                    </a:cubicBezTo>
                    <a:cubicBezTo>
                      <a:pt x="505" y="1015"/>
                      <a:pt x="505" y="1001"/>
                      <a:pt x="505" y="985"/>
                    </a:cubicBezTo>
                    <a:cubicBezTo>
                      <a:pt x="505" y="949"/>
                      <a:pt x="512" y="915"/>
                      <a:pt x="512" y="885"/>
                    </a:cubicBezTo>
                    <a:cubicBezTo>
                      <a:pt x="512" y="856"/>
                      <a:pt x="518" y="842"/>
                      <a:pt x="518" y="820"/>
                    </a:cubicBezTo>
                    <a:cubicBezTo>
                      <a:pt x="525" y="727"/>
                      <a:pt x="525" y="656"/>
                      <a:pt x="532" y="597"/>
                    </a:cubicBezTo>
                    <a:lnTo>
                      <a:pt x="525" y="597"/>
                    </a:lnTo>
                    <a:cubicBezTo>
                      <a:pt x="532" y="576"/>
                      <a:pt x="532" y="554"/>
                      <a:pt x="532" y="533"/>
                    </a:cubicBezTo>
                    <a:cubicBezTo>
                      <a:pt x="532" y="454"/>
                      <a:pt x="525" y="397"/>
                      <a:pt x="512" y="338"/>
                    </a:cubicBezTo>
                    <a:cubicBezTo>
                      <a:pt x="512" y="325"/>
                      <a:pt x="512" y="311"/>
                      <a:pt x="505" y="295"/>
                    </a:cubicBezTo>
                    <a:lnTo>
                      <a:pt x="505" y="275"/>
                    </a:lnTo>
                    <a:cubicBezTo>
                      <a:pt x="505" y="268"/>
                      <a:pt x="498" y="259"/>
                      <a:pt x="498" y="252"/>
                    </a:cubicBezTo>
                    <a:lnTo>
                      <a:pt x="498" y="231"/>
                    </a:lnTo>
                    <a:cubicBezTo>
                      <a:pt x="482" y="159"/>
                      <a:pt x="468" y="73"/>
                      <a:pt x="4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51">
                <a:extLst>
                  <a:ext uri="{FF2B5EF4-FFF2-40B4-BE49-F238E27FC236}">
                    <a16:creationId xmlns:a16="http://schemas.microsoft.com/office/drawing/2014/main" id="{13CBCD2E-4DDB-6B51-912C-9600E8AC1EBA}"/>
                  </a:ext>
                </a:extLst>
              </p:cNvPr>
              <p:cNvSpPr/>
              <p:nvPr/>
            </p:nvSpPr>
            <p:spPr>
              <a:xfrm>
                <a:off x="4482820" y="3106525"/>
                <a:ext cx="1863" cy="15138"/>
              </a:xfrm>
              <a:custGeom>
                <a:avLst/>
                <a:gdLst/>
                <a:ahLst/>
                <a:cxnLst/>
                <a:rect l="l" t="t" r="r" b="b"/>
                <a:pathLst>
                  <a:path w="8" h="65" extrusionOk="0">
                    <a:moveTo>
                      <a:pt x="7" y="0"/>
                    </a:moveTo>
                    <a:cubicBezTo>
                      <a:pt x="7" y="21"/>
                      <a:pt x="7" y="43"/>
                      <a:pt x="0" y="64"/>
                    </a:cubicBezTo>
                    <a:lnTo>
                      <a:pt x="7" y="64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51">
                <a:extLst>
                  <a:ext uri="{FF2B5EF4-FFF2-40B4-BE49-F238E27FC236}">
                    <a16:creationId xmlns:a16="http://schemas.microsoft.com/office/drawing/2014/main" id="{AE0E41C2-7A14-832A-EA87-4D73DA18D4C8}"/>
                  </a:ext>
                </a:extLst>
              </p:cNvPr>
              <p:cNvSpPr/>
              <p:nvPr/>
            </p:nvSpPr>
            <p:spPr>
              <a:xfrm>
                <a:off x="4496560" y="2741359"/>
                <a:ext cx="75223" cy="14439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620" extrusionOk="0">
                    <a:moveTo>
                      <a:pt x="323" y="0"/>
                    </a:moveTo>
                    <a:lnTo>
                      <a:pt x="323" y="0"/>
                    </a:lnTo>
                    <a:cubicBezTo>
                      <a:pt x="286" y="36"/>
                      <a:pt x="207" y="130"/>
                      <a:pt x="93" y="354"/>
                    </a:cubicBezTo>
                    <a:cubicBezTo>
                      <a:pt x="71" y="404"/>
                      <a:pt x="35" y="497"/>
                      <a:pt x="0" y="620"/>
                    </a:cubicBezTo>
                    <a:cubicBezTo>
                      <a:pt x="21" y="583"/>
                      <a:pt x="43" y="540"/>
                      <a:pt x="64" y="504"/>
                    </a:cubicBezTo>
                    <a:cubicBezTo>
                      <a:pt x="78" y="483"/>
                      <a:pt x="86" y="468"/>
                      <a:pt x="100" y="447"/>
                    </a:cubicBezTo>
                    <a:cubicBezTo>
                      <a:pt x="114" y="418"/>
                      <a:pt x="129" y="397"/>
                      <a:pt x="143" y="375"/>
                    </a:cubicBezTo>
                    <a:cubicBezTo>
                      <a:pt x="193" y="274"/>
                      <a:pt x="259" y="73"/>
                      <a:pt x="3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51">
                <a:extLst>
                  <a:ext uri="{FF2B5EF4-FFF2-40B4-BE49-F238E27FC236}">
                    <a16:creationId xmlns:a16="http://schemas.microsoft.com/office/drawing/2014/main" id="{DA828F9D-702D-C36E-A395-5BB79AF60045}"/>
                  </a:ext>
                </a:extLst>
              </p:cNvPr>
              <p:cNvSpPr/>
              <p:nvPr/>
            </p:nvSpPr>
            <p:spPr>
              <a:xfrm>
                <a:off x="4154916" y="4840364"/>
                <a:ext cx="1863" cy="3959"/>
              </a:xfrm>
              <a:custGeom>
                <a:avLst/>
                <a:gdLst/>
                <a:ahLst/>
                <a:cxnLst/>
                <a:rect l="l" t="t" r="r" b="b"/>
                <a:pathLst>
                  <a:path w="8" h="17" extrusionOk="0">
                    <a:moveTo>
                      <a:pt x="8" y="1"/>
                    </a:moveTo>
                    <a:lnTo>
                      <a:pt x="4" y="10"/>
                    </a:lnTo>
                    <a:lnTo>
                      <a:pt x="4" y="10"/>
                    </a:lnTo>
                    <a:cubicBezTo>
                      <a:pt x="5" y="8"/>
                      <a:pt x="8" y="6"/>
                      <a:pt x="8" y="1"/>
                    </a:cubicBezTo>
                    <a:close/>
                    <a:moveTo>
                      <a:pt x="4" y="10"/>
                    </a:moveTo>
                    <a:cubicBezTo>
                      <a:pt x="2" y="12"/>
                      <a:pt x="1" y="13"/>
                      <a:pt x="1" y="16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51">
                <a:extLst>
                  <a:ext uri="{FF2B5EF4-FFF2-40B4-BE49-F238E27FC236}">
                    <a16:creationId xmlns:a16="http://schemas.microsoft.com/office/drawing/2014/main" id="{89F031E5-6821-0035-50B2-BD0442587DD5}"/>
                  </a:ext>
                </a:extLst>
              </p:cNvPr>
              <p:cNvSpPr/>
              <p:nvPr/>
            </p:nvSpPr>
            <p:spPr>
              <a:xfrm>
                <a:off x="4205219" y="3526652"/>
                <a:ext cx="418499" cy="1193548"/>
              </a:xfrm>
              <a:custGeom>
                <a:avLst/>
                <a:gdLst/>
                <a:ahLst/>
                <a:cxnLst/>
                <a:rect l="l" t="t" r="r" b="b"/>
                <a:pathLst>
                  <a:path w="1797" h="5125" extrusionOk="0">
                    <a:moveTo>
                      <a:pt x="956" y="1"/>
                    </a:moveTo>
                    <a:cubicBezTo>
                      <a:pt x="934" y="137"/>
                      <a:pt x="884" y="396"/>
                      <a:pt x="827" y="691"/>
                    </a:cubicBezTo>
                    <a:cubicBezTo>
                      <a:pt x="820" y="718"/>
                      <a:pt x="811" y="748"/>
                      <a:pt x="811" y="784"/>
                    </a:cubicBezTo>
                    <a:cubicBezTo>
                      <a:pt x="804" y="805"/>
                      <a:pt x="804" y="820"/>
                      <a:pt x="797" y="841"/>
                    </a:cubicBezTo>
                    <a:cubicBezTo>
                      <a:pt x="790" y="877"/>
                      <a:pt x="784" y="913"/>
                      <a:pt x="777" y="941"/>
                    </a:cubicBezTo>
                    <a:cubicBezTo>
                      <a:pt x="668" y="1538"/>
                      <a:pt x="539" y="2214"/>
                      <a:pt x="489" y="2487"/>
                    </a:cubicBezTo>
                    <a:cubicBezTo>
                      <a:pt x="395" y="3011"/>
                      <a:pt x="207" y="4291"/>
                      <a:pt x="0" y="4888"/>
                    </a:cubicBezTo>
                    <a:lnTo>
                      <a:pt x="28" y="4902"/>
                    </a:lnTo>
                    <a:lnTo>
                      <a:pt x="568" y="5111"/>
                    </a:lnTo>
                    <a:lnTo>
                      <a:pt x="595" y="5124"/>
                    </a:lnTo>
                    <a:cubicBezTo>
                      <a:pt x="595" y="5124"/>
                      <a:pt x="1156" y="3975"/>
                      <a:pt x="1236" y="3644"/>
                    </a:cubicBezTo>
                    <a:cubicBezTo>
                      <a:pt x="1322" y="3306"/>
                      <a:pt x="1380" y="2811"/>
                      <a:pt x="1437" y="2645"/>
                    </a:cubicBezTo>
                    <a:cubicBezTo>
                      <a:pt x="1474" y="2530"/>
                      <a:pt x="1653" y="2062"/>
                      <a:pt x="1796" y="1690"/>
                    </a:cubicBezTo>
                    <a:cubicBezTo>
                      <a:pt x="1682" y="1093"/>
                      <a:pt x="1553" y="410"/>
                      <a:pt x="1501" y="137"/>
                    </a:cubicBezTo>
                    <a:cubicBezTo>
                      <a:pt x="1322" y="115"/>
                      <a:pt x="1142" y="72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51">
                <a:extLst>
                  <a:ext uri="{FF2B5EF4-FFF2-40B4-BE49-F238E27FC236}">
                    <a16:creationId xmlns:a16="http://schemas.microsoft.com/office/drawing/2014/main" id="{F40DF5FA-F6CF-484D-CDDD-3781AA42FFE8}"/>
                  </a:ext>
                </a:extLst>
              </p:cNvPr>
              <p:cNvSpPr/>
              <p:nvPr/>
            </p:nvSpPr>
            <p:spPr>
              <a:xfrm>
                <a:off x="4174944" y="4668028"/>
                <a:ext cx="162555" cy="20796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893" extrusionOk="0">
                    <a:moveTo>
                      <a:pt x="158" y="1"/>
                    </a:moveTo>
                    <a:lnTo>
                      <a:pt x="1" y="491"/>
                    </a:lnTo>
                    <a:lnTo>
                      <a:pt x="15" y="491"/>
                    </a:lnTo>
                    <a:cubicBezTo>
                      <a:pt x="58" y="511"/>
                      <a:pt x="87" y="591"/>
                      <a:pt x="15" y="655"/>
                    </a:cubicBezTo>
                    <a:cubicBezTo>
                      <a:pt x="44" y="663"/>
                      <a:pt x="65" y="684"/>
                      <a:pt x="87" y="713"/>
                    </a:cubicBezTo>
                    <a:cubicBezTo>
                      <a:pt x="137" y="770"/>
                      <a:pt x="201" y="827"/>
                      <a:pt x="280" y="856"/>
                    </a:cubicBezTo>
                    <a:cubicBezTo>
                      <a:pt x="330" y="879"/>
                      <a:pt x="367" y="879"/>
                      <a:pt x="389" y="893"/>
                    </a:cubicBezTo>
                    <a:lnTo>
                      <a:pt x="698" y="210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51">
                <a:extLst>
                  <a:ext uri="{FF2B5EF4-FFF2-40B4-BE49-F238E27FC236}">
                    <a16:creationId xmlns:a16="http://schemas.microsoft.com/office/drawing/2014/main" id="{2663D60D-5663-98D9-8ECE-401CA8CCFBC3}"/>
                  </a:ext>
                </a:extLst>
              </p:cNvPr>
              <p:cNvSpPr/>
              <p:nvPr/>
            </p:nvSpPr>
            <p:spPr>
              <a:xfrm>
                <a:off x="4012389" y="4805431"/>
                <a:ext cx="28645" cy="2887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24" extrusionOk="0">
                    <a:moveTo>
                      <a:pt x="72" y="0"/>
                    </a:moveTo>
                    <a:cubicBezTo>
                      <a:pt x="14" y="0"/>
                      <a:pt x="0" y="37"/>
                      <a:pt x="0" y="37"/>
                    </a:cubicBezTo>
                    <a:cubicBezTo>
                      <a:pt x="9" y="51"/>
                      <a:pt x="23" y="80"/>
                      <a:pt x="30" y="123"/>
                    </a:cubicBezTo>
                    <a:cubicBezTo>
                      <a:pt x="30" y="123"/>
                      <a:pt x="36" y="73"/>
                      <a:pt x="109" y="65"/>
                    </a:cubicBezTo>
                    <a:lnTo>
                      <a:pt x="123" y="65"/>
                    </a:lnTo>
                    <a:lnTo>
                      <a:pt x="109" y="1"/>
                    </a:lnTo>
                    <a:lnTo>
                      <a:pt x="87" y="1"/>
                    </a:lnTo>
                    <a:cubicBezTo>
                      <a:pt x="81" y="0"/>
                      <a:pt x="76" y="0"/>
                      <a:pt x="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51">
                <a:extLst>
                  <a:ext uri="{FF2B5EF4-FFF2-40B4-BE49-F238E27FC236}">
                    <a16:creationId xmlns:a16="http://schemas.microsoft.com/office/drawing/2014/main" id="{2E3A3059-E97A-B1BD-9578-D10E2CCDA6AA}"/>
                  </a:ext>
                </a:extLst>
              </p:cNvPr>
              <p:cNvSpPr/>
              <p:nvPr/>
            </p:nvSpPr>
            <p:spPr>
              <a:xfrm>
                <a:off x="4052446" y="4803801"/>
                <a:ext cx="20494" cy="15138"/>
              </a:xfrm>
              <a:custGeom>
                <a:avLst/>
                <a:gdLst/>
                <a:ahLst/>
                <a:cxnLst/>
                <a:rect l="l" t="t" r="r" b="b"/>
                <a:pathLst>
                  <a:path w="88" h="65" extrusionOk="0">
                    <a:moveTo>
                      <a:pt x="66" y="1"/>
                    </a:moveTo>
                    <a:cubicBezTo>
                      <a:pt x="44" y="1"/>
                      <a:pt x="23" y="1"/>
                      <a:pt x="1" y="8"/>
                    </a:cubicBezTo>
                    <a:lnTo>
                      <a:pt x="16" y="65"/>
                    </a:lnTo>
                    <a:lnTo>
                      <a:pt x="87" y="65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51">
                <a:extLst>
                  <a:ext uri="{FF2B5EF4-FFF2-40B4-BE49-F238E27FC236}">
                    <a16:creationId xmlns:a16="http://schemas.microsoft.com/office/drawing/2014/main" id="{8F688B91-27EE-F989-AD4D-A57BECE28E9B}"/>
                  </a:ext>
                </a:extLst>
              </p:cNvPr>
              <p:cNvSpPr/>
              <p:nvPr/>
            </p:nvSpPr>
            <p:spPr>
              <a:xfrm>
                <a:off x="4084584" y="4802171"/>
                <a:ext cx="18398" cy="16768"/>
              </a:xfrm>
              <a:custGeom>
                <a:avLst/>
                <a:gdLst/>
                <a:ahLst/>
                <a:cxnLst/>
                <a:rect l="l" t="t" r="r" b="b"/>
                <a:pathLst>
                  <a:path w="79" h="72" extrusionOk="0">
                    <a:moveTo>
                      <a:pt x="65" y="1"/>
                    </a:moveTo>
                    <a:cubicBezTo>
                      <a:pt x="44" y="1"/>
                      <a:pt x="21" y="8"/>
                      <a:pt x="1" y="8"/>
                    </a:cubicBezTo>
                    <a:lnTo>
                      <a:pt x="15" y="72"/>
                    </a:lnTo>
                    <a:cubicBezTo>
                      <a:pt x="35" y="72"/>
                      <a:pt x="58" y="65"/>
                      <a:pt x="78" y="65"/>
                    </a:cubicBezTo>
                    <a:lnTo>
                      <a:pt x="6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51">
                <a:extLst>
                  <a:ext uri="{FF2B5EF4-FFF2-40B4-BE49-F238E27FC236}">
                    <a16:creationId xmlns:a16="http://schemas.microsoft.com/office/drawing/2014/main" id="{C010BD53-565D-09F7-6B60-6CE9D446EF63}"/>
                  </a:ext>
                </a:extLst>
              </p:cNvPr>
              <p:cNvSpPr/>
              <p:nvPr/>
            </p:nvSpPr>
            <p:spPr>
              <a:xfrm>
                <a:off x="4114859" y="4798677"/>
                <a:ext cx="20261" cy="18631"/>
              </a:xfrm>
              <a:custGeom>
                <a:avLst/>
                <a:gdLst/>
                <a:ahLst/>
                <a:cxnLst/>
                <a:rect l="l" t="t" r="r" b="b"/>
                <a:pathLst>
                  <a:path w="87" h="80" extrusionOk="0">
                    <a:moveTo>
                      <a:pt x="43" y="0"/>
                    </a:moveTo>
                    <a:cubicBezTo>
                      <a:pt x="35" y="7"/>
                      <a:pt x="21" y="7"/>
                      <a:pt x="14" y="7"/>
                    </a:cubicBezTo>
                    <a:lnTo>
                      <a:pt x="0" y="7"/>
                    </a:lnTo>
                    <a:lnTo>
                      <a:pt x="14" y="80"/>
                    </a:lnTo>
                    <a:lnTo>
                      <a:pt x="86" y="8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51">
                <a:extLst>
                  <a:ext uri="{FF2B5EF4-FFF2-40B4-BE49-F238E27FC236}">
                    <a16:creationId xmlns:a16="http://schemas.microsoft.com/office/drawing/2014/main" id="{50CC6039-4119-F9C7-9902-904CAD4AB65E}"/>
                  </a:ext>
                </a:extLst>
              </p:cNvPr>
              <p:cNvSpPr/>
              <p:nvPr/>
            </p:nvSpPr>
            <p:spPr>
              <a:xfrm>
                <a:off x="4154916" y="4840364"/>
                <a:ext cx="1863" cy="3959"/>
              </a:xfrm>
              <a:custGeom>
                <a:avLst/>
                <a:gdLst/>
                <a:ahLst/>
                <a:cxnLst/>
                <a:rect l="l" t="t" r="r" b="b"/>
                <a:pathLst>
                  <a:path w="8" h="17" extrusionOk="0">
                    <a:moveTo>
                      <a:pt x="8" y="1"/>
                    </a:moveTo>
                    <a:lnTo>
                      <a:pt x="4" y="10"/>
                    </a:lnTo>
                    <a:lnTo>
                      <a:pt x="4" y="10"/>
                    </a:lnTo>
                    <a:cubicBezTo>
                      <a:pt x="5" y="8"/>
                      <a:pt x="8" y="6"/>
                      <a:pt x="8" y="1"/>
                    </a:cubicBezTo>
                    <a:close/>
                    <a:moveTo>
                      <a:pt x="4" y="10"/>
                    </a:moveTo>
                    <a:cubicBezTo>
                      <a:pt x="2" y="12"/>
                      <a:pt x="1" y="13"/>
                      <a:pt x="1" y="16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51">
                <a:extLst>
                  <a:ext uri="{FF2B5EF4-FFF2-40B4-BE49-F238E27FC236}">
                    <a16:creationId xmlns:a16="http://schemas.microsoft.com/office/drawing/2014/main" id="{DE2BD450-0904-7F22-A83B-19F18BD0B9E0}"/>
                  </a:ext>
                </a:extLst>
              </p:cNvPr>
              <p:cNvSpPr/>
              <p:nvPr/>
            </p:nvSpPr>
            <p:spPr>
              <a:xfrm>
                <a:off x="3887096" y="4840364"/>
                <a:ext cx="363304" cy="171172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735" extrusionOk="0">
                    <a:moveTo>
                      <a:pt x="64" y="1"/>
                    </a:moveTo>
                    <a:lnTo>
                      <a:pt x="0" y="146"/>
                    </a:lnTo>
                    <a:lnTo>
                      <a:pt x="1496" y="734"/>
                    </a:lnTo>
                    <a:lnTo>
                      <a:pt x="1560" y="598"/>
                    </a:lnTo>
                    <a:lnTo>
                      <a:pt x="538" y="189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51">
                <a:extLst>
                  <a:ext uri="{FF2B5EF4-FFF2-40B4-BE49-F238E27FC236}">
                    <a16:creationId xmlns:a16="http://schemas.microsoft.com/office/drawing/2014/main" id="{5109CD40-1D51-D3DC-CE97-B356BC3D6A4C}"/>
                  </a:ext>
                </a:extLst>
              </p:cNvPr>
              <p:cNvSpPr/>
              <p:nvPr/>
            </p:nvSpPr>
            <p:spPr>
              <a:xfrm>
                <a:off x="3901768" y="4807993"/>
                <a:ext cx="119238" cy="7638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328" extrusionOk="0">
                    <a:moveTo>
                      <a:pt x="306" y="1"/>
                    </a:moveTo>
                    <a:cubicBezTo>
                      <a:pt x="61" y="1"/>
                      <a:pt x="1" y="140"/>
                      <a:pt x="1" y="140"/>
                    </a:cubicBezTo>
                    <a:lnTo>
                      <a:pt x="475" y="328"/>
                    </a:lnTo>
                    <a:cubicBezTo>
                      <a:pt x="511" y="242"/>
                      <a:pt x="511" y="162"/>
                      <a:pt x="505" y="112"/>
                    </a:cubicBezTo>
                    <a:cubicBezTo>
                      <a:pt x="498" y="69"/>
                      <a:pt x="484" y="40"/>
                      <a:pt x="475" y="26"/>
                    </a:cubicBezTo>
                    <a:lnTo>
                      <a:pt x="475" y="19"/>
                    </a:lnTo>
                    <a:cubicBezTo>
                      <a:pt x="411" y="6"/>
                      <a:pt x="355" y="1"/>
                      <a:pt x="3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51">
                <a:extLst>
                  <a:ext uri="{FF2B5EF4-FFF2-40B4-BE49-F238E27FC236}">
                    <a16:creationId xmlns:a16="http://schemas.microsoft.com/office/drawing/2014/main" id="{D9AF6EE8-920D-F4C9-6C06-DC002AF86686}"/>
                  </a:ext>
                </a:extLst>
              </p:cNvPr>
              <p:cNvSpPr/>
              <p:nvPr/>
            </p:nvSpPr>
            <p:spPr>
              <a:xfrm>
                <a:off x="4012389" y="4817075"/>
                <a:ext cx="261300" cy="16255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98" extrusionOk="0">
                    <a:moveTo>
                      <a:pt x="388" y="1"/>
                    </a:moveTo>
                    <a:cubicBezTo>
                      <a:pt x="368" y="1"/>
                      <a:pt x="345" y="8"/>
                      <a:pt x="325" y="8"/>
                    </a:cubicBezTo>
                    <a:lnTo>
                      <a:pt x="345" y="87"/>
                    </a:lnTo>
                    <a:cubicBezTo>
                      <a:pt x="345" y="101"/>
                      <a:pt x="338" y="116"/>
                      <a:pt x="318" y="123"/>
                    </a:cubicBezTo>
                    <a:lnTo>
                      <a:pt x="311" y="123"/>
                    </a:lnTo>
                    <a:cubicBezTo>
                      <a:pt x="295" y="123"/>
                      <a:pt x="281" y="116"/>
                      <a:pt x="281" y="101"/>
                    </a:cubicBezTo>
                    <a:lnTo>
                      <a:pt x="259" y="8"/>
                    </a:lnTo>
                    <a:lnTo>
                      <a:pt x="188" y="8"/>
                    </a:lnTo>
                    <a:lnTo>
                      <a:pt x="209" y="80"/>
                    </a:lnTo>
                    <a:cubicBezTo>
                      <a:pt x="209" y="94"/>
                      <a:pt x="202" y="116"/>
                      <a:pt x="181" y="116"/>
                    </a:cubicBezTo>
                    <a:cubicBezTo>
                      <a:pt x="181" y="123"/>
                      <a:pt x="181" y="123"/>
                      <a:pt x="173" y="123"/>
                    </a:cubicBezTo>
                    <a:cubicBezTo>
                      <a:pt x="159" y="123"/>
                      <a:pt x="145" y="110"/>
                      <a:pt x="145" y="94"/>
                    </a:cubicBezTo>
                    <a:lnTo>
                      <a:pt x="123" y="15"/>
                    </a:lnTo>
                    <a:lnTo>
                      <a:pt x="109" y="15"/>
                    </a:lnTo>
                    <a:cubicBezTo>
                      <a:pt x="36" y="23"/>
                      <a:pt x="30" y="73"/>
                      <a:pt x="30" y="73"/>
                    </a:cubicBezTo>
                    <a:cubicBezTo>
                      <a:pt x="36" y="123"/>
                      <a:pt x="36" y="203"/>
                      <a:pt x="0" y="289"/>
                    </a:cubicBezTo>
                    <a:lnTo>
                      <a:pt x="1022" y="698"/>
                    </a:lnTo>
                    <a:cubicBezTo>
                      <a:pt x="1108" y="548"/>
                      <a:pt x="1122" y="353"/>
                      <a:pt x="1108" y="296"/>
                    </a:cubicBezTo>
                    <a:cubicBezTo>
                      <a:pt x="1108" y="289"/>
                      <a:pt x="1108" y="282"/>
                      <a:pt x="1101" y="273"/>
                    </a:cubicBezTo>
                    <a:lnTo>
                      <a:pt x="1101" y="266"/>
                    </a:lnTo>
                    <a:cubicBezTo>
                      <a:pt x="1094" y="260"/>
                      <a:pt x="1087" y="253"/>
                      <a:pt x="1087" y="253"/>
                    </a:cubicBezTo>
                    <a:cubicBezTo>
                      <a:pt x="1065" y="239"/>
                      <a:pt x="1028" y="239"/>
                      <a:pt x="978" y="216"/>
                    </a:cubicBezTo>
                    <a:cubicBezTo>
                      <a:pt x="899" y="187"/>
                      <a:pt x="835" y="130"/>
                      <a:pt x="785" y="73"/>
                    </a:cubicBezTo>
                    <a:cubicBezTo>
                      <a:pt x="763" y="44"/>
                      <a:pt x="742" y="23"/>
                      <a:pt x="713" y="15"/>
                    </a:cubicBezTo>
                    <a:cubicBezTo>
                      <a:pt x="713" y="8"/>
                      <a:pt x="706" y="8"/>
                      <a:pt x="699" y="8"/>
                    </a:cubicBezTo>
                    <a:cubicBezTo>
                      <a:pt x="690" y="1"/>
                      <a:pt x="683" y="1"/>
                      <a:pt x="677" y="1"/>
                    </a:cubicBezTo>
                    <a:lnTo>
                      <a:pt x="590" y="1"/>
                    </a:lnTo>
                    <a:lnTo>
                      <a:pt x="620" y="94"/>
                    </a:lnTo>
                    <a:lnTo>
                      <a:pt x="620" y="101"/>
                    </a:lnTo>
                    <a:cubicBezTo>
                      <a:pt x="620" y="110"/>
                      <a:pt x="613" y="110"/>
                      <a:pt x="613" y="116"/>
                    </a:cubicBezTo>
                    <a:cubicBezTo>
                      <a:pt x="604" y="123"/>
                      <a:pt x="597" y="130"/>
                      <a:pt x="590" y="130"/>
                    </a:cubicBezTo>
                    <a:lnTo>
                      <a:pt x="583" y="130"/>
                    </a:lnTo>
                    <a:cubicBezTo>
                      <a:pt x="570" y="130"/>
                      <a:pt x="554" y="123"/>
                      <a:pt x="554" y="110"/>
                    </a:cubicBezTo>
                    <a:lnTo>
                      <a:pt x="526" y="1"/>
                    </a:lnTo>
                    <a:lnTo>
                      <a:pt x="454" y="1"/>
                    </a:lnTo>
                    <a:lnTo>
                      <a:pt x="475" y="87"/>
                    </a:lnTo>
                    <a:cubicBezTo>
                      <a:pt x="483" y="101"/>
                      <a:pt x="475" y="123"/>
                      <a:pt x="454" y="123"/>
                    </a:cubicBezTo>
                    <a:cubicBezTo>
                      <a:pt x="454" y="130"/>
                      <a:pt x="447" y="130"/>
                      <a:pt x="447" y="130"/>
                    </a:cubicBezTo>
                    <a:cubicBezTo>
                      <a:pt x="432" y="130"/>
                      <a:pt x="418" y="116"/>
                      <a:pt x="418" y="101"/>
                    </a:cubicBez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51">
                <a:extLst>
                  <a:ext uri="{FF2B5EF4-FFF2-40B4-BE49-F238E27FC236}">
                    <a16:creationId xmlns:a16="http://schemas.microsoft.com/office/drawing/2014/main" id="{F80DA619-18CB-344B-B6F2-EA731828489D}"/>
                  </a:ext>
                </a:extLst>
              </p:cNvPr>
              <p:cNvSpPr/>
              <p:nvPr/>
            </p:nvSpPr>
            <p:spPr>
              <a:xfrm>
                <a:off x="4144902" y="4782142"/>
                <a:ext cx="50537" cy="3842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165" extrusionOk="0">
                    <a:moveTo>
                      <a:pt x="101" y="1"/>
                    </a:moveTo>
                    <a:cubicBezTo>
                      <a:pt x="78" y="8"/>
                      <a:pt x="57" y="28"/>
                      <a:pt x="21" y="44"/>
                    </a:cubicBezTo>
                    <a:cubicBezTo>
                      <a:pt x="14" y="44"/>
                      <a:pt x="7" y="51"/>
                      <a:pt x="1" y="51"/>
                    </a:cubicBezTo>
                    <a:lnTo>
                      <a:pt x="21" y="151"/>
                    </a:lnTo>
                    <a:lnTo>
                      <a:pt x="108" y="151"/>
                    </a:lnTo>
                    <a:cubicBezTo>
                      <a:pt x="114" y="151"/>
                      <a:pt x="121" y="151"/>
                      <a:pt x="130" y="158"/>
                    </a:cubicBezTo>
                    <a:cubicBezTo>
                      <a:pt x="137" y="158"/>
                      <a:pt x="144" y="158"/>
                      <a:pt x="144" y="165"/>
                    </a:cubicBezTo>
                    <a:cubicBezTo>
                      <a:pt x="216" y="101"/>
                      <a:pt x="187" y="21"/>
                      <a:pt x="1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51">
                <a:extLst>
                  <a:ext uri="{FF2B5EF4-FFF2-40B4-BE49-F238E27FC236}">
                    <a16:creationId xmlns:a16="http://schemas.microsoft.com/office/drawing/2014/main" id="{990DEDAF-343E-669A-7AD1-B9528A5B5C3C}"/>
                  </a:ext>
                </a:extLst>
              </p:cNvPr>
              <p:cNvSpPr/>
              <p:nvPr/>
            </p:nvSpPr>
            <p:spPr>
              <a:xfrm>
                <a:off x="4168190" y="4782142"/>
                <a:ext cx="6987" cy="233"/>
              </a:xfrm>
              <a:custGeom>
                <a:avLst/>
                <a:gdLst/>
                <a:ahLst/>
                <a:cxnLst/>
                <a:rect l="l" t="t" r="r" b="b"/>
                <a:pathLst>
                  <a:path w="30" h="1" fill="none" extrusionOk="0">
                    <a:moveTo>
                      <a:pt x="30" y="1"/>
                    </a:moveTo>
                    <a:lnTo>
                      <a:pt x="14" y="1"/>
                    </a:ln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51">
                <a:extLst>
                  <a:ext uri="{FF2B5EF4-FFF2-40B4-BE49-F238E27FC236}">
                    <a16:creationId xmlns:a16="http://schemas.microsoft.com/office/drawing/2014/main" id="{E25507A9-9D8A-DC3B-2BFA-AD500AF827D5}"/>
                  </a:ext>
                </a:extLst>
              </p:cNvPr>
              <p:cNvSpPr/>
              <p:nvPr/>
            </p:nvSpPr>
            <p:spPr>
              <a:xfrm>
                <a:off x="4114859" y="4798677"/>
                <a:ext cx="14905" cy="1863"/>
              </a:xfrm>
              <a:custGeom>
                <a:avLst/>
                <a:gdLst/>
                <a:ahLst/>
                <a:cxnLst/>
                <a:rect l="l" t="t" r="r" b="b"/>
                <a:pathLst>
                  <a:path w="64" h="8" fill="none" extrusionOk="0">
                    <a:moveTo>
                      <a:pt x="0" y="7"/>
                    </a:moveTo>
                    <a:lnTo>
                      <a:pt x="14" y="7"/>
                    </a:lnTo>
                    <a:cubicBezTo>
                      <a:pt x="21" y="7"/>
                      <a:pt x="35" y="7"/>
                      <a:pt x="43" y="0"/>
                    </a:cubicBezTo>
                    <a:lnTo>
                      <a:pt x="64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51">
                <a:extLst>
                  <a:ext uri="{FF2B5EF4-FFF2-40B4-BE49-F238E27FC236}">
                    <a16:creationId xmlns:a16="http://schemas.microsoft.com/office/drawing/2014/main" id="{959A9CBC-4539-84AA-9BDF-B7B77D05D623}"/>
                  </a:ext>
                </a:extLst>
              </p:cNvPr>
              <p:cNvSpPr/>
              <p:nvPr/>
            </p:nvSpPr>
            <p:spPr>
              <a:xfrm>
                <a:off x="4052446" y="4803801"/>
                <a:ext cx="15603" cy="1863"/>
              </a:xfrm>
              <a:custGeom>
                <a:avLst/>
                <a:gdLst/>
                <a:ahLst/>
                <a:cxnLst/>
                <a:rect l="l" t="t" r="r" b="b"/>
                <a:pathLst>
                  <a:path w="67" h="8" fill="none" extrusionOk="0">
                    <a:moveTo>
                      <a:pt x="66" y="1"/>
                    </a:moveTo>
                    <a:cubicBezTo>
                      <a:pt x="44" y="1"/>
                      <a:pt x="23" y="1"/>
                      <a:pt x="1" y="8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51">
                <a:extLst>
                  <a:ext uri="{FF2B5EF4-FFF2-40B4-BE49-F238E27FC236}">
                    <a16:creationId xmlns:a16="http://schemas.microsoft.com/office/drawing/2014/main" id="{F745F0FA-DFAA-2012-BD6C-AC6036DBAB38}"/>
                  </a:ext>
                </a:extLst>
              </p:cNvPr>
              <p:cNvSpPr/>
              <p:nvPr/>
            </p:nvSpPr>
            <p:spPr>
              <a:xfrm>
                <a:off x="4012389" y="4803801"/>
                <a:ext cx="25385" cy="104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" fill="none" extrusionOk="0">
                    <a:moveTo>
                      <a:pt x="0" y="44"/>
                    </a:moveTo>
                    <a:cubicBezTo>
                      <a:pt x="0" y="44"/>
                      <a:pt x="16" y="1"/>
                      <a:pt x="87" y="8"/>
                    </a:cubicBezTo>
                    <a:lnTo>
                      <a:pt x="109" y="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51">
                <a:extLst>
                  <a:ext uri="{FF2B5EF4-FFF2-40B4-BE49-F238E27FC236}">
                    <a16:creationId xmlns:a16="http://schemas.microsoft.com/office/drawing/2014/main" id="{A9B792ED-4EEC-D8A1-B63F-213ED79ADC24}"/>
                  </a:ext>
                </a:extLst>
              </p:cNvPr>
              <p:cNvSpPr/>
              <p:nvPr/>
            </p:nvSpPr>
            <p:spPr>
              <a:xfrm>
                <a:off x="4084584" y="4802171"/>
                <a:ext cx="15138" cy="1863"/>
              </a:xfrm>
              <a:custGeom>
                <a:avLst/>
                <a:gdLst/>
                <a:ahLst/>
                <a:cxnLst/>
                <a:rect l="l" t="t" r="r" b="b"/>
                <a:pathLst>
                  <a:path w="65" h="8" fill="none" extrusionOk="0">
                    <a:moveTo>
                      <a:pt x="65" y="1"/>
                    </a:moveTo>
                    <a:cubicBezTo>
                      <a:pt x="44" y="1"/>
                      <a:pt x="21" y="8"/>
                      <a:pt x="1" y="8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51">
                <a:extLst>
                  <a:ext uri="{FF2B5EF4-FFF2-40B4-BE49-F238E27FC236}">
                    <a16:creationId xmlns:a16="http://schemas.microsoft.com/office/drawing/2014/main" id="{4D3503DD-A28A-BC13-BE7E-0273EB6DECA7}"/>
                  </a:ext>
                </a:extLst>
              </p:cNvPr>
              <p:cNvSpPr/>
              <p:nvPr/>
            </p:nvSpPr>
            <p:spPr>
              <a:xfrm>
                <a:off x="4036144" y="4792156"/>
                <a:ext cx="24919" cy="53797"/>
              </a:xfrm>
              <a:custGeom>
                <a:avLst/>
                <a:gdLst/>
                <a:ahLst/>
                <a:cxnLst/>
                <a:rect l="l" t="t" r="r" b="b"/>
                <a:pathLst>
                  <a:path w="107" h="231" extrusionOk="0">
                    <a:moveTo>
                      <a:pt x="28" y="1"/>
                    </a:moveTo>
                    <a:cubicBezTo>
                      <a:pt x="7" y="8"/>
                      <a:pt x="0" y="22"/>
                      <a:pt x="0" y="44"/>
                    </a:cubicBezTo>
                    <a:lnTo>
                      <a:pt x="7" y="58"/>
                    </a:lnTo>
                    <a:lnTo>
                      <a:pt x="21" y="122"/>
                    </a:lnTo>
                    <a:lnTo>
                      <a:pt x="43" y="201"/>
                    </a:lnTo>
                    <a:cubicBezTo>
                      <a:pt x="43" y="217"/>
                      <a:pt x="57" y="230"/>
                      <a:pt x="71" y="230"/>
                    </a:cubicBezTo>
                    <a:cubicBezTo>
                      <a:pt x="79" y="230"/>
                      <a:pt x="79" y="230"/>
                      <a:pt x="79" y="223"/>
                    </a:cubicBezTo>
                    <a:cubicBezTo>
                      <a:pt x="100" y="223"/>
                      <a:pt x="107" y="201"/>
                      <a:pt x="107" y="187"/>
                    </a:cubicBezTo>
                    <a:lnTo>
                      <a:pt x="86" y="115"/>
                    </a:lnTo>
                    <a:lnTo>
                      <a:pt x="71" y="58"/>
                    </a:lnTo>
                    <a:lnTo>
                      <a:pt x="64" y="28"/>
                    </a:lnTo>
                    <a:cubicBezTo>
                      <a:pt x="64" y="15"/>
                      <a:pt x="50" y="1"/>
                      <a:pt x="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51">
                <a:extLst>
                  <a:ext uri="{FF2B5EF4-FFF2-40B4-BE49-F238E27FC236}">
                    <a16:creationId xmlns:a16="http://schemas.microsoft.com/office/drawing/2014/main" id="{AEF3672A-856B-82E0-DD8E-DECA92BC6C02}"/>
                  </a:ext>
                </a:extLst>
              </p:cNvPr>
              <p:cNvSpPr/>
              <p:nvPr/>
            </p:nvSpPr>
            <p:spPr>
              <a:xfrm>
                <a:off x="4066186" y="4790293"/>
                <a:ext cx="26782" cy="5566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239" extrusionOk="0">
                    <a:moveTo>
                      <a:pt x="28" y="0"/>
                    </a:moveTo>
                    <a:cubicBezTo>
                      <a:pt x="14" y="9"/>
                      <a:pt x="0" y="23"/>
                      <a:pt x="7" y="43"/>
                    </a:cubicBezTo>
                    <a:lnTo>
                      <a:pt x="7" y="59"/>
                    </a:lnTo>
                    <a:lnTo>
                      <a:pt x="28" y="123"/>
                    </a:lnTo>
                    <a:lnTo>
                      <a:pt x="50" y="216"/>
                    </a:lnTo>
                    <a:cubicBezTo>
                      <a:pt x="50" y="231"/>
                      <a:pt x="64" y="238"/>
                      <a:pt x="80" y="238"/>
                    </a:cubicBezTo>
                    <a:lnTo>
                      <a:pt x="87" y="238"/>
                    </a:lnTo>
                    <a:cubicBezTo>
                      <a:pt x="107" y="231"/>
                      <a:pt x="114" y="216"/>
                      <a:pt x="114" y="202"/>
                    </a:cubicBezTo>
                    <a:lnTo>
                      <a:pt x="94" y="123"/>
                    </a:lnTo>
                    <a:lnTo>
                      <a:pt x="80" y="59"/>
                    </a:lnTo>
                    <a:lnTo>
                      <a:pt x="64" y="23"/>
                    </a:lnTo>
                    <a:cubicBezTo>
                      <a:pt x="64" y="9"/>
                      <a:pt x="50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51">
                <a:extLst>
                  <a:ext uri="{FF2B5EF4-FFF2-40B4-BE49-F238E27FC236}">
                    <a16:creationId xmlns:a16="http://schemas.microsoft.com/office/drawing/2014/main" id="{F4F1C8C8-7F13-F766-006B-9D9ED64FE53E}"/>
                  </a:ext>
                </a:extLst>
              </p:cNvPr>
              <p:cNvSpPr/>
              <p:nvPr/>
            </p:nvSpPr>
            <p:spPr>
              <a:xfrm>
                <a:off x="4096228" y="4788663"/>
                <a:ext cx="28878" cy="58921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53" extrusionOk="0">
                    <a:moveTo>
                      <a:pt x="28" y="0"/>
                    </a:moveTo>
                    <a:cubicBezTo>
                      <a:pt x="15" y="0"/>
                      <a:pt x="1" y="23"/>
                      <a:pt x="8" y="37"/>
                    </a:cubicBezTo>
                    <a:lnTo>
                      <a:pt x="15" y="59"/>
                    </a:lnTo>
                    <a:lnTo>
                      <a:pt x="28" y="123"/>
                    </a:lnTo>
                    <a:lnTo>
                      <a:pt x="58" y="223"/>
                    </a:lnTo>
                    <a:cubicBezTo>
                      <a:pt x="58" y="238"/>
                      <a:pt x="72" y="252"/>
                      <a:pt x="87" y="252"/>
                    </a:cubicBezTo>
                    <a:cubicBezTo>
                      <a:pt x="87" y="252"/>
                      <a:pt x="94" y="252"/>
                      <a:pt x="94" y="245"/>
                    </a:cubicBezTo>
                    <a:cubicBezTo>
                      <a:pt x="115" y="245"/>
                      <a:pt x="123" y="223"/>
                      <a:pt x="115" y="209"/>
                    </a:cubicBezTo>
                    <a:lnTo>
                      <a:pt x="94" y="123"/>
                    </a:lnTo>
                    <a:lnTo>
                      <a:pt x="80" y="50"/>
                    </a:lnTo>
                    <a:lnTo>
                      <a:pt x="72" y="23"/>
                    </a:lnTo>
                    <a:cubicBezTo>
                      <a:pt x="65" y="7"/>
                      <a:pt x="51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51">
                <a:extLst>
                  <a:ext uri="{FF2B5EF4-FFF2-40B4-BE49-F238E27FC236}">
                    <a16:creationId xmlns:a16="http://schemas.microsoft.com/office/drawing/2014/main" id="{00426690-1053-16F6-BD06-C5B19F603C8D}"/>
                  </a:ext>
                </a:extLst>
              </p:cNvPr>
              <p:cNvSpPr/>
              <p:nvPr/>
            </p:nvSpPr>
            <p:spPr>
              <a:xfrm>
                <a:off x="4128134" y="4785403"/>
                <a:ext cx="28645" cy="62181"/>
              </a:xfrm>
              <a:custGeom>
                <a:avLst/>
                <a:gdLst/>
                <a:ahLst/>
                <a:cxnLst/>
                <a:rect l="l" t="t" r="r" b="b"/>
                <a:pathLst>
                  <a:path w="123" h="267" extrusionOk="0">
                    <a:moveTo>
                      <a:pt x="29" y="1"/>
                    </a:moveTo>
                    <a:cubicBezTo>
                      <a:pt x="7" y="7"/>
                      <a:pt x="0" y="21"/>
                      <a:pt x="0" y="44"/>
                    </a:cubicBezTo>
                    <a:lnTo>
                      <a:pt x="7" y="57"/>
                    </a:lnTo>
                    <a:lnTo>
                      <a:pt x="29" y="137"/>
                    </a:lnTo>
                    <a:lnTo>
                      <a:pt x="57" y="246"/>
                    </a:lnTo>
                    <a:cubicBezTo>
                      <a:pt x="57" y="259"/>
                      <a:pt x="73" y="266"/>
                      <a:pt x="86" y="266"/>
                    </a:cubicBezTo>
                    <a:lnTo>
                      <a:pt x="93" y="266"/>
                    </a:lnTo>
                    <a:cubicBezTo>
                      <a:pt x="100" y="266"/>
                      <a:pt x="107" y="259"/>
                      <a:pt x="116" y="252"/>
                    </a:cubicBezTo>
                    <a:lnTo>
                      <a:pt x="123" y="237"/>
                    </a:lnTo>
                    <a:lnTo>
                      <a:pt x="123" y="230"/>
                    </a:lnTo>
                    <a:lnTo>
                      <a:pt x="93" y="137"/>
                    </a:lnTo>
                    <a:lnTo>
                      <a:pt x="73" y="37"/>
                    </a:lnTo>
                    <a:lnTo>
                      <a:pt x="64" y="30"/>
                    </a:lnTo>
                    <a:cubicBezTo>
                      <a:pt x="64" y="14"/>
                      <a:pt x="50" y="1"/>
                      <a:pt x="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51">
                <a:extLst>
                  <a:ext uri="{FF2B5EF4-FFF2-40B4-BE49-F238E27FC236}">
                    <a16:creationId xmlns:a16="http://schemas.microsoft.com/office/drawing/2014/main" id="{510EC9EE-2A36-5C92-BA58-94D79DDEEC76}"/>
                  </a:ext>
                </a:extLst>
              </p:cNvPr>
              <p:cNvSpPr/>
              <p:nvPr/>
            </p:nvSpPr>
            <p:spPr>
              <a:xfrm>
                <a:off x="4154916" y="4840364"/>
                <a:ext cx="1863" cy="3959"/>
              </a:xfrm>
              <a:custGeom>
                <a:avLst/>
                <a:gdLst/>
                <a:ahLst/>
                <a:cxnLst/>
                <a:rect l="l" t="t" r="r" b="b"/>
                <a:pathLst>
                  <a:path w="8" h="17" extrusionOk="0">
                    <a:moveTo>
                      <a:pt x="8" y="1"/>
                    </a:moveTo>
                    <a:lnTo>
                      <a:pt x="4" y="10"/>
                    </a:lnTo>
                    <a:lnTo>
                      <a:pt x="4" y="10"/>
                    </a:lnTo>
                    <a:cubicBezTo>
                      <a:pt x="5" y="8"/>
                      <a:pt x="8" y="6"/>
                      <a:pt x="8" y="1"/>
                    </a:cubicBezTo>
                    <a:close/>
                    <a:moveTo>
                      <a:pt x="4" y="10"/>
                    </a:moveTo>
                    <a:cubicBezTo>
                      <a:pt x="2" y="12"/>
                      <a:pt x="1" y="13"/>
                      <a:pt x="1" y="16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51">
                <a:extLst>
                  <a:ext uri="{FF2B5EF4-FFF2-40B4-BE49-F238E27FC236}">
                    <a16:creationId xmlns:a16="http://schemas.microsoft.com/office/drawing/2014/main" id="{8971F528-B24A-A03C-6FFD-5C3B59935D6D}"/>
                  </a:ext>
                </a:extLst>
              </p:cNvPr>
              <p:cNvSpPr/>
              <p:nvPr/>
            </p:nvSpPr>
            <p:spPr>
              <a:xfrm>
                <a:off x="4774161" y="4699933"/>
                <a:ext cx="134376" cy="176063"/>
              </a:xfrm>
              <a:custGeom>
                <a:avLst/>
                <a:gdLst/>
                <a:ahLst/>
                <a:cxnLst/>
                <a:rect l="l" t="t" r="r" b="b"/>
                <a:pathLst>
                  <a:path w="577" h="756" extrusionOk="0">
                    <a:moveTo>
                      <a:pt x="0" y="0"/>
                    </a:moveTo>
                    <a:lnTo>
                      <a:pt x="29" y="518"/>
                    </a:lnTo>
                    <a:cubicBezTo>
                      <a:pt x="36" y="511"/>
                      <a:pt x="36" y="511"/>
                      <a:pt x="43" y="511"/>
                    </a:cubicBezTo>
                    <a:lnTo>
                      <a:pt x="50" y="511"/>
                    </a:lnTo>
                    <a:cubicBezTo>
                      <a:pt x="93" y="518"/>
                      <a:pt x="152" y="583"/>
                      <a:pt x="109" y="663"/>
                    </a:cubicBezTo>
                    <a:cubicBezTo>
                      <a:pt x="136" y="663"/>
                      <a:pt x="166" y="676"/>
                      <a:pt x="195" y="690"/>
                    </a:cubicBezTo>
                    <a:cubicBezTo>
                      <a:pt x="259" y="726"/>
                      <a:pt x="345" y="756"/>
                      <a:pt x="431" y="756"/>
                    </a:cubicBezTo>
                    <a:lnTo>
                      <a:pt x="474" y="756"/>
                    </a:lnTo>
                    <a:cubicBezTo>
                      <a:pt x="481" y="749"/>
                      <a:pt x="490" y="749"/>
                      <a:pt x="497" y="749"/>
                    </a:cubicBezTo>
                    <a:lnTo>
                      <a:pt x="540" y="749"/>
                    </a:lnTo>
                    <a:lnTo>
                      <a:pt x="576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51">
                <a:extLst>
                  <a:ext uri="{FF2B5EF4-FFF2-40B4-BE49-F238E27FC236}">
                    <a16:creationId xmlns:a16="http://schemas.microsoft.com/office/drawing/2014/main" id="{F18109B9-2CCB-3450-98D5-9DEEC48B5454}"/>
                  </a:ext>
                </a:extLst>
              </p:cNvPr>
              <p:cNvSpPr/>
              <p:nvPr/>
            </p:nvSpPr>
            <p:spPr>
              <a:xfrm>
                <a:off x="4641881" y="4892763"/>
                <a:ext cx="28645" cy="3353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44" extrusionOk="0">
                    <a:moveTo>
                      <a:pt x="87" y="0"/>
                    </a:moveTo>
                    <a:cubicBezTo>
                      <a:pt x="80" y="0"/>
                      <a:pt x="73" y="0"/>
                      <a:pt x="66" y="7"/>
                    </a:cubicBezTo>
                    <a:cubicBezTo>
                      <a:pt x="1" y="28"/>
                      <a:pt x="7" y="71"/>
                      <a:pt x="7" y="71"/>
                    </a:cubicBezTo>
                    <a:cubicBezTo>
                      <a:pt x="14" y="86"/>
                      <a:pt x="37" y="107"/>
                      <a:pt x="57" y="143"/>
                    </a:cubicBezTo>
                    <a:cubicBezTo>
                      <a:pt x="57" y="143"/>
                      <a:pt x="44" y="93"/>
                      <a:pt x="116" y="57"/>
                    </a:cubicBezTo>
                    <a:cubicBezTo>
                      <a:pt x="116" y="57"/>
                      <a:pt x="123" y="57"/>
                      <a:pt x="123" y="50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51">
                <a:extLst>
                  <a:ext uri="{FF2B5EF4-FFF2-40B4-BE49-F238E27FC236}">
                    <a16:creationId xmlns:a16="http://schemas.microsoft.com/office/drawing/2014/main" id="{91DDD357-AF06-19EE-3091-4C42DB99A078}"/>
                  </a:ext>
                </a:extLst>
              </p:cNvPr>
              <p:cNvSpPr/>
              <p:nvPr/>
            </p:nvSpPr>
            <p:spPr>
              <a:xfrm>
                <a:off x="4677280" y="4880653"/>
                <a:ext cx="21891" cy="18631"/>
              </a:xfrm>
              <a:custGeom>
                <a:avLst/>
                <a:gdLst/>
                <a:ahLst/>
                <a:cxnLst/>
                <a:rect l="l" t="t" r="r" b="b"/>
                <a:pathLst>
                  <a:path w="94" h="80" extrusionOk="0">
                    <a:moveTo>
                      <a:pt x="57" y="0"/>
                    </a:moveTo>
                    <a:cubicBezTo>
                      <a:pt x="35" y="9"/>
                      <a:pt x="14" y="16"/>
                      <a:pt x="0" y="23"/>
                    </a:cubicBezTo>
                    <a:lnTo>
                      <a:pt x="35" y="80"/>
                    </a:lnTo>
                    <a:lnTo>
                      <a:pt x="43" y="73"/>
                    </a:lnTo>
                    <a:cubicBezTo>
                      <a:pt x="50" y="73"/>
                      <a:pt x="57" y="66"/>
                      <a:pt x="64" y="66"/>
                    </a:cubicBezTo>
                    <a:cubicBezTo>
                      <a:pt x="71" y="59"/>
                      <a:pt x="87" y="59"/>
                      <a:pt x="93" y="52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51">
                <a:extLst>
                  <a:ext uri="{FF2B5EF4-FFF2-40B4-BE49-F238E27FC236}">
                    <a16:creationId xmlns:a16="http://schemas.microsoft.com/office/drawing/2014/main" id="{C2CDD179-A6F0-1560-F504-DA7D96FCC022}"/>
                  </a:ext>
                </a:extLst>
              </p:cNvPr>
              <p:cNvSpPr/>
              <p:nvPr/>
            </p:nvSpPr>
            <p:spPr>
              <a:xfrm>
                <a:off x="4705459" y="4867379"/>
                <a:ext cx="23755" cy="18631"/>
              </a:xfrm>
              <a:custGeom>
                <a:avLst/>
                <a:gdLst/>
                <a:ahLst/>
                <a:cxnLst/>
                <a:rect l="l" t="t" r="r" b="b"/>
                <a:pathLst>
                  <a:path w="102" h="80" extrusionOk="0">
                    <a:moveTo>
                      <a:pt x="59" y="0"/>
                    </a:moveTo>
                    <a:cubicBezTo>
                      <a:pt x="36" y="7"/>
                      <a:pt x="16" y="23"/>
                      <a:pt x="0" y="30"/>
                    </a:cubicBezTo>
                    <a:lnTo>
                      <a:pt x="36" y="80"/>
                    </a:lnTo>
                    <a:cubicBezTo>
                      <a:pt x="59" y="73"/>
                      <a:pt x="79" y="66"/>
                      <a:pt x="102" y="57"/>
                    </a:cubicBez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51">
                <a:extLst>
                  <a:ext uri="{FF2B5EF4-FFF2-40B4-BE49-F238E27FC236}">
                    <a16:creationId xmlns:a16="http://schemas.microsoft.com/office/drawing/2014/main" id="{DA39ACA4-AD9B-EBBA-57BF-9B46143D30FC}"/>
                  </a:ext>
                </a:extLst>
              </p:cNvPr>
              <p:cNvSpPr/>
              <p:nvPr/>
            </p:nvSpPr>
            <p:spPr>
              <a:xfrm>
                <a:off x="4732241" y="4852474"/>
                <a:ext cx="25618" cy="21891"/>
              </a:xfrm>
              <a:custGeom>
                <a:avLst/>
                <a:gdLst/>
                <a:ahLst/>
                <a:cxnLst/>
                <a:rect l="l" t="t" r="r" b="b"/>
                <a:pathLst>
                  <a:path w="110" h="94" extrusionOk="0">
                    <a:moveTo>
                      <a:pt x="58" y="1"/>
                    </a:moveTo>
                    <a:cubicBezTo>
                      <a:pt x="44" y="8"/>
                      <a:pt x="23" y="21"/>
                      <a:pt x="1" y="35"/>
                    </a:cubicBezTo>
                    <a:lnTo>
                      <a:pt x="44" y="94"/>
                    </a:lnTo>
                    <a:cubicBezTo>
                      <a:pt x="66" y="87"/>
                      <a:pt x="87" y="71"/>
                      <a:pt x="109" y="64"/>
                    </a:cubicBez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51">
                <a:extLst>
                  <a:ext uri="{FF2B5EF4-FFF2-40B4-BE49-F238E27FC236}">
                    <a16:creationId xmlns:a16="http://schemas.microsoft.com/office/drawing/2014/main" id="{484C6A37-B0CF-55DE-69C5-5226EB6E36C8}"/>
                  </a:ext>
                </a:extLst>
              </p:cNvPr>
              <p:cNvSpPr/>
              <p:nvPr/>
            </p:nvSpPr>
            <p:spPr>
              <a:xfrm>
                <a:off x="4548261" y="4976137"/>
                <a:ext cx="376579" cy="35399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152" extrusionOk="0">
                    <a:moveTo>
                      <a:pt x="7" y="1"/>
                    </a:moveTo>
                    <a:lnTo>
                      <a:pt x="1" y="151"/>
                    </a:lnTo>
                    <a:lnTo>
                      <a:pt x="1603" y="151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51">
                <a:extLst>
                  <a:ext uri="{FF2B5EF4-FFF2-40B4-BE49-F238E27FC236}">
                    <a16:creationId xmlns:a16="http://schemas.microsoft.com/office/drawing/2014/main" id="{9F9D06D7-AF1A-796F-DC7C-62A2ABFC95DE}"/>
                  </a:ext>
                </a:extLst>
              </p:cNvPr>
              <p:cNvSpPr/>
              <p:nvPr/>
            </p:nvSpPr>
            <p:spPr>
              <a:xfrm>
                <a:off x="4549891" y="4907435"/>
                <a:ext cx="119238" cy="68935"/>
              </a:xfrm>
              <a:custGeom>
                <a:avLst/>
                <a:gdLst/>
                <a:ahLst/>
                <a:cxnLst/>
                <a:rect l="l" t="t" r="r" b="b"/>
                <a:pathLst>
                  <a:path w="512" h="296" extrusionOk="0">
                    <a:moveTo>
                      <a:pt x="396" y="1"/>
                    </a:moveTo>
                    <a:cubicBezTo>
                      <a:pt x="0" y="73"/>
                      <a:pt x="0" y="296"/>
                      <a:pt x="0" y="296"/>
                    </a:cubicBezTo>
                    <a:lnTo>
                      <a:pt x="511" y="296"/>
                    </a:lnTo>
                    <a:cubicBezTo>
                      <a:pt x="511" y="196"/>
                      <a:pt x="482" y="130"/>
                      <a:pt x="452" y="80"/>
                    </a:cubicBezTo>
                    <a:cubicBezTo>
                      <a:pt x="432" y="44"/>
                      <a:pt x="409" y="23"/>
                      <a:pt x="402" y="8"/>
                    </a:cubicBezTo>
                    <a:cubicBezTo>
                      <a:pt x="396" y="8"/>
                      <a:pt x="396" y="1"/>
                      <a:pt x="3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51">
                <a:extLst>
                  <a:ext uri="{FF2B5EF4-FFF2-40B4-BE49-F238E27FC236}">
                    <a16:creationId xmlns:a16="http://schemas.microsoft.com/office/drawing/2014/main" id="{E9EA349F-A01D-D4C6-B4CD-A7773AEAF203}"/>
                  </a:ext>
                </a:extLst>
              </p:cNvPr>
              <p:cNvSpPr/>
              <p:nvPr/>
            </p:nvSpPr>
            <p:spPr>
              <a:xfrm>
                <a:off x="4651895" y="4854104"/>
                <a:ext cx="278301" cy="122266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525" extrusionOk="0">
                    <a:moveTo>
                      <a:pt x="634" y="1"/>
                    </a:moveTo>
                    <a:cubicBezTo>
                      <a:pt x="611" y="1"/>
                      <a:pt x="591" y="7"/>
                      <a:pt x="568" y="14"/>
                    </a:cubicBezTo>
                    <a:cubicBezTo>
                      <a:pt x="561" y="14"/>
                      <a:pt x="548" y="21"/>
                      <a:pt x="541" y="21"/>
                    </a:cubicBezTo>
                    <a:cubicBezTo>
                      <a:pt x="532" y="28"/>
                      <a:pt x="525" y="28"/>
                      <a:pt x="511" y="37"/>
                    </a:cubicBezTo>
                    <a:lnTo>
                      <a:pt x="568" y="107"/>
                    </a:lnTo>
                    <a:cubicBezTo>
                      <a:pt x="568" y="114"/>
                      <a:pt x="575" y="114"/>
                      <a:pt x="575" y="114"/>
                    </a:cubicBezTo>
                    <a:lnTo>
                      <a:pt x="575" y="137"/>
                    </a:lnTo>
                    <a:cubicBezTo>
                      <a:pt x="575" y="144"/>
                      <a:pt x="568" y="151"/>
                      <a:pt x="561" y="158"/>
                    </a:cubicBezTo>
                    <a:lnTo>
                      <a:pt x="541" y="158"/>
                    </a:lnTo>
                    <a:cubicBezTo>
                      <a:pt x="532" y="158"/>
                      <a:pt x="525" y="158"/>
                      <a:pt x="518" y="144"/>
                    </a:cubicBezTo>
                    <a:lnTo>
                      <a:pt x="454" y="57"/>
                    </a:lnTo>
                    <a:cubicBezTo>
                      <a:pt x="432" y="64"/>
                      <a:pt x="411" y="80"/>
                      <a:pt x="389" y="87"/>
                    </a:cubicBezTo>
                    <a:lnTo>
                      <a:pt x="439" y="158"/>
                    </a:lnTo>
                    <a:cubicBezTo>
                      <a:pt x="454" y="173"/>
                      <a:pt x="446" y="194"/>
                      <a:pt x="432" y="201"/>
                    </a:cubicBezTo>
                    <a:cubicBezTo>
                      <a:pt x="425" y="209"/>
                      <a:pt x="425" y="209"/>
                      <a:pt x="418" y="209"/>
                    </a:cubicBezTo>
                    <a:cubicBezTo>
                      <a:pt x="403" y="209"/>
                      <a:pt x="396" y="201"/>
                      <a:pt x="389" y="194"/>
                    </a:cubicBezTo>
                    <a:lnTo>
                      <a:pt x="332" y="114"/>
                    </a:lnTo>
                    <a:cubicBezTo>
                      <a:pt x="309" y="123"/>
                      <a:pt x="289" y="130"/>
                      <a:pt x="266" y="137"/>
                    </a:cubicBezTo>
                    <a:lnTo>
                      <a:pt x="309" y="201"/>
                    </a:lnTo>
                    <a:cubicBezTo>
                      <a:pt x="325" y="216"/>
                      <a:pt x="316" y="237"/>
                      <a:pt x="303" y="252"/>
                    </a:cubicBezTo>
                    <a:lnTo>
                      <a:pt x="289" y="252"/>
                    </a:lnTo>
                    <a:cubicBezTo>
                      <a:pt x="273" y="252"/>
                      <a:pt x="266" y="252"/>
                      <a:pt x="259" y="237"/>
                    </a:cubicBezTo>
                    <a:lnTo>
                      <a:pt x="202" y="166"/>
                    </a:lnTo>
                    <a:cubicBezTo>
                      <a:pt x="196" y="173"/>
                      <a:pt x="180" y="173"/>
                      <a:pt x="173" y="180"/>
                    </a:cubicBezTo>
                    <a:cubicBezTo>
                      <a:pt x="166" y="180"/>
                      <a:pt x="159" y="187"/>
                      <a:pt x="152" y="187"/>
                    </a:cubicBezTo>
                    <a:lnTo>
                      <a:pt x="144" y="194"/>
                    </a:lnTo>
                    <a:lnTo>
                      <a:pt x="187" y="252"/>
                    </a:lnTo>
                    <a:cubicBezTo>
                      <a:pt x="196" y="266"/>
                      <a:pt x="196" y="287"/>
                      <a:pt x="180" y="296"/>
                    </a:cubicBezTo>
                    <a:cubicBezTo>
                      <a:pt x="173" y="302"/>
                      <a:pt x="166" y="302"/>
                      <a:pt x="159" y="302"/>
                    </a:cubicBezTo>
                    <a:cubicBezTo>
                      <a:pt x="152" y="302"/>
                      <a:pt x="137" y="296"/>
                      <a:pt x="130" y="287"/>
                    </a:cubicBezTo>
                    <a:lnTo>
                      <a:pt x="87" y="216"/>
                    </a:lnTo>
                    <a:lnTo>
                      <a:pt x="80" y="216"/>
                    </a:lnTo>
                    <a:cubicBezTo>
                      <a:pt x="80" y="223"/>
                      <a:pt x="73" y="223"/>
                      <a:pt x="73" y="223"/>
                    </a:cubicBezTo>
                    <a:cubicBezTo>
                      <a:pt x="1" y="259"/>
                      <a:pt x="14" y="309"/>
                      <a:pt x="14" y="309"/>
                    </a:cubicBezTo>
                    <a:cubicBezTo>
                      <a:pt x="44" y="359"/>
                      <a:pt x="73" y="425"/>
                      <a:pt x="73" y="525"/>
                    </a:cubicBezTo>
                    <a:lnTo>
                      <a:pt x="1172" y="525"/>
                    </a:lnTo>
                    <a:cubicBezTo>
                      <a:pt x="1194" y="352"/>
                      <a:pt x="1136" y="173"/>
                      <a:pt x="1101" y="114"/>
                    </a:cubicBezTo>
                    <a:cubicBezTo>
                      <a:pt x="1101" y="114"/>
                      <a:pt x="1093" y="107"/>
                      <a:pt x="1093" y="101"/>
                    </a:cubicBezTo>
                    <a:cubicBezTo>
                      <a:pt x="1093" y="101"/>
                      <a:pt x="1086" y="101"/>
                      <a:pt x="1086" y="94"/>
                    </a:cubicBezTo>
                    <a:lnTo>
                      <a:pt x="1079" y="94"/>
                    </a:lnTo>
                    <a:lnTo>
                      <a:pt x="1072" y="87"/>
                    </a:lnTo>
                    <a:lnTo>
                      <a:pt x="1022" y="87"/>
                    </a:lnTo>
                    <a:cubicBezTo>
                      <a:pt x="1015" y="87"/>
                      <a:pt x="1006" y="87"/>
                      <a:pt x="999" y="94"/>
                    </a:cubicBezTo>
                    <a:lnTo>
                      <a:pt x="956" y="94"/>
                    </a:lnTo>
                    <a:cubicBezTo>
                      <a:pt x="870" y="94"/>
                      <a:pt x="784" y="64"/>
                      <a:pt x="720" y="28"/>
                    </a:cubicBezTo>
                    <a:cubicBezTo>
                      <a:pt x="691" y="14"/>
                      <a:pt x="661" y="1"/>
                      <a:pt x="6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51">
                <a:extLst>
                  <a:ext uri="{FF2B5EF4-FFF2-40B4-BE49-F238E27FC236}">
                    <a16:creationId xmlns:a16="http://schemas.microsoft.com/office/drawing/2014/main" id="{AE1C26BB-5BC5-EDCF-CC98-1A974DAD1088}"/>
                  </a:ext>
                </a:extLst>
              </p:cNvPr>
              <p:cNvSpPr/>
              <p:nvPr/>
            </p:nvSpPr>
            <p:spPr>
              <a:xfrm>
                <a:off x="4891303" y="4874132"/>
                <a:ext cx="7220" cy="233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fill="none" extrusionOk="0">
                    <a:moveTo>
                      <a:pt x="1" y="1"/>
                    </a:moveTo>
                    <a:lnTo>
                      <a:pt x="30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51">
                <a:extLst>
                  <a:ext uri="{FF2B5EF4-FFF2-40B4-BE49-F238E27FC236}">
                    <a16:creationId xmlns:a16="http://schemas.microsoft.com/office/drawing/2014/main" id="{CA9A8A4C-F532-A182-F711-55039F3E7CAC}"/>
                  </a:ext>
                </a:extLst>
              </p:cNvPr>
              <p:cNvSpPr/>
              <p:nvPr/>
            </p:nvSpPr>
            <p:spPr>
              <a:xfrm>
                <a:off x="4677280" y="4880653"/>
                <a:ext cx="13507" cy="5356"/>
              </a:xfrm>
              <a:custGeom>
                <a:avLst/>
                <a:gdLst/>
                <a:ahLst/>
                <a:cxnLst/>
                <a:rect l="l" t="t" r="r" b="b"/>
                <a:pathLst>
                  <a:path w="58" h="23" fill="none" extrusionOk="0">
                    <a:moveTo>
                      <a:pt x="57" y="0"/>
                    </a:moveTo>
                    <a:cubicBezTo>
                      <a:pt x="35" y="9"/>
                      <a:pt x="14" y="16"/>
                      <a:pt x="0" y="23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51">
                <a:extLst>
                  <a:ext uri="{FF2B5EF4-FFF2-40B4-BE49-F238E27FC236}">
                    <a16:creationId xmlns:a16="http://schemas.microsoft.com/office/drawing/2014/main" id="{40CBE9A0-0ADE-532D-45BE-06B6027C904E}"/>
                  </a:ext>
                </a:extLst>
              </p:cNvPr>
              <p:cNvSpPr/>
              <p:nvPr/>
            </p:nvSpPr>
            <p:spPr>
              <a:xfrm>
                <a:off x="4732241" y="4852474"/>
                <a:ext cx="13507" cy="8384"/>
              </a:xfrm>
              <a:custGeom>
                <a:avLst/>
                <a:gdLst/>
                <a:ahLst/>
                <a:cxnLst/>
                <a:rect l="l" t="t" r="r" b="b"/>
                <a:pathLst>
                  <a:path w="58" h="36" fill="none" extrusionOk="0">
                    <a:moveTo>
                      <a:pt x="58" y="1"/>
                    </a:moveTo>
                    <a:cubicBezTo>
                      <a:pt x="44" y="8"/>
                      <a:pt x="23" y="21"/>
                      <a:pt x="1" y="35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51">
                <a:extLst>
                  <a:ext uri="{FF2B5EF4-FFF2-40B4-BE49-F238E27FC236}">
                    <a16:creationId xmlns:a16="http://schemas.microsoft.com/office/drawing/2014/main" id="{6B7C8EA3-6295-98BE-E79D-F8CB6E8FAB41}"/>
                  </a:ext>
                </a:extLst>
              </p:cNvPr>
              <p:cNvSpPr/>
              <p:nvPr/>
            </p:nvSpPr>
            <p:spPr>
              <a:xfrm>
                <a:off x="4757626" y="4818705"/>
                <a:ext cx="51934" cy="44016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89" extrusionOk="0">
                    <a:moveTo>
                      <a:pt x="114" y="1"/>
                    </a:moveTo>
                    <a:cubicBezTo>
                      <a:pt x="107" y="1"/>
                      <a:pt x="107" y="1"/>
                      <a:pt x="100" y="8"/>
                    </a:cubicBezTo>
                    <a:lnTo>
                      <a:pt x="94" y="8"/>
                    </a:lnTo>
                    <a:lnTo>
                      <a:pt x="87" y="16"/>
                    </a:lnTo>
                    <a:cubicBezTo>
                      <a:pt x="87" y="16"/>
                      <a:pt x="78" y="16"/>
                      <a:pt x="78" y="23"/>
                    </a:cubicBezTo>
                    <a:cubicBezTo>
                      <a:pt x="78" y="23"/>
                      <a:pt x="71" y="23"/>
                      <a:pt x="71" y="30"/>
                    </a:cubicBezTo>
                    <a:lnTo>
                      <a:pt x="50" y="51"/>
                    </a:lnTo>
                    <a:lnTo>
                      <a:pt x="28" y="73"/>
                    </a:lnTo>
                    <a:cubicBezTo>
                      <a:pt x="21" y="80"/>
                      <a:pt x="21" y="87"/>
                      <a:pt x="14" y="87"/>
                    </a:cubicBezTo>
                    <a:cubicBezTo>
                      <a:pt x="7" y="94"/>
                      <a:pt x="7" y="103"/>
                      <a:pt x="0" y="103"/>
                    </a:cubicBezTo>
                    <a:lnTo>
                      <a:pt x="57" y="189"/>
                    </a:lnTo>
                    <a:cubicBezTo>
                      <a:pt x="71" y="180"/>
                      <a:pt x="78" y="180"/>
                      <a:pt x="87" y="173"/>
                    </a:cubicBezTo>
                    <a:cubicBezTo>
                      <a:pt x="94" y="173"/>
                      <a:pt x="107" y="166"/>
                      <a:pt x="114" y="166"/>
                    </a:cubicBezTo>
                    <a:cubicBezTo>
                      <a:pt x="137" y="159"/>
                      <a:pt x="157" y="153"/>
                      <a:pt x="180" y="153"/>
                    </a:cubicBezTo>
                    <a:cubicBezTo>
                      <a:pt x="223" y="73"/>
                      <a:pt x="164" y="8"/>
                      <a:pt x="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51">
                <a:extLst>
                  <a:ext uri="{FF2B5EF4-FFF2-40B4-BE49-F238E27FC236}">
                    <a16:creationId xmlns:a16="http://schemas.microsoft.com/office/drawing/2014/main" id="{07DD2E5C-361E-FC04-850E-598A268D2147}"/>
                  </a:ext>
                </a:extLst>
              </p:cNvPr>
              <p:cNvSpPr/>
              <p:nvPr/>
            </p:nvSpPr>
            <p:spPr>
              <a:xfrm>
                <a:off x="4779284" y="4820336"/>
                <a:ext cx="1863" cy="233"/>
              </a:xfrm>
              <a:custGeom>
                <a:avLst/>
                <a:gdLst/>
                <a:ahLst/>
                <a:cxnLst/>
                <a:rect l="l" t="t" r="r" b="b"/>
                <a:pathLst>
                  <a:path w="8" h="1" fill="none" extrusionOk="0">
                    <a:moveTo>
                      <a:pt x="7" y="1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51">
                <a:extLst>
                  <a:ext uri="{FF2B5EF4-FFF2-40B4-BE49-F238E27FC236}">
                    <a16:creationId xmlns:a16="http://schemas.microsoft.com/office/drawing/2014/main" id="{F0CC262A-6364-657C-641E-5EEDD68049AE}"/>
                  </a:ext>
                </a:extLst>
              </p:cNvPr>
              <p:cNvSpPr/>
              <p:nvPr/>
            </p:nvSpPr>
            <p:spPr>
              <a:xfrm>
                <a:off x="4769270" y="4825692"/>
                <a:ext cx="5124" cy="4891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fill="none" extrusionOk="0">
                    <a:moveTo>
                      <a:pt x="21" y="0"/>
                    </a:moveTo>
                    <a:lnTo>
                      <a:pt x="0" y="2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51">
                <a:extLst>
                  <a:ext uri="{FF2B5EF4-FFF2-40B4-BE49-F238E27FC236}">
                    <a16:creationId xmlns:a16="http://schemas.microsoft.com/office/drawing/2014/main" id="{FB1542A4-C821-B416-9D48-29E1522A013B}"/>
                  </a:ext>
                </a:extLst>
              </p:cNvPr>
              <p:cNvSpPr/>
              <p:nvPr/>
            </p:nvSpPr>
            <p:spPr>
              <a:xfrm>
                <a:off x="4705459" y="4867379"/>
                <a:ext cx="13740" cy="6987"/>
              </a:xfrm>
              <a:custGeom>
                <a:avLst/>
                <a:gdLst/>
                <a:ahLst/>
                <a:cxnLst/>
                <a:rect l="l" t="t" r="r" b="b"/>
                <a:pathLst>
                  <a:path w="59" h="30" fill="none" extrusionOk="0">
                    <a:moveTo>
                      <a:pt x="59" y="0"/>
                    </a:moveTo>
                    <a:cubicBezTo>
                      <a:pt x="36" y="7"/>
                      <a:pt x="16" y="23"/>
                      <a:pt x="0" y="3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51">
                <a:extLst>
                  <a:ext uri="{FF2B5EF4-FFF2-40B4-BE49-F238E27FC236}">
                    <a16:creationId xmlns:a16="http://schemas.microsoft.com/office/drawing/2014/main" id="{35490BB6-9353-FEC9-ADE2-E10C2E07B6F7}"/>
                  </a:ext>
                </a:extLst>
              </p:cNvPr>
              <p:cNvSpPr/>
              <p:nvPr/>
            </p:nvSpPr>
            <p:spPr>
              <a:xfrm>
                <a:off x="4641881" y="4892763"/>
                <a:ext cx="20261" cy="16535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fill="none" extrusionOk="0">
                    <a:moveTo>
                      <a:pt x="7" y="71"/>
                    </a:moveTo>
                    <a:cubicBezTo>
                      <a:pt x="7" y="71"/>
                      <a:pt x="1" y="28"/>
                      <a:pt x="66" y="7"/>
                    </a:cubicBezTo>
                    <a:cubicBezTo>
                      <a:pt x="73" y="0"/>
                      <a:pt x="80" y="0"/>
                      <a:pt x="87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51">
                <a:extLst>
                  <a:ext uri="{FF2B5EF4-FFF2-40B4-BE49-F238E27FC236}">
                    <a16:creationId xmlns:a16="http://schemas.microsoft.com/office/drawing/2014/main" id="{9216C6B6-D731-C6C2-4EE8-B6F465B2EEBD}"/>
                  </a:ext>
                </a:extLst>
              </p:cNvPr>
              <p:cNvSpPr/>
              <p:nvPr/>
            </p:nvSpPr>
            <p:spPr>
              <a:xfrm>
                <a:off x="4658649" y="4877393"/>
                <a:ext cx="38892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167" h="203" extrusionOk="0">
                    <a:moveTo>
                      <a:pt x="37" y="1"/>
                    </a:moveTo>
                    <a:cubicBezTo>
                      <a:pt x="29" y="1"/>
                      <a:pt x="22" y="1"/>
                      <a:pt x="15" y="7"/>
                    </a:cubicBezTo>
                    <a:cubicBezTo>
                      <a:pt x="1" y="14"/>
                      <a:pt x="1" y="37"/>
                      <a:pt x="8" y="51"/>
                    </a:cubicBezTo>
                    <a:lnTo>
                      <a:pt x="15" y="66"/>
                    </a:lnTo>
                    <a:lnTo>
                      <a:pt x="51" y="116"/>
                    </a:lnTo>
                    <a:lnTo>
                      <a:pt x="58" y="116"/>
                    </a:lnTo>
                    <a:lnTo>
                      <a:pt x="101" y="187"/>
                    </a:lnTo>
                    <a:cubicBezTo>
                      <a:pt x="108" y="196"/>
                      <a:pt x="123" y="202"/>
                      <a:pt x="130" y="202"/>
                    </a:cubicBezTo>
                    <a:cubicBezTo>
                      <a:pt x="137" y="202"/>
                      <a:pt x="144" y="202"/>
                      <a:pt x="151" y="196"/>
                    </a:cubicBezTo>
                    <a:cubicBezTo>
                      <a:pt x="167" y="187"/>
                      <a:pt x="167" y="166"/>
                      <a:pt x="158" y="152"/>
                    </a:cubicBezTo>
                    <a:lnTo>
                      <a:pt x="115" y="94"/>
                    </a:lnTo>
                    <a:lnTo>
                      <a:pt x="80" y="37"/>
                    </a:lnTo>
                    <a:lnTo>
                      <a:pt x="58" y="14"/>
                    </a:lnTo>
                    <a:cubicBezTo>
                      <a:pt x="51" y="7"/>
                      <a:pt x="44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51">
                <a:extLst>
                  <a:ext uri="{FF2B5EF4-FFF2-40B4-BE49-F238E27FC236}">
                    <a16:creationId xmlns:a16="http://schemas.microsoft.com/office/drawing/2014/main" id="{7ABDEF05-C87E-1B10-3BC4-F8AC4C96FB0B}"/>
                  </a:ext>
                </a:extLst>
              </p:cNvPr>
              <p:cNvSpPr/>
              <p:nvPr/>
            </p:nvSpPr>
            <p:spPr>
              <a:xfrm>
                <a:off x="4685198" y="4864118"/>
                <a:ext cx="42386" cy="48906"/>
              </a:xfrm>
              <a:custGeom>
                <a:avLst/>
                <a:gdLst/>
                <a:ahLst/>
                <a:cxnLst/>
                <a:rect l="l" t="t" r="r" b="b"/>
                <a:pathLst>
                  <a:path w="182" h="210" extrusionOk="0">
                    <a:moveTo>
                      <a:pt x="37" y="1"/>
                    </a:moveTo>
                    <a:cubicBezTo>
                      <a:pt x="30" y="1"/>
                      <a:pt x="23" y="1"/>
                      <a:pt x="23" y="8"/>
                    </a:cubicBezTo>
                    <a:cubicBezTo>
                      <a:pt x="9" y="14"/>
                      <a:pt x="1" y="37"/>
                      <a:pt x="16" y="51"/>
                    </a:cubicBezTo>
                    <a:lnTo>
                      <a:pt x="23" y="71"/>
                    </a:lnTo>
                    <a:lnTo>
                      <a:pt x="59" y="123"/>
                    </a:lnTo>
                    <a:lnTo>
                      <a:pt x="116" y="194"/>
                    </a:lnTo>
                    <a:cubicBezTo>
                      <a:pt x="123" y="209"/>
                      <a:pt x="130" y="209"/>
                      <a:pt x="146" y="209"/>
                    </a:cubicBezTo>
                    <a:lnTo>
                      <a:pt x="160" y="209"/>
                    </a:lnTo>
                    <a:cubicBezTo>
                      <a:pt x="173" y="194"/>
                      <a:pt x="182" y="173"/>
                      <a:pt x="166" y="158"/>
                    </a:cubicBezTo>
                    <a:lnTo>
                      <a:pt x="123" y="94"/>
                    </a:lnTo>
                    <a:lnTo>
                      <a:pt x="87" y="44"/>
                    </a:lnTo>
                    <a:lnTo>
                      <a:pt x="66" y="14"/>
                    </a:lnTo>
                    <a:cubicBezTo>
                      <a:pt x="59" y="8"/>
                      <a:pt x="53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51">
                <a:extLst>
                  <a:ext uri="{FF2B5EF4-FFF2-40B4-BE49-F238E27FC236}">
                    <a16:creationId xmlns:a16="http://schemas.microsoft.com/office/drawing/2014/main" id="{CF274CBD-F18B-5A82-2CC8-AF57A11F4E44}"/>
                  </a:ext>
                </a:extLst>
              </p:cNvPr>
              <p:cNvSpPr/>
              <p:nvPr/>
            </p:nvSpPr>
            <p:spPr>
              <a:xfrm>
                <a:off x="4713843" y="4850611"/>
                <a:ext cx="44016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5" extrusionOk="0">
                    <a:moveTo>
                      <a:pt x="37" y="0"/>
                    </a:moveTo>
                    <a:cubicBezTo>
                      <a:pt x="30" y="0"/>
                      <a:pt x="23" y="0"/>
                      <a:pt x="16" y="9"/>
                    </a:cubicBezTo>
                    <a:cubicBezTo>
                      <a:pt x="0" y="16"/>
                      <a:pt x="0" y="36"/>
                      <a:pt x="7" y="52"/>
                    </a:cubicBezTo>
                    <a:lnTo>
                      <a:pt x="23" y="72"/>
                    </a:lnTo>
                    <a:lnTo>
                      <a:pt x="66" y="129"/>
                    </a:lnTo>
                    <a:lnTo>
                      <a:pt x="123" y="209"/>
                    </a:lnTo>
                    <a:cubicBezTo>
                      <a:pt x="130" y="216"/>
                      <a:pt x="137" y="224"/>
                      <a:pt x="152" y="224"/>
                    </a:cubicBezTo>
                    <a:cubicBezTo>
                      <a:pt x="159" y="224"/>
                      <a:pt x="159" y="224"/>
                      <a:pt x="166" y="216"/>
                    </a:cubicBezTo>
                    <a:cubicBezTo>
                      <a:pt x="180" y="209"/>
                      <a:pt x="188" y="188"/>
                      <a:pt x="173" y="173"/>
                    </a:cubicBezTo>
                    <a:lnTo>
                      <a:pt x="123" y="102"/>
                    </a:lnTo>
                    <a:lnTo>
                      <a:pt x="80" y="43"/>
                    </a:lnTo>
                    <a:lnTo>
                      <a:pt x="59" y="16"/>
                    </a:lnTo>
                    <a:cubicBezTo>
                      <a:pt x="59" y="9"/>
                      <a:pt x="43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51">
                <a:extLst>
                  <a:ext uri="{FF2B5EF4-FFF2-40B4-BE49-F238E27FC236}">
                    <a16:creationId xmlns:a16="http://schemas.microsoft.com/office/drawing/2014/main" id="{B1220289-8B3A-A2F3-CDFC-1D86E0A36EA6}"/>
                  </a:ext>
                </a:extLst>
              </p:cNvPr>
              <p:cNvSpPr/>
              <p:nvPr/>
            </p:nvSpPr>
            <p:spPr>
              <a:xfrm>
                <a:off x="4740625" y="4837336"/>
                <a:ext cx="45413" cy="53564"/>
              </a:xfrm>
              <a:custGeom>
                <a:avLst/>
                <a:gdLst/>
                <a:ahLst/>
                <a:cxnLst/>
                <a:rect l="l" t="t" r="r" b="b"/>
                <a:pathLst>
                  <a:path w="195" h="230" extrusionOk="0">
                    <a:moveTo>
                      <a:pt x="37" y="0"/>
                    </a:moveTo>
                    <a:cubicBezTo>
                      <a:pt x="30" y="0"/>
                      <a:pt x="22" y="0"/>
                      <a:pt x="22" y="7"/>
                    </a:cubicBezTo>
                    <a:cubicBezTo>
                      <a:pt x="8" y="14"/>
                      <a:pt x="1" y="36"/>
                      <a:pt x="15" y="50"/>
                    </a:cubicBezTo>
                    <a:lnTo>
                      <a:pt x="22" y="66"/>
                    </a:lnTo>
                    <a:lnTo>
                      <a:pt x="73" y="129"/>
                    </a:lnTo>
                    <a:lnTo>
                      <a:pt x="137" y="216"/>
                    </a:lnTo>
                    <a:cubicBezTo>
                      <a:pt x="144" y="230"/>
                      <a:pt x="151" y="230"/>
                      <a:pt x="160" y="230"/>
                    </a:cubicBezTo>
                    <a:lnTo>
                      <a:pt x="180" y="230"/>
                    </a:lnTo>
                    <a:cubicBezTo>
                      <a:pt x="187" y="223"/>
                      <a:pt x="194" y="216"/>
                      <a:pt x="194" y="209"/>
                    </a:cubicBezTo>
                    <a:lnTo>
                      <a:pt x="194" y="186"/>
                    </a:lnTo>
                    <a:cubicBezTo>
                      <a:pt x="194" y="186"/>
                      <a:pt x="187" y="186"/>
                      <a:pt x="187" y="179"/>
                    </a:cubicBezTo>
                    <a:lnTo>
                      <a:pt x="130" y="109"/>
                    </a:lnTo>
                    <a:lnTo>
                      <a:pt x="73" y="23"/>
                    </a:lnTo>
                    <a:lnTo>
                      <a:pt x="65" y="14"/>
                    </a:lnTo>
                    <a:cubicBezTo>
                      <a:pt x="58" y="7"/>
                      <a:pt x="51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51">
                <a:extLst>
                  <a:ext uri="{FF2B5EF4-FFF2-40B4-BE49-F238E27FC236}">
                    <a16:creationId xmlns:a16="http://schemas.microsoft.com/office/drawing/2014/main" id="{98B5EA01-630B-91BB-750D-456FE511F860}"/>
                  </a:ext>
                </a:extLst>
              </p:cNvPr>
              <p:cNvSpPr/>
              <p:nvPr/>
            </p:nvSpPr>
            <p:spPr>
              <a:xfrm>
                <a:off x="4554782" y="3524789"/>
                <a:ext cx="383799" cy="1175383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5047" extrusionOk="0">
                    <a:moveTo>
                      <a:pt x="1337" y="0"/>
                    </a:moveTo>
                    <a:cubicBezTo>
                      <a:pt x="1310" y="16"/>
                      <a:pt x="921" y="152"/>
                      <a:pt x="411" y="166"/>
                    </a:cubicBezTo>
                    <a:cubicBezTo>
                      <a:pt x="378" y="167"/>
                      <a:pt x="346" y="168"/>
                      <a:pt x="312" y="168"/>
                    </a:cubicBezTo>
                    <a:cubicBezTo>
                      <a:pt x="213" y="168"/>
                      <a:pt x="109" y="161"/>
                      <a:pt x="0" y="145"/>
                    </a:cubicBezTo>
                    <a:lnTo>
                      <a:pt x="0" y="145"/>
                    </a:lnTo>
                    <a:cubicBezTo>
                      <a:pt x="52" y="418"/>
                      <a:pt x="181" y="1101"/>
                      <a:pt x="295" y="1698"/>
                    </a:cubicBezTo>
                    <a:cubicBezTo>
                      <a:pt x="375" y="2093"/>
                      <a:pt x="447" y="2452"/>
                      <a:pt x="483" y="2631"/>
                    </a:cubicBezTo>
                    <a:cubicBezTo>
                      <a:pt x="590" y="3157"/>
                      <a:pt x="878" y="4415"/>
                      <a:pt x="914" y="5046"/>
                    </a:cubicBezTo>
                    <a:lnTo>
                      <a:pt x="1553" y="5046"/>
                    </a:lnTo>
                    <a:cubicBezTo>
                      <a:pt x="1553" y="5046"/>
                      <a:pt x="1648" y="3775"/>
                      <a:pt x="1605" y="3437"/>
                    </a:cubicBezTo>
                    <a:cubicBezTo>
                      <a:pt x="1553" y="3092"/>
                      <a:pt x="1432" y="2610"/>
                      <a:pt x="1416" y="2431"/>
                    </a:cubicBezTo>
                    <a:cubicBezTo>
                      <a:pt x="1410" y="2251"/>
                      <a:pt x="1403" y="1101"/>
                      <a:pt x="1410" y="928"/>
                    </a:cubicBezTo>
                    <a:cubicBezTo>
                      <a:pt x="1410" y="756"/>
                      <a:pt x="1518" y="454"/>
                      <a:pt x="13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51">
                <a:extLst>
                  <a:ext uri="{FF2B5EF4-FFF2-40B4-BE49-F238E27FC236}">
                    <a16:creationId xmlns:a16="http://schemas.microsoft.com/office/drawing/2014/main" id="{A8F065D0-C5DF-4386-15DA-C6EE017CA571}"/>
                  </a:ext>
                </a:extLst>
              </p:cNvPr>
              <p:cNvSpPr/>
              <p:nvPr/>
            </p:nvSpPr>
            <p:spPr>
              <a:xfrm>
                <a:off x="4820971" y="2572516"/>
                <a:ext cx="1863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8" y="1"/>
                    </a:moveTo>
                    <a:lnTo>
                      <a:pt x="8" y="1"/>
                    </a:lnTo>
                    <a:cubicBezTo>
                      <a:pt x="8" y="8"/>
                      <a:pt x="1" y="14"/>
                      <a:pt x="1" y="21"/>
                    </a:cubicBezTo>
                    <a:cubicBezTo>
                      <a:pt x="8" y="14"/>
                      <a:pt x="8" y="8"/>
                      <a:pt x="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51">
                <a:extLst>
                  <a:ext uri="{FF2B5EF4-FFF2-40B4-BE49-F238E27FC236}">
                    <a16:creationId xmlns:a16="http://schemas.microsoft.com/office/drawing/2014/main" id="{7A8E832A-5778-0D06-E26B-7F975F45C5D0}"/>
                  </a:ext>
                </a:extLst>
              </p:cNvPr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avLst/>
                <a:gdLst/>
                <a:ahLst/>
                <a:cxnLst/>
                <a:rect l="l" t="t" r="r" b="b"/>
                <a:pathLst>
                  <a:path w="15" h="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6"/>
                      <a:pt x="8" y="36"/>
                      <a:pt x="15" y="52"/>
                    </a:cubicBezTo>
                    <a:cubicBezTo>
                      <a:pt x="8" y="30"/>
                      <a:pt x="1" y="16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51">
                <a:extLst>
                  <a:ext uri="{FF2B5EF4-FFF2-40B4-BE49-F238E27FC236}">
                    <a16:creationId xmlns:a16="http://schemas.microsoft.com/office/drawing/2014/main" id="{A6896EBA-C2F9-9CE0-EFB4-09CA2DBB1B2A}"/>
                  </a:ext>
                </a:extLst>
              </p:cNvPr>
              <p:cNvSpPr/>
              <p:nvPr/>
            </p:nvSpPr>
            <p:spPr>
              <a:xfrm>
                <a:off x="4467915" y="2979136"/>
                <a:ext cx="1863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8" h="15" extrusionOk="0">
                    <a:moveTo>
                      <a:pt x="1" y="0"/>
                    </a:moveTo>
                    <a:lnTo>
                      <a:pt x="1" y="14"/>
                    </a:lnTo>
                    <a:cubicBezTo>
                      <a:pt x="7" y="7"/>
                      <a:pt x="7" y="7"/>
                      <a:pt x="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51">
                <a:extLst>
                  <a:ext uri="{FF2B5EF4-FFF2-40B4-BE49-F238E27FC236}">
                    <a16:creationId xmlns:a16="http://schemas.microsoft.com/office/drawing/2014/main" id="{9FF8C707-CB92-81D8-1EF8-271F96FF481D}"/>
                  </a:ext>
                </a:extLst>
              </p:cNvPr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5" extrusionOk="0">
                    <a:moveTo>
                      <a:pt x="0" y="0"/>
                    </a:moveTo>
                    <a:cubicBezTo>
                      <a:pt x="7" y="7"/>
                      <a:pt x="21" y="7"/>
                      <a:pt x="37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51">
                <a:extLst>
                  <a:ext uri="{FF2B5EF4-FFF2-40B4-BE49-F238E27FC236}">
                    <a16:creationId xmlns:a16="http://schemas.microsoft.com/office/drawing/2014/main" id="{4211C977-C966-877A-DC38-04282EF18E87}"/>
                  </a:ext>
                </a:extLst>
              </p:cNvPr>
              <p:cNvSpPr/>
              <p:nvPr/>
            </p:nvSpPr>
            <p:spPr>
              <a:xfrm>
                <a:off x="4904577" y="3087894"/>
                <a:ext cx="7220" cy="151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65" extrusionOk="0">
                    <a:moveTo>
                      <a:pt x="30" y="1"/>
                    </a:moveTo>
                    <a:cubicBezTo>
                      <a:pt x="23" y="22"/>
                      <a:pt x="16" y="44"/>
                      <a:pt x="1" y="65"/>
                    </a:cubicBezTo>
                    <a:lnTo>
                      <a:pt x="1" y="65"/>
                    </a:lnTo>
                    <a:cubicBezTo>
                      <a:pt x="16" y="44"/>
                      <a:pt x="23" y="22"/>
                      <a:pt x="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51">
                <a:extLst>
                  <a:ext uri="{FF2B5EF4-FFF2-40B4-BE49-F238E27FC236}">
                    <a16:creationId xmlns:a16="http://schemas.microsoft.com/office/drawing/2014/main" id="{09487D1C-0695-BE2A-327B-CD3144694300}"/>
                  </a:ext>
                </a:extLst>
              </p:cNvPr>
              <p:cNvSpPr/>
              <p:nvPr/>
            </p:nvSpPr>
            <p:spPr>
              <a:xfrm>
                <a:off x="4482820" y="3106525"/>
                <a:ext cx="1863" cy="15138"/>
              </a:xfrm>
              <a:custGeom>
                <a:avLst/>
                <a:gdLst/>
                <a:ahLst/>
                <a:cxnLst/>
                <a:rect l="l" t="t" r="r" b="b"/>
                <a:pathLst>
                  <a:path w="8" h="65" extrusionOk="0">
                    <a:moveTo>
                      <a:pt x="7" y="0"/>
                    </a:moveTo>
                    <a:cubicBezTo>
                      <a:pt x="7" y="21"/>
                      <a:pt x="7" y="43"/>
                      <a:pt x="0" y="64"/>
                    </a:cubicBezTo>
                    <a:lnTo>
                      <a:pt x="7" y="64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51">
                <a:extLst>
                  <a:ext uri="{FF2B5EF4-FFF2-40B4-BE49-F238E27FC236}">
                    <a16:creationId xmlns:a16="http://schemas.microsoft.com/office/drawing/2014/main" id="{3BDC8237-62AC-DD61-896A-FCF67C77591C}"/>
                  </a:ext>
                </a:extLst>
              </p:cNvPr>
              <p:cNvSpPr/>
              <p:nvPr/>
            </p:nvSpPr>
            <p:spPr>
              <a:xfrm>
                <a:off x="4872905" y="3153102"/>
                <a:ext cx="6987" cy="13973"/>
              </a:xfrm>
              <a:custGeom>
                <a:avLst/>
                <a:gdLst/>
                <a:ahLst/>
                <a:cxnLst/>
                <a:rect l="l" t="t" r="r" b="b"/>
                <a:pathLst>
                  <a:path w="30" h="60" extrusionOk="0">
                    <a:moveTo>
                      <a:pt x="30" y="0"/>
                    </a:moveTo>
                    <a:cubicBezTo>
                      <a:pt x="23" y="16"/>
                      <a:pt x="7" y="37"/>
                      <a:pt x="0" y="59"/>
                    </a:cubicBezTo>
                    <a:cubicBezTo>
                      <a:pt x="14" y="37"/>
                      <a:pt x="23" y="16"/>
                      <a:pt x="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51">
                <a:extLst>
                  <a:ext uri="{FF2B5EF4-FFF2-40B4-BE49-F238E27FC236}">
                    <a16:creationId xmlns:a16="http://schemas.microsoft.com/office/drawing/2014/main" id="{109A6672-3BE0-C17B-BAC2-F7206A9DF155}"/>
                  </a:ext>
                </a:extLst>
              </p:cNvPr>
              <p:cNvSpPr/>
              <p:nvPr/>
            </p:nvSpPr>
            <p:spPr>
              <a:xfrm>
                <a:off x="4467915" y="2964231"/>
                <a:ext cx="233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1" h="22" extrusionOk="0">
                    <a:moveTo>
                      <a:pt x="1" y="1"/>
                    </a:moveTo>
                    <a:lnTo>
                      <a:pt x="1" y="2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Google Shape;2393;p51">
                <a:extLst>
                  <a:ext uri="{FF2B5EF4-FFF2-40B4-BE49-F238E27FC236}">
                    <a16:creationId xmlns:a16="http://schemas.microsoft.com/office/drawing/2014/main" id="{887D9B8B-8626-1E1B-B596-5374F30F8FE8}"/>
                  </a:ext>
                </a:extLst>
              </p:cNvPr>
              <p:cNvSpPr/>
              <p:nvPr/>
            </p:nvSpPr>
            <p:spPr>
              <a:xfrm>
                <a:off x="4519849" y="2699439"/>
                <a:ext cx="445281" cy="197954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850" extrusionOk="0">
                    <a:moveTo>
                      <a:pt x="1387" y="1"/>
                    </a:moveTo>
                    <a:cubicBezTo>
                      <a:pt x="1416" y="44"/>
                      <a:pt x="1437" y="66"/>
                      <a:pt x="1437" y="66"/>
                    </a:cubicBezTo>
                    <a:cubicBezTo>
                      <a:pt x="1437" y="66"/>
                      <a:pt x="1268" y="347"/>
                      <a:pt x="881" y="347"/>
                    </a:cubicBezTo>
                    <a:cubicBezTo>
                      <a:pt x="831" y="347"/>
                      <a:pt x="777" y="343"/>
                      <a:pt x="719" y="332"/>
                    </a:cubicBezTo>
                    <a:cubicBezTo>
                      <a:pt x="604" y="310"/>
                      <a:pt x="547" y="246"/>
                      <a:pt x="518" y="189"/>
                    </a:cubicBezTo>
                    <a:cubicBezTo>
                      <a:pt x="511" y="166"/>
                      <a:pt x="504" y="153"/>
                      <a:pt x="504" y="137"/>
                    </a:cubicBezTo>
                    <a:lnTo>
                      <a:pt x="504" y="116"/>
                    </a:lnTo>
                    <a:cubicBezTo>
                      <a:pt x="495" y="116"/>
                      <a:pt x="495" y="109"/>
                      <a:pt x="495" y="103"/>
                    </a:cubicBezTo>
                    <a:cubicBezTo>
                      <a:pt x="495" y="80"/>
                      <a:pt x="504" y="59"/>
                      <a:pt x="511" y="51"/>
                    </a:cubicBezTo>
                    <a:cubicBezTo>
                      <a:pt x="511" y="44"/>
                      <a:pt x="518" y="37"/>
                      <a:pt x="525" y="30"/>
                    </a:cubicBezTo>
                    <a:lnTo>
                      <a:pt x="525" y="30"/>
                    </a:lnTo>
                    <a:cubicBezTo>
                      <a:pt x="461" y="73"/>
                      <a:pt x="309" y="109"/>
                      <a:pt x="245" y="159"/>
                    </a:cubicBezTo>
                    <a:lnTo>
                      <a:pt x="236" y="166"/>
                    </a:lnTo>
                    <a:cubicBezTo>
                      <a:pt x="236" y="166"/>
                      <a:pt x="230" y="166"/>
                      <a:pt x="230" y="173"/>
                    </a:cubicBezTo>
                    <a:cubicBezTo>
                      <a:pt x="230" y="173"/>
                      <a:pt x="223" y="173"/>
                      <a:pt x="223" y="180"/>
                    </a:cubicBezTo>
                    <a:cubicBezTo>
                      <a:pt x="159" y="253"/>
                      <a:pt x="93" y="454"/>
                      <a:pt x="43" y="555"/>
                    </a:cubicBezTo>
                    <a:cubicBezTo>
                      <a:pt x="29" y="577"/>
                      <a:pt x="14" y="598"/>
                      <a:pt x="0" y="627"/>
                    </a:cubicBezTo>
                    <a:cubicBezTo>
                      <a:pt x="93" y="663"/>
                      <a:pt x="209" y="698"/>
                      <a:pt x="352" y="727"/>
                    </a:cubicBezTo>
                    <a:cubicBezTo>
                      <a:pt x="654" y="793"/>
                      <a:pt x="1056" y="850"/>
                      <a:pt x="1573" y="850"/>
                    </a:cubicBezTo>
                    <a:cubicBezTo>
                      <a:pt x="1607" y="574"/>
                      <a:pt x="1772" y="339"/>
                      <a:pt x="1882" y="339"/>
                    </a:cubicBezTo>
                    <a:cubicBezTo>
                      <a:pt x="1892" y="339"/>
                      <a:pt x="1902" y="341"/>
                      <a:pt x="1912" y="346"/>
                    </a:cubicBezTo>
                    <a:cubicBezTo>
                      <a:pt x="1855" y="296"/>
                      <a:pt x="1782" y="260"/>
                      <a:pt x="1711" y="223"/>
                    </a:cubicBezTo>
                    <a:cubicBezTo>
                      <a:pt x="1646" y="189"/>
                      <a:pt x="1523" y="153"/>
                      <a:pt x="1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51">
                <a:extLst>
                  <a:ext uri="{FF2B5EF4-FFF2-40B4-BE49-F238E27FC236}">
                    <a16:creationId xmlns:a16="http://schemas.microsoft.com/office/drawing/2014/main" id="{98B49A1A-7BA5-A835-AD5D-34FB001A7F17}"/>
                  </a:ext>
                </a:extLst>
              </p:cNvPr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avLst/>
                <a:gdLst/>
                <a:ahLst/>
                <a:cxnLst/>
                <a:rect l="l" t="t" r="r" b="b"/>
                <a:pathLst>
                  <a:path w="15" h="52" fill="none" extrusionOk="0">
                    <a:moveTo>
                      <a:pt x="15" y="52"/>
                    </a:moveTo>
                    <a:cubicBezTo>
                      <a:pt x="8" y="29"/>
                      <a:pt x="1" y="16"/>
                      <a:pt x="1" y="0"/>
                    </a:cubicBezTo>
                    <a:cubicBezTo>
                      <a:pt x="1" y="16"/>
                      <a:pt x="8" y="36"/>
                      <a:pt x="15" y="5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51">
                <a:extLst>
                  <a:ext uri="{FF2B5EF4-FFF2-40B4-BE49-F238E27FC236}">
                    <a16:creationId xmlns:a16="http://schemas.microsoft.com/office/drawing/2014/main" id="{3C7FB4BE-D126-61D3-591E-428DF4F92F08}"/>
                  </a:ext>
                </a:extLst>
              </p:cNvPr>
              <p:cNvSpPr/>
              <p:nvPr/>
            </p:nvSpPr>
            <p:spPr>
              <a:xfrm>
                <a:off x="4419242" y="3253476"/>
                <a:ext cx="460651" cy="310672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334" extrusionOk="0">
                    <a:moveTo>
                      <a:pt x="230" y="1"/>
                    </a:moveTo>
                    <a:cubicBezTo>
                      <a:pt x="203" y="225"/>
                      <a:pt x="137" y="491"/>
                      <a:pt x="87" y="691"/>
                    </a:cubicBezTo>
                    <a:cubicBezTo>
                      <a:pt x="44" y="849"/>
                      <a:pt x="15" y="972"/>
                      <a:pt x="8" y="1001"/>
                    </a:cubicBezTo>
                    <a:cubicBezTo>
                      <a:pt x="1" y="1036"/>
                      <a:pt x="1" y="1065"/>
                      <a:pt x="1" y="1094"/>
                    </a:cubicBezTo>
                    <a:cubicBezTo>
                      <a:pt x="15" y="1138"/>
                      <a:pt x="30" y="1165"/>
                      <a:pt x="30" y="1165"/>
                    </a:cubicBezTo>
                    <a:cubicBezTo>
                      <a:pt x="30" y="1165"/>
                      <a:pt x="37" y="1165"/>
                      <a:pt x="37" y="1174"/>
                    </a:cubicBezTo>
                    <a:cubicBezTo>
                      <a:pt x="223" y="1245"/>
                      <a:pt x="403" y="1288"/>
                      <a:pt x="582" y="1310"/>
                    </a:cubicBezTo>
                    <a:cubicBezTo>
                      <a:pt x="691" y="1326"/>
                      <a:pt x="795" y="1333"/>
                      <a:pt x="894" y="1333"/>
                    </a:cubicBezTo>
                    <a:cubicBezTo>
                      <a:pt x="928" y="1333"/>
                      <a:pt x="960" y="1332"/>
                      <a:pt x="993" y="1331"/>
                    </a:cubicBezTo>
                    <a:cubicBezTo>
                      <a:pt x="1503" y="1317"/>
                      <a:pt x="1892" y="1181"/>
                      <a:pt x="1919" y="1165"/>
                    </a:cubicBezTo>
                    <a:cubicBezTo>
                      <a:pt x="1919" y="1165"/>
                      <a:pt x="1978" y="1101"/>
                      <a:pt x="1962" y="1072"/>
                    </a:cubicBezTo>
                    <a:cubicBezTo>
                      <a:pt x="1955" y="1044"/>
                      <a:pt x="1862" y="699"/>
                      <a:pt x="1805" y="484"/>
                    </a:cubicBezTo>
                    <a:cubicBezTo>
                      <a:pt x="1776" y="368"/>
                      <a:pt x="1762" y="289"/>
                      <a:pt x="1776" y="173"/>
                    </a:cubicBezTo>
                    <a:lnTo>
                      <a:pt x="1704" y="173"/>
                    </a:lnTo>
                    <a:cubicBezTo>
                      <a:pt x="1143" y="173"/>
                      <a:pt x="712" y="116"/>
                      <a:pt x="403" y="44"/>
                    </a:cubicBezTo>
                    <a:cubicBezTo>
                      <a:pt x="389" y="37"/>
                      <a:pt x="375" y="37"/>
                      <a:pt x="360" y="30"/>
                    </a:cubicBezTo>
                    <a:cubicBezTo>
                      <a:pt x="317" y="23"/>
                      <a:pt x="273" y="9"/>
                      <a:pt x="2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51">
                <a:extLst>
                  <a:ext uri="{FF2B5EF4-FFF2-40B4-BE49-F238E27FC236}">
                    <a16:creationId xmlns:a16="http://schemas.microsoft.com/office/drawing/2014/main" id="{A701EF0F-0336-1522-9CDA-930E89AEE449}"/>
                  </a:ext>
                </a:extLst>
              </p:cNvPr>
              <p:cNvSpPr/>
              <p:nvPr/>
            </p:nvSpPr>
            <p:spPr>
              <a:xfrm>
                <a:off x="4472806" y="3238571"/>
                <a:ext cx="361674" cy="55427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238" extrusionOk="0">
                    <a:moveTo>
                      <a:pt x="7" y="1"/>
                    </a:moveTo>
                    <a:cubicBezTo>
                      <a:pt x="7" y="22"/>
                      <a:pt x="7" y="44"/>
                      <a:pt x="0" y="65"/>
                    </a:cubicBezTo>
                    <a:cubicBezTo>
                      <a:pt x="43" y="73"/>
                      <a:pt x="87" y="87"/>
                      <a:pt x="130" y="94"/>
                    </a:cubicBezTo>
                    <a:cubicBezTo>
                      <a:pt x="145" y="101"/>
                      <a:pt x="159" y="101"/>
                      <a:pt x="173" y="108"/>
                    </a:cubicBezTo>
                    <a:cubicBezTo>
                      <a:pt x="482" y="180"/>
                      <a:pt x="913" y="237"/>
                      <a:pt x="1474" y="237"/>
                    </a:cubicBezTo>
                    <a:lnTo>
                      <a:pt x="1546" y="237"/>
                    </a:lnTo>
                    <a:cubicBezTo>
                      <a:pt x="1546" y="223"/>
                      <a:pt x="1546" y="203"/>
                      <a:pt x="1553" y="180"/>
                    </a:cubicBezTo>
                    <a:cubicBezTo>
                      <a:pt x="956" y="180"/>
                      <a:pt x="511" y="123"/>
                      <a:pt x="188" y="44"/>
                    </a:cubicBezTo>
                    <a:cubicBezTo>
                      <a:pt x="173" y="44"/>
                      <a:pt x="159" y="37"/>
                      <a:pt x="145" y="37"/>
                    </a:cubicBezTo>
                    <a:cubicBezTo>
                      <a:pt x="93" y="22"/>
                      <a:pt x="50" y="15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51">
                <a:extLst>
                  <a:ext uri="{FF2B5EF4-FFF2-40B4-BE49-F238E27FC236}">
                    <a16:creationId xmlns:a16="http://schemas.microsoft.com/office/drawing/2014/main" id="{A2D53ADF-D18D-3258-2B22-D7F90651966B}"/>
                  </a:ext>
                </a:extLst>
              </p:cNvPr>
              <p:cNvSpPr/>
              <p:nvPr/>
            </p:nvSpPr>
            <p:spPr>
              <a:xfrm>
                <a:off x="4474436" y="3188501"/>
                <a:ext cx="373784" cy="92223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396" extrusionOk="0">
                    <a:moveTo>
                      <a:pt x="23" y="0"/>
                    </a:moveTo>
                    <a:cubicBezTo>
                      <a:pt x="23" y="30"/>
                      <a:pt x="16" y="64"/>
                      <a:pt x="16" y="100"/>
                    </a:cubicBezTo>
                    <a:cubicBezTo>
                      <a:pt x="16" y="116"/>
                      <a:pt x="16" y="130"/>
                      <a:pt x="9" y="143"/>
                    </a:cubicBezTo>
                    <a:cubicBezTo>
                      <a:pt x="9" y="166"/>
                      <a:pt x="9" y="187"/>
                      <a:pt x="0" y="216"/>
                    </a:cubicBezTo>
                    <a:cubicBezTo>
                      <a:pt x="43" y="230"/>
                      <a:pt x="86" y="237"/>
                      <a:pt x="138" y="252"/>
                    </a:cubicBezTo>
                    <a:cubicBezTo>
                      <a:pt x="152" y="252"/>
                      <a:pt x="166" y="259"/>
                      <a:pt x="181" y="259"/>
                    </a:cubicBezTo>
                    <a:cubicBezTo>
                      <a:pt x="504" y="338"/>
                      <a:pt x="949" y="395"/>
                      <a:pt x="1546" y="395"/>
                    </a:cubicBezTo>
                    <a:cubicBezTo>
                      <a:pt x="1561" y="331"/>
                      <a:pt x="1575" y="266"/>
                      <a:pt x="1605" y="180"/>
                    </a:cubicBezTo>
                    <a:lnTo>
                      <a:pt x="1525" y="180"/>
                    </a:lnTo>
                    <a:cubicBezTo>
                      <a:pt x="942" y="180"/>
                      <a:pt x="504" y="116"/>
                      <a:pt x="188" y="43"/>
                    </a:cubicBezTo>
                    <a:cubicBezTo>
                      <a:pt x="130" y="30"/>
                      <a:pt x="73" y="14"/>
                      <a:pt x="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51">
                <a:extLst>
                  <a:ext uri="{FF2B5EF4-FFF2-40B4-BE49-F238E27FC236}">
                    <a16:creationId xmlns:a16="http://schemas.microsoft.com/office/drawing/2014/main" id="{E8578976-F38A-FC31-F8AA-C29BD48ACA8A}"/>
                  </a:ext>
                </a:extLst>
              </p:cNvPr>
              <p:cNvSpPr/>
              <p:nvPr/>
            </p:nvSpPr>
            <p:spPr>
              <a:xfrm>
                <a:off x="4479559" y="3173130"/>
                <a:ext cx="373552" cy="57290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246" extrusionOk="0">
                    <a:moveTo>
                      <a:pt x="7" y="1"/>
                    </a:moveTo>
                    <a:cubicBezTo>
                      <a:pt x="7" y="23"/>
                      <a:pt x="1" y="37"/>
                      <a:pt x="1" y="66"/>
                    </a:cubicBezTo>
                    <a:cubicBezTo>
                      <a:pt x="51" y="80"/>
                      <a:pt x="108" y="96"/>
                      <a:pt x="166" y="109"/>
                    </a:cubicBezTo>
                    <a:cubicBezTo>
                      <a:pt x="482" y="182"/>
                      <a:pt x="920" y="246"/>
                      <a:pt x="1503" y="246"/>
                    </a:cubicBezTo>
                    <a:lnTo>
                      <a:pt x="1583" y="246"/>
                    </a:lnTo>
                    <a:cubicBezTo>
                      <a:pt x="1589" y="225"/>
                      <a:pt x="1596" y="209"/>
                      <a:pt x="1603" y="189"/>
                    </a:cubicBezTo>
                    <a:lnTo>
                      <a:pt x="1603" y="189"/>
                    </a:lnTo>
                    <a:cubicBezTo>
                      <a:pt x="1576" y="189"/>
                      <a:pt x="1548" y="189"/>
                      <a:pt x="1521" y="189"/>
                    </a:cubicBezTo>
                    <a:cubicBezTo>
                      <a:pt x="937" y="189"/>
                      <a:pt x="497" y="120"/>
                      <a:pt x="180" y="44"/>
                    </a:cubicBezTo>
                    <a:cubicBezTo>
                      <a:pt x="116" y="30"/>
                      <a:pt x="58" y="16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51">
                <a:extLst>
                  <a:ext uri="{FF2B5EF4-FFF2-40B4-BE49-F238E27FC236}">
                    <a16:creationId xmlns:a16="http://schemas.microsoft.com/office/drawing/2014/main" id="{D918B056-1A48-E5AD-47AE-42158FEEBF0D}"/>
                  </a:ext>
                </a:extLst>
              </p:cNvPr>
              <p:cNvSpPr/>
              <p:nvPr/>
            </p:nvSpPr>
            <p:spPr>
              <a:xfrm>
                <a:off x="4481190" y="3121429"/>
                <a:ext cx="391950" cy="95950"/>
              </a:xfrm>
              <a:custGeom>
                <a:avLst/>
                <a:gdLst/>
                <a:ahLst/>
                <a:cxnLst/>
                <a:rect l="l" t="t" r="r" b="b"/>
                <a:pathLst>
                  <a:path w="1683" h="412" extrusionOk="0">
                    <a:moveTo>
                      <a:pt x="14" y="0"/>
                    </a:moveTo>
                    <a:cubicBezTo>
                      <a:pt x="7" y="59"/>
                      <a:pt x="7" y="130"/>
                      <a:pt x="0" y="223"/>
                    </a:cubicBezTo>
                    <a:cubicBezTo>
                      <a:pt x="51" y="238"/>
                      <a:pt x="109" y="252"/>
                      <a:pt x="173" y="266"/>
                    </a:cubicBezTo>
                    <a:cubicBezTo>
                      <a:pt x="490" y="342"/>
                      <a:pt x="930" y="411"/>
                      <a:pt x="1514" y="411"/>
                    </a:cubicBezTo>
                    <a:cubicBezTo>
                      <a:pt x="1541" y="411"/>
                      <a:pt x="1569" y="411"/>
                      <a:pt x="1596" y="411"/>
                    </a:cubicBezTo>
                    <a:cubicBezTo>
                      <a:pt x="1610" y="368"/>
                      <a:pt x="1632" y="331"/>
                      <a:pt x="1646" y="288"/>
                    </a:cubicBezTo>
                    <a:cubicBezTo>
                      <a:pt x="1662" y="252"/>
                      <a:pt x="1669" y="223"/>
                      <a:pt x="1682" y="195"/>
                    </a:cubicBezTo>
                    <a:lnTo>
                      <a:pt x="1553" y="195"/>
                    </a:lnTo>
                    <a:cubicBezTo>
                      <a:pt x="972" y="195"/>
                      <a:pt x="540" y="130"/>
                      <a:pt x="230" y="59"/>
                    </a:cubicBezTo>
                    <a:cubicBezTo>
                      <a:pt x="152" y="36"/>
                      <a:pt x="80" y="23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51">
                <a:extLst>
                  <a:ext uri="{FF2B5EF4-FFF2-40B4-BE49-F238E27FC236}">
                    <a16:creationId xmlns:a16="http://schemas.microsoft.com/office/drawing/2014/main" id="{51202D31-70C6-9945-9684-7865F4C5B0D5}"/>
                  </a:ext>
                </a:extLst>
              </p:cNvPr>
              <p:cNvSpPr/>
              <p:nvPr/>
            </p:nvSpPr>
            <p:spPr>
              <a:xfrm>
                <a:off x="4484450" y="3106525"/>
                <a:ext cx="395443" cy="60551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60" extrusionOk="0">
                    <a:moveTo>
                      <a:pt x="0" y="0"/>
                    </a:moveTo>
                    <a:lnTo>
                      <a:pt x="0" y="64"/>
                    </a:lnTo>
                    <a:cubicBezTo>
                      <a:pt x="66" y="87"/>
                      <a:pt x="138" y="100"/>
                      <a:pt x="216" y="123"/>
                    </a:cubicBezTo>
                    <a:cubicBezTo>
                      <a:pt x="526" y="194"/>
                      <a:pt x="958" y="259"/>
                      <a:pt x="1539" y="259"/>
                    </a:cubicBezTo>
                    <a:lnTo>
                      <a:pt x="1668" y="259"/>
                    </a:lnTo>
                    <a:cubicBezTo>
                      <a:pt x="1675" y="237"/>
                      <a:pt x="1691" y="216"/>
                      <a:pt x="1698" y="200"/>
                    </a:cubicBezTo>
                    <a:lnTo>
                      <a:pt x="1698" y="200"/>
                    </a:lnTo>
                    <a:cubicBezTo>
                      <a:pt x="1659" y="201"/>
                      <a:pt x="1621" y="201"/>
                      <a:pt x="1584" y="201"/>
                    </a:cubicBezTo>
                    <a:cubicBezTo>
                      <a:pt x="994" y="201"/>
                      <a:pt x="549" y="139"/>
                      <a:pt x="231" y="64"/>
                    </a:cubicBezTo>
                    <a:cubicBezTo>
                      <a:pt x="145" y="43"/>
                      <a:pt x="66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51">
                <a:extLst>
                  <a:ext uri="{FF2B5EF4-FFF2-40B4-BE49-F238E27FC236}">
                    <a16:creationId xmlns:a16="http://schemas.microsoft.com/office/drawing/2014/main" id="{01C914D2-C114-9022-5796-478CA5EC9420}"/>
                  </a:ext>
                </a:extLst>
              </p:cNvPr>
              <p:cNvSpPr/>
              <p:nvPr/>
            </p:nvSpPr>
            <p:spPr>
              <a:xfrm>
                <a:off x="4477929" y="3051098"/>
                <a:ext cx="426883" cy="10247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4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" y="16"/>
                      <a:pt x="8" y="30"/>
                      <a:pt x="8" y="43"/>
                    </a:cubicBezTo>
                    <a:cubicBezTo>
                      <a:pt x="21" y="102"/>
                      <a:pt x="28" y="159"/>
                      <a:pt x="28" y="238"/>
                    </a:cubicBezTo>
                    <a:cubicBezTo>
                      <a:pt x="94" y="259"/>
                      <a:pt x="173" y="281"/>
                      <a:pt x="259" y="302"/>
                    </a:cubicBezTo>
                    <a:cubicBezTo>
                      <a:pt x="577" y="377"/>
                      <a:pt x="1022" y="439"/>
                      <a:pt x="1612" y="439"/>
                    </a:cubicBezTo>
                    <a:cubicBezTo>
                      <a:pt x="1649" y="439"/>
                      <a:pt x="1687" y="439"/>
                      <a:pt x="1726" y="438"/>
                    </a:cubicBezTo>
                    <a:cubicBezTo>
                      <a:pt x="1762" y="368"/>
                      <a:pt x="1797" y="295"/>
                      <a:pt x="1833" y="223"/>
                    </a:cubicBezTo>
                    <a:lnTo>
                      <a:pt x="1617" y="223"/>
                    </a:lnTo>
                    <a:cubicBezTo>
                      <a:pt x="1050" y="223"/>
                      <a:pt x="618" y="166"/>
                      <a:pt x="309" y="87"/>
                    </a:cubicBezTo>
                    <a:cubicBezTo>
                      <a:pt x="187" y="59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51">
                <a:extLst>
                  <a:ext uri="{FF2B5EF4-FFF2-40B4-BE49-F238E27FC236}">
                    <a16:creationId xmlns:a16="http://schemas.microsoft.com/office/drawing/2014/main" id="{620018FB-C7BE-CC7E-9356-0454B7922024}"/>
                  </a:ext>
                </a:extLst>
              </p:cNvPr>
              <p:cNvSpPr/>
              <p:nvPr/>
            </p:nvSpPr>
            <p:spPr>
              <a:xfrm>
                <a:off x="4476299" y="3036193"/>
                <a:ext cx="435500" cy="66839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287" extrusionOk="0">
                    <a:moveTo>
                      <a:pt x="1" y="0"/>
                    </a:moveTo>
                    <a:lnTo>
                      <a:pt x="1" y="21"/>
                    </a:lnTo>
                    <a:cubicBezTo>
                      <a:pt x="1" y="28"/>
                      <a:pt x="8" y="37"/>
                      <a:pt x="8" y="44"/>
                    </a:cubicBezTo>
                    <a:lnTo>
                      <a:pt x="8" y="64"/>
                    </a:lnTo>
                    <a:cubicBezTo>
                      <a:pt x="94" y="94"/>
                      <a:pt x="194" y="123"/>
                      <a:pt x="316" y="151"/>
                    </a:cubicBezTo>
                    <a:cubicBezTo>
                      <a:pt x="625" y="230"/>
                      <a:pt x="1057" y="287"/>
                      <a:pt x="1624" y="287"/>
                    </a:cubicBezTo>
                    <a:lnTo>
                      <a:pt x="1840" y="287"/>
                    </a:lnTo>
                    <a:cubicBezTo>
                      <a:pt x="1855" y="266"/>
                      <a:pt x="1862" y="244"/>
                      <a:pt x="1869" y="223"/>
                    </a:cubicBezTo>
                    <a:lnTo>
                      <a:pt x="1869" y="223"/>
                    </a:lnTo>
                    <a:cubicBezTo>
                      <a:pt x="1787" y="225"/>
                      <a:pt x="1708" y="227"/>
                      <a:pt x="1631" y="227"/>
                    </a:cubicBezTo>
                    <a:cubicBezTo>
                      <a:pt x="1068" y="227"/>
                      <a:pt x="641" y="163"/>
                      <a:pt x="337" y="94"/>
                    </a:cubicBezTo>
                    <a:cubicBezTo>
                      <a:pt x="201" y="64"/>
                      <a:pt x="87" y="28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51">
                <a:extLst>
                  <a:ext uri="{FF2B5EF4-FFF2-40B4-BE49-F238E27FC236}">
                    <a16:creationId xmlns:a16="http://schemas.microsoft.com/office/drawing/2014/main" id="{B3BDE634-D186-BE8F-9599-3D5F2FC5179D}"/>
                  </a:ext>
                </a:extLst>
              </p:cNvPr>
              <p:cNvSpPr/>
              <p:nvPr/>
            </p:nvSpPr>
            <p:spPr>
              <a:xfrm>
                <a:off x="4467915" y="2979136"/>
                <a:ext cx="470666" cy="109923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472" extrusionOk="0">
                    <a:moveTo>
                      <a:pt x="7" y="0"/>
                    </a:moveTo>
                    <a:cubicBezTo>
                      <a:pt x="7" y="7"/>
                      <a:pt x="7" y="7"/>
                      <a:pt x="1" y="14"/>
                    </a:cubicBezTo>
                    <a:cubicBezTo>
                      <a:pt x="7" y="87"/>
                      <a:pt x="21" y="173"/>
                      <a:pt x="37" y="245"/>
                    </a:cubicBezTo>
                    <a:cubicBezTo>
                      <a:pt x="123" y="273"/>
                      <a:pt x="237" y="309"/>
                      <a:pt x="373" y="339"/>
                    </a:cubicBezTo>
                    <a:cubicBezTo>
                      <a:pt x="677" y="408"/>
                      <a:pt x="1104" y="472"/>
                      <a:pt x="1667" y="472"/>
                    </a:cubicBezTo>
                    <a:cubicBezTo>
                      <a:pt x="1744" y="472"/>
                      <a:pt x="1823" y="470"/>
                      <a:pt x="1905" y="468"/>
                    </a:cubicBezTo>
                    <a:cubicBezTo>
                      <a:pt x="1948" y="402"/>
                      <a:pt x="1984" y="332"/>
                      <a:pt x="2021" y="266"/>
                    </a:cubicBezTo>
                    <a:cubicBezTo>
                      <a:pt x="2005" y="259"/>
                      <a:pt x="1991" y="259"/>
                      <a:pt x="1984" y="252"/>
                    </a:cubicBezTo>
                    <a:cubicBezTo>
                      <a:pt x="1891" y="259"/>
                      <a:pt x="1805" y="259"/>
                      <a:pt x="1719" y="259"/>
                    </a:cubicBezTo>
                    <a:cubicBezTo>
                      <a:pt x="1158" y="259"/>
                      <a:pt x="734" y="202"/>
                      <a:pt x="425" y="130"/>
                    </a:cubicBezTo>
                    <a:cubicBezTo>
                      <a:pt x="244" y="87"/>
                      <a:pt x="108" y="44"/>
                      <a:pt x="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51">
                <a:extLst>
                  <a:ext uri="{FF2B5EF4-FFF2-40B4-BE49-F238E27FC236}">
                    <a16:creationId xmlns:a16="http://schemas.microsoft.com/office/drawing/2014/main" id="{A1F413F6-BED4-D17A-5511-1238DF0A722E}"/>
                  </a:ext>
                </a:extLst>
              </p:cNvPr>
              <p:cNvSpPr/>
              <p:nvPr/>
            </p:nvSpPr>
            <p:spPr>
              <a:xfrm>
                <a:off x="4487943" y="2858501"/>
                <a:ext cx="400567" cy="103868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446" extrusionOk="0">
                    <a:moveTo>
                      <a:pt x="101" y="1"/>
                    </a:moveTo>
                    <a:cubicBezTo>
                      <a:pt x="80" y="37"/>
                      <a:pt x="58" y="80"/>
                      <a:pt x="37" y="117"/>
                    </a:cubicBezTo>
                    <a:lnTo>
                      <a:pt x="37" y="123"/>
                    </a:lnTo>
                    <a:cubicBezTo>
                      <a:pt x="22" y="144"/>
                      <a:pt x="8" y="167"/>
                      <a:pt x="1" y="196"/>
                    </a:cubicBezTo>
                    <a:lnTo>
                      <a:pt x="8" y="196"/>
                    </a:lnTo>
                    <a:cubicBezTo>
                      <a:pt x="115" y="230"/>
                      <a:pt x="253" y="273"/>
                      <a:pt x="425" y="317"/>
                    </a:cubicBezTo>
                    <a:cubicBezTo>
                      <a:pt x="734" y="389"/>
                      <a:pt x="1158" y="446"/>
                      <a:pt x="1719" y="446"/>
                    </a:cubicBezTo>
                    <a:cubicBezTo>
                      <a:pt x="1710" y="382"/>
                      <a:pt x="1703" y="310"/>
                      <a:pt x="1710" y="230"/>
                    </a:cubicBezTo>
                    <a:cubicBezTo>
                      <a:pt x="1179" y="230"/>
                      <a:pt x="777" y="173"/>
                      <a:pt x="475" y="101"/>
                    </a:cubicBezTo>
                    <a:cubicBezTo>
                      <a:pt x="323" y="73"/>
                      <a:pt x="201" y="37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51">
                <a:extLst>
                  <a:ext uri="{FF2B5EF4-FFF2-40B4-BE49-F238E27FC236}">
                    <a16:creationId xmlns:a16="http://schemas.microsoft.com/office/drawing/2014/main" id="{CD0439DF-EE7C-64C4-620A-1DD112D26CC0}"/>
                  </a:ext>
                </a:extLst>
              </p:cNvPr>
              <p:cNvSpPr/>
              <p:nvPr/>
            </p:nvSpPr>
            <p:spPr>
              <a:xfrm>
                <a:off x="4467915" y="2915558"/>
                <a:ext cx="443884" cy="10969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471" extrusionOk="0">
                    <a:moveTo>
                      <a:pt x="57" y="1"/>
                    </a:moveTo>
                    <a:cubicBezTo>
                      <a:pt x="44" y="28"/>
                      <a:pt x="28" y="58"/>
                      <a:pt x="21" y="87"/>
                    </a:cubicBezTo>
                    <a:cubicBezTo>
                      <a:pt x="7" y="123"/>
                      <a:pt x="7" y="166"/>
                      <a:pt x="1" y="210"/>
                    </a:cubicBezTo>
                    <a:cubicBezTo>
                      <a:pt x="7" y="217"/>
                      <a:pt x="14" y="217"/>
                      <a:pt x="21" y="217"/>
                    </a:cubicBezTo>
                    <a:cubicBezTo>
                      <a:pt x="123" y="260"/>
                      <a:pt x="259" y="303"/>
                      <a:pt x="439" y="339"/>
                    </a:cubicBezTo>
                    <a:cubicBezTo>
                      <a:pt x="746" y="410"/>
                      <a:pt x="1172" y="470"/>
                      <a:pt x="1734" y="470"/>
                    </a:cubicBezTo>
                    <a:cubicBezTo>
                      <a:pt x="1789" y="470"/>
                      <a:pt x="1847" y="470"/>
                      <a:pt x="1905" y="468"/>
                    </a:cubicBezTo>
                    <a:cubicBezTo>
                      <a:pt x="1862" y="425"/>
                      <a:pt x="1833" y="353"/>
                      <a:pt x="1812" y="260"/>
                    </a:cubicBezTo>
                    <a:lnTo>
                      <a:pt x="1776" y="260"/>
                    </a:lnTo>
                    <a:cubicBezTo>
                      <a:pt x="1222" y="260"/>
                      <a:pt x="798" y="201"/>
                      <a:pt x="496" y="130"/>
                    </a:cubicBezTo>
                    <a:cubicBezTo>
                      <a:pt x="316" y="94"/>
                      <a:pt x="187" y="51"/>
                      <a:pt x="80" y="8"/>
                    </a:cubicBezTo>
                    <a:cubicBezTo>
                      <a:pt x="71" y="8"/>
                      <a:pt x="64" y="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51">
                <a:extLst>
                  <a:ext uri="{FF2B5EF4-FFF2-40B4-BE49-F238E27FC236}">
                    <a16:creationId xmlns:a16="http://schemas.microsoft.com/office/drawing/2014/main" id="{537540E4-232F-1C7B-5362-D6D0EA2FECEE}"/>
                  </a:ext>
                </a:extLst>
              </p:cNvPr>
              <p:cNvSpPr/>
              <p:nvPr/>
            </p:nvSpPr>
            <p:spPr>
              <a:xfrm>
                <a:off x="4467915" y="2964231"/>
                <a:ext cx="462282" cy="75456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324" extrusionOk="0">
                    <a:moveTo>
                      <a:pt x="1" y="1"/>
                    </a:moveTo>
                    <a:lnTo>
                      <a:pt x="1" y="21"/>
                    </a:lnTo>
                    <a:lnTo>
                      <a:pt x="1" y="64"/>
                    </a:lnTo>
                    <a:lnTo>
                      <a:pt x="7" y="64"/>
                    </a:lnTo>
                    <a:cubicBezTo>
                      <a:pt x="108" y="108"/>
                      <a:pt x="244" y="151"/>
                      <a:pt x="425" y="194"/>
                    </a:cubicBezTo>
                    <a:cubicBezTo>
                      <a:pt x="734" y="266"/>
                      <a:pt x="1158" y="323"/>
                      <a:pt x="1719" y="323"/>
                    </a:cubicBezTo>
                    <a:cubicBezTo>
                      <a:pt x="1805" y="323"/>
                      <a:pt x="1891" y="323"/>
                      <a:pt x="1984" y="316"/>
                    </a:cubicBezTo>
                    <a:cubicBezTo>
                      <a:pt x="1955" y="309"/>
                      <a:pt x="1926" y="287"/>
                      <a:pt x="1905" y="259"/>
                    </a:cubicBezTo>
                    <a:cubicBezTo>
                      <a:pt x="1847" y="261"/>
                      <a:pt x="1789" y="261"/>
                      <a:pt x="1734" y="261"/>
                    </a:cubicBezTo>
                    <a:cubicBezTo>
                      <a:pt x="1172" y="261"/>
                      <a:pt x="746" y="201"/>
                      <a:pt x="439" y="130"/>
                    </a:cubicBezTo>
                    <a:cubicBezTo>
                      <a:pt x="259" y="94"/>
                      <a:pt x="123" y="51"/>
                      <a:pt x="21" y="8"/>
                    </a:cubicBezTo>
                    <a:cubicBezTo>
                      <a:pt x="14" y="8"/>
                      <a:pt x="7" y="8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51">
                <a:extLst>
                  <a:ext uri="{FF2B5EF4-FFF2-40B4-BE49-F238E27FC236}">
                    <a16:creationId xmlns:a16="http://schemas.microsoft.com/office/drawing/2014/main" id="{C00CA71E-477F-B9B6-6FE9-58027A92E247}"/>
                  </a:ext>
                </a:extLst>
              </p:cNvPr>
              <p:cNvSpPr/>
              <p:nvPr/>
            </p:nvSpPr>
            <p:spPr>
              <a:xfrm>
                <a:off x="4467915" y="2979136"/>
                <a:ext cx="1863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8" h="15" fill="none" extrusionOk="0">
                    <a:moveTo>
                      <a:pt x="7" y="0"/>
                    </a:moveTo>
                    <a:cubicBezTo>
                      <a:pt x="7" y="7"/>
                      <a:pt x="7" y="7"/>
                      <a:pt x="1" y="1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51">
                <a:extLst>
                  <a:ext uri="{FF2B5EF4-FFF2-40B4-BE49-F238E27FC236}">
                    <a16:creationId xmlns:a16="http://schemas.microsoft.com/office/drawing/2014/main" id="{075CC005-5530-2E81-DC0C-E6D8D7FF2B07}"/>
                  </a:ext>
                </a:extLst>
              </p:cNvPr>
              <p:cNvSpPr/>
              <p:nvPr/>
            </p:nvSpPr>
            <p:spPr>
              <a:xfrm>
                <a:off x="4481190" y="2903914"/>
                <a:ext cx="408718" cy="72195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310" extrusionOk="0">
                    <a:moveTo>
                      <a:pt x="30" y="1"/>
                    </a:moveTo>
                    <a:cubicBezTo>
                      <a:pt x="23" y="8"/>
                      <a:pt x="14" y="15"/>
                      <a:pt x="14" y="22"/>
                    </a:cubicBezTo>
                    <a:cubicBezTo>
                      <a:pt x="7" y="35"/>
                      <a:pt x="0" y="44"/>
                      <a:pt x="0" y="51"/>
                    </a:cubicBezTo>
                    <a:cubicBezTo>
                      <a:pt x="7" y="58"/>
                      <a:pt x="14" y="58"/>
                      <a:pt x="23" y="58"/>
                    </a:cubicBezTo>
                    <a:cubicBezTo>
                      <a:pt x="130" y="101"/>
                      <a:pt x="259" y="144"/>
                      <a:pt x="439" y="180"/>
                    </a:cubicBezTo>
                    <a:cubicBezTo>
                      <a:pt x="741" y="251"/>
                      <a:pt x="1165" y="310"/>
                      <a:pt x="1719" y="310"/>
                    </a:cubicBezTo>
                    <a:lnTo>
                      <a:pt x="1755" y="310"/>
                    </a:lnTo>
                    <a:cubicBezTo>
                      <a:pt x="1755" y="287"/>
                      <a:pt x="1748" y="273"/>
                      <a:pt x="1748" y="251"/>
                    </a:cubicBezTo>
                    <a:cubicBezTo>
                      <a:pt x="1187" y="251"/>
                      <a:pt x="763" y="194"/>
                      <a:pt x="454" y="122"/>
                    </a:cubicBezTo>
                    <a:cubicBezTo>
                      <a:pt x="282" y="78"/>
                      <a:pt x="144" y="35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51">
                <a:extLst>
                  <a:ext uri="{FF2B5EF4-FFF2-40B4-BE49-F238E27FC236}">
                    <a16:creationId xmlns:a16="http://schemas.microsoft.com/office/drawing/2014/main" id="{2D22AE31-F150-83F4-D50B-47C0C5D2EF86}"/>
                  </a:ext>
                </a:extLst>
              </p:cNvPr>
              <p:cNvSpPr/>
              <p:nvPr/>
            </p:nvSpPr>
            <p:spPr>
              <a:xfrm>
                <a:off x="4511232" y="2845226"/>
                <a:ext cx="375182" cy="67072"/>
              </a:xfrm>
              <a:custGeom>
                <a:avLst/>
                <a:gdLst/>
                <a:ahLst/>
                <a:cxnLst/>
                <a:rect l="l" t="t" r="r" b="b"/>
                <a:pathLst>
                  <a:path w="1611" h="288" extrusionOk="0">
                    <a:moveTo>
                      <a:pt x="37" y="1"/>
                    </a:moveTo>
                    <a:cubicBezTo>
                      <a:pt x="23" y="22"/>
                      <a:pt x="15" y="37"/>
                      <a:pt x="1" y="58"/>
                    </a:cubicBezTo>
                    <a:cubicBezTo>
                      <a:pt x="101" y="94"/>
                      <a:pt x="223" y="130"/>
                      <a:pt x="375" y="158"/>
                    </a:cubicBezTo>
                    <a:cubicBezTo>
                      <a:pt x="677" y="230"/>
                      <a:pt x="1079" y="287"/>
                      <a:pt x="1610" y="287"/>
                    </a:cubicBezTo>
                    <a:lnTo>
                      <a:pt x="1610" y="267"/>
                    </a:lnTo>
                    <a:lnTo>
                      <a:pt x="1610" y="224"/>
                    </a:lnTo>
                    <a:cubicBezTo>
                      <a:pt x="1093" y="224"/>
                      <a:pt x="691" y="167"/>
                      <a:pt x="389" y="101"/>
                    </a:cubicBezTo>
                    <a:cubicBezTo>
                      <a:pt x="246" y="72"/>
                      <a:pt x="130" y="37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51">
                <a:extLst>
                  <a:ext uri="{FF2B5EF4-FFF2-40B4-BE49-F238E27FC236}">
                    <a16:creationId xmlns:a16="http://schemas.microsoft.com/office/drawing/2014/main" id="{1DF528D1-4217-DF86-8663-9EFCEC8377D6}"/>
                  </a:ext>
                </a:extLst>
              </p:cNvPr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5" fill="none" extrusionOk="0">
                    <a:moveTo>
                      <a:pt x="37" y="0"/>
                    </a:moveTo>
                    <a:lnTo>
                      <a:pt x="37" y="14"/>
                    </a:lnTo>
                    <a:cubicBezTo>
                      <a:pt x="21" y="7"/>
                      <a:pt x="7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51">
                <a:extLst>
                  <a:ext uri="{FF2B5EF4-FFF2-40B4-BE49-F238E27FC236}">
                    <a16:creationId xmlns:a16="http://schemas.microsoft.com/office/drawing/2014/main" id="{3A35A0F7-F19C-4FED-DBBD-AB309303FC84}"/>
                  </a:ext>
                </a:extLst>
              </p:cNvPr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avLst/>
                <a:gdLst/>
                <a:ahLst/>
                <a:cxnLst/>
                <a:rect l="l" t="t" r="r" b="b"/>
                <a:pathLst>
                  <a:path w="15" h="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6"/>
                      <a:pt x="8" y="36"/>
                      <a:pt x="15" y="52"/>
                    </a:cubicBezTo>
                    <a:cubicBezTo>
                      <a:pt x="8" y="30"/>
                      <a:pt x="1" y="16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51">
                <a:extLst>
                  <a:ext uri="{FF2B5EF4-FFF2-40B4-BE49-F238E27FC236}">
                    <a16:creationId xmlns:a16="http://schemas.microsoft.com/office/drawing/2014/main" id="{2CAE6F29-9796-B1A9-A7E7-57E526AF44C2}"/>
                  </a:ext>
                </a:extLst>
              </p:cNvPr>
              <p:cNvSpPr/>
              <p:nvPr/>
            </p:nvSpPr>
            <p:spPr>
              <a:xfrm>
                <a:off x="4820971" y="2572516"/>
                <a:ext cx="1863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8" y="1"/>
                    </a:moveTo>
                    <a:lnTo>
                      <a:pt x="8" y="1"/>
                    </a:lnTo>
                    <a:cubicBezTo>
                      <a:pt x="8" y="8"/>
                      <a:pt x="1" y="14"/>
                      <a:pt x="1" y="21"/>
                    </a:cubicBezTo>
                    <a:cubicBezTo>
                      <a:pt x="8" y="14"/>
                      <a:pt x="8" y="8"/>
                      <a:pt x="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51">
                <a:extLst>
                  <a:ext uri="{FF2B5EF4-FFF2-40B4-BE49-F238E27FC236}">
                    <a16:creationId xmlns:a16="http://schemas.microsoft.com/office/drawing/2014/main" id="{FF708A5D-A6AE-3EF7-5011-3453C03CDD42}"/>
                  </a:ext>
                </a:extLst>
              </p:cNvPr>
              <p:cNvSpPr/>
              <p:nvPr/>
            </p:nvSpPr>
            <p:spPr>
              <a:xfrm>
                <a:off x="4635128" y="2572516"/>
                <a:ext cx="219613" cy="207969"/>
              </a:xfrm>
              <a:custGeom>
                <a:avLst/>
                <a:gdLst/>
                <a:ahLst/>
                <a:cxnLst/>
                <a:rect l="l" t="t" r="r" b="b"/>
                <a:pathLst>
                  <a:path w="943" h="893" extrusionOk="0">
                    <a:moveTo>
                      <a:pt x="785" y="1"/>
                    </a:moveTo>
                    <a:cubicBezTo>
                      <a:pt x="699" y="130"/>
                      <a:pt x="569" y="216"/>
                      <a:pt x="440" y="280"/>
                    </a:cubicBezTo>
                    <a:cubicBezTo>
                      <a:pt x="345" y="316"/>
                      <a:pt x="252" y="337"/>
                      <a:pt x="166" y="353"/>
                    </a:cubicBezTo>
                    <a:cubicBezTo>
                      <a:pt x="116" y="482"/>
                      <a:pt x="59" y="546"/>
                      <a:pt x="30" y="575"/>
                    </a:cubicBezTo>
                    <a:cubicBezTo>
                      <a:pt x="23" y="582"/>
                      <a:pt x="16" y="589"/>
                      <a:pt x="16" y="596"/>
                    </a:cubicBezTo>
                    <a:cubicBezTo>
                      <a:pt x="9" y="604"/>
                      <a:pt x="0" y="625"/>
                      <a:pt x="0" y="648"/>
                    </a:cubicBezTo>
                    <a:cubicBezTo>
                      <a:pt x="0" y="654"/>
                      <a:pt x="0" y="661"/>
                      <a:pt x="9" y="661"/>
                    </a:cubicBezTo>
                    <a:lnTo>
                      <a:pt x="9" y="682"/>
                    </a:lnTo>
                    <a:cubicBezTo>
                      <a:pt x="9" y="698"/>
                      <a:pt x="16" y="718"/>
                      <a:pt x="23" y="734"/>
                    </a:cubicBezTo>
                    <a:cubicBezTo>
                      <a:pt x="52" y="791"/>
                      <a:pt x="109" y="855"/>
                      <a:pt x="224" y="877"/>
                    </a:cubicBezTo>
                    <a:cubicBezTo>
                      <a:pt x="282" y="888"/>
                      <a:pt x="336" y="892"/>
                      <a:pt x="386" y="892"/>
                    </a:cubicBezTo>
                    <a:cubicBezTo>
                      <a:pt x="773" y="892"/>
                      <a:pt x="942" y="611"/>
                      <a:pt x="942" y="611"/>
                    </a:cubicBezTo>
                    <a:cubicBezTo>
                      <a:pt x="942" y="611"/>
                      <a:pt x="921" y="589"/>
                      <a:pt x="892" y="546"/>
                    </a:cubicBezTo>
                    <a:cubicBezTo>
                      <a:pt x="863" y="518"/>
                      <a:pt x="842" y="475"/>
                      <a:pt x="820" y="423"/>
                    </a:cubicBezTo>
                    <a:cubicBezTo>
                      <a:pt x="806" y="389"/>
                      <a:pt x="799" y="359"/>
                      <a:pt x="799" y="316"/>
                    </a:cubicBezTo>
                    <a:cubicBezTo>
                      <a:pt x="792" y="287"/>
                      <a:pt x="792" y="259"/>
                      <a:pt x="792" y="223"/>
                    </a:cubicBezTo>
                    <a:lnTo>
                      <a:pt x="792" y="158"/>
                    </a:lnTo>
                    <a:cubicBezTo>
                      <a:pt x="792" y="144"/>
                      <a:pt x="792" y="137"/>
                      <a:pt x="799" y="130"/>
                    </a:cubicBezTo>
                    <a:lnTo>
                      <a:pt x="799" y="108"/>
                    </a:lnTo>
                    <a:lnTo>
                      <a:pt x="799" y="71"/>
                    </a:lnTo>
                    <a:lnTo>
                      <a:pt x="799" y="21"/>
                    </a:lnTo>
                    <a:cubicBezTo>
                      <a:pt x="799" y="14"/>
                      <a:pt x="806" y="8"/>
                      <a:pt x="806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51">
                <a:extLst>
                  <a:ext uri="{FF2B5EF4-FFF2-40B4-BE49-F238E27FC236}">
                    <a16:creationId xmlns:a16="http://schemas.microsoft.com/office/drawing/2014/main" id="{A0E1F8E5-1EEC-B69D-31F9-B50462F9BA47}"/>
                  </a:ext>
                </a:extLst>
              </p:cNvPr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avLst/>
                <a:gdLst/>
                <a:ahLst/>
                <a:cxnLst/>
                <a:rect l="l" t="t" r="r" b="b"/>
                <a:pathLst>
                  <a:path w="15" h="52" fill="none" extrusionOk="0">
                    <a:moveTo>
                      <a:pt x="1" y="0"/>
                    </a:moveTo>
                    <a:cubicBezTo>
                      <a:pt x="1" y="16"/>
                      <a:pt x="8" y="36"/>
                      <a:pt x="15" y="52"/>
                    </a:cubicBezTo>
                    <a:cubicBezTo>
                      <a:pt x="8" y="29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51">
                <a:extLst>
                  <a:ext uri="{FF2B5EF4-FFF2-40B4-BE49-F238E27FC236}">
                    <a16:creationId xmlns:a16="http://schemas.microsoft.com/office/drawing/2014/main" id="{F3AAB41E-DE5B-0E25-3439-1C9ED1F93AEE}"/>
                  </a:ext>
                </a:extLst>
              </p:cNvPr>
              <p:cNvSpPr/>
              <p:nvPr/>
            </p:nvSpPr>
            <p:spPr>
              <a:xfrm>
                <a:off x="4444161" y="2214803"/>
                <a:ext cx="615056" cy="480214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062" extrusionOk="0">
                    <a:moveTo>
                      <a:pt x="1229" y="1"/>
                    </a:moveTo>
                    <a:cubicBezTo>
                      <a:pt x="1014" y="1"/>
                      <a:pt x="821" y="60"/>
                      <a:pt x="713" y="127"/>
                    </a:cubicBezTo>
                    <a:cubicBezTo>
                      <a:pt x="354" y="336"/>
                      <a:pt x="1" y="847"/>
                      <a:pt x="441" y="1026"/>
                    </a:cubicBezTo>
                    <a:cubicBezTo>
                      <a:pt x="398" y="1607"/>
                      <a:pt x="354" y="1959"/>
                      <a:pt x="677" y="2061"/>
                    </a:cubicBezTo>
                    <a:cubicBezTo>
                      <a:pt x="677" y="2061"/>
                      <a:pt x="656" y="1968"/>
                      <a:pt x="663" y="1802"/>
                    </a:cubicBezTo>
                    <a:cubicBezTo>
                      <a:pt x="561" y="1687"/>
                      <a:pt x="498" y="1478"/>
                      <a:pt x="511" y="1378"/>
                    </a:cubicBezTo>
                    <a:cubicBezTo>
                      <a:pt x="518" y="1321"/>
                      <a:pt x="518" y="1285"/>
                      <a:pt x="518" y="1249"/>
                    </a:cubicBezTo>
                    <a:lnTo>
                      <a:pt x="518" y="1212"/>
                    </a:lnTo>
                    <a:cubicBezTo>
                      <a:pt x="527" y="1169"/>
                      <a:pt x="527" y="1126"/>
                      <a:pt x="527" y="1054"/>
                    </a:cubicBezTo>
                    <a:lnTo>
                      <a:pt x="527" y="967"/>
                    </a:lnTo>
                    <a:lnTo>
                      <a:pt x="527" y="933"/>
                    </a:lnTo>
                    <a:lnTo>
                      <a:pt x="527" y="874"/>
                    </a:lnTo>
                    <a:cubicBezTo>
                      <a:pt x="534" y="702"/>
                      <a:pt x="577" y="545"/>
                      <a:pt x="691" y="407"/>
                    </a:cubicBezTo>
                    <a:cubicBezTo>
                      <a:pt x="727" y="502"/>
                      <a:pt x="777" y="602"/>
                      <a:pt x="863" y="702"/>
                    </a:cubicBezTo>
                    <a:cubicBezTo>
                      <a:pt x="929" y="788"/>
                      <a:pt x="1015" y="867"/>
                      <a:pt x="1131" y="940"/>
                    </a:cubicBezTo>
                    <a:lnTo>
                      <a:pt x="1138" y="947"/>
                    </a:lnTo>
                    <a:cubicBezTo>
                      <a:pt x="1181" y="967"/>
                      <a:pt x="1217" y="997"/>
                      <a:pt x="1260" y="1010"/>
                    </a:cubicBezTo>
                    <a:cubicBezTo>
                      <a:pt x="1433" y="1112"/>
                      <a:pt x="1590" y="1155"/>
                      <a:pt x="1698" y="1183"/>
                    </a:cubicBezTo>
                    <a:lnTo>
                      <a:pt x="1698" y="1176"/>
                    </a:lnTo>
                    <a:cubicBezTo>
                      <a:pt x="1712" y="1162"/>
                      <a:pt x="1726" y="1140"/>
                      <a:pt x="1748" y="1126"/>
                    </a:cubicBezTo>
                    <a:cubicBezTo>
                      <a:pt x="1785" y="1097"/>
                      <a:pt x="1828" y="1076"/>
                      <a:pt x="1885" y="1076"/>
                    </a:cubicBezTo>
                    <a:cubicBezTo>
                      <a:pt x="1928" y="1083"/>
                      <a:pt x="1957" y="1105"/>
                      <a:pt x="1964" y="1140"/>
                    </a:cubicBezTo>
                    <a:cubicBezTo>
                      <a:pt x="1964" y="1155"/>
                      <a:pt x="1971" y="1169"/>
                      <a:pt x="1964" y="1192"/>
                    </a:cubicBezTo>
                    <a:cubicBezTo>
                      <a:pt x="1964" y="1255"/>
                      <a:pt x="1928" y="1342"/>
                      <a:pt x="1885" y="1399"/>
                    </a:cubicBezTo>
                    <a:cubicBezTo>
                      <a:pt x="1812" y="1500"/>
                      <a:pt x="1691" y="1537"/>
                      <a:pt x="1626" y="1537"/>
                    </a:cubicBezTo>
                    <a:cubicBezTo>
                      <a:pt x="1626" y="1544"/>
                      <a:pt x="1626" y="1550"/>
                      <a:pt x="1619" y="1557"/>
                    </a:cubicBezTo>
                    <a:lnTo>
                      <a:pt x="1619" y="1607"/>
                    </a:lnTo>
                    <a:lnTo>
                      <a:pt x="1619" y="1644"/>
                    </a:lnTo>
                    <a:lnTo>
                      <a:pt x="1619" y="1666"/>
                    </a:lnTo>
                    <a:cubicBezTo>
                      <a:pt x="1612" y="1673"/>
                      <a:pt x="1612" y="1680"/>
                      <a:pt x="1612" y="1694"/>
                    </a:cubicBezTo>
                    <a:lnTo>
                      <a:pt x="1612" y="1759"/>
                    </a:lnTo>
                    <a:cubicBezTo>
                      <a:pt x="1612" y="1795"/>
                      <a:pt x="1612" y="1823"/>
                      <a:pt x="1619" y="1852"/>
                    </a:cubicBezTo>
                    <a:cubicBezTo>
                      <a:pt x="1619" y="1895"/>
                      <a:pt x="1626" y="1925"/>
                      <a:pt x="1640" y="1959"/>
                    </a:cubicBezTo>
                    <a:cubicBezTo>
                      <a:pt x="1597" y="1644"/>
                      <a:pt x="1928" y="1680"/>
                      <a:pt x="2086" y="1205"/>
                    </a:cubicBezTo>
                    <a:cubicBezTo>
                      <a:pt x="2130" y="1226"/>
                      <a:pt x="2173" y="1235"/>
                      <a:pt x="2216" y="1235"/>
                    </a:cubicBezTo>
                    <a:cubicBezTo>
                      <a:pt x="2425" y="1235"/>
                      <a:pt x="2604" y="1047"/>
                      <a:pt x="2625" y="810"/>
                    </a:cubicBezTo>
                    <a:cubicBezTo>
                      <a:pt x="2640" y="579"/>
                      <a:pt x="2488" y="393"/>
                      <a:pt x="2280" y="393"/>
                    </a:cubicBezTo>
                    <a:cubicBezTo>
                      <a:pt x="2200" y="393"/>
                      <a:pt x="2130" y="422"/>
                      <a:pt x="2064" y="465"/>
                    </a:cubicBezTo>
                    <a:cubicBezTo>
                      <a:pt x="1993" y="336"/>
                      <a:pt x="1878" y="207"/>
                      <a:pt x="1705" y="113"/>
                    </a:cubicBezTo>
                    <a:cubicBezTo>
                      <a:pt x="1551" y="32"/>
                      <a:pt x="1384" y="1"/>
                      <a:pt x="1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51">
                <a:extLst>
                  <a:ext uri="{FF2B5EF4-FFF2-40B4-BE49-F238E27FC236}">
                    <a16:creationId xmlns:a16="http://schemas.microsoft.com/office/drawing/2014/main" id="{FFA4DBC6-6E32-ADBD-C9E7-84B8E40AAA83}"/>
                  </a:ext>
                </a:extLst>
              </p:cNvPr>
              <p:cNvSpPr/>
              <p:nvPr/>
            </p:nvSpPr>
            <p:spPr>
              <a:xfrm>
                <a:off x="4559905" y="2309355"/>
                <a:ext cx="343276" cy="347701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1493" extrusionOk="0">
                    <a:moveTo>
                      <a:pt x="194" y="639"/>
                    </a:moveTo>
                    <a:cubicBezTo>
                      <a:pt x="197" y="639"/>
                      <a:pt x="200" y="640"/>
                      <a:pt x="202" y="641"/>
                    </a:cubicBezTo>
                    <a:cubicBezTo>
                      <a:pt x="223" y="641"/>
                      <a:pt x="230" y="656"/>
                      <a:pt x="237" y="670"/>
                    </a:cubicBezTo>
                    <a:cubicBezTo>
                      <a:pt x="246" y="684"/>
                      <a:pt x="246" y="691"/>
                      <a:pt x="246" y="706"/>
                    </a:cubicBezTo>
                    <a:cubicBezTo>
                      <a:pt x="246" y="742"/>
                      <a:pt x="216" y="770"/>
                      <a:pt x="194" y="770"/>
                    </a:cubicBezTo>
                    <a:cubicBezTo>
                      <a:pt x="166" y="763"/>
                      <a:pt x="151" y="734"/>
                      <a:pt x="151" y="699"/>
                    </a:cubicBezTo>
                    <a:cubicBezTo>
                      <a:pt x="151" y="691"/>
                      <a:pt x="151" y="677"/>
                      <a:pt x="159" y="670"/>
                    </a:cubicBezTo>
                    <a:cubicBezTo>
                      <a:pt x="165" y="652"/>
                      <a:pt x="180" y="639"/>
                      <a:pt x="194" y="639"/>
                    </a:cubicBezTo>
                    <a:close/>
                    <a:moveTo>
                      <a:pt x="806" y="699"/>
                    </a:moveTo>
                    <a:cubicBezTo>
                      <a:pt x="841" y="706"/>
                      <a:pt x="863" y="734"/>
                      <a:pt x="856" y="777"/>
                    </a:cubicBezTo>
                    <a:cubicBezTo>
                      <a:pt x="856" y="820"/>
                      <a:pt x="827" y="849"/>
                      <a:pt x="791" y="849"/>
                    </a:cubicBezTo>
                    <a:cubicBezTo>
                      <a:pt x="784" y="849"/>
                      <a:pt x="770" y="843"/>
                      <a:pt x="763" y="829"/>
                    </a:cubicBezTo>
                    <a:cubicBezTo>
                      <a:pt x="748" y="813"/>
                      <a:pt x="741" y="793"/>
                      <a:pt x="741" y="770"/>
                    </a:cubicBezTo>
                    <a:cubicBezTo>
                      <a:pt x="741" y="749"/>
                      <a:pt x="748" y="734"/>
                      <a:pt x="763" y="727"/>
                    </a:cubicBezTo>
                    <a:cubicBezTo>
                      <a:pt x="770" y="706"/>
                      <a:pt x="791" y="699"/>
                      <a:pt x="806" y="699"/>
                    </a:cubicBezTo>
                    <a:close/>
                    <a:moveTo>
                      <a:pt x="194" y="1"/>
                    </a:moveTo>
                    <a:cubicBezTo>
                      <a:pt x="80" y="139"/>
                      <a:pt x="37" y="296"/>
                      <a:pt x="30" y="468"/>
                    </a:cubicBezTo>
                    <a:lnTo>
                      <a:pt x="30" y="527"/>
                    </a:lnTo>
                    <a:lnTo>
                      <a:pt x="30" y="561"/>
                    </a:lnTo>
                    <a:lnTo>
                      <a:pt x="30" y="648"/>
                    </a:lnTo>
                    <a:cubicBezTo>
                      <a:pt x="30" y="720"/>
                      <a:pt x="30" y="763"/>
                      <a:pt x="21" y="806"/>
                    </a:cubicBezTo>
                    <a:lnTo>
                      <a:pt x="21" y="843"/>
                    </a:lnTo>
                    <a:cubicBezTo>
                      <a:pt x="21" y="879"/>
                      <a:pt x="21" y="915"/>
                      <a:pt x="14" y="972"/>
                    </a:cubicBezTo>
                    <a:cubicBezTo>
                      <a:pt x="1" y="1072"/>
                      <a:pt x="64" y="1281"/>
                      <a:pt x="166" y="1396"/>
                    </a:cubicBezTo>
                    <a:cubicBezTo>
                      <a:pt x="209" y="1446"/>
                      <a:pt x="252" y="1476"/>
                      <a:pt x="296" y="1483"/>
                    </a:cubicBezTo>
                    <a:cubicBezTo>
                      <a:pt x="321" y="1489"/>
                      <a:pt x="351" y="1493"/>
                      <a:pt x="384" y="1493"/>
                    </a:cubicBezTo>
                    <a:cubicBezTo>
                      <a:pt x="418" y="1493"/>
                      <a:pt x="453" y="1489"/>
                      <a:pt x="489" y="1483"/>
                    </a:cubicBezTo>
                    <a:cubicBezTo>
                      <a:pt x="575" y="1467"/>
                      <a:pt x="668" y="1446"/>
                      <a:pt x="763" y="1410"/>
                    </a:cubicBezTo>
                    <a:cubicBezTo>
                      <a:pt x="892" y="1346"/>
                      <a:pt x="1022" y="1260"/>
                      <a:pt x="1108" y="1131"/>
                    </a:cubicBezTo>
                    <a:lnTo>
                      <a:pt x="1129" y="1131"/>
                    </a:lnTo>
                    <a:cubicBezTo>
                      <a:pt x="1194" y="1131"/>
                      <a:pt x="1315" y="1094"/>
                      <a:pt x="1388" y="993"/>
                    </a:cubicBezTo>
                    <a:cubicBezTo>
                      <a:pt x="1431" y="936"/>
                      <a:pt x="1467" y="849"/>
                      <a:pt x="1467" y="786"/>
                    </a:cubicBezTo>
                    <a:cubicBezTo>
                      <a:pt x="1474" y="763"/>
                      <a:pt x="1467" y="749"/>
                      <a:pt x="1467" y="734"/>
                    </a:cubicBezTo>
                    <a:cubicBezTo>
                      <a:pt x="1460" y="699"/>
                      <a:pt x="1431" y="677"/>
                      <a:pt x="1388" y="670"/>
                    </a:cubicBezTo>
                    <a:cubicBezTo>
                      <a:pt x="1331" y="670"/>
                      <a:pt x="1288" y="691"/>
                      <a:pt x="1251" y="720"/>
                    </a:cubicBezTo>
                    <a:cubicBezTo>
                      <a:pt x="1229" y="734"/>
                      <a:pt x="1215" y="756"/>
                      <a:pt x="1201" y="770"/>
                    </a:cubicBezTo>
                    <a:lnTo>
                      <a:pt x="1201" y="777"/>
                    </a:lnTo>
                    <a:cubicBezTo>
                      <a:pt x="1093" y="749"/>
                      <a:pt x="936" y="706"/>
                      <a:pt x="763" y="604"/>
                    </a:cubicBezTo>
                    <a:cubicBezTo>
                      <a:pt x="720" y="591"/>
                      <a:pt x="684" y="561"/>
                      <a:pt x="641" y="541"/>
                    </a:cubicBezTo>
                    <a:lnTo>
                      <a:pt x="634" y="534"/>
                    </a:lnTo>
                    <a:cubicBezTo>
                      <a:pt x="518" y="461"/>
                      <a:pt x="432" y="382"/>
                      <a:pt x="366" y="296"/>
                    </a:cubicBezTo>
                    <a:cubicBezTo>
                      <a:pt x="280" y="196"/>
                      <a:pt x="230" y="96"/>
                      <a:pt x="194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51">
                <a:extLst>
                  <a:ext uri="{FF2B5EF4-FFF2-40B4-BE49-F238E27FC236}">
                    <a16:creationId xmlns:a16="http://schemas.microsoft.com/office/drawing/2014/main" id="{6D5B0751-C1BB-1633-1A07-33A4FB9D975B}"/>
                  </a:ext>
                </a:extLst>
              </p:cNvPr>
              <p:cNvSpPr/>
              <p:nvPr/>
            </p:nvSpPr>
            <p:spPr>
              <a:xfrm>
                <a:off x="4732241" y="2472142"/>
                <a:ext cx="28878" cy="3516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51" extrusionOk="0">
                    <a:moveTo>
                      <a:pt x="66" y="0"/>
                    </a:moveTo>
                    <a:cubicBezTo>
                      <a:pt x="51" y="0"/>
                      <a:pt x="30" y="7"/>
                      <a:pt x="23" y="28"/>
                    </a:cubicBezTo>
                    <a:cubicBezTo>
                      <a:pt x="8" y="35"/>
                      <a:pt x="1" y="50"/>
                      <a:pt x="1" y="71"/>
                    </a:cubicBezTo>
                    <a:cubicBezTo>
                      <a:pt x="1" y="94"/>
                      <a:pt x="8" y="114"/>
                      <a:pt x="23" y="130"/>
                    </a:cubicBezTo>
                    <a:cubicBezTo>
                      <a:pt x="30" y="144"/>
                      <a:pt x="44" y="150"/>
                      <a:pt x="51" y="150"/>
                    </a:cubicBezTo>
                    <a:cubicBezTo>
                      <a:pt x="87" y="150"/>
                      <a:pt x="116" y="121"/>
                      <a:pt x="116" y="78"/>
                    </a:cubicBezTo>
                    <a:cubicBezTo>
                      <a:pt x="123" y="35"/>
                      <a:pt x="101" y="7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51">
                <a:extLst>
                  <a:ext uri="{FF2B5EF4-FFF2-40B4-BE49-F238E27FC236}">
                    <a16:creationId xmlns:a16="http://schemas.microsoft.com/office/drawing/2014/main" id="{969668C4-1417-FE26-8354-9D9C523277BB}"/>
                  </a:ext>
                </a:extLst>
              </p:cNvPr>
              <p:cNvSpPr/>
              <p:nvPr/>
            </p:nvSpPr>
            <p:spPr>
              <a:xfrm>
                <a:off x="4594838" y="2457936"/>
                <a:ext cx="22357" cy="30974"/>
              </a:xfrm>
              <a:custGeom>
                <a:avLst/>
                <a:gdLst/>
                <a:ahLst/>
                <a:cxnLst/>
                <a:rect l="l" t="t" r="r" b="b"/>
                <a:pathLst>
                  <a:path w="96" h="133" extrusionOk="0">
                    <a:moveTo>
                      <a:pt x="44" y="1"/>
                    </a:moveTo>
                    <a:cubicBezTo>
                      <a:pt x="30" y="1"/>
                      <a:pt x="15" y="14"/>
                      <a:pt x="9" y="32"/>
                    </a:cubicBezTo>
                    <a:cubicBezTo>
                      <a:pt x="1" y="39"/>
                      <a:pt x="1" y="53"/>
                      <a:pt x="1" y="61"/>
                    </a:cubicBezTo>
                    <a:cubicBezTo>
                      <a:pt x="1" y="96"/>
                      <a:pt x="16" y="125"/>
                      <a:pt x="44" y="132"/>
                    </a:cubicBezTo>
                    <a:cubicBezTo>
                      <a:pt x="66" y="132"/>
                      <a:pt x="96" y="104"/>
                      <a:pt x="96" y="68"/>
                    </a:cubicBezTo>
                    <a:cubicBezTo>
                      <a:pt x="96" y="53"/>
                      <a:pt x="96" y="46"/>
                      <a:pt x="87" y="32"/>
                    </a:cubicBezTo>
                    <a:cubicBezTo>
                      <a:pt x="80" y="18"/>
                      <a:pt x="73" y="3"/>
                      <a:pt x="52" y="3"/>
                    </a:cubicBezTo>
                    <a:cubicBezTo>
                      <a:pt x="50" y="2"/>
                      <a:pt x="47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51">
                <a:extLst>
                  <a:ext uri="{FF2B5EF4-FFF2-40B4-BE49-F238E27FC236}">
                    <a16:creationId xmlns:a16="http://schemas.microsoft.com/office/drawing/2014/main" id="{849BAAB3-8758-62DF-E63E-0A0808E57B3B}"/>
                  </a:ext>
                </a:extLst>
              </p:cNvPr>
              <p:cNvSpPr/>
              <p:nvPr/>
            </p:nvSpPr>
            <p:spPr>
              <a:xfrm>
                <a:off x="4623483" y="2525473"/>
                <a:ext cx="8617" cy="20494"/>
              </a:xfrm>
              <a:custGeom>
                <a:avLst/>
                <a:gdLst/>
                <a:ahLst/>
                <a:cxnLst/>
                <a:rect l="l" t="t" r="r" b="b"/>
                <a:pathLst>
                  <a:path w="37" h="88" fill="none" extrusionOk="0">
                    <a:moveTo>
                      <a:pt x="36" y="87"/>
                    </a:moveTo>
                    <a:cubicBezTo>
                      <a:pt x="36" y="87"/>
                      <a:pt x="0" y="58"/>
                      <a:pt x="23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51">
                <a:extLst>
                  <a:ext uri="{FF2B5EF4-FFF2-40B4-BE49-F238E27FC236}">
                    <a16:creationId xmlns:a16="http://schemas.microsoft.com/office/drawing/2014/main" id="{8DCA3A60-1AC0-83C7-E87E-05F9EBA21B39}"/>
                  </a:ext>
                </a:extLst>
              </p:cNvPr>
              <p:cNvSpPr/>
              <p:nvPr/>
            </p:nvSpPr>
            <p:spPr>
              <a:xfrm>
                <a:off x="4625113" y="2584161"/>
                <a:ext cx="57290" cy="13507"/>
              </a:xfrm>
              <a:custGeom>
                <a:avLst/>
                <a:gdLst/>
                <a:ahLst/>
                <a:cxnLst/>
                <a:rect l="l" t="t" r="r" b="b"/>
                <a:pathLst>
                  <a:path w="246" h="58" fill="none" extrusionOk="0">
                    <a:moveTo>
                      <a:pt x="0" y="14"/>
                    </a:moveTo>
                    <a:cubicBezTo>
                      <a:pt x="0" y="14"/>
                      <a:pt x="116" y="58"/>
                      <a:pt x="245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51">
                <a:extLst>
                  <a:ext uri="{FF2B5EF4-FFF2-40B4-BE49-F238E27FC236}">
                    <a16:creationId xmlns:a16="http://schemas.microsoft.com/office/drawing/2014/main" id="{67A827C1-C406-8110-BDD8-0E42C0C166D9}"/>
                  </a:ext>
                </a:extLst>
              </p:cNvPr>
              <p:cNvSpPr/>
              <p:nvPr/>
            </p:nvSpPr>
            <p:spPr>
              <a:xfrm>
                <a:off x="4697308" y="2435113"/>
                <a:ext cx="11877" cy="1863"/>
              </a:xfrm>
              <a:custGeom>
                <a:avLst/>
                <a:gdLst/>
                <a:ahLst/>
                <a:cxnLst/>
                <a:rect l="l" t="t" r="r" b="b"/>
                <a:pathLst>
                  <a:path w="51" h="8" fill="none" extrusionOk="0">
                    <a:moveTo>
                      <a:pt x="51" y="1"/>
                    </a:moveTo>
                    <a:cubicBezTo>
                      <a:pt x="14" y="1"/>
                      <a:pt x="1" y="8"/>
                      <a:pt x="1" y="8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51">
                <a:extLst>
                  <a:ext uri="{FF2B5EF4-FFF2-40B4-BE49-F238E27FC236}">
                    <a16:creationId xmlns:a16="http://schemas.microsoft.com/office/drawing/2014/main" id="{A7126EE0-94A5-19F1-FBED-8DB129F5A4EA}"/>
                  </a:ext>
                </a:extLst>
              </p:cNvPr>
              <p:cNvSpPr/>
              <p:nvPr/>
            </p:nvSpPr>
            <p:spPr>
              <a:xfrm>
                <a:off x="4600195" y="2419976"/>
                <a:ext cx="20261" cy="6987"/>
              </a:xfrm>
              <a:custGeom>
                <a:avLst/>
                <a:gdLst/>
                <a:ahLst/>
                <a:cxnLst/>
                <a:rect l="l" t="t" r="r" b="b"/>
                <a:pathLst>
                  <a:path w="87" h="30" fill="none" extrusionOk="0">
                    <a:moveTo>
                      <a:pt x="86" y="29"/>
                    </a:moveTo>
                    <a:cubicBezTo>
                      <a:pt x="86" y="29"/>
                      <a:pt x="50" y="9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51">
                <a:extLst>
                  <a:ext uri="{FF2B5EF4-FFF2-40B4-BE49-F238E27FC236}">
                    <a16:creationId xmlns:a16="http://schemas.microsoft.com/office/drawing/2014/main" id="{12C0C9AE-DE8C-AE1F-25FC-C44E1D3462A8}"/>
                  </a:ext>
                </a:extLst>
              </p:cNvPr>
              <p:cNvSpPr/>
              <p:nvPr/>
            </p:nvSpPr>
            <p:spPr>
              <a:xfrm>
                <a:off x="4866151" y="3104894"/>
                <a:ext cx="217983" cy="291575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252" extrusionOk="0">
                    <a:moveTo>
                      <a:pt x="763" y="0"/>
                    </a:moveTo>
                    <a:cubicBezTo>
                      <a:pt x="647" y="50"/>
                      <a:pt x="361" y="173"/>
                      <a:pt x="318" y="194"/>
                    </a:cubicBezTo>
                    <a:cubicBezTo>
                      <a:pt x="268" y="216"/>
                      <a:pt x="238" y="266"/>
                      <a:pt x="209" y="323"/>
                    </a:cubicBezTo>
                    <a:cubicBezTo>
                      <a:pt x="188" y="380"/>
                      <a:pt x="36" y="668"/>
                      <a:pt x="23" y="704"/>
                    </a:cubicBezTo>
                    <a:cubicBezTo>
                      <a:pt x="9" y="747"/>
                      <a:pt x="9" y="913"/>
                      <a:pt x="0" y="956"/>
                    </a:cubicBezTo>
                    <a:cubicBezTo>
                      <a:pt x="0" y="992"/>
                      <a:pt x="52" y="1129"/>
                      <a:pt x="66" y="1156"/>
                    </a:cubicBezTo>
                    <a:cubicBezTo>
                      <a:pt x="72" y="1190"/>
                      <a:pt x="84" y="1229"/>
                      <a:pt x="99" y="1229"/>
                    </a:cubicBezTo>
                    <a:cubicBezTo>
                      <a:pt x="100" y="1229"/>
                      <a:pt x="101" y="1229"/>
                      <a:pt x="102" y="1229"/>
                    </a:cubicBezTo>
                    <a:cubicBezTo>
                      <a:pt x="122" y="1222"/>
                      <a:pt x="143" y="1183"/>
                      <a:pt x="139" y="1154"/>
                    </a:cubicBezTo>
                    <a:lnTo>
                      <a:pt x="139" y="1154"/>
                    </a:lnTo>
                    <a:cubicBezTo>
                      <a:pt x="141" y="1160"/>
                      <a:pt x="145" y="1168"/>
                      <a:pt x="145" y="1179"/>
                    </a:cubicBezTo>
                    <a:cubicBezTo>
                      <a:pt x="151" y="1212"/>
                      <a:pt x="164" y="1252"/>
                      <a:pt x="178" y="1252"/>
                    </a:cubicBezTo>
                    <a:cubicBezTo>
                      <a:pt x="179" y="1252"/>
                      <a:pt x="180" y="1252"/>
                      <a:pt x="181" y="1251"/>
                    </a:cubicBezTo>
                    <a:cubicBezTo>
                      <a:pt x="195" y="1242"/>
                      <a:pt x="231" y="1199"/>
                      <a:pt x="216" y="1122"/>
                    </a:cubicBezTo>
                    <a:cubicBezTo>
                      <a:pt x="216" y="1099"/>
                      <a:pt x="216" y="1079"/>
                      <a:pt x="209" y="1063"/>
                    </a:cubicBezTo>
                    <a:lnTo>
                      <a:pt x="209" y="1042"/>
                    </a:lnTo>
                    <a:lnTo>
                      <a:pt x="209" y="1027"/>
                    </a:lnTo>
                    <a:cubicBezTo>
                      <a:pt x="224" y="1070"/>
                      <a:pt x="268" y="1149"/>
                      <a:pt x="281" y="1172"/>
                    </a:cubicBezTo>
                    <a:cubicBezTo>
                      <a:pt x="285" y="1181"/>
                      <a:pt x="296" y="1188"/>
                      <a:pt x="307" y="1188"/>
                    </a:cubicBezTo>
                    <a:cubicBezTo>
                      <a:pt x="321" y="1188"/>
                      <a:pt x="335" y="1179"/>
                      <a:pt x="338" y="1156"/>
                    </a:cubicBezTo>
                    <a:cubicBezTo>
                      <a:pt x="338" y="1106"/>
                      <a:pt x="324" y="1063"/>
                      <a:pt x="318" y="1027"/>
                    </a:cubicBezTo>
                    <a:cubicBezTo>
                      <a:pt x="306" y="1005"/>
                      <a:pt x="312" y="965"/>
                      <a:pt x="313" y="932"/>
                    </a:cubicBezTo>
                    <a:lnTo>
                      <a:pt x="313" y="932"/>
                    </a:lnTo>
                    <a:cubicBezTo>
                      <a:pt x="315" y="948"/>
                      <a:pt x="318" y="961"/>
                      <a:pt x="318" y="970"/>
                    </a:cubicBezTo>
                    <a:cubicBezTo>
                      <a:pt x="331" y="1006"/>
                      <a:pt x="425" y="1092"/>
                      <a:pt x="440" y="1106"/>
                    </a:cubicBezTo>
                    <a:cubicBezTo>
                      <a:pt x="442" y="1109"/>
                      <a:pt x="445" y="1110"/>
                      <a:pt x="447" y="1110"/>
                    </a:cubicBezTo>
                    <a:cubicBezTo>
                      <a:pt x="462" y="1110"/>
                      <a:pt x="480" y="1076"/>
                      <a:pt x="461" y="1027"/>
                    </a:cubicBezTo>
                    <a:cubicBezTo>
                      <a:pt x="440" y="970"/>
                      <a:pt x="411" y="956"/>
                      <a:pt x="411" y="920"/>
                    </a:cubicBezTo>
                    <a:cubicBezTo>
                      <a:pt x="411" y="891"/>
                      <a:pt x="397" y="761"/>
                      <a:pt x="404" y="747"/>
                    </a:cubicBezTo>
                    <a:cubicBezTo>
                      <a:pt x="411" y="734"/>
                      <a:pt x="490" y="647"/>
                      <a:pt x="518" y="518"/>
                    </a:cubicBezTo>
                    <a:cubicBezTo>
                      <a:pt x="533" y="452"/>
                      <a:pt x="533" y="409"/>
                      <a:pt x="554" y="395"/>
                    </a:cubicBezTo>
                    <a:cubicBezTo>
                      <a:pt x="561" y="380"/>
                      <a:pt x="706" y="345"/>
                      <a:pt x="820" y="316"/>
                    </a:cubicBezTo>
                    <a:cubicBezTo>
                      <a:pt x="863" y="309"/>
                      <a:pt x="906" y="294"/>
                      <a:pt x="935" y="287"/>
                    </a:cubicBezTo>
                    <a:lnTo>
                      <a:pt x="899" y="230"/>
                    </a:lnTo>
                    <a:lnTo>
                      <a:pt x="763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51">
                <a:extLst>
                  <a:ext uri="{FF2B5EF4-FFF2-40B4-BE49-F238E27FC236}">
                    <a16:creationId xmlns:a16="http://schemas.microsoft.com/office/drawing/2014/main" id="{4896B7CB-370B-6F52-3F8B-3E0908F2CCE3}"/>
                  </a:ext>
                </a:extLst>
              </p:cNvPr>
              <p:cNvSpPr/>
              <p:nvPr/>
            </p:nvSpPr>
            <p:spPr>
              <a:xfrm>
                <a:off x="4931592" y="3283751"/>
                <a:ext cx="6987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30" h="130" fill="none" extrusionOk="0">
                    <a:moveTo>
                      <a:pt x="0" y="0"/>
                    </a:moveTo>
                    <a:cubicBezTo>
                      <a:pt x="0" y="0"/>
                      <a:pt x="14" y="73"/>
                      <a:pt x="30" y="12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51">
                <a:extLst>
                  <a:ext uri="{FF2B5EF4-FFF2-40B4-BE49-F238E27FC236}">
                    <a16:creationId xmlns:a16="http://schemas.microsoft.com/office/drawing/2014/main" id="{4DBC0164-F06E-6AF1-D492-17D6B007786F}"/>
                  </a:ext>
                </a:extLst>
              </p:cNvPr>
              <p:cNvSpPr/>
              <p:nvPr/>
            </p:nvSpPr>
            <p:spPr>
              <a:xfrm>
                <a:off x="4938346" y="3313794"/>
                <a:ext cx="233" cy="2329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fill="none" extrusionOk="0">
                    <a:moveTo>
                      <a:pt x="1" y="9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51">
                <a:extLst>
                  <a:ext uri="{FF2B5EF4-FFF2-40B4-BE49-F238E27FC236}">
                    <a16:creationId xmlns:a16="http://schemas.microsoft.com/office/drawing/2014/main" id="{5E47519B-E5C3-A507-DAE4-4B29CBAD5EE4}"/>
                  </a:ext>
                </a:extLst>
              </p:cNvPr>
              <p:cNvSpPr/>
              <p:nvPr/>
            </p:nvSpPr>
            <p:spPr>
              <a:xfrm>
                <a:off x="4908303" y="3287245"/>
                <a:ext cx="6521" cy="48906"/>
              </a:xfrm>
              <a:custGeom>
                <a:avLst/>
                <a:gdLst/>
                <a:ahLst/>
                <a:cxnLst/>
                <a:rect l="l" t="t" r="r" b="b"/>
                <a:pathLst>
                  <a:path w="28" h="210" extrusionOk="0">
                    <a:moveTo>
                      <a:pt x="0" y="1"/>
                    </a:moveTo>
                    <a:cubicBezTo>
                      <a:pt x="0" y="1"/>
                      <a:pt x="14" y="123"/>
                      <a:pt x="21" y="194"/>
                    </a:cubicBezTo>
                    <a:cubicBezTo>
                      <a:pt x="21" y="201"/>
                      <a:pt x="21" y="201"/>
                      <a:pt x="28" y="209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51">
                <a:extLst>
                  <a:ext uri="{FF2B5EF4-FFF2-40B4-BE49-F238E27FC236}">
                    <a16:creationId xmlns:a16="http://schemas.microsoft.com/office/drawing/2014/main" id="{93C91F02-DFB6-8B48-0DD9-87DD9267930B}"/>
                  </a:ext>
                </a:extLst>
              </p:cNvPr>
              <p:cNvSpPr/>
              <p:nvPr/>
            </p:nvSpPr>
            <p:spPr>
              <a:xfrm>
                <a:off x="4908303" y="3287245"/>
                <a:ext cx="6521" cy="48906"/>
              </a:xfrm>
              <a:custGeom>
                <a:avLst/>
                <a:gdLst/>
                <a:ahLst/>
                <a:cxnLst/>
                <a:rect l="l" t="t" r="r" b="b"/>
                <a:pathLst>
                  <a:path w="28" h="210" fill="none" extrusionOk="0">
                    <a:moveTo>
                      <a:pt x="28" y="209"/>
                    </a:moveTo>
                    <a:cubicBezTo>
                      <a:pt x="21" y="201"/>
                      <a:pt x="21" y="201"/>
                      <a:pt x="21" y="194"/>
                    </a:cubicBezTo>
                    <a:cubicBezTo>
                      <a:pt x="14" y="123"/>
                      <a:pt x="0" y="1"/>
                      <a:pt x="0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51">
                <a:extLst>
                  <a:ext uri="{FF2B5EF4-FFF2-40B4-BE49-F238E27FC236}">
                    <a16:creationId xmlns:a16="http://schemas.microsoft.com/office/drawing/2014/main" id="{A482EE00-5820-DFD9-2236-4A88075FF387}"/>
                  </a:ext>
                </a:extLst>
              </p:cNvPr>
              <p:cNvSpPr/>
              <p:nvPr/>
            </p:nvSpPr>
            <p:spPr>
              <a:xfrm>
                <a:off x="4912961" y="3332192"/>
                <a:ext cx="1863" cy="3959"/>
              </a:xfrm>
              <a:custGeom>
                <a:avLst/>
                <a:gdLst/>
                <a:ahLst/>
                <a:cxnLst/>
                <a:rect l="l" t="t" r="r" b="b"/>
                <a:pathLst>
                  <a:path w="8" h="17" fill="none" extrusionOk="0">
                    <a:moveTo>
                      <a:pt x="1" y="1"/>
                    </a:moveTo>
                    <a:cubicBezTo>
                      <a:pt x="1" y="8"/>
                      <a:pt x="1" y="8"/>
                      <a:pt x="8" y="16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51">
                <a:extLst>
                  <a:ext uri="{FF2B5EF4-FFF2-40B4-BE49-F238E27FC236}">
                    <a16:creationId xmlns:a16="http://schemas.microsoft.com/office/drawing/2014/main" id="{59FF3FF4-F309-5AE5-7A41-7AA488EEAB0B}"/>
                  </a:ext>
                </a:extLst>
              </p:cNvPr>
              <p:cNvSpPr/>
              <p:nvPr/>
            </p:nvSpPr>
            <p:spPr>
              <a:xfrm>
                <a:off x="4914591" y="3337548"/>
                <a:ext cx="233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1" h="15" fill="none" extrusionOk="0">
                    <a:moveTo>
                      <a:pt x="1" y="14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51">
                <a:extLst>
                  <a:ext uri="{FF2B5EF4-FFF2-40B4-BE49-F238E27FC236}">
                    <a16:creationId xmlns:a16="http://schemas.microsoft.com/office/drawing/2014/main" id="{C47F5407-019E-A732-4BB0-BA9F32841C3A}"/>
                  </a:ext>
                </a:extLst>
              </p:cNvPr>
              <p:cNvSpPr/>
              <p:nvPr/>
            </p:nvSpPr>
            <p:spPr>
              <a:xfrm>
                <a:off x="4914591" y="3347562"/>
                <a:ext cx="233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1" h="22" fill="none" extrusionOk="0">
                    <a:moveTo>
                      <a:pt x="1" y="21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51">
                <a:extLst>
                  <a:ext uri="{FF2B5EF4-FFF2-40B4-BE49-F238E27FC236}">
                    <a16:creationId xmlns:a16="http://schemas.microsoft.com/office/drawing/2014/main" id="{89C57BF9-B870-03BA-C859-993EB3E5589C}"/>
                  </a:ext>
                </a:extLst>
              </p:cNvPr>
              <p:cNvSpPr/>
              <p:nvPr/>
            </p:nvSpPr>
            <p:spPr>
              <a:xfrm>
                <a:off x="4886179" y="3287245"/>
                <a:ext cx="12343" cy="85470"/>
              </a:xfrm>
              <a:custGeom>
                <a:avLst/>
                <a:gdLst/>
                <a:ahLst/>
                <a:cxnLst/>
                <a:rect l="l" t="t" r="r" b="b"/>
                <a:pathLst>
                  <a:path w="53" h="367" extrusionOk="0">
                    <a:moveTo>
                      <a:pt x="0" y="1"/>
                    </a:moveTo>
                    <a:lnTo>
                      <a:pt x="0" y="230"/>
                    </a:lnTo>
                    <a:cubicBezTo>
                      <a:pt x="9" y="266"/>
                      <a:pt x="30" y="323"/>
                      <a:pt x="52" y="366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51">
                <a:extLst>
                  <a:ext uri="{FF2B5EF4-FFF2-40B4-BE49-F238E27FC236}">
                    <a16:creationId xmlns:a16="http://schemas.microsoft.com/office/drawing/2014/main" id="{07A9EF39-DF56-33C4-AAA0-401D2BB5FA9F}"/>
                  </a:ext>
                </a:extLst>
              </p:cNvPr>
              <p:cNvSpPr/>
              <p:nvPr/>
            </p:nvSpPr>
            <p:spPr>
              <a:xfrm>
                <a:off x="4886179" y="3287245"/>
                <a:ext cx="12343" cy="85470"/>
              </a:xfrm>
              <a:custGeom>
                <a:avLst/>
                <a:gdLst/>
                <a:ahLst/>
                <a:cxnLst/>
                <a:rect l="l" t="t" r="r" b="b"/>
                <a:pathLst>
                  <a:path w="53" h="367" fill="none" extrusionOk="0">
                    <a:moveTo>
                      <a:pt x="0" y="1"/>
                    </a:moveTo>
                    <a:lnTo>
                      <a:pt x="0" y="230"/>
                    </a:lnTo>
                    <a:cubicBezTo>
                      <a:pt x="9" y="266"/>
                      <a:pt x="30" y="323"/>
                      <a:pt x="52" y="366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51">
                <a:extLst>
                  <a:ext uri="{FF2B5EF4-FFF2-40B4-BE49-F238E27FC236}">
                    <a16:creationId xmlns:a16="http://schemas.microsoft.com/office/drawing/2014/main" id="{08D1FB64-54E1-A380-451F-B2A642F9B3F9}"/>
                  </a:ext>
                </a:extLst>
              </p:cNvPr>
              <p:cNvSpPr/>
              <p:nvPr/>
            </p:nvSpPr>
            <p:spPr>
              <a:xfrm>
                <a:off x="4884549" y="2778388"/>
                <a:ext cx="430609" cy="401731"/>
              </a:xfrm>
              <a:custGeom>
                <a:avLst/>
                <a:gdLst/>
                <a:ahLst/>
                <a:cxnLst/>
                <a:rect l="l" t="t" r="r" b="b"/>
                <a:pathLst>
                  <a:path w="1849" h="1725" extrusionOk="0">
                    <a:moveTo>
                      <a:pt x="316" y="0"/>
                    </a:moveTo>
                    <a:cubicBezTo>
                      <a:pt x="206" y="0"/>
                      <a:pt x="41" y="235"/>
                      <a:pt x="7" y="511"/>
                    </a:cubicBezTo>
                    <a:lnTo>
                      <a:pt x="7" y="554"/>
                    </a:lnTo>
                    <a:lnTo>
                      <a:pt x="7" y="574"/>
                    </a:lnTo>
                    <a:cubicBezTo>
                      <a:pt x="0" y="654"/>
                      <a:pt x="7" y="726"/>
                      <a:pt x="16" y="790"/>
                    </a:cubicBezTo>
                    <a:cubicBezTo>
                      <a:pt x="16" y="812"/>
                      <a:pt x="23" y="826"/>
                      <a:pt x="23" y="849"/>
                    </a:cubicBezTo>
                    <a:cubicBezTo>
                      <a:pt x="44" y="942"/>
                      <a:pt x="73" y="1014"/>
                      <a:pt x="116" y="1057"/>
                    </a:cubicBezTo>
                    <a:cubicBezTo>
                      <a:pt x="137" y="1085"/>
                      <a:pt x="166" y="1107"/>
                      <a:pt x="195" y="1114"/>
                    </a:cubicBezTo>
                    <a:lnTo>
                      <a:pt x="232" y="1114"/>
                    </a:lnTo>
                    <a:lnTo>
                      <a:pt x="232" y="1128"/>
                    </a:lnTo>
                    <a:cubicBezTo>
                      <a:pt x="375" y="1151"/>
                      <a:pt x="942" y="1244"/>
                      <a:pt x="942" y="1244"/>
                    </a:cubicBezTo>
                    <a:cubicBezTo>
                      <a:pt x="827" y="1294"/>
                      <a:pt x="670" y="1373"/>
                      <a:pt x="670" y="1373"/>
                    </a:cubicBezTo>
                    <a:lnTo>
                      <a:pt x="684" y="1402"/>
                    </a:lnTo>
                    <a:lnTo>
                      <a:pt x="820" y="1632"/>
                    </a:lnTo>
                    <a:lnTo>
                      <a:pt x="856" y="1689"/>
                    </a:lnTo>
                    <a:lnTo>
                      <a:pt x="870" y="1725"/>
                    </a:lnTo>
                    <a:cubicBezTo>
                      <a:pt x="870" y="1725"/>
                      <a:pt x="1208" y="1696"/>
                      <a:pt x="1460" y="1625"/>
                    </a:cubicBezTo>
                    <a:cubicBezTo>
                      <a:pt x="1553" y="1596"/>
                      <a:pt x="1632" y="1559"/>
                      <a:pt x="1676" y="1516"/>
                    </a:cubicBezTo>
                    <a:cubicBezTo>
                      <a:pt x="1848" y="1359"/>
                      <a:pt x="1812" y="1230"/>
                      <a:pt x="1755" y="1171"/>
                    </a:cubicBezTo>
                    <a:cubicBezTo>
                      <a:pt x="1741" y="1157"/>
                      <a:pt x="1719" y="1135"/>
                      <a:pt x="1676" y="1107"/>
                    </a:cubicBezTo>
                    <a:cubicBezTo>
                      <a:pt x="1526" y="978"/>
                      <a:pt x="1172" y="683"/>
                      <a:pt x="949" y="497"/>
                    </a:cubicBezTo>
                    <a:cubicBezTo>
                      <a:pt x="684" y="272"/>
                      <a:pt x="346" y="7"/>
                      <a:pt x="346" y="7"/>
                    </a:cubicBezTo>
                    <a:cubicBezTo>
                      <a:pt x="336" y="2"/>
                      <a:pt x="326" y="0"/>
                      <a:pt x="3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51">
                <a:extLst>
                  <a:ext uri="{FF2B5EF4-FFF2-40B4-BE49-F238E27FC236}">
                    <a16:creationId xmlns:a16="http://schemas.microsoft.com/office/drawing/2014/main" id="{ECB02F15-BA74-BEB9-0E88-2F5E5BB40F79}"/>
                  </a:ext>
                </a:extLst>
              </p:cNvPr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5" extrusionOk="0">
                    <a:moveTo>
                      <a:pt x="0" y="0"/>
                    </a:moveTo>
                    <a:cubicBezTo>
                      <a:pt x="7" y="7"/>
                      <a:pt x="21" y="7"/>
                      <a:pt x="37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51">
                <a:extLst>
                  <a:ext uri="{FF2B5EF4-FFF2-40B4-BE49-F238E27FC236}">
                    <a16:creationId xmlns:a16="http://schemas.microsoft.com/office/drawing/2014/main" id="{ADC2D7D4-C884-43CD-7046-DCB098CB44B5}"/>
                  </a:ext>
                </a:extLst>
              </p:cNvPr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5" extrusionOk="0">
                    <a:moveTo>
                      <a:pt x="0" y="0"/>
                    </a:moveTo>
                    <a:cubicBezTo>
                      <a:pt x="7" y="7"/>
                      <a:pt x="21" y="7"/>
                      <a:pt x="37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51">
                <a:extLst>
                  <a:ext uri="{FF2B5EF4-FFF2-40B4-BE49-F238E27FC236}">
                    <a16:creationId xmlns:a16="http://schemas.microsoft.com/office/drawing/2014/main" id="{EACDA21E-C54E-B62F-B129-CFCF145EF4C8}"/>
                  </a:ext>
                </a:extLst>
              </p:cNvPr>
              <p:cNvSpPr/>
              <p:nvPr/>
            </p:nvSpPr>
            <p:spPr>
              <a:xfrm>
                <a:off x="5040350" y="3030837"/>
                <a:ext cx="206105" cy="140897"/>
              </a:xfrm>
              <a:custGeom>
                <a:avLst/>
                <a:gdLst/>
                <a:ahLst/>
                <a:cxnLst/>
                <a:rect l="l" t="t" r="r" b="b"/>
                <a:pathLst>
                  <a:path w="885" h="605" fill="none" extrusionOk="0">
                    <a:moveTo>
                      <a:pt x="884" y="51"/>
                    </a:moveTo>
                    <a:cubicBezTo>
                      <a:pt x="575" y="1"/>
                      <a:pt x="439" y="73"/>
                      <a:pt x="382" y="110"/>
                    </a:cubicBezTo>
                    <a:cubicBezTo>
                      <a:pt x="360" y="117"/>
                      <a:pt x="323" y="130"/>
                      <a:pt x="273" y="160"/>
                    </a:cubicBezTo>
                    <a:cubicBezTo>
                      <a:pt x="158" y="210"/>
                      <a:pt x="1" y="289"/>
                      <a:pt x="1" y="289"/>
                    </a:cubicBezTo>
                    <a:lnTo>
                      <a:pt x="15" y="318"/>
                    </a:lnTo>
                    <a:lnTo>
                      <a:pt x="151" y="548"/>
                    </a:lnTo>
                    <a:lnTo>
                      <a:pt x="187" y="605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51">
                <a:extLst>
                  <a:ext uri="{FF2B5EF4-FFF2-40B4-BE49-F238E27FC236}">
                    <a16:creationId xmlns:a16="http://schemas.microsoft.com/office/drawing/2014/main" id="{3A221BF1-147F-A7D2-F3E6-B46CFCA60E41}"/>
                  </a:ext>
                </a:extLst>
              </p:cNvPr>
              <p:cNvSpPr/>
              <p:nvPr/>
            </p:nvSpPr>
            <p:spPr>
              <a:xfrm>
                <a:off x="4549891" y="2428360"/>
                <a:ext cx="309973" cy="109690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471" extrusionOk="0">
                    <a:moveTo>
                      <a:pt x="130" y="43"/>
                    </a:moveTo>
                    <a:cubicBezTo>
                      <a:pt x="144" y="43"/>
                      <a:pt x="159" y="43"/>
                      <a:pt x="180" y="50"/>
                    </a:cubicBezTo>
                    <a:cubicBezTo>
                      <a:pt x="202" y="50"/>
                      <a:pt x="223" y="59"/>
                      <a:pt x="252" y="59"/>
                    </a:cubicBezTo>
                    <a:cubicBezTo>
                      <a:pt x="273" y="66"/>
                      <a:pt x="302" y="73"/>
                      <a:pt x="323" y="87"/>
                    </a:cubicBezTo>
                    <a:lnTo>
                      <a:pt x="339" y="87"/>
                    </a:lnTo>
                    <a:lnTo>
                      <a:pt x="339" y="93"/>
                    </a:lnTo>
                    <a:lnTo>
                      <a:pt x="346" y="102"/>
                    </a:lnTo>
                    <a:lnTo>
                      <a:pt x="346" y="145"/>
                    </a:lnTo>
                    <a:cubicBezTo>
                      <a:pt x="346" y="152"/>
                      <a:pt x="346" y="159"/>
                      <a:pt x="339" y="166"/>
                    </a:cubicBezTo>
                    <a:lnTo>
                      <a:pt x="339" y="188"/>
                    </a:lnTo>
                    <a:cubicBezTo>
                      <a:pt x="339" y="202"/>
                      <a:pt x="332" y="216"/>
                      <a:pt x="332" y="238"/>
                    </a:cubicBezTo>
                    <a:cubicBezTo>
                      <a:pt x="316" y="266"/>
                      <a:pt x="309" y="302"/>
                      <a:pt x="289" y="318"/>
                    </a:cubicBezTo>
                    <a:cubicBezTo>
                      <a:pt x="273" y="332"/>
                      <a:pt x="259" y="338"/>
                      <a:pt x="245" y="345"/>
                    </a:cubicBezTo>
                    <a:cubicBezTo>
                      <a:pt x="230" y="345"/>
                      <a:pt x="216" y="352"/>
                      <a:pt x="194" y="352"/>
                    </a:cubicBezTo>
                    <a:cubicBezTo>
                      <a:pt x="166" y="352"/>
                      <a:pt x="130" y="345"/>
                      <a:pt x="107" y="325"/>
                    </a:cubicBezTo>
                    <a:cubicBezTo>
                      <a:pt x="80" y="309"/>
                      <a:pt x="57" y="288"/>
                      <a:pt x="44" y="266"/>
                    </a:cubicBezTo>
                    <a:lnTo>
                      <a:pt x="44" y="252"/>
                    </a:lnTo>
                    <a:cubicBezTo>
                      <a:pt x="44" y="252"/>
                      <a:pt x="44" y="245"/>
                      <a:pt x="37" y="245"/>
                    </a:cubicBezTo>
                    <a:lnTo>
                      <a:pt x="37" y="238"/>
                    </a:lnTo>
                    <a:lnTo>
                      <a:pt x="37" y="231"/>
                    </a:lnTo>
                    <a:cubicBezTo>
                      <a:pt x="37" y="216"/>
                      <a:pt x="37" y="202"/>
                      <a:pt x="44" y="188"/>
                    </a:cubicBezTo>
                    <a:cubicBezTo>
                      <a:pt x="44" y="166"/>
                      <a:pt x="51" y="137"/>
                      <a:pt x="51" y="116"/>
                    </a:cubicBezTo>
                    <a:cubicBezTo>
                      <a:pt x="57" y="102"/>
                      <a:pt x="57" y="80"/>
                      <a:pt x="64" y="73"/>
                    </a:cubicBezTo>
                    <a:cubicBezTo>
                      <a:pt x="73" y="66"/>
                      <a:pt x="73" y="59"/>
                      <a:pt x="73" y="59"/>
                    </a:cubicBezTo>
                    <a:lnTo>
                      <a:pt x="80" y="50"/>
                    </a:lnTo>
                    <a:lnTo>
                      <a:pt x="87" y="50"/>
                    </a:lnTo>
                    <a:cubicBezTo>
                      <a:pt x="87" y="50"/>
                      <a:pt x="94" y="50"/>
                      <a:pt x="94" y="43"/>
                    </a:cubicBezTo>
                    <a:close/>
                    <a:moveTo>
                      <a:pt x="677" y="109"/>
                    </a:moveTo>
                    <a:cubicBezTo>
                      <a:pt x="697" y="116"/>
                      <a:pt x="727" y="116"/>
                      <a:pt x="754" y="116"/>
                    </a:cubicBezTo>
                    <a:cubicBezTo>
                      <a:pt x="777" y="116"/>
                      <a:pt x="813" y="123"/>
                      <a:pt x="849" y="123"/>
                    </a:cubicBezTo>
                    <a:cubicBezTo>
                      <a:pt x="884" y="130"/>
                      <a:pt x="920" y="137"/>
                      <a:pt x="956" y="145"/>
                    </a:cubicBezTo>
                    <a:cubicBezTo>
                      <a:pt x="979" y="145"/>
                      <a:pt x="999" y="152"/>
                      <a:pt x="1013" y="159"/>
                    </a:cubicBezTo>
                    <a:cubicBezTo>
                      <a:pt x="1029" y="159"/>
                      <a:pt x="1036" y="159"/>
                      <a:pt x="1049" y="166"/>
                    </a:cubicBezTo>
                    <a:lnTo>
                      <a:pt x="1056" y="166"/>
                    </a:lnTo>
                    <a:cubicBezTo>
                      <a:pt x="1056" y="173"/>
                      <a:pt x="1056" y="173"/>
                      <a:pt x="1065" y="173"/>
                    </a:cubicBezTo>
                    <a:cubicBezTo>
                      <a:pt x="1072" y="188"/>
                      <a:pt x="1072" y="202"/>
                      <a:pt x="1072" y="223"/>
                    </a:cubicBezTo>
                    <a:cubicBezTo>
                      <a:pt x="1079" y="231"/>
                      <a:pt x="1079" y="238"/>
                      <a:pt x="1079" y="245"/>
                    </a:cubicBezTo>
                    <a:lnTo>
                      <a:pt x="1079" y="259"/>
                    </a:lnTo>
                    <a:cubicBezTo>
                      <a:pt x="1072" y="266"/>
                      <a:pt x="1072" y="302"/>
                      <a:pt x="1072" y="309"/>
                    </a:cubicBezTo>
                    <a:cubicBezTo>
                      <a:pt x="1065" y="325"/>
                      <a:pt x="1065" y="332"/>
                      <a:pt x="1056" y="345"/>
                    </a:cubicBezTo>
                    <a:cubicBezTo>
                      <a:pt x="1056" y="361"/>
                      <a:pt x="1049" y="368"/>
                      <a:pt x="1049" y="375"/>
                    </a:cubicBezTo>
                    <a:cubicBezTo>
                      <a:pt x="1036" y="395"/>
                      <a:pt x="1022" y="404"/>
                      <a:pt x="999" y="418"/>
                    </a:cubicBezTo>
                    <a:cubicBezTo>
                      <a:pt x="992" y="425"/>
                      <a:pt x="986" y="425"/>
                      <a:pt x="970" y="432"/>
                    </a:cubicBezTo>
                    <a:lnTo>
                      <a:pt x="942" y="439"/>
                    </a:lnTo>
                    <a:cubicBezTo>
                      <a:pt x="913" y="439"/>
                      <a:pt x="892" y="447"/>
                      <a:pt x="870" y="447"/>
                    </a:cubicBezTo>
                    <a:cubicBezTo>
                      <a:pt x="827" y="447"/>
                      <a:pt x="784" y="447"/>
                      <a:pt x="741" y="432"/>
                    </a:cubicBezTo>
                    <a:cubicBezTo>
                      <a:pt x="697" y="425"/>
                      <a:pt x="661" y="411"/>
                      <a:pt x="625" y="388"/>
                    </a:cubicBezTo>
                    <a:cubicBezTo>
                      <a:pt x="611" y="382"/>
                      <a:pt x="590" y="368"/>
                      <a:pt x="582" y="352"/>
                    </a:cubicBezTo>
                    <a:cubicBezTo>
                      <a:pt x="575" y="352"/>
                      <a:pt x="568" y="345"/>
                      <a:pt x="561" y="338"/>
                    </a:cubicBezTo>
                    <a:lnTo>
                      <a:pt x="561" y="332"/>
                    </a:lnTo>
                    <a:lnTo>
                      <a:pt x="554" y="332"/>
                    </a:lnTo>
                    <a:lnTo>
                      <a:pt x="554" y="318"/>
                    </a:lnTo>
                    <a:cubicBezTo>
                      <a:pt x="547" y="288"/>
                      <a:pt x="554" y="231"/>
                      <a:pt x="561" y="202"/>
                    </a:cubicBezTo>
                    <a:lnTo>
                      <a:pt x="561" y="180"/>
                    </a:lnTo>
                    <a:cubicBezTo>
                      <a:pt x="561" y="173"/>
                      <a:pt x="568" y="173"/>
                      <a:pt x="568" y="166"/>
                    </a:cubicBezTo>
                    <a:cubicBezTo>
                      <a:pt x="568" y="152"/>
                      <a:pt x="575" y="145"/>
                      <a:pt x="575" y="137"/>
                    </a:cubicBezTo>
                    <a:cubicBezTo>
                      <a:pt x="590" y="123"/>
                      <a:pt x="597" y="116"/>
                      <a:pt x="604" y="116"/>
                    </a:cubicBezTo>
                    <a:lnTo>
                      <a:pt x="618" y="116"/>
                    </a:lnTo>
                    <a:cubicBezTo>
                      <a:pt x="618" y="116"/>
                      <a:pt x="640" y="116"/>
                      <a:pt x="677" y="109"/>
                    </a:cubicBezTo>
                    <a:close/>
                    <a:moveTo>
                      <a:pt x="130" y="0"/>
                    </a:moveTo>
                    <a:cubicBezTo>
                      <a:pt x="116" y="0"/>
                      <a:pt x="101" y="7"/>
                      <a:pt x="94" y="7"/>
                    </a:cubicBezTo>
                    <a:lnTo>
                      <a:pt x="73" y="7"/>
                    </a:lnTo>
                    <a:cubicBezTo>
                      <a:pt x="73" y="12"/>
                      <a:pt x="71" y="12"/>
                      <a:pt x="68" y="12"/>
                    </a:cubicBezTo>
                    <a:cubicBezTo>
                      <a:pt x="65" y="12"/>
                      <a:pt x="61" y="12"/>
                      <a:pt x="57" y="16"/>
                    </a:cubicBezTo>
                    <a:lnTo>
                      <a:pt x="57" y="23"/>
                    </a:lnTo>
                    <a:cubicBezTo>
                      <a:pt x="57" y="23"/>
                      <a:pt x="21" y="30"/>
                      <a:pt x="14" y="37"/>
                    </a:cubicBezTo>
                    <a:cubicBezTo>
                      <a:pt x="7" y="37"/>
                      <a:pt x="7" y="43"/>
                      <a:pt x="7" y="50"/>
                    </a:cubicBezTo>
                    <a:cubicBezTo>
                      <a:pt x="0" y="59"/>
                      <a:pt x="0" y="73"/>
                      <a:pt x="0" y="80"/>
                    </a:cubicBezTo>
                    <a:cubicBezTo>
                      <a:pt x="0" y="80"/>
                      <a:pt x="14" y="87"/>
                      <a:pt x="21" y="93"/>
                    </a:cubicBezTo>
                    <a:cubicBezTo>
                      <a:pt x="21" y="102"/>
                      <a:pt x="14" y="109"/>
                      <a:pt x="14" y="116"/>
                    </a:cubicBezTo>
                    <a:cubicBezTo>
                      <a:pt x="14" y="137"/>
                      <a:pt x="7" y="159"/>
                      <a:pt x="7" y="188"/>
                    </a:cubicBezTo>
                    <a:lnTo>
                      <a:pt x="7" y="231"/>
                    </a:lnTo>
                    <a:lnTo>
                      <a:pt x="7" y="238"/>
                    </a:lnTo>
                    <a:lnTo>
                      <a:pt x="7" y="245"/>
                    </a:lnTo>
                    <a:lnTo>
                      <a:pt x="7" y="252"/>
                    </a:lnTo>
                    <a:cubicBezTo>
                      <a:pt x="14" y="259"/>
                      <a:pt x="14" y="266"/>
                      <a:pt x="21" y="275"/>
                    </a:cubicBezTo>
                    <a:cubicBezTo>
                      <a:pt x="37" y="302"/>
                      <a:pt x="64" y="332"/>
                      <a:pt x="94" y="345"/>
                    </a:cubicBezTo>
                    <a:cubicBezTo>
                      <a:pt x="123" y="368"/>
                      <a:pt x="159" y="375"/>
                      <a:pt x="194" y="375"/>
                    </a:cubicBezTo>
                    <a:cubicBezTo>
                      <a:pt x="230" y="375"/>
                      <a:pt x="273" y="368"/>
                      <a:pt x="302" y="338"/>
                    </a:cubicBezTo>
                    <a:cubicBezTo>
                      <a:pt x="339" y="318"/>
                      <a:pt x="352" y="282"/>
                      <a:pt x="366" y="252"/>
                    </a:cubicBezTo>
                    <a:cubicBezTo>
                      <a:pt x="375" y="231"/>
                      <a:pt x="382" y="216"/>
                      <a:pt x="382" y="195"/>
                    </a:cubicBezTo>
                    <a:cubicBezTo>
                      <a:pt x="389" y="188"/>
                      <a:pt x="389" y="180"/>
                      <a:pt x="389" y="173"/>
                    </a:cubicBezTo>
                    <a:cubicBezTo>
                      <a:pt x="394" y="172"/>
                      <a:pt x="399" y="172"/>
                      <a:pt x="405" y="172"/>
                    </a:cubicBezTo>
                    <a:cubicBezTo>
                      <a:pt x="452" y="172"/>
                      <a:pt x="506" y="196"/>
                      <a:pt x="525" y="202"/>
                    </a:cubicBezTo>
                    <a:cubicBezTo>
                      <a:pt x="525" y="238"/>
                      <a:pt x="518" y="288"/>
                      <a:pt x="525" y="325"/>
                    </a:cubicBezTo>
                    <a:lnTo>
                      <a:pt x="525" y="338"/>
                    </a:lnTo>
                    <a:lnTo>
                      <a:pt x="532" y="345"/>
                    </a:lnTo>
                    <a:cubicBezTo>
                      <a:pt x="532" y="352"/>
                      <a:pt x="532" y="352"/>
                      <a:pt x="539" y="352"/>
                    </a:cubicBezTo>
                    <a:cubicBezTo>
                      <a:pt x="547" y="368"/>
                      <a:pt x="554" y="375"/>
                      <a:pt x="561" y="382"/>
                    </a:cubicBezTo>
                    <a:cubicBezTo>
                      <a:pt x="575" y="388"/>
                      <a:pt x="590" y="404"/>
                      <a:pt x="611" y="411"/>
                    </a:cubicBezTo>
                    <a:cubicBezTo>
                      <a:pt x="647" y="432"/>
                      <a:pt x="691" y="447"/>
                      <a:pt x="734" y="461"/>
                    </a:cubicBezTo>
                    <a:cubicBezTo>
                      <a:pt x="764" y="466"/>
                      <a:pt x="798" y="471"/>
                      <a:pt x="831" y="471"/>
                    </a:cubicBezTo>
                    <a:cubicBezTo>
                      <a:pt x="844" y="471"/>
                      <a:pt x="857" y="470"/>
                      <a:pt x="870" y="468"/>
                    </a:cubicBezTo>
                    <a:cubicBezTo>
                      <a:pt x="920" y="468"/>
                      <a:pt x="970" y="461"/>
                      <a:pt x="1013" y="439"/>
                    </a:cubicBezTo>
                    <a:cubicBezTo>
                      <a:pt x="1036" y="432"/>
                      <a:pt x="1056" y="418"/>
                      <a:pt x="1079" y="395"/>
                    </a:cubicBezTo>
                    <a:cubicBezTo>
                      <a:pt x="1086" y="382"/>
                      <a:pt x="1086" y="368"/>
                      <a:pt x="1092" y="361"/>
                    </a:cubicBezTo>
                    <a:cubicBezTo>
                      <a:pt x="1099" y="345"/>
                      <a:pt x="1099" y="338"/>
                      <a:pt x="1108" y="325"/>
                    </a:cubicBezTo>
                    <a:cubicBezTo>
                      <a:pt x="1115" y="318"/>
                      <a:pt x="1115" y="275"/>
                      <a:pt x="1122" y="259"/>
                    </a:cubicBezTo>
                    <a:cubicBezTo>
                      <a:pt x="1122" y="259"/>
                      <a:pt x="1129" y="245"/>
                      <a:pt x="1136" y="245"/>
                    </a:cubicBezTo>
                    <a:cubicBezTo>
                      <a:pt x="1136" y="238"/>
                      <a:pt x="1143" y="238"/>
                      <a:pt x="1151" y="231"/>
                    </a:cubicBezTo>
                    <a:lnTo>
                      <a:pt x="1294" y="275"/>
                    </a:lnTo>
                    <a:lnTo>
                      <a:pt x="1331" y="223"/>
                    </a:lnTo>
                    <a:lnTo>
                      <a:pt x="1143" y="145"/>
                    </a:lnTo>
                    <a:cubicBezTo>
                      <a:pt x="1129" y="145"/>
                      <a:pt x="1079" y="123"/>
                      <a:pt x="1079" y="123"/>
                    </a:cubicBezTo>
                    <a:cubicBezTo>
                      <a:pt x="1072" y="123"/>
                      <a:pt x="1072" y="123"/>
                      <a:pt x="1065" y="116"/>
                    </a:cubicBezTo>
                    <a:cubicBezTo>
                      <a:pt x="1049" y="116"/>
                      <a:pt x="1042" y="109"/>
                      <a:pt x="1029" y="109"/>
                    </a:cubicBezTo>
                    <a:cubicBezTo>
                      <a:pt x="1006" y="102"/>
                      <a:pt x="986" y="102"/>
                      <a:pt x="963" y="93"/>
                    </a:cubicBezTo>
                    <a:cubicBezTo>
                      <a:pt x="927" y="87"/>
                      <a:pt x="884" y="80"/>
                      <a:pt x="856" y="80"/>
                    </a:cubicBezTo>
                    <a:cubicBezTo>
                      <a:pt x="784" y="73"/>
                      <a:pt x="720" y="73"/>
                      <a:pt x="677" y="73"/>
                    </a:cubicBezTo>
                    <a:lnTo>
                      <a:pt x="611" y="73"/>
                    </a:lnTo>
                    <a:cubicBezTo>
                      <a:pt x="611" y="73"/>
                      <a:pt x="604" y="73"/>
                      <a:pt x="590" y="80"/>
                    </a:cubicBezTo>
                    <a:cubicBezTo>
                      <a:pt x="575" y="87"/>
                      <a:pt x="561" y="93"/>
                      <a:pt x="547" y="116"/>
                    </a:cubicBezTo>
                    <a:cubicBezTo>
                      <a:pt x="539" y="123"/>
                      <a:pt x="539" y="130"/>
                      <a:pt x="539" y="137"/>
                    </a:cubicBezTo>
                    <a:cubicBezTo>
                      <a:pt x="482" y="109"/>
                      <a:pt x="418" y="109"/>
                      <a:pt x="396" y="109"/>
                    </a:cubicBezTo>
                    <a:cubicBezTo>
                      <a:pt x="396" y="102"/>
                      <a:pt x="396" y="93"/>
                      <a:pt x="389" y="87"/>
                    </a:cubicBezTo>
                    <a:lnTo>
                      <a:pt x="389" y="73"/>
                    </a:lnTo>
                    <a:cubicBezTo>
                      <a:pt x="382" y="66"/>
                      <a:pt x="382" y="59"/>
                      <a:pt x="375" y="59"/>
                    </a:cubicBezTo>
                    <a:lnTo>
                      <a:pt x="366" y="50"/>
                    </a:lnTo>
                    <a:lnTo>
                      <a:pt x="359" y="50"/>
                    </a:lnTo>
                    <a:lnTo>
                      <a:pt x="359" y="43"/>
                    </a:lnTo>
                    <a:lnTo>
                      <a:pt x="346" y="43"/>
                    </a:lnTo>
                    <a:cubicBezTo>
                      <a:pt x="316" y="30"/>
                      <a:pt x="289" y="23"/>
                      <a:pt x="259" y="16"/>
                    </a:cubicBezTo>
                    <a:cubicBezTo>
                      <a:pt x="237" y="7"/>
                      <a:pt x="209" y="7"/>
                      <a:pt x="1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8" name="Google Shape;2438;p51">
              <a:extLst>
                <a:ext uri="{FF2B5EF4-FFF2-40B4-BE49-F238E27FC236}">
                  <a16:creationId xmlns:a16="http://schemas.microsoft.com/office/drawing/2014/main" id="{B7C3A892-1456-3FFA-F4F1-AB51C3702E1E}"/>
                </a:ext>
              </a:extLst>
            </p:cNvPr>
            <p:cNvGrpSpPr/>
            <p:nvPr/>
          </p:nvGrpSpPr>
          <p:grpSpPr>
            <a:xfrm>
              <a:off x="7732315" y="1409998"/>
              <a:ext cx="114150" cy="114196"/>
              <a:chOff x="-685100" y="4136737"/>
              <a:chExt cx="38359" cy="38359"/>
            </a:xfrm>
          </p:grpSpPr>
          <p:sp>
            <p:nvSpPr>
              <p:cNvPr id="2439" name="Google Shape;2439;p51">
                <a:extLst>
                  <a:ext uri="{FF2B5EF4-FFF2-40B4-BE49-F238E27FC236}">
                    <a16:creationId xmlns:a16="http://schemas.microsoft.com/office/drawing/2014/main" id="{F7AF8644-1EED-EAD4-7B9D-B48C9CE5371B}"/>
                  </a:ext>
                </a:extLst>
              </p:cNvPr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51">
                <a:extLst>
                  <a:ext uri="{FF2B5EF4-FFF2-40B4-BE49-F238E27FC236}">
                    <a16:creationId xmlns:a16="http://schemas.microsoft.com/office/drawing/2014/main" id="{F86FBA87-F8D4-D274-7666-3269159F8203}"/>
                  </a:ext>
                </a:extLst>
              </p:cNvPr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41" name="Google Shape;2441;p51">
              <a:extLst>
                <a:ext uri="{FF2B5EF4-FFF2-40B4-BE49-F238E27FC236}">
                  <a16:creationId xmlns:a16="http://schemas.microsoft.com/office/drawing/2014/main" id="{63E4550E-38E4-DFE9-A252-6BE46C410754}"/>
                </a:ext>
              </a:extLst>
            </p:cNvPr>
            <p:cNvSpPr/>
            <p:nvPr/>
          </p:nvSpPr>
          <p:spPr>
            <a:xfrm>
              <a:off x="6130587" y="2079663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51">
              <a:extLst>
                <a:ext uri="{FF2B5EF4-FFF2-40B4-BE49-F238E27FC236}">
                  <a16:creationId xmlns:a16="http://schemas.microsoft.com/office/drawing/2014/main" id="{29098CAD-F533-3A12-ABA5-C6DC4B4F49D2}"/>
                </a:ext>
              </a:extLst>
            </p:cNvPr>
            <p:cNvSpPr/>
            <p:nvPr/>
          </p:nvSpPr>
          <p:spPr>
            <a:xfrm>
              <a:off x="4489390" y="33406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51">
              <a:extLst>
                <a:ext uri="{FF2B5EF4-FFF2-40B4-BE49-F238E27FC236}">
                  <a16:creationId xmlns:a16="http://schemas.microsoft.com/office/drawing/2014/main" id="{4BA5BBA1-3C53-DD76-F34E-6233FC982667}"/>
                </a:ext>
              </a:extLst>
            </p:cNvPr>
            <p:cNvSpPr/>
            <p:nvPr/>
          </p:nvSpPr>
          <p:spPr>
            <a:xfrm>
              <a:off x="5368540" y="16594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3A0FC25-DF0A-2E7D-C580-394973266A86}"/>
              </a:ext>
            </a:extLst>
          </p:cNvPr>
          <p:cNvSpPr txBox="1"/>
          <p:nvPr/>
        </p:nvSpPr>
        <p:spPr>
          <a:xfrm>
            <a:off x="4563458" y="471118"/>
            <a:ext cx="130457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chemeClr val="bg2"/>
                </a:solidFill>
                <a:latin typeface="Albert Sans" panose="020B0604020202020204" charset="0"/>
              </a:rPr>
              <a:t>02</a:t>
            </a:r>
          </a:p>
        </p:txBody>
      </p:sp>
      <p:sp>
        <p:nvSpPr>
          <p:cNvPr id="4" name="Google Shape;2262;p51">
            <a:extLst>
              <a:ext uri="{FF2B5EF4-FFF2-40B4-BE49-F238E27FC236}">
                <a16:creationId xmlns:a16="http://schemas.microsoft.com/office/drawing/2014/main" id="{E231B1D6-F6FB-2291-E236-C44AE645A0D5}"/>
              </a:ext>
            </a:extLst>
          </p:cNvPr>
          <p:cNvSpPr txBox="1">
            <a:spLocks/>
          </p:cNvSpPr>
          <p:nvPr/>
        </p:nvSpPr>
        <p:spPr>
          <a:xfrm>
            <a:off x="2169072" y="2279955"/>
            <a:ext cx="808226" cy="79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6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algn="ctr"/>
            <a:r>
              <a:rPr lang="pt-BR" sz="4000" dirty="0">
                <a:solidFill>
                  <a:schemeClr val="bg2"/>
                </a:solidFill>
              </a:rPr>
              <a:t>&amp;</a:t>
            </a:r>
            <a:endParaRPr lang="pt-BR" dirty="0">
              <a:solidFill>
                <a:schemeClr val="bg2"/>
              </a:solidFill>
            </a:endParaRPr>
          </a:p>
        </p:txBody>
      </p:sp>
      <p:sp>
        <p:nvSpPr>
          <p:cNvPr id="5" name="Google Shape;2262;p51">
            <a:extLst>
              <a:ext uri="{FF2B5EF4-FFF2-40B4-BE49-F238E27FC236}">
                <a16:creationId xmlns:a16="http://schemas.microsoft.com/office/drawing/2014/main" id="{AB3990D0-BD76-12B0-1776-E8BAA9904930}"/>
              </a:ext>
            </a:extLst>
          </p:cNvPr>
          <p:cNvSpPr txBox="1">
            <a:spLocks/>
          </p:cNvSpPr>
          <p:nvPr/>
        </p:nvSpPr>
        <p:spPr>
          <a:xfrm>
            <a:off x="207867" y="2988566"/>
            <a:ext cx="4917768" cy="64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6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algn="ctr"/>
            <a:r>
              <a:rPr lang="pt-BR" sz="4000" dirty="0"/>
              <a:t>O Duplo Diamante</a:t>
            </a:r>
          </a:p>
        </p:txBody>
      </p:sp>
    </p:spTree>
    <p:extLst>
      <p:ext uri="{BB962C8B-B14F-4D97-AF65-F5344CB8AC3E}">
        <p14:creationId xmlns:p14="http://schemas.microsoft.com/office/powerpoint/2010/main" val="2160888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3EBE75F-5D87-DECB-EC2D-871CC159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46">
            <a:extLst>
              <a:ext uri="{FF2B5EF4-FFF2-40B4-BE49-F238E27FC236}">
                <a16:creationId xmlns:a16="http://schemas.microsoft.com/office/drawing/2014/main" id="{96BD357C-CD83-0D34-139C-BF0A0370EB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Para entendermos…</a:t>
            </a:r>
            <a:endParaRPr dirty="0"/>
          </a:p>
        </p:txBody>
      </p:sp>
      <p:sp>
        <p:nvSpPr>
          <p:cNvPr id="1702" name="Google Shape;1702;p46">
            <a:extLst>
              <a:ext uri="{FF2B5EF4-FFF2-40B4-BE49-F238E27FC236}">
                <a16:creationId xmlns:a16="http://schemas.microsoft.com/office/drawing/2014/main" id="{7B7CC08A-EE28-E26C-DBF0-DB802903D2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70680" y="2767175"/>
            <a:ext cx="2884420" cy="1287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pt-BR" sz="1200" dirty="0"/>
              <a:t>É uma metodologia de inovação baseada em </a:t>
            </a:r>
            <a:r>
              <a:rPr lang="pt-BR" sz="1200" b="1" i="1" dirty="0">
                <a:solidFill>
                  <a:schemeClr val="bg2"/>
                </a:solidFill>
              </a:rPr>
              <a:t>Design </a:t>
            </a:r>
            <a:r>
              <a:rPr lang="pt-BR" sz="1200" b="1" i="1" dirty="0" err="1">
                <a:solidFill>
                  <a:schemeClr val="bg2"/>
                </a:solidFill>
              </a:rPr>
              <a:t>Thinking</a:t>
            </a:r>
            <a:r>
              <a:rPr lang="pt-BR" sz="1200" b="1" dirty="0">
                <a:solidFill>
                  <a:schemeClr val="bg2"/>
                </a:solidFill>
              </a:rPr>
              <a:t> </a:t>
            </a:r>
            <a:r>
              <a:rPr lang="pt-BR" sz="1200" dirty="0"/>
              <a:t>que alterna momentos de exploração ampla </a:t>
            </a:r>
            <a:r>
              <a:rPr lang="pt-BR" sz="1200" b="1" dirty="0"/>
              <a:t>(divergência)</a:t>
            </a:r>
            <a:r>
              <a:rPr lang="pt-BR" sz="1200" dirty="0"/>
              <a:t> e foco decisivo </a:t>
            </a:r>
            <a:r>
              <a:rPr lang="pt-BR" sz="1200" b="1" dirty="0"/>
              <a:t>(convergência)</a:t>
            </a:r>
            <a:r>
              <a:rPr lang="pt-BR" sz="1200" dirty="0"/>
              <a:t> em quatro fases: Descobrir, Definir, Desenvolver e Entregar.</a:t>
            </a:r>
            <a:endParaRPr sz="1200" dirty="0"/>
          </a:p>
        </p:txBody>
      </p:sp>
      <p:sp>
        <p:nvSpPr>
          <p:cNvPr id="1703" name="Google Shape;1703;p46">
            <a:extLst>
              <a:ext uri="{FF2B5EF4-FFF2-40B4-BE49-F238E27FC236}">
                <a16:creationId xmlns:a16="http://schemas.microsoft.com/office/drawing/2014/main" id="{8B971D5A-D74B-F408-1E44-7FDCF88DD52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549650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Estudantes matriculados, quem quer voltar a estudar, responsáveis buscando pelas crianças. </a:t>
            </a:r>
            <a:r>
              <a:rPr lang="en" b="1" dirty="0"/>
              <a:t>Qualquer um que busque ensino formal.</a:t>
            </a:r>
            <a:endParaRPr dirty="0"/>
          </a:p>
        </p:txBody>
      </p:sp>
      <p:sp>
        <p:nvSpPr>
          <p:cNvPr id="1704" name="Google Shape;1704;p46">
            <a:extLst>
              <a:ext uri="{FF2B5EF4-FFF2-40B4-BE49-F238E27FC236}">
                <a16:creationId xmlns:a16="http://schemas.microsoft.com/office/drawing/2014/main" id="{08141151-EF7F-9E04-A4AB-662494F387F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549651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Quem sente a dor?</a:t>
            </a:r>
            <a:endParaRPr dirty="0"/>
          </a:p>
        </p:txBody>
      </p:sp>
      <p:sp>
        <p:nvSpPr>
          <p:cNvPr id="1705" name="Google Shape;1705;p46">
            <a:extLst>
              <a:ext uri="{FF2B5EF4-FFF2-40B4-BE49-F238E27FC236}">
                <a16:creationId xmlns:a16="http://schemas.microsoft.com/office/drawing/2014/main" id="{410EA9AD-ED23-B9B5-74B5-8D115895475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671282" y="2366745"/>
            <a:ext cx="3252383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 que é Diamante Duplo?</a:t>
            </a:r>
            <a:endParaRPr dirty="0"/>
          </a:p>
        </p:txBody>
      </p:sp>
      <p:grpSp>
        <p:nvGrpSpPr>
          <p:cNvPr id="1706" name="Google Shape;1706;p46">
            <a:extLst>
              <a:ext uri="{FF2B5EF4-FFF2-40B4-BE49-F238E27FC236}">
                <a16:creationId xmlns:a16="http://schemas.microsoft.com/office/drawing/2014/main" id="{799A302A-A4CF-FC5C-B6E5-96A04CD8B45F}"/>
              </a:ext>
            </a:extLst>
          </p:cNvPr>
          <p:cNvGrpSpPr/>
          <p:nvPr/>
        </p:nvGrpSpPr>
        <p:grpSpPr>
          <a:xfrm>
            <a:off x="2673234" y="1924216"/>
            <a:ext cx="402486" cy="402486"/>
            <a:chOff x="3353283" y="3315966"/>
            <a:chExt cx="402486" cy="402486"/>
          </a:xfrm>
        </p:grpSpPr>
        <p:sp>
          <p:nvSpPr>
            <p:cNvPr id="1707" name="Google Shape;1707;p46">
              <a:extLst>
                <a:ext uri="{FF2B5EF4-FFF2-40B4-BE49-F238E27FC236}">
                  <a16:creationId xmlns:a16="http://schemas.microsoft.com/office/drawing/2014/main" id="{1056508C-C758-7DDC-2FD0-B517E2F2A6E4}"/>
                </a:ext>
              </a:extLst>
            </p:cNvPr>
            <p:cNvSpPr/>
            <p:nvPr/>
          </p:nvSpPr>
          <p:spPr>
            <a:xfrm>
              <a:off x="3508358" y="3515046"/>
              <a:ext cx="92336" cy="37653"/>
            </a:xfrm>
            <a:custGeom>
              <a:avLst/>
              <a:gdLst/>
              <a:ahLst/>
              <a:cxnLst/>
              <a:rect l="l" t="t" r="r" b="b"/>
              <a:pathLst>
                <a:path w="4012" h="1636" extrusionOk="0">
                  <a:moveTo>
                    <a:pt x="555" y="1"/>
                  </a:moveTo>
                  <a:cubicBezTo>
                    <a:pt x="425" y="1"/>
                    <a:pt x="298" y="50"/>
                    <a:pt x="198" y="149"/>
                  </a:cubicBezTo>
                  <a:cubicBezTo>
                    <a:pt x="0" y="363"/>
                    <a:pt x="0" y="676"/>
                    <a:pt x="198" y="875"/>
                  </a:cubicBezTo>
                  <a:cubicBezTo>
                    <a:pt x="674" y="1370"/>
                    <a:pt x="1320" y="1636"/>
                    <a:pt x="1998" y="1636"/>
                  </a:cubicBezTo>
                  <a:cubicBezTo>
                    <a:pt x="2691" y="1636"/>
                    <a:pt x="3334" y="1370"/>
                    <a:pt x="3813" y="875"/>
                  </a:cubicBezTo>
                  <a:cubicBezTo>
                    <a:pt x="4011" y="676"/>
                    <a:pt x="4011" y="363"/>
                    <a:pt x="3813" y="149"/>
                  </a:cubicBezTo>
                  <a:cubicBezTo>
                    <a:pt x="3714" y="50"/>
                    <a:pt x="3582" y="1"/>
                    <a:pt x="3450" y="1"/>
                  </a:cubicBezTo>
                  <a:cubicBezTo>
                    <a:pt x="3319" y="1"/>
                    <a:pt x="3187" y="50"/>
                    <a:pt x="3088" y="149"/>
                  </a:cubicBezTo>
                  <a:cubicBezTo>
                    <a:pt x="2806" y="447"/>
                    <a:pt x="2410" y="613"/>
                    <a:pt x="1998" y="613"/>
                  </a:cubicBezTo>
                  <a:cubicBezTo>
                    <a:pt x="1602" y="613"/>
                    <a:pt x="1205" y="447"/>
                    <a:pt x="924" y="149"/>
                  </a:cubicBezTo>
                  <a:cubicBezTo>
                    <a:pt x="817" y="50"/>
                    <a:pt x="685" y="1"/>
                    <a:pt x="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6">
              <a:extLst>
                <a:ext uri="{FF2B5EF4-FFF2-40B4-BE49-F238E27FC236}">
                  <a16:creationId xmlns:a16="http://schemas.microsoft.com/office/drawing/2014/main" id="{555E714E-FA45-01CE-2BAD-F0BAB1D2D26F}"/>
                </a:ext>
              </a:extLst>
            </p:cNvPr>
            <p:cNvSpPr/>
            <p:nvPr/>
          </p:nvSpPr>
          <p:spPr>
            <a:xfrm>
              <a:off x="3353283" y="3315966"/>
              <a:ext cx="402486" cy="402486"/>
            </a:xfrm>
            <a:custGeom>
              <a:avLst/>
              <a:gdLst/>
              <a:ahLst/>
              <a:cxnLst/>
              <a:rect l="l" t="t" r="r" b="b"/>
              <a:pathLst>
                <a:path w="17488" h="17488" extrusionOk="0">
                  <a:moveTo>
                    <a:pt x="8736" y="1039"/>
                  </a:moveTo>
                  <a:lnTo>
                    <a:pt x="14087" y="2588"/>
                  </a:lnTo>
                  <a:cubicBezTo>
                    <a:pt x="13706" y="2703"/>
                    <a:pt x="9065" y="4027"/>
                    <a:pt x="8736" y="4110"/>
                  </a:cubicBezTo>
                  <a:lnTo>
                    <a:pt x="3417" y="2588"/>
                  </a:lnTo>
                  <a:lnTo>
                    <a:pt x="8736" y="1039"/>
                  </a:lnTo>
                  <a:close/>
                  <a:moveTo>
                    <a:pt x="12335" y="4158"/>
                  </a:moveTo>
                  <a:lnTo>
                    <a:pt x="12335" y="5347"/>
                  </a:lnTo>
                  <a:cubicBezTo>
                    <a:pt x="11195" y="5858"/>
                    <a:pt x="9970" y="6114"/>
                    <a:pt x="8744" y="6114"/>
                  </a:cubicBezTo>
                  <a:cubicBezTo>
                    <a:pt x="7518" y="6114"/>
                    <a:pt x="6292" y="5858"/>
                    <a:pt x="5153" y="5347"/>
                  </a:cubicBezTo>
                  <a:lnTo>
                    <a:pt x="5153" y="4158"/>
                  </a:lnTo>
                  <a:lnTo>
                    <a:pt x="8601" y="5133"/>
                  </a:lnTo>
                  <a:cubicBezTo>
                    <a:pt x="8653" y="5149"/>
                    <a:pt x="8700" y="5149"/>
                    <a:pt x="8736" y="5149"/>
                  </a:cubicBezTo>
                  <a:cubicBezTo>
                    <a:pt x="8783" y="5149"/>
                    <a:pt x="8835" y="5149"/>
                    <a:pt x="8883" y="5133"/>
                  </a:cubicBezTo>
                  <a:lnTo>
                    <a:pt x="12335" y="4158"/>
                  </a:lnTo>
                  <a:close/>
                  <a:moveTo>
                    <a:pt x="15953" y="8236"/>
                  </a:moveTo>
                  <a:cubicBezTo>
                    <a:pt x="16231" y="8236"/>
                    <a:pt x="16465" y="8470"/>
                    <a:pt x="16465" y="8748"/>
                  </a:cubicBezTo>
                  <a:lnTo>
                    <a:pt x="16465" y="9263"/>
                  </a:lnTo>
                  <a:lnTo>
                    <a:pt x="15438" y="9263"/>
                  </a:lnTo>
                  <a:lnTo>
                    <a:pt x="15438" y="8748"/>
                  </a:lnTo>
                  <a:cubicBezTo>
                    <a:pt x="15438" y="8470"/>
                    <a:pt x="15672" y="8236"/>
                    <a:pt x="15953" y="8236"/>
                  </a:cubicBezTo>
                  <a:close/>
                  <a:moveTo>
                    <a:pt x="12335" y="6453"/>
                  </a:moveTo>
                  <a:lnTo>
                    <a:pt x="12335" y="6703"/>
                  </a:lnTo>
                  <a:cubicBezTo>
                    <a:pt x="12335" y="9461"/>
                    <a:pt x="10880" y="11308"/>
                    <a:pt x="8736" y="11308"/>
                  </a:cubicBezTo>
                  <a:cubicBezTo>
                    <a:pt x="6770" y="11308"/>
                    <a:pt x="5153" y="9691"/>
                    <a:pt x="5153" y="7725"/>
                  </a:cubicBezTo>
                  <a:lnTo>
                    <a:pt x="5153" y="6453"/>
                  </a:lnTo>
                  <a:cubicBezTo>
                    <a:pt x="6290" y="6917"/>
                    <a:pt x="7511" y="7146"/>
                    <a:pt x="8736" y="7146"/>
                  </a:cubicBezTo>
                  <a:cubicBezTo>
                    <a:pt x="9972" y="7146"/>
                    <a:pt x="11197" y="6917"/>
                    <a:pt x="12335" y="6453"/>
                  </a:cubicBezTo>
                  <a:close/>
                  <a:moveTo>
                    <a:pt x="6489" y="11740"/>
                  </a:moveTo>
                  <a:cubicBezTo>
                    <a:pt x="7150" y="12117"/>
                    <a:pt x="7927" y="12335"/>
                    <a:pt x="8736" y="12335"/>
                  </a:cubicBezTo>
                  <a:cubicBezTo>
                    <a:pt x="9529" y="12335"/>
                    <a:pt x="10270" y="12137"/>
                    <a:pt x="10916" y="11756"/>
                  </a:cubicBezTo>
                  <a:lnTo>
                    <a:pt x="11098" y="11819"/>
                  </a:lnTo>
                  <a:lnTo>
                    <a:pt x="8736" y="14166"/>
                  </a:lnTo>
                  <a:lnTo>
                    <a:pt x="6358" y="11788"/>
                  </a:lnTo>
                  <a:lnTo>
                    <a:pt x="6489" y="11740"/>
                  </a:lnTo>
                  <a:close/>
                  <a:moveTo>
                    <a:pt x="5284" y="12168"/>
                  </a:moveTo>
                  <a:lnTo>
                    <a:pt x="8225" y="15109"/>
                  </a:lnTo>
                  <a:lnTo>
                    <a:pt x="8225" y="16461"/>
                  </a:lnTo>
                  <a:lnTo>
                    <a:pt x="1023" y="16461"/>
                  </a:lnTo>
                  <a:lnTo>
                    <a:pt x="1023" y="15506"/>
                  </a:lnTo>
                  <a:cubicBezTo>
                    <a:pt x="1023" y="14431"/>
                    <a:pt x="1701" y="13472"/>
                    <a:pt x="2707" y="13108"/>
                  </a:cubicBezTo>
                  <a:lnTo>
                    <a:pt x="5284" y="12168"/>
                  </a:lnTo>
                  <a:close/>
                  <a:moveTo>
                    <a:pt x="12168" y="12200"/>
                  </a:moveTo>
                  <a:lnTo>
                    <a:pt x="14764" y="13108"/>
                  </a:lnTo>
                  <a:cubicBezTo>
                    <a:pt x="15787" y="13472"/>
                    <a:pt x="16465" y="14447"/>
                    <a:pt x="16465" y="15537"/>
                  </a:cubicBezTo>
                  <a:lnTo>
                    <a:pt x="16465" y="16461"/>
                  </a:lnTo>
                  <a:lnTo>
                    <a:pt x="9247" y="16461"/>
                  </a:lnTo>
                  <a:lnTo>
                    <a:pt x="9247" y="15109"/>
                  </a:lnTo>
                  <a:lnTo>
                    <a:pt x="12168" y="12200"/>
                  </a:lnTo>
                  <a:close/>
                  <a:moveTo>
                    <a:pt x="8736" y="0"/>
                  </a:moveTo>
                  <a:cubicBezTo>
                    <a:pt x="8688" y="0"/>
                    <a:pt x="8643" y="4"/>
                    <a:pt x="8601" y="12"/>
                  </a:cubicBezTo>
                  <a:lnTo>
                    <a:pt x="1419" y="2093"/>
                  </a:lnTo>
                  <a:cubicBezTo>
                    <a:pt x="1205" y="2160"/>
                    <a:pt x="1055" y="2359"/>
                    <a:pt x="1055" y="2588"/>
                  </a:cubicBezTo>
                  <a:cubicBezTo>
                    <a:pt x="1055" y="2822"/>
                    <a:pt x="1205" y="3020"/>
                    <a:pt x="1419" y="3084"/>
                  </a:cubicBezTo>
                  <a:lnTo>
                    <a:pt x="4126" y="3861"/>
                  </a:lnTo>
                  <a:lnTo>
                    <a:pt x="4126" y="7725"/>
                  </a:lnTo>
                  <a:cubicBezTo>
                    <a:pt x="4126" y="8997"/>
                    <a:pt x="4657" y="10171"/>
                    <a:pt x="5498" y="10995"/>
                  </a:cubicBezTo>
                  <a:lnTo>
                    <a:pt x="2359" y="12137"/>
                  </a:lnTo>
                  <a:cubicBezTo>
                    <a:pt x="940" y="12648"/>
                    <a:pt x="0" y="13999"/>
                    <a:pt x="0" y="15506"/>
                  </a:cubicBezTo>
                  <a:lnTo>
                    <a:pt x="0" y="16972"/>
                  </a:lnTo>
                  <a:cubicBezTo>
                    <a:pt x="0" y="17269"/>
                    <a:pt x="230" y="17487"/>
                    <a:pt x="512" y="17487"/>
                  </a:cubicBezTo>
                  <a:lnTo>
                    <a:pt x="16976" y="17487"/>
                  </a:lnTo>
                  <a:cubicBezTo>
                    <a:pt x="17257" y="17487"/>
                    <a:pt x="17487" y="17269"/>
                    <a:pt x="17487" y="16972"/>
                  </a:cubicBezTo>
                  <a:lnTo>
                    <a:pt x="17487" y="15537"/>
                  </a:lnTo>
                  <a:cubicBezTo>
                    <a:pt x="17487" y="14019"/>
                    <a:pt x="16528" y="12664"/>
                    <a:pt x="15109" y="12152"/>
                  </a:cubicBezTo>
                  <a:lnTo>
                    <a:pt x="11871" y="11011"/>
                  </a:lnTo>
                  <a:cubicBezTo>
                    <a:pt x="11923" y="10947"/>
                    <a:pt x="11970" y="10880"/>
                    <a:pt x="12037" y="10829"/>
                  </a:cubicBezTo>
                  <a:cubicBezTo>
                    <a:pt x="12898" y="9806"/>
                    <a:pt x="13357" y="8387"/>
                    <a:pt x="13357" y="6703"/>
                  </a:cubicBezTo>
                  <a:lnTo>
                    <a:pt x="13357" y="3861"/>
                  </a:lnTo>
                  <a:lnTo>
                    <a:pt x="15438" y="3266"/>
                  </a:lnTo>
                  <a:lnTo>
                    <a:pt x="15438" y="7297"/>
                  </a:lnTo>
                  <a:cubicBezTo>
                    <a:pt x="14844" y="7511"/>
                    <a:pt x="14416" y="8074"/>
                    <a:pt x="14416" y="8748"/>
                  </a:cubicBezTo>
                  <a:lnTo>
                    <a:pt x="14416" y="9774"/>
                  </a:lnTo>
                  <a:cubicBezTo>
                    <a:pt x="14416" y="10056"/>
                    <a:pt x="14645" y="10286"/>
                    <a:pt x="14927" y="10286"/>
                  </a:cubicBezTo>
                  <a:lnTo>
                    <a:pt x="16976" y="10286"/>
                  </a:lnTo>
                  <a:cubicBezTo>
                    <a:pt x="17257" y="10286"/>
                    <a:pt x="17487" y="10056"/>
                    <a:pt x="17487" y="9774"/>
                  </a:cubicBezTo>
                  <a:lnTo>
                    <a:pt x="17487" y="8748"/>
                  </a:lnTo>
                  <a:cubicBezTo>
                    <a:pt x="17487" y="8074"/>
                    <a:pt x="17059" y="7511"/>
                    <a:pt x="16465" y="7297"/>
                  </a:cubicBezTo>
                  <a:lnTo>
                    <a:pt x="16465" y="2588"/>
                  </a:lnTo>
                  <a:cubicBezTo>
                    <a:pt x="16465" y="2359"/>
                    <a:pt x="16314" y="2160"/>
                    <a:pt x="16100" y="2093"/>
                  </a:cubicBezTo>
                  <a:lnTo>
                    <a:pt x="8883" y="12"/>
                  </a:lnTo>
                  <a:cubicBezTo>
                    <a:pt x="8833" y="4"/>
                    <a:pt x="8783" y="0"/>
                    <a:pt x="8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2" name="Google Shape;1712;p46">
            <a:extLst>
              <a:ext uri="{FF2B5EF4-FFF2-40B4-BE49-F238E27FC236}">
                <a16:creationId xmlns:a16="http://schemas.microsoft.com/office/drawing/2014/main" id="{0BA72C79-93D6-3414-B8F9-4F5307F6B46D}"/>
              </a:ext>
            </a:extLst>
          </p:cNvPr>
          <p:cNvGrpSpPr/>
          <p:nvPr/>
        </p:nvGrpSpPr>
        <p:grpSpPr>
          <a:xfrm rot="9960963">
            <a:off x="7706909" y="3394633"/>
            <a:ext cx="1008300" cy="1522388"/>
            <a:chOff x="5174818" y="7590625"/>
            <a:chExt cx="1185673" cy="1790196"/>
          </a:xfrm>
        </p:grpSpPr>
        <p:sp>
          <p:nvSpPr>
            <p:cNvPr id="1713" name="Google Shape;1713;p46">
              <a:extLst>
                <a:ext uri="{FF2B5EF4-FFF2-40B4-BE49-F238E27FC236}">
                  <a16:creationId xmlns:a16="http://schemas.microsoft.com/office/drawing/2014/main" id="{F251F73C-1933-D322-97B9-C72A567F56B7}"/>
                </a:ext>
              </a:extLst>
            </p:cNvPr>
            <p:cNvSpPr/>
            <p:nvPr/>
          </p:nvSpPr>
          <p:spPr>
            <a:xfrm>
              <a:off x="5642810" y="8978580"/>
              <a:ext cx="15689" cy="6342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30" y="1"/>
                  </a:moveTo>
                  <a:lnTo>
                    <a:pt x="0" y="37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6">
              <a:extLst>
                <a:ext uri="{FF2B5EF4-FFF2-40B4-BE49-F238E27FC236}">
                  <a16:creationId xmlns:a16="http://schemas.microsoft.com/office/drawing/2014/main" id="{ED52B71F-80E9-EA09-E7A3-24385BA22F4D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extrusionOk="0">
                  <a:moveTo>
                    <a:pt x="1" y="0"/>
                  </a:moveTo>
                  <a:lnTo>
                    <a:pt x="1" y="6980"/>
                  </a:lnTo>
                  <a:cubicBezTo>
                    <a:pt x="1" y="7003"/>
                    <a:pt x="1" y="7016"/>
                    <a:pt x="7" y="7037"/>
                  </a:cubicBezTo>
                  <a:lnTo>
                    <a:pt x="7" y="50"/>
                  </a:lnTo>
                  <a:cubicBezTo>
                    <a:pt x="1" y="37"/>
                    <a:pt x="1" y="16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6">
              <a:extLst>
                <a:ext uri="{FF2B5EF4-FFF2-40B4-BE49-F238E27FC236}">
                  <a16:creationId xmlns:a16="http://schemas.microsoft.com/office/drawing/2014/main" id="{65917A21-92E9-0F7B-850C-DB20751C73B8}"/>
                </a:ext>
              </a:extLst>
            </p:cNvPr>
            <p:cNvSpPr/>
            <p:nvPr/>
          </p:nvSpPr>
          <p:spPr>
            <a:xfrm>
              <a:off x="5539665" y="7836471"/>
              <a:ext cx="1335" cy="1174660"/>
            </a:xfrm>
            <a:custGeom>
              <a:avLst/>
              <a:gdLst/>
              <a:ahLst/>
              <a:cxnLst/>
              <a:rect l="l" t="t" r="r" b="b"/>
              <a:pathLst>
                <a:path w="8" h="7038" fill="none" extrusionOk="0">
                  <a:moveTo>
                    <a:pt x="7" y="50"/>
                  </a:moveTo>
                  <a:lnTo>
                    <a:pt x="7" y="7037"/>
                  </a:lnTo>
                  <a:cubicBezTo>
                    <a:pt x="1" y="7016"/>
                    <a:pt x="1" y="7003"/>
                    <a:pt x="1" y="6980"/>
                  </a:cubicBezTo>
                  <a:lnTo>
                    <a:pt x="1" y="0"/>
                  </a:lnTo>
                  <a:cubicBezTo>
                    <a:pt x="1" y="16"/>
                    <a:pt x="1" y="37"/>
                    <a:pt x="7" y="5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6">
              <a:extLst>
                <a:ext uri="{FF2B5EF4-FFF2-40B4-BE49-F238E27FC236}">
                  <a16:creationId xmlns:a16="http://schemas.microsoft.com/office/drawing/2014/main" id="{346D6332-5D13-5020-6BD2-3F7F65674C8A}"/>
                </a:ext>
              </a:extLst>
            </p:cNvPr>
            <p:cNvSpPr/>
            <p:nvPr/>
          </p:nvSpPr>
          <p:spPr>
            <a:xfrm>
              <a:off x="5174818" y="8206158"/>
              <a:ext cx="35050" cy="1174660"/>
            </a:xfrm>
            <a:custGeom>
              <a:avLst/>
              <a:gdLst/>
              <a:ahLst/>
              <a:cxnLst/>
              <a:rect l="l" t="t" r="r" b="b"/>
              <a:pathLst>
                <a:path w="210" h="7038" extrusionOk="0">
                  <a:moveTo>
                    <a:pt x="1" y="0"/>
                  </a:moveTo>
                  <a:lnTo>
                    <a:pt x="1" y="6987"/>
                  </a:lnTo>
                  <a:lnTo>
                    <a:pt x="210" y="7037"/>
                  </a:lnTo>
                  <a:lnTo>
                    <a:pt x="210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6">
              <a:extLst>
                <a:ext uri="{FF2B5EF4-FFF2-40B4-BE49-F238E27FC236}">
                  <a16:creationId xmlns:a16="http://schemas.microsoft.com/office/drawing/2014/main" id="{AAA4D5B2-CB82-6A4F-D134-C2E6AB309C81}"/>
                </a:ext>
              </a:extLst>
            </p:cNvPr>
            <p:cNvSpPr/>
            <p:nvPr/>
          </p:nvSpPr>
          <p:spPr>
            <a:xfrm>
              <a:off x="5209701" y="7610987"/>
              <a:ext cx="1038968" cy="1769834"/>
            </a:xfrm>
            <a:custGeom>
              <a:avLst/>
              <a:gdLst/>
              <a:ahLst/>
              <a:cxnLst/>
              <a:rect l="l" t="t" r="r" b="b"/>
              <a:pathLst>
                <a:path w="6225" h="10604" extrusionOk="0">
                  <a:moveTo>
                    <a:pt x="6225" y="1"/>
                  </a:moveTo>
                  <a:lnTo>
                    <a:pt x="2307" y="1344"/>
                  </a:lnTo>
                  <a:lnTo>
                    <a:pt x="1" y="3616"/>
                  </a:lnTo>
                  <a:lnTo>
                    <a:pt x="1" y="10603"/>
                  </a:lnTo>
                  <a:lnTo>
                    <a:pt x="409" y="10193"/>
                  </a:lnTo>
                  <a:lnTo>
                    <a:pt x="409" y="3710"/>
                  </a:lnTo>
                  <a:lnTo>
                    <a:pt x="2178" y="1553"/>
                  </a:lnTo>
                  <a:lnTo>
                    <a:pt x="2307" y="1474"/>
                  </a:lnTo>
                  <a:lnTo>
                    <a:pt x="2509" y="1358"/>
                  </a:lnTo>
                  <a:lnTo>
                    <a:pt x="6225" y="332"/>
                  </a:lnTo>
                  <a:lnTo>
                    <a:pt x="622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6">
              <a:extLst>
                <a:ext uri="{FF2B5EF4-FFF2-40B4-BE49-F238E27FC236}">
                  <a16:creationId xmlns:a16="http://schemas.microsoft.com/office/drawing/2014/main" id="{5CE14905-7133-3A71-26CF-865EF2A831CC}"/>
                </a:ext>
              </a:extLst>
            </p:cNvPr>
            <p:cNvSpPr/>
            <p:nvPr/>
          </p:nvSpPr>
          <p:spPr>
            <a:xfrm>
              <a:off x="5174818" y="7590625"/>
              <a:ext cx="1073851" cy="624048"/>
            </a:xfrm>
            <a:custGeom>
              <a:avLst/>
              <a:gdLst/>
              <a:ahLst/>
              <a:cxnLst/>
              <a:rect l="l" t="t" r="r" b="b"/>
              <a:pathLst>
                <a:path w="6434" h="3739" extrusionOk="0">
                  <a:moveTo>
                    <a:pt x="6348" y="0"/>
                  </a:moveTo>
                  <a:lnTo>
                    <a:pt x="2618" y="1280"/>
                  </a:lnTo>
                  <a:cubicBezTo>
                    <a:pt x="2587" y="1274"/>
                    <a:pt x="2556" y="1271"/>
                    <a:pt x="2525" y="1271"/>
                  </a:cubicBezTo>
                  <a:cubicBezTo>
                    <a:pt x="2437" y="1271"/>
                    <a:pt x="2350" y="1293"/>
                    <a:pt x="2287" y="1330"/>
                  </a:cubicBezTo>
                  <a:cubicBezTo>
                    <a:pt x="2193" y="1380"/>
                    <a:pt x="2164" y="1460"/>
                    <a:pt x="2193" y="1523"/>
                  </a:cubicBezTo>
                  <a:lnTo>
                    <a:pt x="1" y="3688"/>
                  </a:lnTo>
                  <a:lnTo>
                    <a:pt x="210" y="3738"/>
                  </a:lnTo>
                  <a:lnTo>
                    <a:pt x="2516" y="1466"/>
                  </a:lnTo>
                  <a:lnTo>
                    <a:pt x="6434" y="123"/>
                  </a:lnTo>
                  <a:lnTo>
                    <a:pt x="6348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6">
              <a:extLst>
                <a:ext uri="{FF2B5EF4-FFF2-40B4-BE49-F238E27FC236}">
                  <a16:creationId xmlns:a16="http://schemas.microsoft.com/office/drawing/2014/main" id="{C4C8019A-F76C-E9FF-7AF8-980A1E4C2205}"/>
                </a:ext>
              </a:extLst>
            </p:cNvPr>
            <p:cNvSpPr/>
            <p:nvPr/>
          </p:nvSpPr>
          <p:spPr>
            <a:xfrm>
              <a:off x="5647650" y="7704619"/>
              <a:ext cx="635899" cy="176249"/>
            </a:xfrm>
            <a:custGeom>
              <a:avLst/>
              <a:gdLst/>
              <a:ahLst/>
              <a:cxnLst/>
              <a:rect l="l" t="t" r="r" b="b"/>
              <a:pathLst>
                <a:path w="3810" h="1056" extrusionOk="0">
                  <a:moveTo>
                    <a:pt x="3810" y="0"/>
                  </a:moveTo>
                  <a:lnTo>
                    <a:pt x="3601" y="57"/>
                  </a:lnTo>
                  <a:lnTo>
                    <a:pt x="1" y="1049"/>
                  </a:lnTo>
                  <a:cubicBezTo>
                    <a:pt x="1" y="1049"/>
                    <a:pt x="189" y="1056"/>
                    <a:pt x="495" y="1056"/>
                  </a:cubicBezTo>
                  <a:cubicBezTo>
                    <a:pt x="1195" y="1056"/>
                    <a:pt x="2511" y="1021"/>
                    <a:pt x="3601" y="790"/>
                  </a:cubicBezTo>
                  <a:cubicBezTo>
                    <a:pt x="3673" y="777"/>
                    <a:pt x="3744" y="763"/>
                    <a:pt x="3810" y="747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6">
              <a:extLst>
                <a:ext uri="{FF2B5EF4-FFF2-40B4-BE49-F238E27FC236}">
                  <a16:creationId xmlns:a16="http://schemas.microsoft.com/office/drawing/2014/main" id="{333991B0-50C3-D142-34F0-8867A9B0A903}"/>
                </a:ext>
              </a:extLst>
            </p:cNvPr>
            <p:cNvSpPr/>
            <p:nvPr/>
          </p:nvSpPr>
          <p:spPr>
            <a:xfrm>
              <a:off x="5346560" y="7879699"/>
              <a:ext cx="301259" cy="1467407"/>
            </a:xfrm>
            <a:custGeom>
              <a:avLst/>
              <a:gdLst/>
              <a:ahLst/>
              <a:cxnLst/>
              <a:rect l="l" t="t" r="r" b="b"/>
              <a:pathLst>
                <a:path w="1805" h="8792" extrusionOk="0">
                  <a:moveTo>
                    <a:pt x="1805" y="0"/>
                  </a:moveTo>
                  <a:lnTo>
                    <a:pt x="1487" y="388"/>
                  </a:lnTo>
                  <a:lnTo>
                    <a:pt x="0" y="2215"/>
                  </a:lnTo>
                  <a:lnTo>
                    <a:pt x="0" y="8791"/>
                  </a:lnTo>
                  <a:lnTo>
                    <a:pt x="1775" y="6621"/>
                  </a:lnTo>
                  <a:lnTo>
                    <a:pt x="1805" y="6585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6">
              <a:extLst>
                <a:ext uri="{FF2B5EF4-FFF2-40B4-BE49-F238E27FC236}">
                  <a16:creationId xmlns:a16="http://schemas.microsoft.com/office/drawing/2014/main" id="{D0A79A52-D043-E016-331C-DC0CCF67AA02}"/>
                </a:ext>
              </a:extLst>
            </p:cNvPr>
            <p:cNvSpPr/>
            <p:nvPr/>
          </p:nvSpPr>
          <p:spPr>
            <a:xfrm>
              <a:off x="5277963" y="8230025"/>
              <a:ext cx="68597" cy="1117078"/>
            </a:xfrm>
            <a:custGeom>
              <a:avLst/>
              <a:gdLst/>
              <a:ahLst/>
              <a:cxnLst/>
              <a:rect l="l" t="t" r="r" b="b"/>
              <a:pathLst>
                <a:path w="411" h="6693" extrusionOk="0">
                  <a:moveTo>
                    <a:pt x="0" y="1"/>
                  </a:moveTo>
                  <a:lnTo>
                    <a:pt x="0" y="6585"/>
                  </a:lnTo>
                  <a:lnTo>
                    <a:pt x="411" y="6692"/>
                  </a:lnTo>
                  <a:lnTo>
                    <a:pt x="411" y="1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6">
              <a:extLst>
                <a:ext uri="{FF2B5EF4-FFF2-40B4-BE49-F238E27FC236}">
                  <a16:creationId xmlns:a16="http://schemas.microsoft.com/office/drawing/2014/main" id="{EE5C56AF-F109-B1E9-D2E4-18201927C21D}"/>
                </a:ext>
              </a:extLst>
            </p:cNvPr>
            <p:cNvSpPr/>
            <p:nvPr/>
          </p:nvSpPr>
          <p:spPr>
            <a:xfrm>
              <a:off x="5277963" y="7664896"/>
              <a:ext cx="1005588" cy="584659"/>
            </a:xfrm>
            <a:custGeom>
              <a:avLst/>
              <a:gdLst/>
              <a:ahLst/>
              <a:cxnLst/>
              <a:rect l="l" t="t" r="r" b="b"/>
              <a:pathLst>
                <a:path w="6025" h="3503" extrusionOk="0">
                  <a:moveTo>
                    <a:pt x="5830" y="0"/>
                  </a:moveTo>
                  <a:lnTo>
                    <a:pt x="5816" y="9"/>
                  </a:lnTo>
                  <a:lnTo>
                    <a:pt x="2100" y="1035"/>
                  </a:lnTo>
                  <a:lnTo>
                    <a:pt x="1898" y="1151"/>
                  </a:lnTo>
                  <a:lnTo>
                    <a:pt x="1769" y="1230"/>
                  </a:lnTo>
                  <a:lnTo>
                    <a:pt x="0" y="3387"/>
                  </a:lnTo>
                  <a:lnTo>
                    <a:pt x="411" y="3502"/>
                  </a:lnTo>
                  <a:lnTo>
                    <a:pt x="1898" y="1675"/>
                  </a:lnTo>
                  <a:lnTo>
                    <a:pt x="2216" y="1287"/>
                  </a:lnTo>
                  <a:lnTo>
                    <a:pt x="5816" y="295"/>
                  </a:lnTo>
                  <a:lnTo>
                    <a:pt x="6025" y="238"/>
                  </a:lnTo>
                  <a:lnTo>
                    <a:pt x="583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6">
              <a:extLst>
                <a:ext uri="{FF2B5EF4-FFF2-40B4-BE49-F238E27FC236}">
                  <a16:creationId xmlns:a16="http://schemas.microsoft.com/office/drawing/2014/main" id="{F0005CFF-63EA-0C9E-074B-5C610D08BFFD}"/>
                </a:ext>
              </a:extLst>
            </p:cNvPr>
            <p:cNvSpPr/>
            <p:nvPr/>
          </p:nvSpPr>
          <p:spPr>
            <a:xfrm>
              <a:off x="5647650" y="7807597"/>
              <a:ext cx="712841" cy="1175494"/>
            </a:xfrm>
            <a:custGeom>
              <a:avLst/>
              <a:gdLst/>
              <a:ahLst/>
              <a:cxnLst/>
              <a:rect l="l" t="t" r="r" b="b"/>
              <a:pathLst>
                <a:path w="4271" h="7043" extrusionOk="0">
                  <a:moveTo>
                    <a:pt x="4270" y="1"/>
                  </a:moveTo>
                  <a:cubicBezTo>
                    <a:pt x="4125" y="44"/>
                    <a:pt x="3968" y="87"/>
                    <a:pt x="3810" y="130"/>
                  </a:cubicBezTo>
                  <a:cubicBezTo>
                    <a:pt x="3744" y="146"/>
                    <a:pt x="3673" y="160"/>
                    <a:pt x="3601" y="173"/>
                  </a:cubicBezTo>
                  <a:cubicBezTo>
                    <a:pt x="2511" y="404"/>
                    <a:pt x="1195" y="439"/>
                    <a:pt x="495" y="439"/>
                  </a:cubicBezTo>
                  <a:cubicBezTo>
                    <a:pt x="189" y="439"/>
                    <a:pt x="1" y="432"/>
                    <a:pt x="1" y="432"/>
                  </a:cubicBezTo>
                  <a:lnTo>
                    <a:pt x="1" y="7017"/>
                  </a:lnTo>
                  <a:lnTo>
                    <a:pt x="64" y="7017"/>
                  </a:lnTo>
                  <a:cubicBezTo>
                    <a:pt x="192" y="7026"/>
                    <a:pt x="503" y="7043"/>
                    <a:pt x="918" y="7043"/>
                  </a:cubicBezTo>
                  <a:cubicBezTo>
                    <a:pt x="1813" y="7043"/>
                    <a:pt x="3194" y="6966"/>
                    <a:pt x="4270" y="6579"/>
                  </a:cubicBezTo>
                  <a:lnTo>
                    <a:pt x="427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6">
              <a:extLst>
                <a:ext uri="{FF2B5EF4-FFF2-40B4-BE49-F238E27FC236}">
                  <a16:creationId xmlns:a16="http://schemas.microsoft.com/office/drawing/2014/main" id="{8A8B5217-9EEB-27C8-3570-896CFB0F8DC7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6">
              <a:extLst>
                <a:ext uri="{FF2B5EF4-FFF2-40B4-BE49-F238E27FC236}">
                  <a16:creationId xmlns:a16="http://schemas.microsoft.com/office/drawing/2014/main" id="{B1489D3A-2B95-3543-88FE-5A5C4A020EEB}"/>
                </a:ext>
              </a:extLst>
            </p:cNvPr>
            <p:cNvSpPr/>
            <p:nvPr/>
          </p:nvSpPr>
          <p:spPr>
            <a:xfrm>
              <a:off x="5375267" y="800804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6">
              <a:extLst>
                <a:ext uri="{FF2B5EF4-FFF2-40B4-BE49-F238E27FC236}">
                  <a16:creationId xmlns:a16="http://schemas.microsoft.com/office/drawing/2014/main" id="{2264F2C8-88EA-D24A-BCE8-4564860160FF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6">
              <a:extLst>
                <a:ext uri="{FF2B5EF4-FFF2-40B4-BE49-F238E27FC236}">
                  <a16:creationId xmlns:a16="http://schemas.microsoft.com/office/drawing/2014/main" id="{63263524-0A09-B87D-3316-3DBD4B662457}"/>
                </a:ext>
              </a:extLst>
            </p:cNvPr>
            <p:cNvSpPr/>
            <p:nvPr/>
          </p:nvSpPr>
          <p:spPr>
            <a:xfrm>
              <a:off x="5375267" y="8088326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6">
              <a:extLst>
                <a:ext uri="{FF2B5EF4-FFF2-40B4-BE49-F238E27FC236}">
                  <a16:creationId xmlns:a16="http://schemas.microsoft.com/office/drawing/2014/main" id="{507C20DC-FA4D-7548-ADAC-766C7CF53C5D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6">
              <a:extLst>
                <a:ext uri="{FF2B5EF4-FFF2-40B4-BE49-F238E27FC236}">
                  <a16:creationId xmlns:a16="http://schemas.microsoft.com/office/drawing/2014/main" id="{5D70708D-C056-1C1D-E7C0-F2A6E490BE58}"/>
                </a:ext>
              </a:extLst>
            </p:cNvPr>
            <p:cNvSpPr/>
            <p:nvPr/>
          </p:nvSpPr>
          <p:spPr>
            <a:xfrm>
              <a:off x="5375267" y="8168772"/>
              <a:ext cx="243678" cy="297754"/>
            </a:xfrm>
            <a:custGeom>
              <a:avLst/>
              <a:gdLst/>
              <a:ahLst/>
              <a:cxnLst/>
              <a:rect l="l" t="t" r="r" b="b"/>
              <a:pathLst>
                <a:path w="1460" h="1784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6">
              <a:extLst>
                <a:ext uri="{FF2B5EF4-FFF2-40B4-BE49-F238E27FC236}">
                  <a16:creationId xmlns:a16="http://schemas.microsoft.com/office/drawing/2014/main" id="{731AC78D-D7BF-8FA0-251D-9717FAB5F3BF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6">
              <a:extLst>
                <a:ext uri="{FF2B5EF4-FFF2-40B4-BE49-F238E27FC236}">
                  <a16:creationId xmlns:a16="http://schemas.microsoft.com/office/drawing/2014/main" id="{50831654-31B6-63C3-337A-F24FE986CE9E}"/>
                </a:ext>
              </a:extLst>
            </p:cNvPr>
            <p:cNvSpPr/>
            <p:nvPr/>
          </p:nvSpPr>
          <p:spPr>
            <a:xfrm>
              <a:off x="5375267" y="824938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6">
              <a:extLst>
                <a:ext uri="{FF2B5EF4-FFF2-40B4-BE49-F238E27FC236}">
                  <a16:creationId xmlns:a16="http://schemas.microsoft.com/office/drawing/2014/main" id="{B04165C8-94EA-9EA7-3FE9-BDFE61FDFA7E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6">
              <a:extLst>
                <a:ext uri="{FF2B5EF4-FFF2-40B4-BE49-F238E27FC236}">
                  <a16:creationId xmlns:a16="http://schemas.microsoft.com/office/drawing/2014/main" id="{B17A8C8C-D50D-5C6D-FD64-DA996E9BBF39}"/>
                </a:ext>
              </a:extLst>
            </p:cNvPr>
            <p:cNvSpPr/>
            <p:nvPr/>
          </p:nvSpPr>
          <p:spPr>
            <a:xfrm>
              <a:off x="5375267" y="8329666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6">
              <a:extLst>
                <a:ext uri="{FF2B5EF4-FFF2-40B4-BE49-F238E27FC236}">
                  <a16:creationId xmlns:a16="http://schemas.microsoft.com/office/drawing/2014/main" id="{17C4F549-676B-E2EF-FC90-051177A1294F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extrusionOk="0">
                  <a:moveTo>
                    <a:pt x="1460" y="1"/>
                  </a:moveTo>
                  <a:lnTo>
                    <a:pt x="1" y="1776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6">
              <a:extLst>
                <a:ext uri="{FF2B5EF4-FFF2-40B4-BE49-F238E27FC236}">
                  <a16:creationId xmlns:a16="http://schemas.microsoft.com/office/drawing/2014/main" id="{6843D561-61E6-4C6D-B8E0-A27D629ED3E6}"/>
                </a:ext>
              </a:extLst>
            </p:cNvPr>
            <p:cNvSpPr/>
            <p:nvPr/>
          </p:nvSpPr>
          <p:spPr>
            <a:xfrm>
              <a:off x="5375267" y="8411114"/>
              <a:ext cx="243678" cy="296419"/>
            </a:xfrm>
            <a:custGeom>
              <a:avLst/>
              <a:gdLst/>
              <a:ahLst/>
              <a:cxnLst/>
              <a:rect l="l" t="t" r="r" b="b"/>
              <a:pathLst>
                <a:path w="1460" h="1776" fill="none" extrusionOk="0">
                  <a:moveTo>
                    <a:pt x="1460" y="1"/>
                  </a:moveTo>
                  <a:lnTo>
                    <a:pt x="1" y="177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6">
              <a:extLst>
                <a:ext uri="{FF2B5EF4-FFF2-40B4-BE49-F238E27FC236}">
                  <a16:creationId xmlns:a16="http://schemas.microsoft.com/office/drawing/2014/main" id="{E0E6A247-C498-86A3-2701-C70E7097D9AE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1"/>
                  </a:moveTo>
                  <a:lnTo>
                    <a:pt x="1" y="1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6">
              <a:extLst>
                <a:ext uri="{FF2B5EF4-FFF2-40B4-BE49-F238E27FC236}">
                  <a16:creationId xmlns:a16="http://schemas.microsoft.com/office/drawing/2014/main" id="{2561447F-0EEA-DF14-3F06-6EE7D2928F72}"/>
                </a:ext>
              </a:extLst>
            </p:cNvPr>
            <p:cNvSpPr/>
            <p:nvPr/>
          </p:nvSpPr>
          <p:spPr>
            <a:xfrm>
              <a:off x="5375267" y="8491393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1"/>
                  </a:moveTo>
                  <a:lnTo>
                    <a:pt x="1" y="17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6">
              <a:extLst>
                <a:ext uri="{FF2B5EF4-FFF2-40B4-BE49-F238E27FC236}">
                  <a16:creationId xmlns:a16="http://schemas.microsoft.com/office/drawing/2014/main" id="{E9ABE61B-7586-571F-5EB0-ECD30FE73B19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extrusionOk="0">
                  <a:moveTo>
                    <a:pt x="1460" y="0"/>
                  </a:moveTo>
                  <a:lnTo>
                    <a:pt x="1" y="1784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6">
              <a:extLst>
                <a:ext uri="{FF2B5EF4-FFF2-40B4-BE49-F238E27FC236}">
                  <a16:creationId xmlns:a16="http://schemas.microsoft.com/office/drawing/2014/main" id="{49AF93AD-D2F2-CC0E-B657-46E8E88F29C1}"/>
                </a:ext>
              </a:extLst>
            </p:cNvPr>
            <p:cNvSpPr/>
            <p:nvPr/>
          </p:nvSpPr>
          <p:spPr>
            <a:xfrm>
              <a:off x="5375267" y="8571840"/>
              <a:ext cx="243678" cy="297921"/>
            </a:xfrm>
            <a:custGeom>
              <a:avLst/>
              <a:gdLst/>
              <a:ahLst/>
              <a:cxnLst/>
              <a:rect l="l" t="t" r="r" b="b"/>
              <a:pathLst>
                <a:path w="1460" h="1785" fill="none" extrusionOk="0">
                  <a:moveTo>
                    <a:pt x="1460" y="0"/>
                  </a:moveTo>
                  <a:lnTo>
                    <a:pt x="1" y="1784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6">
              <a:extLst>
                <a:ext uri="{FF2B5EF4-FFF2-40B4-BE49-F238E27FC236}">
                  <a16:creationId xmlns:a16="http://schemas.microsoft.com/office/drawing/2014/main" id="{859543CA-D941-B798-08FA-588F6B8639C2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6">
              <a:extLst>
                <a:ext uri="{FF2B5EF4-FFF2-40B4-BE49-F238E27FC236}">
                  <a16:creationId xmlns:a16="http://schemas.microsoft.com/office/drawing/2014/main" id="{1D64ED0A-4785-BEE4-3076-9B8FF3C2EDCC}"/>
                </a:ext>
              </a:extLst>
            </p:cNvPr>
            <p:cNvSpPr/>
            <p:nvPr/>
          </p:nvSpPr>
          <p:spPr>
            <a:xfrm>
              <a:off x="5375267" y="8652454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6">
              <a:extLst>
                <a:ext uri="{FF2B5EF4-FFF2-40B4-BE49-F238E27FC236}">
                  <a16:creationId xmlns:a16="http://schemas.microsoft.com/office/drawing/2014/main" id="{F7731961-5962-A5D3-ED52-54225D4D9254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6">
              <a:extLst>
                <a:ext uri="{FF2B5EF4-FFF2-40B4-BE49-F238E27FC236}">
                  <a16:creationId xmlns:a16="http://schemas.microsoft.com/office/drawing/2014/main" id="{B7D0BA0A-A568-E65B-24A0-88B0DF13E282}"/>
                </a:ext>
              </a:extLst>
            </p:cNvPr>
            <p:cNvSpPr/>
            <p:nvPr/>
          </p:nvSpPr>
          <p:spPr>
            <a:xfrm>
              <a:off x="5375267" y="873273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6">
              <a:extLst>
                <a:ext uri="{FF2B5EF4-FFF2-40B4-BE49-F238E27FC236}">
                  <a16:creationId xmlns:a16="http://schemas.microsoft.com/office/drawing/2014/main" id="{B2D51AE0-16DE-5905-6838-5FA11617148B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1"/>
                  </a:moveTo>
                  <a:lnTo>
                    <a:pt x="1" y="1783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6">
              <a:extLst>
                <a:ext uri="{FF2B5EF4-FFF2-40B4-BE49-F238E27FC236}">
                  <a16:creationId xmlns:a16="http://schemas.microsoft.com/office/drawing/2014/main" id="{9D1BA347-01FD-0C14-881F-3A29B595BA63}"/>
                </a:ext>
              </a:extLst>
            </p:cNvPr>
            <p:cNvSpPr/>
            <p:nvPr/>
          </p:nvSpPr>
          <p:spPr>
            <a:xfrm>
              <a:off x="5375267" y="8813013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1"/>
                  </a:moveTo>
                  <a:lnTo>
                    <a:pt x="1" y="178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6">
              <a:extLst>
                <a:ext uri="{FF2B5EF4-FFF2-40B4-BE49-F238E27FC236}">
                  <a16:creationId xmlns:a16="http://schemas.microsoft.com/office/drawing/2014/main" id="{FDD723ED-DE98-41B3-13D3-39227BEA4AEB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extrusionOk="0">
                  <a:moveTo>
                    <a:pt x="1460" y="0"/>
                  </a:moveTo>
                  <a:lnTo>
                    <a:pt x="1" y="1782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6">
              <a:extLst>
                <a:ext uri="{FF2B5EF4-FFF2-40B4-BE49-F238E27FC236}">
                  <a16:creationId xmlns:a16="http://schemas.microsoft.com/office/drawing/2014/main" id="{2410E3B3-9E69-CCF1-4B4C-1964B70CCBA0}"/>
                </a:ext>
              </a:extLst>
            </p:cNvPr>
            <p:cNvSpPr/>
            <p:nvPr/>
          </p:nvSpPr>
          <p:spPr>
            <a:xfrm>
              <a:off x="5375267" y="8893460"/>
              <a:ext cx="243678" cy="297587"/>
            </a:xfrm>
            <a:custGeom>
              <a:avLst/>
              <a:gdLst/>
              <a:ahLst/>
              <a:cxnLst/>
              <a:rect l="l" t="t" r="r" b="b"/>
              <a:pathLst>
                <a:path w="1460" h="1783" fill="none" extrusionOk="0">
                  <a:moveTo>
                    <a:pt x="1460" y="0"/>
                  </a:moveTo>
                  <a:lnTo>
                    <a:pt x="1" y="1782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6">
              <a:extLst>
                <a:ext uri="{FF2B5EF4-FFF2-40B4-BE49-F238E27FC236}">
                  <a16:creationId xmlns:a16="http://schemas.microsoft.com/office/drawing/2014/main" id="{280441F6-BFC5-2122-FF47-6155F34D59FE}"/>
                </a:ext>
              </a:extLst>
            </p:cNvPr>
            <p:cNvSpPr/>
            <p:nvPr/>
          </p:nvSpPr>
          <p:spPr>
            <a:xfrm>
              <a:off x="5684869" y="792543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6">
              <a:extLst>
                <a:ext uri="{FF2B5EF4-FFF2-40B4-BE49-F238E27FC236}">
                  <a16:creationId xmlns:a16="http://schemas.microsoft.com/office/drawing/2014/main" id="{E447976C-08D4-328D-B5F4-3918C8675011}"/>
                </a:ext>
              </a:extLst>
            </p:cNvPr>
            <p:cNvSpPr/>
            <p:nvPr/>
          </p:nvSpPr>
          <p:spPr>
            <a:xfrm>
              <a:off x="5684869" y="8005710"/>
              <a:ext cx="636900" cy="76775"/>
            </a:xfrm>
            <a:custGeom>
              <a:avLst/>
              <a:gdLst/>
              <a:ahLst/>
              <a:cxnLst/>
              <a:rect l="l" t="t" r="r" b="b"/>
              <a:pathLst>
                <a:path w="3816" h="460" fill="none" extrusionOk="0">
                  <a:moveTo>
                    <a:pt x="0" y="389"/>
                  </a:moveTo>
                  <a:cubicBezTo>
                    <a:pt x="28" y="389"/>
                    <a:pt x="2422" y="460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6">
              <a:extLst>
                <a:ext uri="{FF2B5EF4-FFF2-40B4-BE49-F238E27FC236}">
                  <a16:creationId xmlns:a16="http://schemas.microsoft.com/office/drawing/2014/main" id="{C3AD2C8D-B3F7-00C3-D170-67AF34875F1D}"/>
                </a:ext>
              </a:extLst>
            </p:cNvPr>
            <p:cNvSpPr/>
            <p:nvPr/>
          </p:nvSpPr>
          <p:spPr>
            <a:xfrm>
              <a:off x="5684869" y="8085989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2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6">
              <a:extLst>
                <a:ext uri="{FF2B5EF4-FFF2-40B4-BE49-F238E27FC236}">
                  <a16:creationId xmlns:a16="http://schemas.microsoft.com/office/drawing/2014/main" id="{AA580E4D-7FDD-12EB-855D-2AFF9138E05E}"/>
                </a:ext>
              </a:extLst>
            </p:cNvPr>
            <p:cNvSpPr/>
            <p:nvPr/>
          </p:nvSpPr>
          <p:spPr>
            <a:xfrm>
              <a:off x="5684869" y="8166436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6">
              <a:extLst>
                <a:ext uri="{FF2B5EF4-FFF2-40B4-BE49-F238E27FC236}">
                  <a16:creationId xmlns:a16="http://schemas.microsoft.com/office/drawing/2014/main" id="{963C9D67-AB1A-F801-0316-E1C1BBC24BC3}"/>
                </a:ext>
              </a:extLst>
            </p:cNvPr>
            <p:cNvSpPr/>
            <p:nvPr/>
          </p:nvSpPr>
          <p:spPr>
            <a:xfrm>
              <a:off x="5684869" y="8246716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89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6">
              <a:extLst>
                <a:ext uri="{FF2B5EF4-FFF2-40B4-BE49-F238E27FC236}">
                  <a16:creationId xmlns:a16="http://schemas.microsoft.com/office/drawing/2014/main" id="{F38CFB49-2CA6-19F1-2694-AB496B10F7DC}"/>
                </a:ext>
              </a:extLst>
            </p:cNvPr>
            <p:cNvSpPr/>
            <p:nvPr/>
          </p:nvSpPr>
          <p:spPr>
            <a:xfrm>
              <a:off x="5684869" y="832699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89"/>
                  </a:moveTo>
                  <a:cubicBezTo>
                    <a:pt x="28" y="398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6">
              <a:extLst>
                <a:ext uri="{FF2B5EF4-FFF2-40B4-BE49-F238E27FC236}">
                  <a16:creationId xmlns:a16="http://schemas.microsoft.com/office/drawing/2014/main" id="{40268F65-4AB8-592A-019F-A4CFD689499F}"/>
                </a:ext>
              </a:extLst>
            </p:cNvPr>
            <p:cNvSpPr/>
            <p:nvPr/>
          </p:nvSpPr>
          <p:spPr>
            <a:xfrm>
              <a:off x="5684869" y="8407609"/>
              <a:ext cx="636900" cy="77943"/>
            </a:xfrm>
            <a:custGeom>
              <a:avLst/>
              <a:gdLst/>
              <a:ahLst/>
              <a:cxnLst/>
              <a:rect l="l" t="t" r="r" b="b"/>
              <a:pathLst>
                <a:path w="3816" h="467" fill="none" extrusionOk="0">
                  <a:moveTo>
                    <a:pt x="0" y="396"/>
                  </a:moveTo>
                  <a:cubicBezTo>
                    <a:pt x="28" y="396"/>
                    <a:pt x="2422" y="467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6">
              <a:extLst>
                <a:ext uri="{FF2B5EF4-FFF2-40B4-BE49-F238E27FC236}">
                  <a16:creationId xmlns:a16="http://schemas.microsoft.com/office/drawing/2014/main" id="{221C5678-A292-17C7-8B89-CBE8A788667A}"/>
                </a:ext>
              </a:extLst>
            </p:cNvPr>
            <p:cNvSpPr/>
            <p:nvPr/>
          </p:nvSpPr>
          <p:spPr>
            <a:xfrm>
              <a:off x="5684869" y="8488055"/>
              <a:ext cx="636900" cy="78110"/>
            </a:xfrm>
            <a:custGeom>
              <a:avLst/>
              <a:gdLst/>
              <a:ahLst/>
              <a:cxnLst/>
              <a:rect l="l" t="t" r="r" b="b"/>
              <a:pathLst>
                <a:path w="3816" h="468" fill="none" extrusionOk="0">
                  <a:moveTo>
                    <a:pt x="0" y="395"/>
                  </a:moveTo>
                  <a:cubicBezTo>
                    <a:pt x="28" y="395"/>
                    <a:pt x="2422" y="468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6">
              <a:extLst>
                <a:ext uri="{FF2B5EF4-FFF2-40B4-BE49-F238E27FC236}">
                  <a16:creationId xmlns:a16="http://schemas.microsoft.com/office/drawing/2014/main" id="{79D2BB01-A01A-CCEA-FDFC-B9F88E1F7DAB}"/>
                </a:ext>
              </a:extLst>
            </p:cNvPr>
            <p:cNvSpPr/>
            <p:nvPr/>
          </p:nvSpPr>
          <p:spPr>
            <a:xfrm>
              <a:off x="5684869" y="8568335"/>
              <a:ext cx="636900" cy="78277"/>
            </a:xfrm>
            <a:custGeom>
              <a:avLst/>
              <a:gdLst/>
              <a:ahLst/>
              <a:cxnLst/>
              <a:rect l="l" t="t" r="r" b="b"/>
              <a:pathLst>
                <a:path w="3816" h="469" fill="none" extrusionOk="0">
                  <a:moveTo>
                    <a:pt x="0" y="396"/>
                  </a:moveTo>
                  <a:cubicBezTo>
                    <a:pt x="28" y="396"/>
                    <a:pt x="2422" y="468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6">
              <a:extLst>
                <a:ext uri="{FF2B5EF4-FFF2-40B4-BE49-F238E27FC236}">
                  <a16:creationId xmlns:a16="http://schemas.microsoft.com/office/drawing/2014/main" id="{7AABFC92-5276-4319-D363-A202772AE9EC}"/>
                </a:ext>
              </a:extLst>
            </p:cNvPr>
            <p:cNvSpPr/>
            <p:nvPr/>
          </p:nvSpPr>
          <p:spPr>
            <a:xfrm>
              <a:off x="5684869" y="8649783"/>
              <a:ext cx="636900" cy="77109"/>
            </a:xfrm>
            <a:custGeom>
              <a:avLst/>
              <a:gdLst/>
              <a:ahLst/>
              <a:cxnLst/>
              <a:rect l="l" t="t" r="r" b="b"/>
              <a:pathLst>
                <a:path w="3816" h="462" fill="none" extrusionOk="0">
                  <a:moveTo>
                    <a:pt x="0" y="389"/>
                  </a:moveTo>
                  <a:cubicBezTo>
                    <a:pt x="28" y="389"/>
                    <a:pt x="2422" y="461"/>
                    <a:pt x="3816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6">
              <a:extLst>
                <a:ext uri="{FF2B5EF4-FFF2-40B4-BE49-F238E27FC236}">
                  <a16:creationId xmlns:a16="http://schemas.microsoft.com/office/drawing/2014/main" id="{1DD23752-CBFD-E458-88F8-77BF28418DA2}"/>
                </a:ext>
              </a:extLst>
            </p:cNvPr>
            <p:cNvSpPr/>
            <p:nvPr/>
          </p:nvSpPr>
          <p:spPr>
            <a:xfrm>
              <a:off x="5684869" y="8730230"/>
              <a:ext cx="636900" cy="76942"/>
            </a:xfrm>
            <a:custGeom>
              <a:avLst/>
              <a:gdLst/>
              <a:ahLst/>
              <a:cxnLst/>
              <a:rect l="l" t="t" r="r" b="b"/>
              <a:pathLst>
                <a:path w="3816" h="461" fill="none" extrusionOk="0">
                  <a:moveTo>
                    <a:pt x="0" y="388"/>
                  </a:moveTo>
                  <a:cubicBezTo>
                    <a:pt x="28" y="388"/>
                    <a:pt x="2422" y="461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6">
              <a:extLst>
                <a:ext uri="{FF2B5EF4-FFF2-40B4-BE49-F238E27FC236}">
                  <a16:creationId xmlns:a16="http://schemas.microsoft.com/office/drawing/2014/main" id="{5D58ACCF-AF46-21AC-0A0C-123475BFF547}"/>
                </a:ext>
              </a:extLst>
            </p:cNvPr>
            <p:cNvSpPr/>
            <p:nvPr/>
          </p:nvSpPr>
          <p:spPr>
            <a:xfrm>
              <a:off x="5684869" y="8810843"/>
              <a:ext cx="636900" cy="76608"/>
            </a:xfrm>
            <a:custGeom>
              <a:avLst/>
              <a:gdLst/>
              <a:ahLst/>
              <a:cxnLst/>
              <a:rect l="l" t="t" r="r" b="b"/>
              <a:pathLst>
                <a:path w="3816" h="459" fill="none" extrusionOk="0">
                  <a:moveTo>
                    <a:pt x="0" y="388"/>
                  </a:moveTo>
                  <a:cubicBezTo>
                    <a:pt x="28" y="388"/>
                    <a:pt x="2422" y="459"/>
                    <a:pt x="3816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6">
              <a:extLst>
                <a:ext uri="{FF2B5EF4-FFF2-40B4-BE49-F238E27FC236}">
                  <a16:creationId xmlns:a16="http://schemas.microsoft.com/office/drawing/2014/main" id="{B9D6E581-88C9-747B-1B72-91682ABEE4C8}"/>
                </a:ext>
              </a:extLst>
            </p:cNvPr>
            <p:cNvSpPr/>
            <p:nvPr/>
          </p:nvSpPr>
          <p:spPr>
            <a:xfrm>
              <a:off x="5638971" y="8149245"/>
              <a:ext cx="98639" cy="97638"/>
            </a:xfrm>
            <a:custGeom>
              <a:avLst/>
              <a:gdLst/>
              <a:ahLst/>
              <a:cxnLst/>
              <a:rect l="l" t="t" r="r" b="b"/>
              <a:pathLst>
                <a:path w="591" h="585" extrusionOk="0">
                  <a:moveTo>
                    <a:pt x="308" y="0"/>
                  </a:moveTo>
                  <a:cubicBezTo>
                    <a:pt x="301" y="0"/>
                    <a:pt x="292" y="1"/>
                    <a:pt x="282" y="3"/>
                  </a:cubicBezTo>
                  <a:cubicBezTo>
                    <a:pt x="239" y="3"/>
                    <a:pt x="216" y="10"/>
                    <a:pt x="209" y="10"/>
                  </a:cubicBezTo>
                  <a:cubicBezTo>
                    <a:pt x="182" y="17"/>
                    <a:pt x="182" y="17"/>
                    <a:pt x="166" y="24"/>
                  </a:cubicBezTo>
                  <a:cubicBezTo>
                    <a:pt x="159" y="31"/>
                    <a:pt x="146" y="39"/>
                    <a:pt x="139" y="39"/>
                  </a:cubicBezTo>
                  <a:cubicBezTo>
                    <a:pt x="103" y="60"/>
                    <a:pt x="87" y="74"/>
                    <a:pt x="66" y="90"/>
                  </a:cubicBezTo>
                  <a:cubicBezTo>
                    <a:pt x="66" y="96"/>
                    <a:pt x="66" y="96"/>
                    <a:pt x="59" y="96"/>
                  </a:cubicBezTo>
                  <a:lnTo>
                    <a:pt x="59" y="103"/>
                  </a:lnTo>
                  <a:cubicBezTo>
                    <a:pt x="53" y="110"/>
                    <a:pt x="44" y="117"/>
                    <a:pt x="37" y="126"/>
                  </a:cubicBezTo>
                  <a:cubicBezTo>
                    <a:pt x="37" y="133"/>
                    <a:pt x="30" y="140"/>
                    <a:pt x="30" y="146"/>
                  </a:cubicBezTo>
                  <a:lnTo>
                    <a:pt x="23" y="146"/>
                  </a:lnTo>
                  <a:lnTo>
                    <a:pt x="23" y="160"/>
                  </a:lnTo>
                  <a:cubicBezTo>
                    <a:pt x="16" y="169"/>
                    <a:pt x="16" y="169"/>
                    <a:pt x="16" y="176"/>
                  </a:cubicBezTo>
                  <a:lnTo>
                    <a:pt x="16" y="183"/>
                  </a:lnTo>
                  <a:lnTo>
                    <a:pt x="9" y="183"/>
                  </a:lnTo>
                  <a:lnTo>
                    <a:pt x="9" y="190"/>
                  </a:lnTo>
                  <a:lnTo>
                    <a:pt x="9" y="203"/>
                  </a:lnTo>
                  <a:cubicBezTo>
                    <a:pt x="1" y="219"/>
                    <a:pt x="1" y="240"/>
                    <a:pt x="1" y="255"/>
                  </a:cubicBezTo>
                  <a:lnTo>
                    <a:pt x="1" y="283"/>
                  </a:lnTo>
                  <a:cubicBezTo>
                    <a:pt x="1" y="298"/>
                    <a:pt x="1" y="305"/>
                    <a:pt x="9" y="319"/>
                  </a:cubicBezTo>
                  <a:cubicBezTo>
                    <a:pt x="30" y="398"/>
                    <a:pt x="59" y="491"/>
                    <a:pt x="87" y="585"/>
                  </a:cubicBezTo>
                  <a:lnTo>
                    <a:pt x="109" y="428"/>
                  </a:lnTo>
                  <a:lnTo>
                    <a:pt x="368" y="305"/>
                  </a:lnTo>
                  <a:lnTo>
                    <a:pt x="591" y="362"/>
                  </a:lnTo>
                  <a:lnTo>
                    <a:pt x="534" y="169"/>
                  </a:lnTo>
                  <a:cubicBezTo>
                    <a:pt x="527" y="140"/>
                    <a:pt x="518" y="117"/>
                    <a:pt x="504" y="103"/>
                  </a:cubicBezTo>
                  <a:cubicBezTo>
                    <a:pt x="491" y="83"/>
                    <a:pt x="468" y="60"/>
                    <a:pt x="461" y="53"/>
                  </a:cubicBezTo>
                  <a:cubicBezTo>
                    <a:pt x="432" y="31"/>
                    <a:pt x="382" y="10"/>
                    <a:pt x="346" y="3"/>
                  </a:cubicBezTo>
                  <a:cubicBezTo>
                    <a:pt x="337" y="3"/>
                    <a:pt x="324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6">
              <a:extLst>
                <a:ext uri="{FF2B5EF4-FFF2-40B4-BE49-F238E27FC236}">
                  <a16:creationId xmlns:a16="http://schemas.microsoft.com/office/drawing/2014/main" id="{43995FB1-C4F5-018F-B796-4A0905FC198D}"/>
                </a:ext>
              </a:extLst>
            </p:cNvPr>
            <p:cNvSpPr/>
            <p:nvPr/>
          </p:nvSpPr>
          <p:spPr>
            <a:xfrm>
              <a:off x="5669181" y="8242209"/>
              <a:ext cx="262871" cy="779768"/>
            </a:xfrm>
            <a:custGeom>
              <a:avLst/>
              <a:gdLst/>
              <a:ahLst/>
              <a:cxnLst/>
              <a:rect l="l" t="t" r="r" b="b"/>
              <a:pathLst>
                <a:path w="1575" h="4672" extrusionOk="0">
                  <a:moveTo>
                    <a:pt x="260" y="0"/>
                  </a:moveTo>
                  <a:lnTo>
                    <a:pt x="1" y="121"/>
                  </a:lnTo>
                  <a:lnTo>
                    <a:pt x="22" y="207"/>
                  </a:lnTo>
                  <a:lnTo>
                    <a:pt x="1315" y="4672"/>
                  </a:lnTo>
                  <a:lnTo>
                    <a:pt x="1574" y="4549"/>
                  </a:lnTo>
                  <a:lnTo>
                    <a:pt x="310" y="173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6">
              <a:extLst>
                <a:ext uri="{FF2B5EF4-FFF2-40B4-BE49-F238E27FC236}">
                  <a16:creationId xmlns:a16="http://schemas.microsoft.com/office/drawing/2014/main" id="{35FFDE51-04D2-2720-FCDF-7E783343D18E}"/>
                </a:ext>
              </a:extLst>
            </p:cNvPr>
            <p:cNvSpPr/>
            <p:nvPr/>
          </p:nvSpPr>
          <p:spPr>
            <a:xfrm>
              <a:off x="5652324" y="8220512"/>
              <a:ext cx="17024" cy="72102"/>
            </a:xfrm>
            <a:custGeom>
              <a:avLst/>
              <a:gdLst/>
              <a:ahLst/>
              <a:cxnLst/>
              <a:rect l="l" t="t" r="r" b="b"/>
              <a:pathLst>
                <a:path w="102" h="432" extrusionOk="0">
                  <a:moveTo>
                    <a:pt x="29" y="1"/>
                  </a:moveTo>
                  <a:lnTo>
                    <a:pt x="7" y="158"/>
                  </a:lnTo>
                  <a:lnTo>
                    <a:pt x="0" y="173"/>
                  </a:lnTo>
                  <a:lnTo>
                    <a:pt x="73" y="432"/>
                  </a:lnTo>
                  <a:lnTo>
                    <a:pt x="93" y="323"/>
                  </a:lnTo>
                  <a:lnTo>
                    <a:pt x="102" y="25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6">
              <a:extLst>
                <a:ext uri="{FF2B5EF4-FFF2-40B4-BE49-F238E27FC236}">
                  <a16:creationId xmlns:a16="http://schemas.microsoft.com/office/drawing/2014/main" id="{0C129388-5E32-6E44-6010-7D69313D0747}"/>
                </a:ext>
              </a:extLst>
            </p:cNvPr>
            <p:cNvSpPr/>
            <p:nvPr/>
          </p:nvSpPr>
          <p:spPr>
            <a:xfrm>
              <a:off x="5664340" y="8262237"/>
              <a:ext cx="224484" cy="789783"/>
            </a:xfrm>
            <a:custGeom>
              <a:avLst/>
              <a:gdLst/>
              <a:ahLst/>
              <a:cxnLst/>
              <a:rect l="l" t="t" r="r" b="b"/>
              <a:pathLst>
                <a:path w="1345" h="4732" extrusionOk="0">
                  <a:moveTo>
                    <a:pt x="30" y="1"/>
                  </a:moveTo>
                  <a:lnTo>
                    <a:pt x="21" y="73"/>
                  </a:lnTo>
                  <a:lnTo>
                    <a:pt x="1" y="182"/>
                  </a:lnTo>
                  <a:lnTo>
                    <a:pt x="1324" y="4731"/>
                  </a:lnTo>
                  <a:lnTo>
                    <a:pt x="1344" y="4552"/>
                  </a:lnTo>
                  <a:lnTo>
                    <a:pt x="51" y="87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6">
              <a:extLst>
                <a:ext uri="{FF2B5EF4-FFF2-40B4-BE49-F238E27FC236}">
                  <a16:creationId xmlns:a16="http://schemas.microsoft.com/office/drawing/2014/main" id="{F11BB169-E26F-0E02-3F2A-C28445818757}"/>
                </a:ext>
              </a:extLst>
            </p:cNvPr>
            <p:cNvSpPr/>
            <p:nvPr/>
          </p:nvSpPr>
          <p:spPr>
            <a:xfrm>
              <a:off x="5657164" y="8200150"/>
              <a:ext cx="55412" cy="62255"/>
            </a:xfrm>
            <a:custGeom>
              <a:avLst/>
              <a:gdLst/>
              <a:ahLst/>
              <a:cxnLst/>
              <a:rect l="l" t="t" r="r" b="b"/>
              <a:pathLst>
                <a:path w="332" h="373" extrusionOk="0">
                  <a:moveTo>
                    <a:pt x="259" y="0"/>
                  </a:moveTo>
                  <a:lnTo>
                    <a:pt x="0" y="123"/>
                  </a:lnTo>
                  <a:lnTo>
                    <a:pt x="73" y="373"/>
                  </a:lnTo>
                  <a:lnTo>
                    <a:pt x="332" y="2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6">
              <a:extLst>
                <a:ext uri="{FF2B5EF4-FFF2-40B4-BE49-F238E27FC236}">
                  <a16:creationId xmlns:a16="http://schemas.microsoft.com/office/drawing/2014/main" id="{D391B232-F653-006B-0DD6-9DF25BB17C79}"/>
                </a:ext>
              </a:extLst>
            </p:cNvPr>
            <p:cNvSpPr/>
            <p:nvPr/>
          </p:nvSpPr>
          <p:spPr>
            <a:xfrm>
              <a:off x="5712408" y="8242209"/>
              <a:ext cx="257864" cy="768920"/>
            </a:xfrm>
            <a:custGeom>
              <a:avLst/>
              <a:gdLst/>
              <a:ahLst/>
              <a:cxnLst/>
              <a:rect l="l" t="t" r="r" b="b"/>
              <a:pathLst>
                <a:path w="1545" h="4607" extrusionOk="0">
                  <a:moveTo>
                    <a:pt x="1" y="0"/>
                  </a:moveTo>
                  <a:lnTo>
                    <a:pt x="51" y="173"/>
                  </a:lnTo>
                  <a:lnTo>
                    <a:pt x="1315" y="4549"/>
                  </a:lnTo>
                  <a:lnTo>
                    <a:pt x="1545" y="4606"/>
                  </a:lnTo>
                  <a:lnTo>
                    <a:pt x="230" y="57"/>
                  </a:lnTo>
                  <a:lnTo>
                    <a:pt x="19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6">
              <a:extLst>
                <a:ext uri="{FF2B5EF4-FFF2-40B4-BE49-F238E27FC236}">
                  <a16:creationId xmlns:a16="http://schemas.microsoft.com/office/drawing/2014/main" id="{3412CD74-4C3F-822E-0073-CAE066C81A99}"/>
                </a:ext>
              </a:extLst>
            </p:cNvPr>
            <p:cNvSpPr/>
            <p:nvPr/>
          </p:nvSpPr>
          <p:spPr>
            <a:xfrm>
              <a:off x="5700391" y="8200150"/>
              <a:ext cx="50571" cy="51573"/>
            </a:xfrm>
            <a:custGeom>
              <a:avLst/>
              <a:gdLst/>
              <a:ahLst/>
              <a:cxnLst/>
              <a:rect l="l" t="t" r="r" b="b"/>
              <a:pathLst>
                <a:path w="303" h="309" extrusionOk="0">
                  <a:moveTo>
                    <a:pt x="0" y="0"/>
                  </a:moveTo>
                  <a:lnTo>
                    <a:pt x="73" y="252"/>
                  </a:lnTo>
                  <a:lnTo>
                    <a:pt x="266" y="302"/>
                  </a:lnTo>
                  <a:lnTo>
                    <a:pt x="302" y="309"/>
                  </a:lnTo>
                  <a:lnTo>
                    <a:pt x="230" y="57"/>
                  </a:lnTo>
                  <a:lnTo>
                    <a:pt x="223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6">
              <a:extLst>
                <a:ext uri="{FF2B5EF4-FFF2-40B4-BE49-F238E27FC236}">
                  <a16:creationId xmlns:a16="http://schemas.microsoft.com/office/drawing/2014/main" id="{F03528BF-FC33-B01E-774B-B4525AFEDFB8}"/>
                </a:ext>
              </a:extLst>
            </p:cNvPr>
            <p:cNvSpPr/>
            <p:nvPr/>
          </p:nvSpPr>
          <p:spPr>
            <a:xfrm>
              <a:off x="5885151" y="9001445"/>
              <a:ext cx="86622" cy="110323"/>
            </a:xfrm>
            <a:custGeom>
              <a:avLst/>
              <a:gdLst/>
              <a:ahLst/>
              <a:cxnLst/>
              <a:rect l="l" t="t" r="r" b="b"/>
              <a:pathLst>
                <a:path w="519" h="661" extrusionOk="0">
                  <a:moveTo>
                    <a:pt x="280" y="0"/>
                  </a:moveTo>
                  <a:lnTo>
                    <a:pt x="21" y="123"/>
                  </a:lnTo>
                  <a:lnTo>
                    <a:pt x="1" y="302"/>
                  </a:lnTo>
                  <a:cubicBezTo>
                    <a:pt x="1" y="302"/>
                    <a:pt x="130" y="497"/>
                    <a:pt x="244" y="661"/>
                  </a:cubicBezTo>
                  <a:cubicBezTo>
                    <a:pt x="308" y="577"/>
                    <a:pt x="392" y="559"/>
                    <a:pt x="450" y="559"/>
                  </a:cubicBezTo>
                  <a:cubicBezTo>
                    <a:pt x="490" y="559"/>
                    <a:pt x="518" y="568"/>
                    <a:pt x="518" y="568"/>
                  </a:cubicBezTo>
                  <a:cubicBezTo>
                    <a:pt x="510" y="338"/>
                    <a:pt x="510" y="57"/>
                    <a:pt x="510" y="57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6">
              <a:extLst>
                <a:ext uri="{FF2B5EF4-FFF2-40B4-BE49-F238E27FC236}">
                  <a16:creationId xmlns:a16="http://schemas.microsoft.com/office/drawing/2014/main" id="{2438A7E6-9100-7AC3-D360-9D4CB836E126}"/>
                </a:ext>
              </a:extLst>
            </p:cNvPr>
            <p:cNvSpPr/>
            <p:nvPr/>
          </p:nvSpPr>
          <p:spPr>
            <a:xfrm>
              <a:off x="5925708" y="9094743"/>
              <a:ext cx="46065" cy="60419"/>
            </a:xfrm>
            <a:custGeom>
              <a:avLst/>
              <a:gdLst/>
              <a:ahLst/>
              <a:cxnLst/>
              <a:rect l="l" t="t" r="r" b="b"/>
              <a:pathLst>
                <a:path w="276" h="362" extrusionOk="0">
                  <a:moveTo>
                    <a:pt x="207" y="0"/>
                  </a:moveTo>
                  <a:cubicBezTo>
                    <a:pt x="149" y="0"/>
                    <a:pt x="65" y="18"/>
                    <a:pt x="1" y="102"/>
                  </a:cubicBezTo>
                  <a:cubicBezTo>
                    <a:pt x="73" y="211"/>
                    <a:pt x="146" y="304"/>
                    <a:pt x="160" y="326"/>
                  </a:cubicBezTo>
                  <a:cubicBezTo>
                    <a:pt x="182" y="351"/>
                    <a:pt x="204" y="361"/>
                    <a:pt x="223" y="361"/>
                  </a:cubicBezTo>
                  <a:cubicBezTo>
                    <a:pt x="253" y="361"/>
                    <a:pt x="275" y="333"/>
                    <a:pt x="275" y="290"/>
                  </a:cubicBezTo>
                  <a:lnTo>
                    <a:pt x="275" y="9"/>
                  </a:lnTo>
                  <a:cubicBezTo>
                    <a:pt x="275" y="9"/>
                    <a:pt x="247" y="0"/>
                    <a:pt x="2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6">
              <a:extLst>
                <a:ext uri="{FF2B5EF4-FFF2-40B4-BE49-F238E27FC236}">
                  <a16:creationId xmlns:a16="http://schemas.microsoft.com/office/drawing/2014/main" id="{DADED70C-A649-3A4F-D845-B5EB54B8EA0B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6">
              <a:extLst>
                <a:ext uri="{FF2B5EF4-FFF2-40B4-BE49-F238E27FC236}">
                  <a16:creationId xmlns:a16="http://schemas.microsoft.com/office/drawing/2014/main" id="{87790EED-CCC1-3DFF-040F-2C50D115D3B2}"/>
                </a:ext>
              </a:extLst>
            </p:cNvPr>
            <p:cNvSpPr/>
            <p:nvPr/>
          </p:nvSpPr>
          <p:spPr>
            <a:xfrm>
              <a:off x="5925708" y="9111600"/>
              <a:ext cx="167" cy="167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Graphic 2" descr="Diamond outline">
            <a:extLst>
              <a:ext uri="{FF2B5EF4-FFF2-40B4-BE49-F238E27FC236}">
                <a16:creationId xmlns:a16="http://schemas.microsoft.com/office/drawing/2014/main" id="{9B74714C-78FC-87E3-E9E9-589BA90EC4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5424" y="1899459"/>
            <a:ext cx="559259" cy="55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97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>
          <a:extLst>
            <a:ext uri="{FF2B5EF4-FFF2-40B4-BE49-F238E27FC236}">
              <a16:creationId xmlns:a16="http://schemas.microsoft.com/office/drawing/2014/main" id="{7DFB3D14-669E-68D3-6C0D-70AF1F673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1">
            <a:extLst>
              <a:ext uri="{FF2B5EF4-FFF2-40B4-BE49-F238E27FC236}">
                <a16:creationId xmlns:a16="http://schemas.microsoft.com/office/drawing/2014/main" id="{29B865A8-6035-A18A-F1FF-A1F7FF56FF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260" y="473569"/>
            <a:ext cx="472483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Descobrindo</a:t>
            </a:r>
            <a:endParaRPr dirty="0"/>
          </a:p>
        </p:txBody>
      </p:sp>
      <p:sp>
        <p:nvSpPr>
          <p:cNvPr id="780" name="Google Shape;780;p41">
            <a:extLst>
              <a:ext uri="{FF2B5EF4-FFF2-40B4-BE49-F238E27FC236}">
                <a16:creationId xmlns:a16="http://schemas.microsoft.com/office/drawing/2014/main" id="{57181E9C-8499-E888-951B-34350B4C997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51750" y="1377132"/>
            <a:ext cx="4192250" cy="1012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pt-BR" sz="1400" b="1" dirty="0">
                <a:solidFill>
                  <a:schemeClr val="tx2"/>
                </a:solidFill>
              </a:rPr>
              <a:t>O que pesquisamos:</a:t>
            </a:r>
            <a:r>
              <a:rPr lang="pt-BR" sz="1400" dirty="0">
                <a:solidFill>
                  <a:schemeClr val="tx2"/>
                </a:solidFill>
              </a:rPr>
              <a:t> </a:t>
            </a:r>
            <a:r>
              <a:rPr lang="pt-BR" sz="1400" dirty="0"/>
              <a:t>O cenário do acesso à educação e as formas de divulgação.</a:t>
            </a:r>
          </a:p>
          <a:p>
            <a:pPr marL="0" lvl="0" indent="0" algn="ctr"/>
            <a:endParaRPr lang="pt-BR" sz="1400" dirty="0"/>
          </a:p>
          <a:p>
            <a:pPr marL="0" lvl="0" indent="0" algn="ctr"/>
            <a:r>
              <a:rPr lang="pt-BR" sz="1400" b="1" dirty="0">
                <a:solidFill>
                  <a:schemeClr val="tx2"/>
                </a:solidFill>
              </a:rPr>
              <a:t>O que encontramos:</a:t>
            </a:r>
            <a:r>
              <a:rPr lang="pt-BR" sz="1400" dirty="0">
                <a:solidFill>
                  <a:schemeClr val="tx2"/>
                </a:solidFill>
              </a:rPr>
              <a:t> </a:t>
            </a:r>
            <a:r>
              <a:rPr lang="pt-BR" sz="1400" dirty="0"/>
              <a:t>Uma infinidade de programas, benefícios governamentais (como FUNDEB e PDDE) e editais, porém totalmente dispersos na internet.</a:t>
            </a:r>
          </a:p>
          <a:p>
            <a:pPr marL="0" lvl="0" indent="0" algn="ctr"/>
            <a:endParaRPr lang="pt-BR" sz="1400" dirty="0"/>
          </a:p>
          <a:p>
            <a:pPr marL="0" lvl="0" indent="0" algn="ctr"/>
            <a:r>
              <a:rPr lang="pt-BR" sz="1400" b="1" dirty="0">
                <a:solidFill>
                  <a:schemeClr val="tx2"/>
                </a:solidFill>
              </a:rPr>
              <a:t>A dor:</a:t>
            </a:r>
            <a:r>
              <a:rPr lang="pt-BR" sz="1400" dirty="0">
                <a:solidFill>
                  <a:schemeClr val="tx2"/>
                </a:solidFill>
              </a:rPr>
              <a:t> </a:t>
            </a:r>
            <a:r>
              <a:rPr lang="pt-BR" sz="1400" dirty="0"/>
              <a:t>Informações complexas e descentralizadas que impedem o acesso igualitário e dificultam o acompanhamento pela sociedade. </a:t>
            </a:r>
            <a:endParaRPr sz="1400" dirty="0"/>
          </a:p>
        </p:txBody>
      </p:sp>
      <p:grpSp>
        <p:nvGrpSpPr>
          <p:cNvPr id="781" name="Google Shape;781;p41">
            <a:extLst>
              <a:ext uri="{FF2B5EF4-FFF2-40B4-BE49-F238E27FC236}">
                <a16:creationId xmlns:a16="http://schemas.microsoft.com/office/drawing/2014/main" id="{2A2CF003-C844-6CC9-03D6-091E8D83F69A}"/>
              </a:ext>
            </a:extLst>
          </p:cNvPr>
          <p:cNvGrpSpPr/>
          <p:nvPr/>
        </p:nvGrpSpPr>
        <p:grpSpPr>
          <a:xfrm>
            <a:off x="-117900" y="1369360"/>
            <a:ext cx="8039600" cy="4403965"/>
            <a:chOff x="-41700" y="1369360"/>
            <a:chExt cx="8039600" cy="4403965"/>
          </a:xfrm>
        </p:grpSpPr>
        <p:sp>
          <p:nvSpPr>
            <p:cNvPr id="782" name="Google Shape;782;p41">
              <a:extLst>
                <a:ext uri="{FF2B5EF4-FFF2-40B4-BE49-F238E27FC236}">
                  <a16:creationId xmlns:a16="http://schemas.microsoft.com/office/drawing/2014/main" id="{91E136A1-8017-176C-E39F-F74270A55014}"/>
                </a:ext>
              </a:extLst>
            </p:cNvPr>
            <p:cNvSpPr/>
            <p:nvPr/>
          </p:nvSpPr>
          <p:spPr>
            <a:xfrm>
              <a:off x="-41700" y="2753625"/>
              <a:ext cx="8039600" cy="3019700"/>
            </a:xfrm>
            <a:custGeom>
              <a:avLst/>
              <a:gdLst/>
              <a:ahLst/>
              <a:cxnLst/>
              <a:rect l="l" t="t" r="r" b="b"/>
              <a:pathLst>
                <a:path w="321584" h="120788" extrusionOk="0">
                  <a:moveTo>
                    <a:pt x="0" y="65800"/>
                  </a:moveTo>
                  <a:lnTo>
                    <a:pt x="112755" y="0"/>
                  </a:lnTo>
                  <a:lnTo>
                    <a:pt x="321584" y="120788"/>
                  </a:lnTo>
                  <a:lnTo>
                    <a:pt x="1853" y="120788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783" name="Google Shape;783;p41">
              <a:extLst>
                <a:ext uri="{FF2B5EF4-FFF2-40B4-BE49-F238E27FC236}">
                  <a16:creationId xmlns:a16="http://schemas.microsoft.com/office/drawing/2014/main" id="{F801CF2D-61AB-8D73-A297-E148C06698C5}"/>
                </a:ext>
              </a:extLst>
            </p:cNvPr>
            <p:cNvGrpSpPr/>
            <p:nvPr/>
          </p:nvGrpSpPr>
          <p:grpSpPr>
            <a:xfrm>
              <a:off x="429385" y="1835802"/>
              <a:ext cx="3597433" cy="3118551"/>
              <a:chOff x="1022370" y="2273688"/>
              <a:chExt cx="2308414" cy="2001124"/>
            </a:xfrm>
          </p:grpSpPr>
          <p:sp>
            <p:nvSpPr>
              <p:cNvPr id="784" name="Google Shape;784;p41">
                <a:extLst>
                  <a:ext uri="{FF2B5EF4-FFF2-40B4-BE49-F238E27FC236}">
                    <a16:creationId xmlns:a16="http://schemas.microsoft.com/office/drawing/2014/main" id="{AD7692AA-0CAB-D71A-D0BF-AABAADEF61C6}"/>
                  </a:ext>
                </a:extLst>
              </p:cNvPr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37" y="22"/>
                    </a:moveTo>
                    <a:cubicBezTo>
                      <a:pt x="23" y="15"/>
                      <a:pt x="16" y="8"/>
                      <a:pt x="1" y="1"/>
                    </a:cubicBezTo>
                    <a:lnTo>
                      <a:pt x="1" y="1"/>
                    </a:lnTo>
                    <a:cubicBezTo>
                      <a:pt x="16" y="8"/>
                      <a:pt x="23" y="15"/>
                      <a:pt x="37" y="2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41">
                <a:extLst>
                  <a:ext uri="{FF2B5EF4-FFF2-40B4-BE49-F238E27FC236}">
                    <a16:creationId xmlns:a16="http://schemas.microsoft.com/office/drawing/2014/main" id="{4C5F8FF9-A7BC-0654-4853-297684B33754}"/>
                  </a:ext>
                </a:extLst>
              </p:cNvPr>
              <p:cNvSpPr/>
              <p:nvPr/>
            </p:nvSpPr>
            <p:spPr>
              <a:xfrm>
                <a:off x="2597883" y="3101824"/>
                <a:ext cx="355172" cy="185460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1743" extrusionOk="0">
                    <a:moveTo>
                      <a:pt x="1453" y="1"/>
                    </a:moveTo>
                    <a:lnTo>
                      <a:pt x="1453" y="1"/>
                    </a:lnTo>
                    <a:cubicBezTo>
                      <a:pt x="1151" y="23"/>
                      <a:pt x="849" y="103"/>
                      <a:pt x="611" y="239"/>
                    </a:cubicBezTo>
                    <a:cubicBezTo>
                      <a:pt x="16" y="570"/>
                      <a:pt x="1" y="1122"/>
                      <a:pt x="584" y="1476"/>
                    </a:cubicBezTo>
                    <a:cubicBezTo>
                      <a:pt x="882" y="1653"/>
                      <a:pt x="1278" y="1743"/>
                      <a:pt x="1675" y="1743"/>
                    </a:cubicBezTo>
                    <a:cubicBezTo>
                      <a:pt x="2052" y="1743"/>
                      <a:pt x="2430" y="1661"/>
                      <a:pt x="2725" y="1497"/>
                    </a:cubicBezTo>
                    <a:cubicBezTo>
                      <a:pt x="3322" y="1158"/>
                      <a:pt x="3337" y="605"/>
                      <a:pt x="2754" y="260"/>
                    </a:cubicBezTo>
                    <a:cubicBezTo>
                      <a:pt x="2740" y="253"/>
                      <a:pt x="2733" y="246"/>
                      <a:pt x="2718" y="239"/>
                    </a:cubicBezTo>
                    <a:cubicBezTo>
                      <a:pt x="2588" y="167"/>
                      <a:pt x="2438" y="110"/>
                      <a:pt x="2286" y="66"/>
                    </a:cubicBezTo>
                    <a:lnTo>
                      <a:pt x="2266" y="123"/>
                    </a:lnTo>
                    <a:cubicBezTo>
                      <a:pt x="2388" y="160"/>
                      <a:pt x="2495" y="210"/>
                      <a:pt x="2595" y="268"/>
                    </a:cubicBezTo>
                    <a:cubicBezTo>
                      <a:pt x="3099" y="570"/>
                      <a:pt x="3085" y="1045"/>
                      <a:pt x="2575" y="1331"/>
                    </a:cubicBezTo>
                    <a:cubicBezTo>
                      <a:pt x="2320" y="1472"/>
                      <a:pt x="1993" y="1543"/>
                      <a:pt x="1668" y="1543"/>
                    </a:cubicBezTo>
                    <a:cubicBezTo>
                      <a:pt x="1330" y="1543"/>
                      <a:pt x="994" y="1467"/>
                      <a:pt x="741" y="1317"/>
                    </a:cubicBezTo>
                    <a:cubicBezTo>
                      <a:pt x="239" y="1015"/>
                      <a:pt x="253" y="541"/>
                      <a:pt x="763" y="253"/>
                    </a:cubicBezTo>
                    <a:cubicBezTo>
                      <a:pt x="956" y="146"/>
                      <a:pt x="1188" y="80"/>
                      <a:pt x="1431" y="53"/>
                    </a:cubicBezTo>
                    <a:lnTo>
                      <a:pt x="145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41">
                <a:extLst>
                  <a:ext uri="{FF2B5EF4-FFF2-40B4-BE49-F238E27FC236}">
                    <a16:creationId xmlns:a16="http://schemas.microsoft.com/office/drawing/2014/main" id="{E78BCCF9-D148-C6E8-CD58-B666B85E6838}"/>
                  </a:ext>
                </a:extLst>
              </p:cNvPr>
              <p:cNvSpPr/>
              <p:nvPr/>
            </p:nvSpPr>
            <p:spPr>
              <a:xfrm>
                <a:off x="2623207" y="3107357"/>
                <a:ext cx="304418" cy="158646"/>
              </a:xfrm>
              <a:custGeom>
                <a:avLst/>
                <a:gdLst/>
                <a:ahLst/>
                <a:cxnLst/>
                <a:rect l="l" t="t" r="r" b="b"/>
                <a:pathLst>
                  <a:path w="2861" h="1491" extrusionOk="0">
                    <a:moveTo>
                      <a:pt x="1193" y="1"/>
                    </a:moveTo>
                    <a:cubicBezTo>
                      <a:pt x="950" y="28"/>
                      <a:pt x="718" y="94"/>
                      <a:pt x="525" y="201"/>
                    </a:cubicBezTo>
                    <a:cubicBezTo>
                      <a:pt x="15" y="489"/>
                      <a:pt x="1" y="963"/>
                      <a:pt x="503" y="1265"/>
                    </a:cubicBezTo>
                    <a:cubicBezTo>
                      <a:pt x="756" y="1415"/>
                      <a:pt x="1092" y="1491"/>
                      <a:pt x="1430" y="1491"/>
                    </a:cubicBezTo>
                    <a:cubicBezTo>
                      <a:pt x="1755" y="1491"/>
                      <a:pt x="2082" y="1420"/>
                      <a:pt x="2337" y="1279"/>
                    </a:cubicBezTo>
                    <a:cubicBezTo>
                      <a:pt x="2847" y="993"/>
                      <a:pt x="2861" y="518"/>
                      <a:pt x="2357" y="216"/>
                    </a:cubicBezTo>
                    <a:cubicBezTo>
                      <a:pt x="2257" y="158"/>
                      <a:pt x="2150" y="108"/>
                      <a:pt x="2028" y="71"/>
                    </a:cubicBezTo>
                    <a:lnTo>
                      <a:pt x="1833" y="582"/>
                    </a:lnTo>
                    <a:lnTo>
                      <a:pt x="1452" y="805"/>
                    </a:lnTo>
                    <a:lnTo>
                      <a:pt x="993" y="539"/>
                    </a:lnTo>
                    <a:lnTo>
                      <a:pt x="119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41">
                <a:extLst>
                  <a:ext uri="{FF2B5EF4-FFF2-40B4-BE49-F238E27FC236}">
                    <a16:creationId xmlns:a16="http://schemas.microsoft.com/office/drawing/2014/main" id="{34DF1707-F3A6-901C-CDF5-317EDD912C13}"/>
                  </a:ext>
                </a:extLst>
              </p:cNvPr>
              <p:cNvSpPr/>
              <p:nvPr/>
            </p:nvSpPr>
            <p:spPr>
              <a:xfrm>
                <a:off x="2589477" y="3213654"/>
                <a:ext cx="371770" cy="125236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1177" extrusionOk="0">
                    <a:moveTo>
                      <a:pt x="3494" y="7"/>
                    </a:moveTo>
                    <a:cubicBezTo>
                      <a:pt x="3491" y="31"/>
                      <a:pt x="3489" y="54"/>
                      <a:pt x="3488" y="76"/>
                    </a:cubicBezTo>
                    <a:lnTo>
                      <a:pt x="3488" y="76"/>
                    </a:lnTo>
                    <a:cubicBezTo>
                      <a:pt x="3491" y="53"/>
                      <a:pt x="3493" y="30"/>
                      <a:pt x="3494" y="7"/>
                    </a:cubicBezTo>
                    <a:close/>
                    <a:moveTo>
                      <a:pt x="0" y="1"/>
                    </a:moveTo>
                    <a:lnTo>
                      <a:pt x="0" y="166"/>
                    </a:lnTo>
                    <a:cubicBezTo>
                      <a:pt x="0" y="416"/>
                      <a:pt x="166" y="675"/>
                      <a:pt x="497" y="870"/>
                    </a:cubicBezTo>
                    <a:cubicBezTo>
                      <a:pt x="837" y="1074"/>
                      <a:pt x="1290" y="1177"/>
                      <a:pt x="1745" y="1177"/>
                    </a:cubicBezTo>
                    <a:cubicBezTo>
                      <a:pt x="2184" y="1177"/>
                      <a:pt x="2623" y="1081"/>
                      <a:pt x="2962" y="891"/>
                    </a:cubicBezTo>
                    <a:cubicBezTo>
                      <a:pt x="3314" y="697"/>
                      <a:pt x="3487" y="439"/>
                      <a:pt x="3487" y="173"/>
                    </a:cubicBezTo>
                    <a:cubicBezTo>
                      <a:pt x="3487" y="139"/>
                      <a:pt x="3487" y="108"/>
                      <a:pt x="3488" y="76"/>
                    </a:cubicBezTo>
                    <a:lnTo>
                      <a:pt x="3488" y="76"/>
                    </a:lnTo>
                    <a:cubicBezTo>
                      <a:pt x="3455" y="317"/>
                      <a:pt x="3284" y="549"/>
                      <a:pt x="2962" y="727"/>
                    </a:cubicBezTo>
                    <a:cubicBezTo>
                      <a:pt x="2624" y="917"/>
                      <a:pt x="2186" y="1012"/>
                      <a:pt x="1748" y="1012"/>
                    </a:cubicBezTo>
                    <a:cubicBezTo>
                      <a:pt x="1292" y="1012"/>
                      <a:pt x="838" y="909"/>
                      <a:pt x="497" y="704"/>
                    </a:cubicBezTo>
                    <a:cubicBezTo>
                      <a:pt x="166" y="511"/>
                      <a:pt x="0" y="252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41">
                <a:extLst>
                  <a:ext uri="{FF2B5EF4-FFF2-40B4-BE49-F238E27FC236}">
                    <a16:creationId xmlns:a16="http://schemas.microsoft.com/office/drawing/2014/main" id="{E5962FF9-C738-51AB-1259-8175F2176C67}"/>
                  </a:ext>
                </a:extLst>
              </p:cNvPr>
              <p:cNvSpPr/>
              <p:nvPr/>
            </p:nvSpPr>
            <p:spPr>
              <a:xfrm>
                <a:off x="2589477" y="3127148"/>
                <a:ext cx="371770" cy="194185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1825" extrusionOk="0">
                    <a:moveTo>
                      <a:pt x="2833" y="22"/>
                    </a:moveTo>
                    <a:lnTo>
                      <a:pt x="2833" y="22"/>
                    </a:lnTo>
                    <a:cubicBezTo>
                      <a:pt x="2835" y="23"/>
                      <a:pt x="2837" y="24"/>
                      <a:pt x="2840" y="26"/>
                    </a:cubicBezTo>
                    <a:lnTo>
                      <a:pt x="2840" y="26"/>
                    </a:lnTo>
                    <a:cubicBezTo>
                      <a:pt x="2837" y="24"/>
                      <a:pt x="2835" y="23"/>
                      <a:pt x="2833" y="22"/>
                    </a:cubicBezTo>
                    <a:close/>
                    <a:moveTo>
                      <a:pt x="690" y="1"/>
                    </a:moveTo>
                    <a:lnTo>
                      <a:pt x="533" y="87"/>
                    </a:lnTo>
                    <a:cubicBezTo>
                      <a:pt x="181" y="289"/>
                      <a:pt x="0" y="548"/>
                      <a:pt x="0" y="814"/>
                    </a:cubicBezTo>
                    <a:cubicBezTo>
                      <a:pt x="0" y="1065"/>
                      <a:pt x="166" y="1324"/>
                      <a:pt x="497" y="1517"/>
                    </a:cubicBezTo>
                    <a:cubicBezTo>
                      <a:pt x="838" y="1722"/>
                      <a:pt x="1292" y="1825"/>
                      <a:pt x="1748" y="1825"/>
                    </a:cubicBezTo>
                    <a:cubicBezTo>
                      <a:pt x="2186" y="1825"/>
                      <a:pt x="2624" y="1730"/>
                      <a:pt x="2962" y="1540"/>
                    </a:cubicBezTo>
                    <a:cubicBezTo>
                      <a:pt x="3314" y="1345"/>
                      <a:pt x="3487" y="1086"/>
                      <a:pt x="3494" y="820"/>
                    </a:cubicBezTo>
                    <a:cubicBezTo>
                      <a:pt x="3494" y="569"/>
                      <a:pt x="3330" y="310"/>
                      <a:pt x="2999" y="117"/>
                    </a:cubicBezTo>
                    <a:cubicBezTo>
                      <a:pt x="2985" y="108"/>
                      <a:pt x="2969" y="101"/>
                      <a:pt x="2962" y="94"/>
                    </a:cubicBezTo>
                    <a:cubicBezTo>
                      <a:pt x="2942" y="80"/>
                      <a:pt x="2919" y="73"/>
                      <a:pt x="2905" y="58"/>
                    </a:cubicBezTo>
                    <a:cubicBezTo>
                      <a:pt x="2899" y="58"/>
                      <a:pt x="2883" y="51"/>
                      <a:pt x="2876" y="44"/>
                    </a:cubicBezTo>
                    <a:cubicBezTo>
                      <a:pt x="2864" y="38"/>
                      <a:pt x="2852" y="33"/>
                      <a:pt x="2840" y="26"/>
                    </a:cubicBezTo>
                    <a:lnTo>
                      <a:pt x="2840" y="26"/>
                    </a:lnTo>
                    <a:cubicBezTo>
                      <a:pt x="3416" y="371"/>
                      <a:pt x="3398" y="922"/>
                      <a:pt x="2804" y="1259"/>
                    </a:cubicBezTo>
                    <a:cubicBezTo>
                      <a:pt x="2509" y="1423"/>
                      <a:pt x="2131" y="1505"/>
                      <a:pt x="1754" y="1505"/>
                    </a:cubicBezTo>
                    <a:cubicBezTo>
                      <a:pt x="1357" y="1505"/>
                      <a:pt x="961" y="1415"/>
                      <a:pt x="663" y="1238"/>
                    </a:cubicBezTo>
                    <a:cubicBezTo>
                      <a:pt x="80" y="884"/>
                      <a:pt x="95" y="332"/>
                      <a:pt x="6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41">
                <a:extLst>
                  <a:ext uri="{FF2B5EF4-FFF2-40B4-BE49-F238E27FC236}">
                    <a16:creationId xmlns:a16="http://schemas.microsoft.com/office/drawing/2014/main" id="{DEBE6749-B979-3732-558B-E77D1660AC9C}"/>
                  </a:ext>
                </a:extLst>
              </p:cNvPr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1" y="1"/>
                    </a:moveTo>
                    <a:lnTo>
                      <a:pt x="25" y="15"/>
                    </a:lnTo>
                    <a:lnTo>
                      <a:pt x="25" y="15"/>
                    </a:lnTo>
                    <a:cubicBezTo>
                      <a:pt x="18" y="10"/>
                      <a:pt x="11" y="6"/>
                      <a:pt x="1" y="1"/>
                    </a:cubicBezTo>
                    <a:close/>
                    <a:moveTo>
                      <a:pt x="25" y="15"/>
                    </a:moveTo>
                    <a:cubicBezTo>
                      <a:pt x="29" y="17"/>
                      <a:pt x="32" y="19"/>
                      <a:pt x="37" y="22"/>
                    </a:cubicBezTo>
                    <a:lnTo>
                      <a:pt x="25" y="1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41">
                <a:extLst>
                  <a:ext uri="{FF2B5EF4-FFF2-40B4-BE49-F238E27FC236}">
                    <a16:creationId xmlns:a16="http://schemas.microsoft.com/office/drawing/2014/main" id="{58910B4A-F046-98FA-E531-136341C45CF4}"/>
                  </a:ext>
                </a:extLst>
              </p:cNvPr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fill="none" extrusionOk="0">
                    <a:moveTo>
                      <a:pt x="37" y="22"/>
                    </a:moveTo>
                    <a:cubicBezTo>
                      <a:pt x="23" y="15"/>
                      <a:pt x="16" y="8"/>
                      <a:pt x="1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41">
                <a:extLst>
                  <a:ext uri="{FF2B5EF4-FFF2-40B4-BE49-F238E27FC236}">
                    <a16:creationId xmlns:a16="http://schemas.microsoft.com/office/drawing/2014/main" id="{7BB9672B-8C51-ADE7-47E3-4DF1F3A1E8FA}"/>
                  </a:ext>
                </a:extLst>
              </p:cNvPr>
              <p:cNvSpPr/>
              <p:nvPr/>
            </p:nvSpPr>
            <p:spPr>
              <a:xfrm>
                <a:off x="2746422" y="2373919"/>
                <a:ext cx="22983" cy="3756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53" extrusionOk="0">
                    <a:moveTo>
                      <a:pt x="0" y="0"/>
                    </a:moveTo>
                    <a:lnTo>
                      <a:pt x="216" y="352"/>
                    </a:lnTo>
                    <a:cubicBezTo>
                      <a:pt x="216" y="338"/>
                      <a:pt x="207" y="330"/>
                      <a:pt x="207" y="323"/>
                    </a:cubicBezTo>
                    <a:cubicBezTo>
                      <a:pt x="180" y="252"/>
                      <a:pt x="157" y="216"/>
                      <a:pt x="130" y="166"/>
                    </a:cubicBezTo>
                    <a:cubicBezTo>
                      <a:pt x="114" y="143"/>
                      <a:pt x="100" y="123"/>
                      <a:pt x="87" y="93"/>
                    </a:cubicBezTo>
                    <a:cubicBezTo>
                      <a:pt x="78" y="86"/>
                      <a:pt x="71" y="79"/>
                      <a:pt x="64" y="71"/>
                    </a:cubicBezTo>
                    <a:cubicBezTo>
                      <a:pt x="50" y="50"/>
                      <a:pt x="28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41">
                <a:extLst>
                  <a:ext uri="{FF2B5EF4-FFF2-40B4-BE49-F238E27FC236}">
                    <a16:creationId xmlns:a16="http://schemas.microsoft.com/office/drawing/2014/main" id="{2739C2E4-4801-82E5-00E0-1EC65740C27C}"/>
                  </a:ext>
                </a:extLst>
              </p:cNvPr>
              <p:cNvSpPr/>
              <p:nvPr/>
            </p:nvSpPr>
            <p:spPr>
              <a:xfrm>
                <a:off x="2760148" y="2382325"/>
                <a:ext cx="207378" cy="300587"/>
              </a:xfrm>
              <a:custGeom>
                <a:avLst/>
                <a:gdLst/>
                <a:ahLst/>
                <a:cxnLst/>
                <a:rect l="l" t="t" r="r" b="b"/>
                <a:pathLst>
                  <a:path w="1949" h="2825" extrusionOk="0">
                    <a:moveTo>
                      <a:pt x="58" y="0"/>
                    </a:moveTo>
                    <a:lnTo>
                      <a:pt x="1" y="87"/>
                    </a:lnTo>
                    <a:cubicBezTo>
                      <a:pt x="28" y="137"/>
                      <a:pt x="51" y="173"/>
                      <a:pt x="78" y="244"/>
                    </a:cubicBezTo>
                    <a:cubicBezTo>
                      <a:pt x="78" y="251"/>
                      <a:pt x="87" y="259"/>
                      <a:pt x="87" y="273"/>
                    </a:cubicBezTo>
                    <a:lnTo>
                      <a:pt x="1495" y="2566"/>
                    </a:lnTo>
                    <a:lnTo>
                      <a:pt x="1948" y="2824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41">
                <a:extLst>
                  <a:ext uri="{FF2B5EF4-FFF2-40B4-BE49-F238E27FC236}">
                    <a16:creationId xmlns:a16="http://schemas.microsoft.com/office/drawing/2014/main" id="{6BF99FA4-0D86-61C3-63D3-0241FD0515D3}"/>
                  </a:ext>
                </a:extLst>
              </p:cNvPr>
              <p:cNvSpPr/>
              <p:nvPr/>
            </p:nvSpPr>
            <p:spPr>
              <a:xfrm>
                <a:off x="2766213" y="2361577"/>
                <a:ext cx="237278" cy="831429"/>
              </a:xfrm>
              <a:custGeom>
                <a:avLst/>
                <a:gdLst/>
                <a:ahLst/>
                <a:cxnLst/>
                <a:rect l="l" t="t" r="r" b="b"/>
                <a:pathLst>
                  <a:path w="2230" h="7814" extrusionOk="0">
                    <a:moveTo>
                      <a:pt x="130" y="1"/>
                    </a:moveTo>
                    <a:lnTo>
                      <a:pt x="130" y="7"/>
                    </a:lnTo>
                    <a:lnTo>
                      <a:pt x="1" y="195"/>
                    </a:lnTo>
                    <a:lnTo>
                      <a:pt x="1891" y="3019"/>
                    </a:lnTo>
                    <a:lnTo>
                      <a:pt x="425" y="6973"/>
                    </a:lnTo>
                    <a:lnTo>
                      <a:pt x="403" y="7023"/>
                    </a:lnTo>
                    <a:lnTo>
                      <a:pt x="108" y="7814"/>
                    </a:lnTo>
                    <a:lnTo>
                      <a:pt x="489" y="7591"/>
                    </a:lnTo>
                    <a:lnTo>
                      <a:pt x="684" y="7080"/>
                    </a:lnTo>
                    <a:lnTo>
                      <a:pt x="704" y="7023"/>
                    </a:lnTo>
                    <a:lnTo>
                      <a:pt x="2229" y="2890"/>
                    </a:lnTo>
                    <a:lnTo>
                      <a:pt x="2207" y="2688"/>
                    </a:lnTo>
                    <a:lnTo>
                      <a:pt x="13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41">
                <a:extLst>
                  <a:ext uri="{FF2B5EF4-FFF2-40B4-BE49-F238E27FC236}">
                    <a16:creationId xmlns:a16="http://schemas.microsoft.com/office/drawing/2014/main" id="{B4CDA8FE-CC2E-477A-860B-D6B7383ADA3F}"/>
                  </a:ext>
                </a:extLst>
              </p:cNvPr>
              <p:cNvSpPr/>
              <p:nvPr/>
            </p:nvSpPr>
            <p:spPr>
              <a:xfrm>
                <a:off x="2728759" y="2655250"/>
                <a:ext cx="238767" cy="537758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5054" extrusionOk="0">
                    <a:moveTo>
                      <a:pt x="1790" y="1"/>
                    </a:moveTo>
                    <a:lnTo>
                      <a:pt x="223" y="4198"/>
                    </a:lnTo>
                    <a:lnTo>
                      <a:pt x="201" y="4250"/>
                    </a:lnTo>
                    <a:lnTo>
                      <a:pt x="1" y="4788"/>
                    </a:lnTo>
                    <a:lnTo>
                      <a:pt x="460" y="5054"/>
                    </a:lnTo>
                    <a:lnTo>
                      <a:pt x="755" y="4263"/>
                    </a:lnTo>
                    <a:lnTo>
                      <a:pt x="777" y="4213"/>
                    </a:lnTo>
                    <a:lnTo>
                      <a:pt x="2243" y="259"/>
                    </a:lnTo>
                    <a:lnTo>
                      <a:pt x="179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41">
                <a:extLst>
                  <a:ext uri="{FF2B5EF4-FFF2-40B4-BE49-F238E27FC236}">
                    <a16:creationId xmlns:a16="http://schemas.microsoft.com/office/drawing/2014/main" id="{A78C90CC-6452-949C-0819-40ED11AC5876}"/>
                  </a:ext>
                </a:extLst>
              </p:cNvPr>
              <p:cNvSpPr/>
              <p:nvPr/>
            </p:nvSpPr>
            <p:spPr>
              <a:xfrm>
                <a:off x="2665237" y="2273688"/>
                <a:ext cx="124065" cy="117894"/>
              </a:xfrm>
              <a:custGeom>
                <a:avLst/>
                <a:gdLst/>
                <a:ahLst/>
                <a:cxnLst/>
                <a:rect l="l" t="t" r="r" b="b"/>
                <a:pathLst>
                  <a:path w="1166" h="1108" extrusionOk="0">
                    <a:moveTo>
                      <a:pt x="623" y="0"/>
                    </a:moveTo>
                    <a:cubicBezTo>
                      <a:pt x="524" y="0"/>
                      <a:pt x="454" y="27"/>
                      <a:pt x="418" y="43"/>
                    </a:cubicBezTo>
                    <a:cubicBezTo>
                      <a:pt x="418" y="43"/>
                      <a:pt x="382" y="57"/>
                      <a:pt x="339" y="86"/>
                    </a:cubicBezTo>
                    <a:cubicBezTo>
                      <a:pt x="310" y="100"/>
                      <a:pt x="310" y="100"/>
                      <a:pt x="266" y="137"/>
                    </a:cubicBezTo>
                    <a:cubicBezTo>
                      <a:pt x="260" y="150"/>
                      <a:pt x="246" y="159"/>
                      <a:pt x="237" y="173"/>
                    </a:cubicBezTo>
                    <a:cubicBezTo>
                      <a:pt x="223" y="193"/>
                      <a:pt x="203" y="216"/>
                      <a:pt x="180" y="237"/>
                    </a:cubicBezTo>
                    <a:lnTo>
                      <a:pt x="1" y="518"/>
                    </a:lnTo>
                    <a:cubicBezTo>
                      <a:pt x="30" y="518"/>
                      <a:pt x="58" y="525"/>
                      <a:pt x="87" y="532"/>
                    </a:cubicBezTo>
                    <a:cubicBezTo>
                      <a:pt x="123" y="538"/>
                      <a:pt x="166" y="554"/>
                      <a:pt x="223" y="575"/>
                    </a:cubicBezTo>
                    <a:cubicBezTo>
                      <a:pt x="260" y="590"/>
                      <a:pt x="303" y="611"/>
                      <a:pt x="346" y="640"/>
                    </a:cubicBezTo>
                    <a:cubicBezTo>
                      <a:pt x="367" y="647"/>
                      <a:pt x="382" y="654"/>
                      <a:pt x="396" y="661"/>
                    </a:cubicBezTo>
                    <a:cubicBezTo>
                      <a:pt x="496" y="720"/>
                      <a:pt x="598" y="790"/>
                      <a:pt x="684" y="863"/>
                    </a:cubicBezTo>
                    <a:cubicBezTo>
                      <a:pt x="691" y="870"/>
                      <a:pt x="705" y="883"/>
                      <a:pt x="720" y="892"/>
                    </a:cubicBezTo>
                    <a:cubicBezTo>
                      <a:pt x="734" y="913"/>
                      <a:pt x="748" y="927"/>
                      <a:pt x="763" y="942"/>
                    </a:cubicBezTo>
                    <a:cubicBezTo>
                      <a:pt x="791" y="963"/>
                      <a:pt x="813" y="992"/>
                      <a:pt x="827" y="1013"/>
                    </a:cubicBezTo>
                    <a:cubicBezTo>
                      <a:pt x="834" y="1021"/>
                      <a:pt x="841" y="1028"/>
                      <a:pt x="850" y="1035"/>
                    </a:cubicBezTo>
                    <a:cubicBezTo>
                      <a:pt x="863" y="1065"/>
                      <a:pt x="877" y="1085"/>
                      <a:pt x="893" y="1108"/>
                    </a:cubicBezTo>
                    <a:lnTo>
                      <a:pt x="950" y="1021"/>
                    </a:lnTo>
                    <a:lnTo>
                      <a:pt x="1079" y="833"/>
                    </a:lnTo>
                    <a:lnTo>
                      <a:pt x="1079" y="827"/>
                    </a:lnTo>
                    <a:cubicBezTo>
                      <a:pt x="1086" y="813"/>
                      <a:pt x="1093" y="797"/>
                      <a:pt x="1100" y="783"/>
                    </a:cubicBezTo>
                    <a:cubicBezTo>
                      <a:pt x="1108" y="777"/>
                      <a:pt x="1108" y="770"/>
                      <a:pt x="1115" y="763"/>
                    </a:cubicBezTo>
                    <a:cubicBezTo>
                      <a:pt x="1129" y="726"/>
                      <a:pt x="1143" y="690"/>
                      <a:pt x="1151" y="654"/>
                    </a:cubicBezTo>
                    <a:cubicBezTo>
                      <a:pt x="1151" y="640"/>
                      <a:pt x="1158" y="633"/>
                      <a:pt x="1158" y="618"/>
                    </a:cubicBezTo>
                    <a:cubicBezTo>
                      <a:pt x="1165" y="568"/>
                      <a:pt x="1165" y="504"/>
                      <a:pt x="1158" y="452"/>
                    </a:cubicBezTo>
                    <a:cubicBezTo>
                      <a:pt x="1122" y="237"/>
                      <a:pt x="956" y="57"/>
                      <a:pt x="748" y="14"/>
                    </a:cubicBezTo>
                    <a:cubicBezTo>
                      <a:pt x="702" y="4"/>
                      <a:pt x="660" y="0"/>
                      <a:pt x="6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41">
                <a:extLst>
                  <a:ext uri="{FF2B5EF4-FFF2-40B4-BE49-F238E27FC236}">
                    <a16:creationId xmlns:a16="http://schemas.microsoft.com/office/drawing/2014/main" id="{0DDA8D35-867B-195F-FC47-5F73F75D8022}"/>
                  </a:ext>
                </a:extLst>
              </p:cNvPr>
              <p:cNvSpPr/>
              <p:nvPr/>
            </p:nvSpPr>
            <p:spPr>
              <a:xfrm>
                <a:off x="2746422" y="2373919"/>
                <a:ext cx="22983" cy="3756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53" extrusionOk="0">
                    <a:moveTo>
                      <a:pt x="0" y="0"/>
                    </a:moveTo>
                    <a:lnTo>
                      <a:pt x="216" y="352"/>
                    </a:lnTo>
                    <a:cubicBezTo>
                      <a:pt x="216" y="338"/>
                      <a:pt x="207" y="330"/>
                      <a:pt x="207" y="323"/>
                    </a:cubicBezTo>
                    <a:cubicBezTo>
                      <a:pt x="180" y="252"/>
                      <a:pt x="157" y="216"/>
                      <a:pt x="130" y="166"/>
                    </a:cubicBezTo>
                    <a:cubicBezTo>
                      <a:pt x="114" y="143"/>
                      <a:pt x="100" y="123"/>
                      <a:pt x="87" y="93"/>
                    </a:cubicBezTo>
                    <a:cubicBezTo>
                      <a:pt x="78" y="86"/>
                      <a:pt x="71" y="79"/>
                      <a:pt x="64" y="71"/>
                    </a:cubicBezTo>
                    <a:cubicBezTo>
                      <a:pt x="50" y="50"/>
                      <a:pt x="28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41">
                <a:extLst>
                  <a:ext uri="{FF2B5EF4-FFF2-40B4-BE49-F238E27FC236}">
                    <a16:creationId xmlns:a16="http://schemas.microsoft.com/office/drawing/2014/main" id="{6D1BBF44-A2B3-1D10-965C-F629E2D3CB0E}"/>
                  </a:ext>
                </a:extLst>
              </p:cNvPr>
              <p:cNvSpPr/>
              <p:nvPr/>
            </p:nvSpPr>
            <p:spPr>
              <a:xfrm>
                <a:off x="2432745" y="2458510"/>
                <a:ext cx="294522" cy="202378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1902" extrusionOk="0">
                    <a:moveTo>
                      <a:pt x="504" y="232"/>
                    </a:moveTo>
                    <a:cubicBezTo>
                      <a:pt x="601" y="232"/>
                      <a:pt x="742" y="267"/>
                      <a:pt x="921" y="340"/>
                    </a:cubicBezTo>
                    <a:cubicBezTo>
                      <a:pt x="1121" y="427"/>
                      <a:pt x="1344" y="556"/>
                      <a:pt x="1560" y="692"/>
                    </a:cubicBezTo>
                    <a:cubicBezTo>
                      <a:pt x="1870" y="901"/>
                      <a:pt x="2150" y="1139"/>
                      <a:pt x="2301" y="1339"/>
                    </a:cubicBezTo>
                    <a:cubicBezTo>
                      <a:pt x="2468" y="1556"/>
                      <a:pt x="2447" y="1675"/>
                      <a:pt x="2275" y="1675"/>
                    </a:cubicBezTo>
                    <a:cubicBezTo>
                      <a:pt x="2179" y="1675"/>
                      <a:pt x="2037" y="1639"/>
                      <a:pt x="1855" y="1562"/>
                    </a:cubicBezTo>
                    <a:cubicBezTo>
                      <a:pt x="1646" y="1475"/>
                      <a:pt x="1423" y="1355"/>
                      <a:pt x="1215" y="1210"/>
                    </a:cubicBezTo>
                    <a:cubicBezTo>
                      <a:pt x="906" y="1010"/>
                      <a:pt x="619" y="765"/>
                      <a:pt x="468" y="570"/>
                    </a:cubicBezTo>
                    <a:cubicBezTo>
                      <a:pt x="300" y="351"/>
                      <a:pt x="326" y="232"/>
                      <a:pt x="504" y="232"/>
                    </a:cubicBezTo>
                    <a:close/>
                    <a:moveTo>
                      <a:pt x="222" y="1"/>
                    </a:moveTo>
                    <a:cubicBezTo>
                      <a:pt x="135" y="1"/>
                      <a:pt x="77" y="23"/>
                      <a:pt x="50" y="68"/>
                    </a:cubicBezTo>
                    <a:cubicBezTo>
                      <a:pt x="0" y="138"/>
                      <a:pt x="43" y="268"/>
                      <a:pt x="179" y="449"/>
                    </a:cubicBezTo>
                    <a:cubicBezTo>
                      <a:pt x="381" y="708"/>
                      <a:pt x="756" y="1023"/>
                      <a:pt x="1158" y="1296"/>
                    </a:cubicBezTo>
                    <a:cubicBezTo>
                      <a:pt x="1439" y="1475"/>
                      <a:pt x="1732" y="1641"/>
                      <a:pt x="2006" y="1757"/>
                    </a:cubicBezTo>
                    <a:cubicBezTo>
                      <a:pt x="2240" y="1855"/>
                      <a:pt x="2424" y="1902"/>
                      <a:pt x="2550" y="1902"/>
                    </a:cubicBezTo>
                    <a:cubicBezTo>
                      <a:pt x="2636" y="1902"/>
                      <a:pt x="2695" y="1880"/>
                      <a:pt x="2724" y="1836"/>
                    </a:cubicBezTo>
                    <a:cubicBezTo>
                      <a:pt x="2767" y="1770"/>
                      <a:pt x="2733" y="1641"/>
                      <a:pt x="2595" y="1462"/>
                    </a:cubicBezTo>
                    <a:cubicBezTo>
                      <a:pt x="2395" y="1196"/>
                      <a:pt x="2020" y="880"/>
                      <a:pt x="1611" y="613"/>
                    </a:cubicBezTo>
                    <a:cubicBezTo>
                      <a:pt x="1337" y="427"/>
                      <a:pt x="1042" y="261"/>
                      <a:pt x="769" y="147"/>
                    </a:cubicBezTo>
                    <a:cubicBezTo>
                      <a:pt x="535" y="49"/>
                      <a:pt x="349" y="1"/>
                      <a:pt x="2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41">
                <a:extLst>
                  <a:ext uri="{FF2B5EF4-FFF2-40B4-BE49-F238E27FC236}">
                    <a16:creationId xmlns:a16="http://schemas.microsoft.com/office/drawing/2014/main" id="{20C83143-4531-29B3-FBE9-B2A497A30E33}"/>
                  </a:ext>
                </a:extLst>
              </p:cNvPr>
              <p:cNvSpPr/>
              <p:nvPr/>
            </p:nvSpPr>
            <p:spPr>
              <a:xfrm>
                <a:off x="2464560" y="2483089"/>
                <a:ext cx="230787" cy="153752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445" extrusionOk="0">
                    <a:moveTo>
                      <a:pt x="205" y="1"/>
                    </a:moveTo>
                    <a:cubicBezTo>
                      <a:pt x="27" y="1"/>
                      <a:pt x="1" y="120"/>
                      <a:pt x="169" y="339"/>
                    </a:cubicBezTo>
                    <a:cubicBezTo>
                      <a:pt x="320" y="534"/>
                      <a:pt x="607" y="779"/>
                      <a:pt x="916" y="979"/>
                    </a:cubicBezTo>
                    <a:cubicBezTo>
                      <a:pt x="1124" y="1124"/>
                      <a:pt x="1347" y="1244"/>
                      <a:pt x="1556" y="1331"/>
                    </a:cubicBezTo>
                    <a:cubicBezTo>
                      <a:pt x="1738" y="1408"/>
                      <a:pt x="1880" y="1444"/>
                      <a:pt x="1976" y="1444"/>
                    </a:cubicBezTo>
                    <a:cubicBezTo>
                      <a:pt x="2148" y="1444"/>
                      <a:pt x="2169" y="1325"/>
                      <a:pt x="2002" y="1108"/>
                    </a:cubicBezTo>
                    <a:cubicBezTo>
                      <a:pt x="1851" y="908"/>
                      <a:pt x="1571" y="670"/>
                      <a:pt x="1261" y="461"/>
                    </a:cubicBezTo>
                    <a:cubicBezTo>
                      <a:pt x="1045" y="325"/>
                      <a:pt x="822" y="196"/>
                      <a:pt x="622" y="109"/>
                    </a:cubicBezTo>
                    <a:cubicBezTo>
                      <a:pt x="443" y="36"/>
                      <a:pt x="302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41">
                <a:extLst>
                  <a:ext uri="{FF2B5EF4-FFF2-40B4-BE49-F238E27FC236}">
                    <a16:creationId xmlns:a16="http://schemas.microsoft.com/office/drawing/2014/main" id="{C8DA2BED-E857-70FC-0D11-F82466419D01}"/>
                  </a:ext>
                </a:extLst>
              </p:cNvPr>
              <p:cNvSpPr/>
              <p:nvPr/>
            </p:nvSpPr>
            <p:spPr>
              <a:xfrm>
                <a:off x="2438065" y="2327528"/>
                <a:ext cx="345170" cy="326336"/>
              </a:xfrm>
              <a:custGeom>
                <a:avLst/>
                <a:gdLst/>
                <a:ahLst/>
                <a:cxnLst/>
                <a:rect l="l" t="t" r="r" b="b"/>
                <a:pathLst>
                  <a:path w="3244" h="3067" extrusionOk="0">
                    <a:moveTo>
                      <a:pt x="3" y="1293"/>
                    </a:moveTo>
                    <a:cubicBezTo>
                      <a:pt x="2" y="1295"/>
                      <a:pt x="1" y="1297"/>
                      <a:pt x="0" y="1299"/>
                    </a:cubicBezTo>
                    <a:cubicBezTo>
                      <a:pt x="1" y="1297"/>
                      <a:pt x="2" y="1295"/>
                      <a:pt x="3" y="1293"/>
                    </a:cubicBezTo>
                    <a:close/>
                    <a:moveTo>
                      <a:pt x="1962" y="1"/>
                    </a:moveTo>
                    <a:cubicBezTo>
                      <a:pt x="1859" y="1"/>
                      <a:pt x="1767" y="12"/>
                      <a:pt x="1698" y="26"/>
                    </a:cubicBezTo>
                    <a:cubicBezTo>
                      <a:pt x="1423" y="69"/>
                      <a:pt x="1208" y="177"/>
                      <a:pt x="1130" y="214"/>
                    </a:cubicBezTo>
                    <a:cubicBezTo>
                      <a:pt x="914" y="314"/>
                      <a:pt x="706" y="472"/>
                      <a:pt x="626" y="536"/>
                    </a:cubicBezTo>
                    <a:cubicBezTo>
                      <a:pt x="554" y="593"/>
                      <a:pt x="474" y="666"/>
                      <a:pt x="388" y="759"/>
                    </a:cubicBezTo>
                    <a:cubicBezTo>
                      <a:pt x="368" y="781"/>
                      <a:pt x="338" y="817"/>
                      <a:pt x="318" y="838"/>
                    </a:cubicBezTo>
                    <a:cubicBezTo>
                      <a:pt x="281" y="881"/>
                      <a:pt x="238" y="947"/>
                      <a:pt x="202" y="990"/>
                    </a:cubicBezTo>
                    <a:cubicBezTo>
                      <a:pt x="139" y="1088"/>
                      <a:pt x="68" y="1193"/>
                      <a:pt x="3" y="1293"/>
                    </a:cubicBezTo>
                    <a:lnTo>
                      <a:pt x="3" y="1293"/>
                    </a:lnTo>
                    <a:cubicBezTo>
                      <a:pt x="31" y="1253"/>
                      <a:pt x="89" y="1232"/>
                      <a:pt x="172" y="1232"/>
                    </a:cubicBezTo>
                    <a:cubicBezTo>
                      <a:pt x="299" y="1232"/>
                      <a:pt x="485" y="1280"/>
                      <a:pt x="719" y="1378"/>
                    </a:cubicBezTo>
                    <a:cubicBezTo>
                      <a:pt x="992" y="1492"/>
                      <a:pt x="1287" y="1658"/>
                      <a:pt x="1561" y="1844"/>
                    </a:cubicBezTo>
                    <a:cubicBezTo>
                      <a:pt x="1970" y="2111"/>
                      <a:pt x="2345" y="2427"/>
                      <a:pt x="2545" y="2693"/>
                    </a:cubicBezTo>
                    <a:cubicBezTo>
                      <a:pt x="2682" y="2871"/>
                      <a:pt x="2717" y="2999"/>
                      <a:pt x="2675" y="3065"/>
                    </a:cubicBezTo>
                    <a:lnTo>
                      <a:pt x="2675" y="3065"/>
                    </a:lnTo>
                    <a:cubicBezTo>
                      <a:pt x="2740" y="2964"/>
                      <a:pt x="2812" y="2865"/>
                      <a:pt x="2876" y="2765"/>
                    </a:cubicBezTo>
                    <a:cubicBezTo>
                      <a:pt x="3028" y="2542"/>
                      <a:pt x="3098" y="2304"/>
                      <a:pt x="3128" y="2189"/>
                    </a:cubicBezTo>
                    <a:cubicBezTo>
                      <a:pt x="3135" y="2182"/>
                      <a:pt x="3214" y="1902"/>
                      <a:pt x="3235" y="1601"/>
                    </a:cubicBezTo>
                    <a:cubicBezTo>
                      <a:pt x="3243" y="1406"/>
                      <a:pt x="3235" y="1226"/>
                      <a:pt x="3178" y="997"/>
                    </a:cubicBezTo>
                    <a:cubicBezTo>
                      <a:pt x="3178" y="997"/>
                      <a:pt x="3157" y="888"/>
                      <a:pt x="3114" y="788"/>
                    </a:cubicBezTo>
                    <a:lnTo>
                      <a:pt x="2898" y="436"/>
                    </a:lnTo>
                    <a:cubicBezTo>
                      <a:pt x="2883" y="421"/>
                      <a:pt x="2869" y="407"/>
                      <a:pt x="2855" y="386"/>
                    </a:cubicBezTo>
                    <a:cubicBezTo>
                      <a:pt x="2840" y="377"/>
                      <a:pt x="2826" y="364"/>
                      <a:pt x="2819" y="357"/>
                    </a:cubicBezTo>
                    <a:cubicBezTo>
                      <a:pt x="2733" y="284"/>
                      <a:pt x="2631" y="214"/>
                      <a:pt x="2531" y="155"/>
                    </a:cubicBezTo>
                    <a:cubicBezTo>
                      <a:pt x="2517" y="148"/>
                      <a:pt x="2502" y="141"/>
                      <a:pt x="2481" y="134"/>
                    </a:cubicBezTo>
                    <a:cubicBezTo>
                      <a:pt x="2438" y="105"/>
                      <a:pt x="2395" y="84"/>
                      <a:pt x="2358" y="69"/>
                    </a:cubicBezTo>
                    <a:cubicBezTo>
                      <a:pt x="2301" y="48"/>
                      <a:pt x="2258" y="32"/>
                      <a:pt x="2222" y="26"/>
                    </a:cubicBezTo>
                    <a:cubicBezTo>
                      <a:pt x="2193" y="19"/>
                      <a:pt x="2165" y="12"/>
                      <a:pt x="2136" y="12"/>
                    </a:cubicBezTo>
                    <a:cubicBezTo>
                      <a:pt x="2076" y="4"/>
                      <a:pt x="2018" y="1"/>
                      <a:pt x="1962" y="1"/>
                    </a:cubicBezTo>
                    <a:close/>
                    <a:moveTo>
                      <a:pt x="2675" y="3065"/>
                    </a:moveTo>
                    <a:cubicBezTo>
                      <a:pt x="2675" y="3066"/>
                      <a:pt x="2674" y="3066"/>
                      <a:pt x="2674" y="3067"/>
                    </a:cubicBezTo>
                    <a:cubicBezTo>
                      <a:pt x="2674" y="3066"/>
                      <a:pt x="2675" y="3066"/>
                      <a:pt x="2675" y="3065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41">
                <a:extLst>
                  <a:ext uri="{FF2B5EF4-FFF2-40B4-BE49-F238E27FC236}">
                    <a16:creationId xmlns:a16="http://schemas.microsoft.com/office/drawing/2014/main" id="{97C37BEF-0AA1-05F7-4C8A-A102B90CD47A}"/>
                  </a:ext>
                </a:extLst>
              </p:cNvPr>
              <p:cNvSpPr/>
              <p:nvPr/>
            </p:nvSpPr>
            <p:spPr>
              <a:xfrm>
                <a:off x="2910709" y="3395604"/>
                <a:ext cx="332082" cy="307929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894" extrusionOk="0">
                    <a:moveTo>
                      <a:pt x="3121" y="0"/>
                    </a:moveTo>
                    <a:cubicBezTo>
                      <a:pt x="3071" y="195"/>
                      <a:pt x="2912" y="381"/>
                      <a:pt x="2653" y="526"/>
                    </a:cubicBezTo>
                    <a:cubicBezTo>
                      <a:pt x="2381" y="676"/>
                      <a:pt x="2036" y="763"/>
                      <a:pt x="1682" y="776"/>
                    </a:cubicBezTo>
                    <a:cubicBezTo>
                      <a:pt x="1638" y="779"/>
                      <a:pt x="1594" y="780"/>
                      <a:pt x="1550" y="780"/>
                    </a:cubicBezTo>
                    <a:cubicBezTo>
                      <a:pt x="1141" y="780"/>
                      <a:pt x="730" y="686"/>
                      <a:pt x="425" y="504"/>
                    </a:cubicBezTo>
                    <a:cubicBezTo>
                      <a:pt x="188" y="361"/>
                      <a:pt x="43" y="181"/>
                      <a:pt x="0" y="0"/>
                    </a:cubicBezTo>
                    <a:lnTo>
                      <a:pt x="0" y="0"/>
                    </a:lnTo>
                    <a:cubicBezTo>
                      <a:pt x="188" y="792"/>
                      <a:pt x="368" y="1589"/>
                      <a:pt x="554" y="2381"/>
                    </a:cubicBezTo>
                    <a:cubicBezTo>
                      <a:pt x="583" y="2501"/>
                      <a:pt x="677" y="2617"/>
                      <a:pt x="828" y="2710"/>
                    </a:cubicBezTo>
                    <a:cubicBezTo>
                      <a:pt x="1031" y="2832"/>
                      <a:pt x="1299" y="2893"/>
                      <a:pt x="1566" y="2893"/>
                    </a:cubicBezTo>
                    <a:cubicBezTo>
                      <a:pt x="1822" y="2893"/>
                      <a:pt x="2076" y="2838"/>
                      <a:pt x="2272" y="2726"/>
                    </a:cubicBezTo>
                    <a:cubicBezTo>
                      <a:pt x="2286" y="2717"/>
                      <a:pt x="2295" y="2710"/>
                      <a:pt x="2308" y="2703"/>
                    </a:cubicBezTo>
                    <a:cubicBezTo>
                      <a:pt x="2338" y="2690"/>
                      <a:pt x="2365" y="2667"/>
                      <a:pt x="2388" y="2653"/>
                    </a:cubicBezTo>
                    <a:cubicBezTo>
                      <a:pt x="2395" y="2646"/>
                      <a:pt x="2402" y="2640"/>
                      <a:pt x="2409" y="2640"/>
                    </a:cubicBezTo>
                    <a:cubicBezTo>
                      <a:pt x="2409" y="2631"/>
                      <a:pt x="2415" y="2631"/>
                      <a:pt x="2415" y="2624"/>
                    </a:cubicBezTo>
                    <a:cubicBezTo>
                      <a:pt x="2424" y="2617"/>
                      <a:pt x="2431" y="2610"/>
                      <a:pt x="2438" y="2603"/>
                    </a:cubicBezTo>
                    <a:cubicBezTo>
                      <a:pt x="2474" y="2574"/>
                      <a:pt x="2495" y="2545"/>
                      <a:pt x="2517" y="2517"/>
                    </a:cubicBezTo>
                    <a:cubicBezTo>
                      <a:pt x="2524" y="2510"/>
                      <a:pt x="2524" y="2501"/>
                      <a:pt x="2531" y="2495"/>
                    </a:cubicBezTo>
                    <a:cubicBezTo>
                      <a:pt x="2538" y="2488"/>
                      <a:pt x="2538" y="2481"/>
                      <a:pt x="2545" y="2467"/>
                    </a:cubicBezTo>
                    <a:cubicBezTo>
                      <a:pt x="2545" y="2467"/>
                      <a:pt x="2553" y="2458"/>
                      <a:pt x="2553" y="2451"/>
                    </a:cubicBezTo>
                    <a:cubicBezTo>
                      <a:pt x="2560" y="2438"/>
                      <a:pt x="2567" y="2424"/>
                      <a:pt x="2567" y="2408"/>
                    </a:cubicBezTo>
                    <a:cubicBezTo>
                      <a:pt x="2574" y="2408"/>
                      <a:pt x="2574" y="2401"/>
                      <a:pt x="2574" y="2395"/>
                    </a:cubicBezTo>
                    <a:cubicBezTo>
                      <a:pt x="2574" y="2388"/>
                      <a:pt x="2581" y="2388"/>
                      <a:pt x="2581" y="2381"/>
                    </a:cubicBezTo>
                    <a:cubicBezTo>
                      <a:pt x="2567" y="2381"/>
                      <a:pt x="2553" y="2372"/>
                      <a:pt x="2545" y="2372"/>
                    </a:cubicBezTo>
                    <a:cubicBezTo>
                      <a:pt x="2531" y="2365"/>
                      <a:pt x="2517" y="2365"/>
                      <a:pt x="2502" y="2358"/>
                    </a:cubicBezTo>
                    <a:cubicBezTo>
                      <a:pt x="2467" y="2345"/>
                      <a:pt x="2431" y="2322"/>
                      <a:pt x="2402" y="2308"/>
                    </a:cubicBezTo>
                    <a:lnTo>
                      <a:pt x="2402" y="2172"/>
                    </a:lnTo>
                    <a:lnTo>
                      <a:pt x="2409" y="2027"/>
                    </a:lnTo>
                    <a:lnTo>
                      <a:pt x="2690" y="1863"/>
                    </a:lnTo>
                    <a:cubicBezTo>
                      <a:pt x="2690" y="1870"/>
                      <a:pt x="2690" y="1870"/>
                      <a:pt x="2697" y="1870"/>
                    </a:cubicBezTo>
                    <a:cubicBezTo>
                      <a:pt x="2754" y="1604"/>
                      <a:pt x="2819" y="1337"/>
                      <a:pt x="2876" y="1071"/>
                    </a:cubicBezTo>
                    <a:cubicBezTo>
                      <a:pt x="2847" y="1044"/>
                      <a:pt x="2819" y="1021"/>
                      <a:pt x="2797" y="1008"/>
                    </a:cubicBezTo>
                    <a:lnTo>
                      <a:pt x="2610" y="906"/>
                    </a:lnTo>
                    <a:lnTo>
                      <a:pt x="2610" y="763"/>
                    </a:lnTo>
                    <a:lnTo>
                      <a:pt x="2617" y="619"/>
                    </a:lnTo>
                    <a:lnTo>
                      <a:pt x="2898" y="454"/>
                    </a:lnTo>
                    <a:lnTo>
                      <a:pt x="2999" y="518"/>
                    </a:lnTo>
                    <a:lnTo>
                      <a:pt x="3005" y="518"/>
                    </a:lnTo>
                    <a:cubicBezTo>
                      <a:pt x="3042" y="345"/>
                      <a:pt x="3078" y="173"/>
                      <a:pt x="3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41">
                <a:extLst>
                  <a:ext uri="{FF2B5EF4-FFF2-40B4-BE49-F238E27FC236}">
                    <a16:creationId xmlns:a16="http://schemas.microsoft.com/office/drawing/2014/main" id="{9DF80FCC-629B-B52D-AFCE-E560A756750C}"/>
                  </a:ext>
                </a:extLst>
              </p:cNvPr>
              <p:cNvSpPr/>
              <p:nvPr/>
            </p:nvSpPr>
            <p:spPr>
              <a:xfrm>
                <a:off x="2910709" y="3395604"/>
                <a:ext cx="273986" cy="314526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2956" fill="none" extrusionOk="0">
                    <a:moveTo>
                      <a:pt x="0" y="0"/>
                    </a:moveTo>
                    <a:cubicBezTo>
                      <a:pt x="188" y="792"/>
                      <a:pt x="368" y="1589"/>
                      <a:pt x="554" y="2381"/>
                    </a:cubicBezTo>
                    <a:cubicBezTo>
                      <a:pt x="583" y="2501"/>
                      <a:pt x="677" y="2617"/>
                      <a:pt x="828" y="2710"/>
                    </a:cubicBezTo>
                    <a:cubicBezTo>
                      <a:pt x="1223" y="2948"/>
                      <a:pt x="1870" y="2955"/>
                      <a:pt x="2272" y="2726"/>
                    </a:cubicBezTo>
                    <a:cubicBezTo>
                      <a:pt x="2286" y="2717"/>
                      <a:pt x="2295" y="2710"/>
                      <a:pt x="2308" y="2703"/>
                    </a:cubicBezTo>
                    <a:cubicBezTo>
                      <a:pt x="2338" y="2690"/>
                      <a:pt x="2365" y="2667"/>
                      <a:pt x="2388" y="2653"/>
                    </a:cubicBezTo>
                    <a:cubicBezTo>
                      <a:pt x="2395" y="2646"/>
                      <a:pt x="2402" y="2640"/>
                      <a:pt x="2409" y="2640"/>
                    </a:cubicBezTo>
                    <a:cubicBezTo>
                      <a:pt x="2409" y="2631"/>
                      <a:pt x="2415" y="2631"/>
                      <a:pt x="2415" y="2624"/>
                    </a:cubicBezTo>
                    <a:cubicBezTo>
                      <a:pt x="2424" y="2617"/>
                      <a:pt x="2431" y="2610"/>
                      <a:pt x="2438" y="2603"/>
                    </a:cubicBezTo>
                    <a:cubicBezTo>
                      <a:pt x="2474" y="2574"/>
                      <a:pt x="2495" y="2545"/>
                      <a:pt x="2517" y="2517"/>
                    </a:cubicBezTo>
                    <a:cubicBezTo>
                      <a:pt x="2524" y="2510"/>
                      <a:pt x="2524" y="2501"/>
                      <a:pt x="2531" y="2495"/>
                    </a:cubicBezTo>
                    <a:cubicBezTo>
                      <a:pt x="2538" y="2488"/>
                      <a:pt x="2538" y="2481"/>
                      <a:pt x="2545" y="2467"/>
                    </a:cubicBezTo>
                    <a:cubicBezTo>
                      <a:pt x="2545" y="2467"/>
                      <a:pt x="2553" y="2458"/>
                      <a:pt x="2553" y="2451"/>
                    </a:cubicBezTo>
                    <a:cubicBezTo>
                      <a:pt x="2560" y="2438"/>
                      <a:pt x="2567" y="2424"/>
                      <a:pt x="2567" y="2408"/>
                    </a:cubicBezTo>
                    <a:cubicBezTo>
                      <a:pt x="2574" y="2401"/>
                      <a:pt x="2574" y="2401"/>
                      <a:pt x="2574" y="2395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41">
                <a:extLst>
                  <a:ext uri="{FF2B5EF4-FFF2-40B4-BE49-F238E27FC236}">
                    <a16:creationId xmlns:a16="http://schemas.microsoft.com/office/drawing/2014/main" id="{E378E199-867D-031D-9D39-05D2CDC4E17E}"/>
                  </a:ext>
                </a:extLst>
              </p:cNvPr>
              <p:cNvSpPr/>
              <p:nvPr/>
            </p:nvSpPr>
            <p:spPr>
              <a:xfrm>
                <a:off x="3197572" y="3509562"/>
                <a:ext cx="19259" cy="8512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800" extrusionOk="0">
                    <a:moveTo>
                      <a:pt x="180" y="0"/>
                    </a:moveTo>
                    <a:lnTo>
                      <a:pt x="90" y="400"/>
                    </a:lnTo>
                    <a:lnTo>
                      <a:pt x="90" y="400"/>
                    </a:lnTo>
                    <a:cubicBezTo>
                      <a:pt x="121" y="266"/>
                      <a:pt x="152" y="133"/>
                      <a:pt x="180" y="0"/>
                    </a:cubicBezTo>
                    <a:close/>
                    <a:moveTo>
                      <a:pt x="90" y="400"/>
                    </a:moveTo>
                    <a:cubicBezTo>
                      <a:pt x="60" y="533"/>
                      <a:pt x="29" y="666"/>
                      <a:pt x="1" y="799"/>
                    </a:cubicBezTo>
                    <a:lnTo>
                      <a:pt x="90" y="40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41">
                <a:extLst>
                  <a:ext uri="{FF2B5EF4-FFF2-40B4-BE49-F238E27FC236}">
                    <a16:creationId xmlns:a16="http://schemas.microsoft.com/office/drawing/2014/main" id="{5F4B862E-E27F-DBD7-B55C-1DA337071988}"/>
                  </a:ext>
                </a:extLst>
              </p:cNvPr>
              <p:cNvSpPr/>
              <p:nvPr/>
            </p:nvSpPr>
            <p:spPr>
              <a:xfrm>
                <a:off x="3197572" y="3509562"/>
                <a:ext cx="19259" cy="8512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800" fill="none" extrusionOk="0">
                    <a:moveTo>
                      <a:pt x="180" y="0"/>
                    </a:moveTo>
                    <a:cubicBezTo>
                      <a:pt x="123" y="266"/>
                      <a:pt x="58" y="533"/>
                      <a:pt x="1" y="79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41">
                <a:extLst>
                  <a:ext uri="{FF2B5EF4-FFF2-40B4-BE49-F238E27FC236}">
                    <a16:creationId xmlns:a16="http://schemas.microsoft.com/office/drawing/2014/main" id="{08F0A019-8ECE-EB03-41FD-7AD37B548E5F}"/>
                  </a:ext>
                </a:extLst>
              </p:cNvPr>
              <p:cNvSpPr/>
              <p:nvPr/>
            </p:nvSpPr>
            <p:spPr>
              <a:xfrm>
                <a:off x="3229706" y="3395604"/>
                <a:ext cx="13088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18" extrusionOk="0">
                    <a:moveTo>
                      <a:pt x="123" y="0"/>
                    </a:moveTo>
                    <a:cubicBezTo>
                      <a:pt x="107" y="66"/>
                      <a:pt x="91" y="132"/>
                      <a:pt x="76" y="198"/>
                    </a:cubicBezTo>
                    <a:lnTo>
                      <a:pt x="76" y="198"/>
                    </a:lnTo>
                    <a:lnTo>
                      <a:pt x="123" y="0"/>
                    </a:lnTo>
                    <a:close/>
                    <a:moveTo>
                      <a:pt x="76" y="198"/>
                    </a:moveTo>
                    <a:lnTo>
                      <a:pt x="1" y="518"/>
                    </a:lnTo>
                    <a:lnTo>
                      <a:pt x="7" y="518"/>
                    </a:lnTo>
                    <a:cubicBezTo>
                      <a:pt x="30" y="411"/>
                      <a:pt x="52" y="304"/>
                      <a:pt x="76" y="19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1">
                <a:extLst>
                  <a:ext uri="{FF2B5EF4-FFF2-40B4-BE49-F238E27FC236}">
                    <a16:creationId xmlns:a16="http://schemas.microsoft.com/office/drawing/2014/main" id="{23030F9B-1C0C-B084-CF16-C3222B701927}"/>
                  </a:ext>
                </a:extLst>
              </p:cNvPr>
              <p:cNvSpPr/>
              <p:nvPr/>
            </p:nvSpPr>
            <p:spPr>
              <a:xfrm>
                <a:off x="3229706" y="3395604"/>
                <a:ext cx="13088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18" fill="none" extrusionOk="0">
                    <a:moveTo>
                      <a:pt x="123" y="0"/>
                    </a:moveTo>
                    <a:cubicBezTo>
                      <a:pt x="80" y="173"/>
                      <a:pt x="44" y="345"/>
                      <a:pt x="7" y="518"/>
                    </a:cubicBezTo>
                    <a:lnTo>
                      <a:pt x="1" y="51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41">
                <a:extLst>
                  <a:ext uri="{FF2B5EF4-FFF2-40B4-BE49-F238E27FC236}">
                    <a16:creationId xmlns:a16="http://schemas.microsoft.com/office/drawing/2014/main" id="{2AA07402-D980-E940-D53B-B724B6B9E4E5}"/>
                  </a:ext>
                </a:extLst>
              </p:cNvPr>
              <p:cNvSpPr/>
              <p:nvPr/>
            </p:nvSpPr>
            <p:spPr>
              <a:xfrm>
                <a:off x="2903899" y="3284412"/>
                <a:ext cx="345702" cy="194185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1825" extrusionOk="0">
                    <a:moveTo>
                      <a:pt x="1632" y="151"/>
                    </a:moveTo>
                    <a:cubicBezTo>
                      <a:pt x="1977" y="151"/>
                      <a:pt x="2318" y="231"/>
                      <a:pt x="2574" y="384"/>
                    </a:cubicBezTo>
                    <a:cubicBezTo>
                      <a:pt x="2990" y="636"/>
                      <a:pt x="3049" y="1011"/>
                      <a:pt x="2761" y="1297"/>
                    </a:cubicBezTo>
                    <a:cubicBezTo>
                      <a:pt x="2747" y="1304"/>
                      <a:pt x="2731" y="1319"/>
                      <a:pt x="2717" y="1326"/>
                    </a:cubicBezTo>
                    <a:cubicBezTo>
                      <a:pt x="2695" y="1356"/>
                      <a:pt x="2667" y="1376"/>
                      <a:pt x="2631" y="1399"/>
                    </a:cubicBezTo>
                    <a:cubicBezTo>
                      <a:pt x="2624" y="1406"/>
                      <a:pt x="2609" y="1413"/>
                      <a:pt x="2602" y="1419"/>
                    </a:cubicBezTo>
                    <a:cubicBezTo>
                      <a:pt x="2595" y="1419"/>
                      <a:pt x="2588" y="1426"/>
                      <a:pt x="2581" y="1426"/>
                    </a:cubicBezTo>
                    <a:cubicBezTo>
                      <a:pt x="2566" y="1442"/>
                      <a:pt x="2552" y="1449"/>
                      <a:pt x="2531" y="1456"/>
                    </a:cubicBezTo>
                    <a:cubicBezTo>
                      <a:pt x="2307" y="1585"/>
                      <a:pt x="2027" y="1658"/>
                      <a:pt x="1739" y="1671"/>
                    </a:cubicBezTo>
                    <a:cubicBezTo>
                      <a:pt x="1699" y="1673"/>
                      <a:pt x="1659" y="1675"/>
                      <a:pt x="1618" y="1675"/>
                    </a:cubicBezTo>
                    <a:cubicBezTo>
                      <a:pt x="1276" y="1675"/>
                      <a:pt x="933" y="1596"/>
                      <a:pt x="677" y="1442"/>
                    </a:cubicBezTo>
                    <a:cubicBezTo>
                      <a:pt x="611" y="1399"/>
                      <a:pt x="554" y="1356"/>
                      <a:pt x="504" y="1304"/>
                    </a:cubicBezTo>
                    <a:cubicBezTo>
                      <a:pt x="496" y="1304"/>
                      <a:pt x="489" y="1297"/>
                      <a:pt x="482" y="1290"/>
                    </a:cubicBezTo>
                    <a:cubicBezTo>
                      <a:pt x="475" y="1276"/>
                      <a:pt x="461" y="1269"/>
                      <a:pt x="452" y="1254"/>
                    </a:cubicBezTo>
                    <a:cubicBezTo>
                      <a:pt x="439" y="1247"/>
                      <a:pt x="432" y="1233"/>
                      <a:pt x="425" y="1226"/>
                    </a:cubicBezTo>
                    <a:cubicBezTo>
                      <a:pt x="418" y="1211"/>
                      <a:pt x="409" y="1204"/>
                      <a:pt x="402" y="1190"/>
                    </a:cubicBezTo>
                    <a:cubicBezTo>
                      <a:pt x="216" y="909"/>
                      <a:pt x="323" y="586"/>
                      <a:pt x="720" y="364"/>
                    </a:cubicBezTo>
                    <a:cubicBezTo>
                      <a:pt x="942" y="241"/>
                      <a:pt x="1222" y="169"/>
                      <a:pt x="1503" y="155"/>
                    </a:cubicBezTo>
                    <a:cubicBezTo>
                      <a:pt x="1546" y="152"/>
                      <a:pt x="1589" y="151"/>
                      <a:pt x="1632" y="151"/>
                    </a:cubicBezTo>
                    <a:close/>
                    <a:moveTo>
                      <a:pt x="1627" y="0"/>
                    </a:moveTo>
                    <a:cubicBezTo>
                      <a:pt x="1585" y="0"/>
                      <a:pt x="1544" y="1"/>
                      <a:pt x="1503" y="3"/>
                    </a:cubicBezTo>
                    <a:cubicBezTo>
                      <a:pt x="1151" y="19"/>
                      <a:pt x="806" y="105"/>
                      <a:pt x="532" y="255"/>
                    </a:cubicBezTo>
                    <a:cubicBezTo>
                      <a:pt x="159" y="464"/>
                      <a:pt x="0" y="759"/>
                      <a:pt x="64" y="1038"/>
                    </a:cubicBezTo>
                    <a:lnTo>
                      <a:pt x="64" y="1045"/>
                    </a:lnTo>
                    <a:cubicBezTo>
                      <a:pt x="107" y="1226"/>
                      <a:pt x="252" y="1406"/>
                      <a:pt x="489" y="1549"/>
                    </a:cubicBezTo>
                    <a:cubicBezTo>
                      <a:pt x="794" y="1731"/>
                      <a:pt x="1205" y="1825"/>
                      <a:pt x="1614" y="1825"/>
                    </a:cubicBezTo>
                    <a:cubicBezTo>
                      <a:pt x="1658" y="1825"/>
                      <a:pt x="1702" y="1824"/>
                      <a:pt x="1746" y="1821"/>
                    </a:cubicBezTo>
                    <a:cubicBezTo>
                      <a:pt x="2100" y="1808"/>
                      <a:pt x="2445" y="1721"/>
                      <a:pt x="2717" y="1571"/>
                    </a:cubicBezTo>
                    <a:cubicBezTo>
                      <a:pt x="2976" y="1426"/>
                      <a:pt x="3135" y="1240"/>
                      <a:pt x="3185" y="1045"/>
                    </a:cubicBezTo>
                    <a:lnTo>
                      <a:pt x="3185" y="1031"/>
                    </a:lnTo>
                    <a:cubicBezTo>
                      <a:pt x="3249" y="766"/>
                      <a:pt x="3106" y="484"/>
                      <a:pt x="2761" y="277"/>
                    </a:cubicBezTo>
                    <a:cubicBezTo>
                      <a:pt x="2453" y="94"/>
                      <a:pt x="2039" y="0"/>
                      <a:pt x="1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41">
                <a:extLst>
                  <a:ext uri="{FF2B5EF4-FFF2-40B4-BE49-F238E27FC236}">
                    <a16:creationId xmlns:a16="http://schemas.microsoft.com/office/drawing/2014/main" id="{0EB3B236-1FBD-FB7E-4F82-147DF3880F4A}"/>
                  </a:ext>
                </a:extLst>
              </p:cNvPr>
              <p:cNvSpPr/>
              <p:nvPr/>
            </p:nvSpPr>
            <p:spPr>
              <a:xfrm>
                <a:off x="2946673" y="3358682"/>
                <a:ext cx="260154" cy="103955"/>
              </a:xfrm>
              <a:custGeom>
                <a:avLst/>
                <a:gdLst/>
                <a:ahLst/>
                <a:cxnLst/>
                <a:rect l="l" t="t" r="r" b="b"/>
                <a:pathLst>
                  <a:path w="2445" h="977" extrusionOk="0">
                    <a:moveTo>
                      <a:pt x="1194" y="0"/>
                    </a:moveTo>
                    <a:cubicBezTo>
                      <a:pt x="1163" y="0"/>
                      <a:pt x="1132" y="1"/>
                      <a:pt x="1101" y="2"/>
                    </a:cubicBezTo>
                    <a:cubicBezTo>
                      <a:pt x="820" y="24"/>
                      <a:pt x="540" y="88"/>
                      <a:pt x="318" y="218"/>
                    </a:cubicBezTo>
                    <a:cubicBezTo>
                      <a:pt x="173" y="297"/>
                      <a:pt x="66" y="390"/>
                      <a:pt x="0" y="492"/>
                    </a:cubicBezTo>
                    <a:cubicBezTo>
                      <a:pt x="7" y="506"/>
                      <a:pt x="16" y="513"/>
                      <a:pt x="23" y="528"/>
                    </a:cubicBezTo>
                    <a:cubicBezTo>
                      <a:pt x="30" y="535"/>
                      <a:pt x="44" y="549"/>
                      <a:pt x="50" y="556"/>
                    </a:cubicBezTo>
                    <a:cubicBezTo>
                      <a:pt x="59" y="571"/>
                      <a:pt x="73" y="578"/>
                      <a:pt x="80" y="592"/>
                    </a:cubicBezTo>
                    <a:cubicBezTo>
                      <a:pt x="87" y="599"/>
                      <a:pt x="94" y="606"/>
                      <a:pt x="102" y="606"/>
                    </a:cubicBezTo>
                    <a:cubicBezTo>
                      <a:pt x="152" y="658"/>
                      <a:pt x="209" y="701"/>
                      <a:pt x="275" y="744"/>
                    </a:cubicBezTo>
                    <a:cubicBezTo>
                      <a:pt x="531" y="898"/>
                      <a:pt x="874" y="977"/>
                      <a:pt x="1216" y="977"/>
                    </a:cubicBezTo>
                    <a:cubicBezTo>
                      <a:pt x="1257" y="977"/>
                      <a:pt x="1297" y="975"/>
                      <a:pt x="1337" y="973"/>
                    </a:cubicBezTo>
                    <a:cubicBezTo>
                      <a:pt x="1625" y="960"/>
                      <a:pt x="1905" y="887"/>
                      <a:pt x="2129" y="758"/>
                    </a:cubicBezTo>
                    <a:cubicBezTo>
                      <a:pt x="2150" y="751"/>
                      <a:pt x="2164" y="744"/>
                      <a:pt x="2179" y="728"/>
                    </a:cubicBezTo>
                    <a:cubicBezTo>
                      <a:pt x="2186" y="728"/>
                      <a:pt x="2193" y="721"/>
                      <a:pt x="2200" y="721"/>
                    </a:cubicBezTo>
                    <a:cubicBezTo>
                      <a:pt x="2207" y="715"/>
                      <a:pt x="2222" y="708"/>
                      <a:pt x="2229" y="701"/>
                    </a:cubicBezTo>
                    <a:cubicBezTo>
                      <a:pt x="2265" y="678"/>
                      <a:pt x="2293" y="658"/>
                      <a:pt x="2315" y="628"/>
                    </a:cubicBezTo>
                    <a:cubicBezTo>
                      <a:pt x="2329" y="621"/>
                      <a:pt x="2345" y="606"/>
                      <a:pt x="2359" y="599"/>
                    </a:cubicBezTo>
                    <a:cubicBezTo>
                      <a:pt x="2388" y="563"/>
                      <a:pt x="2422" y="520"/>
                      <a:pt x="2445" y="485"/>
                    </a:cubicBezTo>
                    <a:cubicBezTo>
                      <a:pt x="2388" y="390"/>
                      <a:pt x="2293" y="313"/>
                      <a:pt x="2172" y="233"/>
                    </a:cubicBezTo>
                    <a:cubicBezTo>
                      <a:pt x="1907" y="74"/>
                      <a:pt x="1551" y="0"/>
                      <a:pt x="11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41">
                <a:extLst>
                  <a:ext uri="{FF2B5EF4-FFF2-40B4-BE49-F238E27FC236}">
                    <a16:creationId xmlns:a16="http://schemas.microsoft.com/office/drawing/2014/main" id="{8854E327-026F-8F5D-8E55-D6A662ECB7EC}"/>
                  </a:ext>
                </a:extLst>
              </p:cNvPr>
              <p:cNvSpPr/>
              <p:nvPr/>
            </p:nvSpPr>
            <p:spPr>
              <a:xfrm>
                <a:off x="2926882" y="3300479"/>
                <a:ext cx="301438" cy="121937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1146" extrusionOk="0">
                    <a:moveTo>
                      <a:pt x="1416" y="0"/>
                    </a:moveTo>
                    <a:cubicBezTo>
                      <a:pt x="1373" y="0"/>
                      <a:pt x="1330" y="1"/>
                      <a:pt x="1287" y="4"/>
                    </a:cubicBezTo>
                    <a:cubicBezTo>
                      <a:pt x="1006" y="18"/>
                      <a:pt x="726" y="90"/>
                      <a:pt x="504" y="213"/>
                    </a:cubicBezTo>
                    <a:cubicBezTo>
                      <a:pt x="107" y="435"/>
                      <a:pt x="0" y="758"/>
                      <a:pt x="186" y="1039"/>
                    </a:cubicBezTo>
                    <a:cubicBezTo>
                      <a:pt x="252" y="937"/>
                      <a:pt x="359" y="844"/>
                      <a:pt x="504" y="765"/>
                    </a:cubicBezTo>
                    <a:cubicBezTo>
                      <a:pt x="726" y="635"/>
                      <a:pt x="1006" y="571"/>
                      <a:pt x="1287" y="549"/>
                    </a:cubicBezTo>
                    <a:cubicBezTo>
                      <a:pt x="1318" y="548"/>
                      <a:pt x="1349" y="547"/>
                      <a:pt x="1380" y="547"/>
                    </a:cubicBezTo>
                    <a:cubicBezTo>
                      <a:pt x="1737" y="547"/>
                      <a:pt x="2093" y="621"/>
                      <a:pt x="2358" y="780"/>
                    </a:cubicBezTo>
                    <a:cubicBezTo>
                      <a:pt x="2479" y="860"/>
                      <a:pt x="2574" y="937"/>
                      <a:pt x="2631" y="1032"/>
                    </a:cubicBezTo>
                    <a:cubicBezTo>
                      <a:pt x="2608" y="1067"/>
                      <a:pt x="2574" y="1110"/>
                      <a:pt x="2545" y="1146"/>
                    </a:cubicBezTo>
                    <a:cubicBezTo>
                      <a:pt x="2833" y="860"/>
                      <a:pt x="2774" y="485"/>
                      <a:pt x="2358" y="233"/>
                    </a:cubicBezTo>
                    <a:cubicBezTo>
                      <a:pt x="2102" y="80"/>
                      <a:pt x="1761" y="0"/>
                      <a:pt x="14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41">
                <a:extLst>
                  <a:ext uri="{FF2B5EF4-FFF2-40B4-BE49-F238E27FC236}">
                    <a16:creationId xmlns:a16="http://schemas.microsoft.com/office/drawing/2014/main" id="{218A10FD-32B3-0405-42D1-0F37D7F3BB15}"/>
                  </a:ext>
                </a:extLst>
              </p:cNvPr>
              <p:cNvSpPr/>
              <p:nvPr/>
            </p:nvSpPr>
            <p:spPr>
              <a:xfrm>
                <a:off x="3176824" y="3646503"/>
                <a:ext cx="8619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81" h="37" extrusionOk="0">
                    <a:moveTo>
                      <a:pt x="1" y="0"/>
                    </a:moveTo>
                    <a:cubicBezTo>
                      <a:pt x="23" y="14"/>
                      <a:pt x="52" y="23"/>
                      <a:pt x="73" y="37"/>
                    </a:cubicBezTo>
                    <a:cubicBezTo>
                      <a:pt x="73" y="30"/>
                      <a:pt x="80" y="30"/>
                      <a:pt x="80" y="23"/>
                    </a:cubicBezTo>
                    <a:cubicBezTo>
                      <a:pt x="66" y="23"/>
                      <a:pt x="52" y="14"/>
                      <a:pt x="44" y="14"/>
                    </a:cubicBezTo>
                    <a:cubicBezTo>
                      <a:pt x="30" y="7"/>
                      <a:pt x="16" y="7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41">
                <a:extLst>
                  <a:ext uri="{FF2B5EF4-FFF2-40B4-BE49-F238E27FC236}">
                    <a16:creationId xmlns:a16="http://schemas.microsoft.com/office/drawing/2014/main" id="{7DB61ABB-A5B5-690E-D5CA-EB5E5672D4C8}"/>
                  </a:ext>
                </a:extLst>
              </p:cNvPr>
              <p:cNvSpPr/>
              <p:nvPr/>
            </p:nvSpPr>
            <p:spPr>
              <a:xfrm>
                <a:off x="3219066" y="3443805"/>
                <a:ext cx="32985" cy="19259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81" extrusionOk="0">
                    <a:moveTo>
                      <a:pt x="0" y="1"/>
                    </a:moveTo>
                    <a:lnTo>
                      <a:pt x="101" y="65"/>
                    </a:lnTo>
                    <a:lnTo>
                      <a:pt x="244" y="144"/>
                    </a:lnTo>
                    <a:lnTo>
                      <a:pt x="309" y="180"/>
                    </a:lnTo>
                    <a:lnTo>
                      <a:pt x="121" y="73"/>
                    </a:lnTo>
                    <a:lnTo>
                      <a:pt x="107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41">
                <a:extLst>
                  <a:ext uri="{FF2B5EF4-FFF2-40B4-BE49-F238E27FC236}">
                    <a16:creationId xmlns:a16="http://schemas.microsoft.com/office/drawing/2014/main" id="{9CDCA6E6-45D2-64D2-BD66-0B3D5E7B7337}"/>
                  </a:ext>
                </a:extLst>
              </p:cNvPr>
              <p:cNvSpPr/>
              <p:nvPr/>
            </p:nvSpPr>
            <p:spPr>
              <a:xfrm>
                <a:off x="3166928" y="3593833"/>
                <a:ext cx="35326" cy="2553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40" extrusionOk="0">
                    <a:moveTo>
                      <a:pt x="282" y="0"/>
                    </a:moveTo>
                    <a:lnTo>
                      <a:pt x="1" y="164"/>
                    </a:lnTo>
                    <a:cubicBezTo>
                      <a:pt x="97" y="219"/>
                      <a:pt x="159" y="239"/>
                      <a:pt x="196" y="239"/>
                    </a:cubicBezTo>
                    <a:cubicBezTo>
                      <a:pt x="217" y="239"/>
                      <a:pt x="230" y="233"/>
                      <a:pt x="239" y="223"/>
                    </a:cubicBezTo>
                    <a:cubicBezTo>
                      <a:pt x="259" y="187"/>
                      <a:pt x="289" y="114"/>
                      <a:pt x="332" y="28"/>
                    </a:cubicBezTo>
                    <a:cubicBezTo>
                      <a:pt x="309" y="21"/>
                      <a:pt x="309" y="21"/>
                      <a:pt x="302" y="14"/>
                    </a:cubicBezTo>
                    <a:lnTo>
                      <a:pt x="296" y="14"/>
                    </a:lnTo>
                    <a:cubicBezTo>
                      <a:pt x="296" y="7"/>
                      <a:pt x="289" y="7"/>
                      <a:pt x="289" y="7"/>
                    </a:cubicBezTo>
                    <a:cubicBezTo>
                      <a:pt x="282" y="7"/>
                      <a:pt x="282" y="7"/>
                      <a:pt x="2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41">
                <a:extLst>
                  <a:ext uri="{FF2B5EF4-FFF2-40B4-BE49-F238E27FC236}">
                    <a16:creationId xmlns:a16="http://schemas.microsoft.com/office/drawing/2014/main" id="{A65C45E0-8A99-5ED4-388A-141814B88675}"/>
                  </a:ext>
                </a:extLst>
              </p:cNvPr>
              <p:cNvSpPr/>
              <p:nvPr/>
            </p:nvSpPr>
            <p:spPr>
              <a:xfrm>
                <a:off x="3166183" y="3521160"/>
                <a:ext cx="65863" cy="112361"/>
              </a:xfrm>
              <a:custGeom>
                <a:avLst/>
                <a:gdLst/>
                <a:ahLst/>
                <a:cxnLst/>
                <a:rect l="l" t="t" r="r" b="b"/>
                <a:pathLst>
                  <a:path w="619" h="1056" extrusionOk="0">
                    <a:moveTo>
                      <a:pt x="554" y="0"/>
                    </a:moveTo>
                    <a:cubicBezTo>
                      <a:pt x="554" y="7"/>
                      <a:pt x="561" y="43"/>
                      <a:pt x="561" y="86"/>
                    </a:cubicBezTo>
                    <a:cubicBezTo>
                      <a:pt x="541" y="216"/>
                      <a:pt x="425" y="511"/>
                      <a:pt x="339" y="711"/>
                    </a:cubicBezTo>
                    <a:cubicBezTo>
                      <a:pt x="296" y="797"/>
                      <a:pt x="266" y="870"/>
                      <a:pt x="246" y="906"/>
                    </a:cubicBezTo>
                    <a:cubicBezTo>
                      <a:pt x="237" y="916"/>
                      <a:pt x="224" y="922"/>
                      <a:pt x="203" y="922"/>
                    </a:cubicBezTo>
                    <a:cubicBezTo>
                      <a:pt x="166" y="922"/>
                      <a:pt x="104" y="902"/>
                      <a:pt x="8" y="847"/>
                    </a:cubicBezTo>
                    <a:lnTo>
                      <a:pt x="1" y="992"/>
                    </a:lnTo>
                    <a:cubicBezTo>
                      <a:pt x="73" y="1028"/>
                      <a:pt x="152" y="1056"/>
                      <a:pt x="209" y="1056"/>
                    </a:cubicBezTo>
                    <a:cubicBezTo>
                      <a:pt x="246" y="1056"/>
                      <a:pt x="273" y="1042"/>
                      <a:pt x="289" y="1020"/>
                    </a:cubicBezTo>
                    <a:cubicBezTo>
                      <a:pt x="346" y="906"/>
                      <a:pt x="575" y="388"/>
                      <a:pt x="604" y="186"/>
                    </a:cubicBezTo>
                    <a:cubicBezTo>
                      <a:pt x="618" y="114"/>
                      <a:pt x="618" y="107"/>
                      <a:pt x="561" y="14"/>
                    </a:cubicBezTo>
                    <a:cubicBezTo>
                      <a:pt x="561" y="7"/>
                      <a:pt x="561" y="7"/>
                      <a:pt x="5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41">
                <a:extLst>
                  <a:ext uri="{FF2B5EF4-FFF2-40B4-BE49-F238E27FC236}">
                    <a16:creationId xmlns:a16="http://schemas.microsoft.com/office/drawing/2014/main" id="{0F06163F-5CA5-6733-7CA9-9E466CD3C63C}"/>
                  </a:ext>
                </a:extLst>
              </p:cNvPr>
              <p:cNvSpPr/>
              <p:nvPr/>
            </p:nvSpPr>
            <p:spPr>
              <a:xfrm>
                <a:off x="3225131" y="3521160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41">
                <a:extLst>
                  <a:ext uri="{FF2B5EF4-FFF2-40B4-BE49-F238E27FC236}">
                    <a16:creationId xmlns:a16="http://schemas.microsoft.com/office/drawing/2014/main" id="{5E5126A6-32AA-9226-2DA7-0DBB2E82E753}"/>
                  </a:ext>
                </a:extLst>
              </p:cNvPr>
              <p:cNvSpPr/>
              <p:nvPr/>
            </p:nvSpPr>
            <p:spPr>
              <a:xfrm>
                <a:off x="3225131" y="3521160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41">
                <a:extLst>
                  <a:ext uri="{FF2B5EF4-FFF2-40B4-BE49-F238E27FC236}">
                    <a16:creationId xmlns:a16="http://schemas.microsoft.com/office/drawing/2014/main" id="{E9170887-B19A-D0D2-F814-C0ADB7A38435}"/>
                  </a:ext>
                </a:extLst>
              </p:cNvPr>
              <p:cNvSpPr/>
              <p:nvPr/>
            </p:nvSpPr>
            <p:spPr>
              <a:xfrm>
                <a:off x="3166183" y="3476683"/>
                <a:ext cx="77355" cy="17375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1633" extrusionOk="0">
                    <a:moveTo>
                      <a:pt x="209" y="1"/>
                    </a:moveTo>
                    <a:lnTo>
                      <a:pt x="209" y="144"/>
                    </a:lnTo>
                    <a:lnTo>
                      <a:pt x="396" y="246"/>
                    </a:lnTo>
                    <a:cubicBezTo>
                      <a:pt x="418" y="259"/>
                      <a:pt x="446" y="282"/>
                      <a:pt x="475" y="309"/>
                    </a:cubicBezTo>
                    <a:cubicBezTo>
                      <a:pt x="504" y="339"/>
                      <a:pt x="532" y="375"/>
                      <a:pt x="554" y="418"/>
                    </a:cubicBezTo>
                    <a:cubicBezTo>
                      <a:pt x="561" y="425"/>
                      <a:pt x="561" y="425"/>
                      <a:pt x="561" y="432"/>
                    </a:cubicBezTo>
                    <a:cubicBezTo>
                      <a:pt x="618" y="525"/>
                      <a:pt x="618" y="532"/>
                      <a:pt x="604" y="604"/>
                    </a:cubicBezTo>
                    <a:cubicBezTo>
                      <a:pt x="575" y="806"/>
                      <a:pt x="346" y="1324"/>
                      <a:pt x="289" y="1438"/>
                    </a:cubicBezTo>
                    <a:cubicBezTo>
                      <a:pt x="273" y="1460"/>
                      <a:pt x="246" y="1474"/>
                      <a:pt x="209" y="1474"/>
                    </a:cubicBezTo>
                    <a:cubicBezTo>
                      <a:pt x="152" y="1474"/>
                      <a:pt x="73" y="1446"/>
                      <a:pt x="1" y="1410"/>
                    </a:cubicBezTo>
                    <a:lnTo>
                      <a:pt x="1" y="1546"/>
                    </a:lnTo>
                    <a:cubicBezTo>
                      <a:pt x="30" y="1560"/>
                      <a:pt x="66" y="1583"/>
                      <a:pt x="101" y="1596"/>
                    </a:cubicBezTo>
                    <a:cubicBezTo>
                      <a:pt x="116" y="1603"/>
                      <a:pt x="130" y="1603"/>
                      <a:pt x="144" y="1610"/>
                    </a:cubicBezTo>
                    <a:cubicBezTo>
                      <a:pt x="152" y="1610"/>
                      <a:pt x="166" y="1619"/>
                      <a:pt x="180" y="1619"/>
                    </a:cubicBezTo>
                    <a:cubicBezTo>
                      <a:pt x="196" y="1626"/>
                      <a:pt x="209" y="1626"/>
                      <a:pt x="223" y="1633"/>
                    </a:cubicBezTo>
                    <a:lnTo>
                      <a:pt x="266" y="1633"/>
                    </a:lnTo>
                    <a:cubicBezTo>
                      <a:pt x="325" y="1633"/>
                      <a:pt x="375" y="1619"/>
                      <a:pt x="396" y="1567"/>
                    </a:cubicBezTo>
                    <a:cubicBezTo>
                      <a:pt x="439" y="1481"/>
                      <a:pt x="698" y="929"/>
                      <a:pt x="720" y="691"/>
                    </a:cubicBezTo>
                    <a:cubicBezTo>
                      <a:pt x="727" y="627"/>
                      <a:pt x="713" y="497"/>
                      <a:pt x="654" y="396"/>
                    </a:cubicBezTo>
                    <a:cubicBezTo>
                      <a:pt x="648" y="375"/>
                      <a:pt x="641" y="359"/>
                      <a:pt x="634" y="346"/>
                    </a:cubicBezTo>
                    <a:cubicBezTo>
                      <a:pt x="627" y="346"/>
                      <a:pt x="627" y="339"/>
                      <a:pt x="618" y="332"/>
                    </a:cubicBezTo>
                    <a:cubicBezTo>
                      <a:pt x="611" y="325"/>
                      <a:pt x="604" y="309"/>
                      <a:pt x="598" y="296"/>
                    </a:cubicBezTo>
                    <a:cubicBezTo>
                      <a:pt x="584" y="282"/>
                      <a:pt x="575" y="266"/>
                      <a:pt x="561" y="252"/>
                    </a:cubicBezTo>
                    <a:cubicBezTo>
                      <a:pt x="561" y="252"/>
                      <a:pt x="554" y="246"/>
                      <a:pt x="554" y="239"/>
                    </a:cubicBezTo>
                    <a:cubicBezTo>
                      <a:pt x="532" y="223"/>
                      <a:pt x="518" y="202"/>
                      <a:pt x="504" y="187"/>
                    </a:cubicBezTo>
                    <a:cubicBezTo>
                      <a:pt x="461" y="152"/>
                      <a:pt x="425" y="123"/>
                      <a:pt x="396" y="109"/>
                    </a:cubicBezTo>
                    <a:lnTo>
                      <a:pt x="20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41">
                <a:extLst>
                  <a:ext uri="{FF2B5EF4-FFF2-40B4-BE49-F238E27FC236}">
                    <a16:creationId xmlns:a16="http://schemas.microsoft.com/office/drawing/2014/main" id="{411B1DE7-4E90-3AAF-BBBA-B8FD814A0D68}"/>
                  </a:ext>
                </a:extLst>
              </p:cNvPr>
              <p:cNvSpPr/>
              <p:nvPr/>
            </p:nvSpPr>
            <p:spPr>
              <a:xfrm>
                <a:off x="3189166" y="3443805"/>
                <a:ext cx="98848" cy="208868"/>
              </a:xfrm>
              <a:custGeom>
                <a:avLst/>
                <a:gdLst/>
                <a:ahLst/>
                <a:cxnLst/>
                <a:rect l="l" t="t" r="r" b="b"/>
                <a:pathLst>
                  <a:path w="929" h="1963" extrusionOk="0">
                    <a:moveTo>
                      <a:pt x="281" y="1"/>
                    </a:moveTo>
                    <a:lnTo>
                      <a:pt x="0" y="166"/>
                    </a:lnTo>
                    <a:lnTo>
                      <a:pt x="245" y="310"/>
                    </a:lnTo>
                    <a:cubicBezTo>
                      <a:pt x="266" y="323"/>
                      <a:pt x="295" y="339"/>
                      <a:pt x="316" y="360"/>
                    </a:cubicBezTo>
                    <a:cubicBezTo>
                      <a:pt x="325" y="367"/>
                      <a:pt x="331" y="367"/>
                      <a:pt x="338" y="375"/>
                    </a:cubicBezTo>
                    <a:lnTo>
                      <a:pt x="345" y="382"/>
                    </a:lnTo>
                    <a:cubicBezTo>
                      <a:pt x="359" y="396"/>
                      <a:pt x="368" y="403"/>
                      <a:pt x="375" y="410"/>
                    </a:cubicBezTo>
                    <a:cubicBezTo>
                      <a:pt x="411" y="439"/>
                      <a:pt x="438" y="475"/>
                      <a:pt x="475" y="518"/>
                    </a:cubicBezTo>
                    <a:cubicBezTo>
                      <a:pt x="482" y="532"/>
                      <a:pt x="488" y="539"/>
                      <a:pt x="497" y="555"/>
                    </a:cubicBezTo>
                    <a:cubicBezTo>
                      <a:pt x="504" y="568"/>
                      <a:pt x="511" y="575"/>
                      <a:pt x="518" y="591"/>
                    </a:cubicBezTo>
                    <a:cubicBezTo>
                      <a:pt x="525" y="598"/>
                      <a:pt x="525" y="605"/>
                      <a:pt x="532" y="611"/>
                    </a:cubicBezTo>
                    <a:cubicBezTo>
                      <a:pt x="540" y="625"/>
                      <a:pt x="547" y="634"/>
                      <a:pt x="554" y="648"/>
                    </a:cubicBezTo>
                    <a:cubicBezTo>
                      <a:pt x="618" y="770"/>
                      <a:pt x="647" y="900"/>
                      <a:pt x="633" y="1007"/>
                    </a:cubicBezTo>
                    <a:cubicBezTo>
                      <a:pt x="604" y="1251"/>
                      <a:pt x="345" y="1819"/>
                      <a:pt x="302" y="1898"/>
                    </a:cubicBezTo>
                    <a:cubicBezTo>
                      <a:pt x="288" y="1928"/>
                      <a:pt x="266" y="1948"/>
                      <a:pt x="245" y="1962"/>
                    </a:cubicBezTo>
                    <a:lnTo>
                      <a:pt x="525" y="1798"/>
                    </a:lnTo>
                    <a:cubicBezTo>
                      <a:pt x="547" y="1783"/>
                      <a:pt x="568" y="1762"/>
                      <a:pt x="583" y="1733"/>
                    </a:cubicBezTo>
                    <a:cubicBezTo>
                      <a:pt x="626" y="1653"/>
                      <a:pt x="877" y="1093"/>
                      <a:pt x="913" y="850"/>
                    </a:cubicBezTo>
                    <a:cubicBezTo>
                      <a:pt x="928" y="734"/>
                      <a:pt x="899" y="611"/>
                      <a:pt x="833" y="482"/>
                    </a:cubicBezTo>
                    <a:cubicBezTo>
                      <a:pt x="740" y="316"/>
                      <a:pt x="611" y="194"/>
                      <a:pt x="525" y="144"/>
                    </a:cubicBezTo>
                    <a:lnTo>
                      <a:pt x="382" y="65"/>
                    </a:lnTo>
                    <a:lnTo>
                      <a:pt x="28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41">
                <a:extLst>
                  <a:ext uri="{FF2B5EF4-FFF2-40B4-BE49-F238E27FC236}">
                    <a16:creationId xmlns:a16="http://schemas.microsoft.com/office/drawing/2014/main" id="{D9FC76F3-8EDE-974F-DE2A-FA9E9ADFBA6B}"/>
                  </a:ext>
                </a:extLst>
              </p:cNvPr>
              <p:cNvSpPr/>
              <p:nvPr/>
            </p:nvSpPr>
            <p:spPr>
              <a:xfrm>
                <a:off x="3176824" y="3646503"/>
                <a:ext cx="7874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74" h="37" extrusionOk="0">
                    <a:moveTo>
                      <a:pt x="1" y="0"/>
                    </a:moveTo>
                    <a:cubicBezTo>
                      <a:pt x="10" y="6"/>
                      <a:pt x="21" y="11"/>
                      <a:pt x="32" y="16"/>
                    </a:cubicBezTo>
                    <a:lnTo>
                      <a:pt x="32" y="16"/>
                    </a:lnTo>
                    <a:lnTo>
                      <a:pt x="1" y="0"/>
                    </a:lnTo>
                    <a:close/>
                    <a:moveTo>
                      <a:pt x="32" y="16"/>
                    </a:moveTo>
                    <a:lnTo>
                      <a:pt x="73" y="37"/>
                    </a:lnTo>
                    <a:cubicBezTo>
                      <a:pt x="61" y="29"/>
                      <a:pt x="47" y="22"/>
                      <a:pt x="32" y="1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41">
                <a:extLst>
                  <a:ext uri="{FF2B5EF4-FFF2-40B4-BE49-F238E27FC236}">
                    <a16:creationId xmlns:a16="http://schemas.microsoft.com/office/drawing/2014/main" id="{F43F7AB6-2641-9A12-56A7-D60D1E71AF72}"/>
                  </a:ext>
                </a:extLst>
              </p:cNvPr>
              <p:cNvSpPr/>
              <p:nvPr/>
            </p:nvSpPr>
            <p:spPr>
              <a:xfrm>
                <a:off x="3176824" y="3646503"/>
                <a:ext cx="7874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74" h="37" fill="none" extrusionOk="0">
                    <a:moveTo>
                      <a:pt x="73" y="37"/>
                    </a:moveTo>
                    <a:cubicBezTo>
                      <a:pt x="52" y="23"/>
                      <a:pt x="23" y="14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41">
                <a:extLst>
                  <a:ext uri="{FF2B5EF4-FFF2-40B4-BE49-F238E27FC236}">
                    <a16:creationId xmlns:a16="http://schemas.microsoft.com/office/drawing/2014/main" id="{84A8B44A-DFB2-AAE0-EDD3-686388AEA181}"/>
                  </a:ext>
                </a:extLst>
              </p:cNvPr>
              <p:cNvSpPr/>
              <p:nvPr/>
            </p:nvSpPr>
            <p:spPr>
              <a:xfrm>
                <a:off x="3184591" y="3461467"/>
                <a:ext cx="73524" cy="193227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816" extrusionOk="0">
                    <a:moveTo>
                      <a:pt x="43" y="0"/>
                    </a:moveTo>
                    <a:lnTo>
                      <a:pt x="36" y="144"/>
                    </a:lnTo>
                    <a:lnTo>
                      <a:pt x="223" y="252"/>
                    </a:lnTo>
                    <a:cubicBezTo>
                      <a:pt x="252" y="266"/>
                      <a:pt x="288" y="295"/>
                      <a:pt x="331" y="330"/>
                    </a:cubicBezTo>
                    <a:cubicBezTo>
                      <a:pt x="345" y="345"/>
                      <a:pt x="359" y="366"/>
                      <a:pt x="381" y="382"/>
                    </a:cubicBezTo>
                    <a:cubicBezTo>
                      <a:pt x="381" y="389"/>
                      <a:pt x="388" y="395"/>
                      <a:pt x="388" y="395"/>
                    </a:cubicBezTo>
                    <a:cubicBezTo>
                      <a:pt x="402" y="409"/>
                      <a:pt x="411" y="425"/>
                      <a:pt x="425" y="439"/>
                    </a:cubicBezTo>
                    <a:cubicBezTo>
                      <a:pt x="431" y="452"/>
                      <a:pt x="438" y="468"/>
                      <a:pt x="445" y="475"/>
                    </a:cubicBezTo>
                    <a:cubicBezTo>
                      <a:pt x="454" y="482"/>
                      <a:pt x="454" y="489"/>
                      <a:pt x="461" y="489"/>
                    </a:cubicBezTo>
                    <a:cubicBezTo>
                      <a:pt x="468" y="502"/>
                      <a:pt x="475" y="518"/>
                      <a:pt x="481" y="539"/>
                    </a:cubicBezTo>
                    <a:cubicBezTo>
                      <a:pt x="540" y="640"/>
                      <a:pt x="554" y="770"/>
                      <a:pt x="547" y="834"/>
                    </a:cubicBezTo>
                    <a:cubicBezTo>
                      <a:pt x="525" y="1072"/>
                      <a:pt x="266" y="1624"/>
                      <a:pt x="223" y="1710"/>
                    </a:cubicBezTo>
                    <a:cubicBezTo>
                      <a:pt x="202" y="1762"/>
                      <a:pt x="152" y="1776"/>
                      <a:pt x="93" y="1776"/>
                    </a:cubicBezTo>
                    <a:lnTo>
                      <a:pt x="50" y="1776"/>
                    </a:lnTo>
                    <a:cubicBezTo>
                      <a:pt x="36" y="1769"/>
                      <a:pt x="23" y="1769"/>
                      <a:pt x="7" y="1762"/>
                    </a:cubicBezTo>
                    <a:cubicBezTo>
                      <a:pt x="7" y="1769"/>
                      <a:pt x="0" y="1769"/>
                      <a:pt x="0" y="1776"/>
                    </a:cubicBezTo>
                    <a:cubicBezTo>
                      <a:pt x="69" y="1798"/>
                      <a:pt x="137" y="1815"/>
                      <a:pt x="196" y="1815"/>
                    </a:cubicBezTo>
                    <a:cubicBezTo>
                      <a:pt x="230" y="1815"/>
                      <a:pt x="262" y="1810"/>
                      <a:pt x="288" y="1796"/>
                    </a:cubicBezTo>
                    <a:cubicBezTo>
                      <a:pt x="309" y="1782"/>
                      <a:pt x="331" y="1762"/>
                      <a:pt x="345" y="1732"/>
                    </a:cubicBezTo>
                    <a:cubicBezTo>
                      <a:pt x="388" y="1653"/>
                      <a:pt x="647" y="1085"/>
                      <a:pt x="676" y="841"/>
                    </a:cubicBezTo>
                    <a:cubicBezTo>
                      <a:pt x="690" y="734"/>
                      <a:pt x="661" y="604"/>
                      <a:pt x="597" y="482"/>
                    </a:cubicBezTo>
                    <a:cubicBezTo>
                      <a:pt x="590" y="468"/>
                      <a:pt x="583" y="459"/>
                      <a:pt x="575" y="445"/>
                    </a:cubicBezTo>
                    <a:cubicBezTo>
                      <a:pt x="568" y="439"/>
                      <a:pt x="568" y="432"/>
                      <a:pt x="561" y="425"/>
                    </a:cubicBezTo>
                    <a:cubicBezTo>
                      <a:pt x="554" y="409"/>
                      <a:pt x="547" y="402"/>
                      <a:pt x="540" y="389"/>
                    </a:cubicBezTo>
                    <a:cubicBezTo>
                      <a:pt x="531" y="373"/>
                      <a:pt x="525" y="366"/>
                      <a:pt x="518" y="352"/>
                    </a:cubicBezTo>
                    <a:cubicBezTo>
                      <a:pt x="481" y="309"/>
                      <a:pt x="454" y="273"/>
                      <a:pt x="418" y="244"/>
                    </a:cubicBezTo>
                    <a:cubicBezTo>
                      <a:pt x="411" y="237"/>
                      <a:pt x="402" y="230"/>
                      <a:pt x="388" y="216"/>
                    </a:cubicBezTo>
                    <a:lnTo>
                      <a:pt x="381" y="209"/>
                    </a:lnTo>
                    <a:cubicBezTo>
                      <a:pt x="374" y="201"/>
                      <a:pt x="368" y="201"/>
                      <a:pt x="359" y="194"/>
                    </a:cubicBezTo>
                    <a:cubicBezTo>
                      <a:pt x="338" y="173"/>
                      <a:pt x="309" y="157"/>
                      <a:pt x="288" y="144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41">
                <a:extLst>
                  <a:ext uri="{FF2B5EF4-FFF2-40B4-BE49-F238E27FC236}">
                    <a16:creationId xmlns:a16="http://schemas.microsoft.com/office/drawing/2014/main" id="{FFCBB0B3-32A8-9DDC-7CD4-2CE677EEE1A1}"/>
                  </a:ext>
                </a:extLst>
              </p:cNvPr>
              <p:cNvSpPr/>
              <p:nvPr/>
            </p:nvSpPr>
            <p:spPr>
              <a:xfrm>
                <a:off x="2686730" y="3876653"/>
                <a:ext cx="23834" cy="19259"/>
              </a:xfrm>
              <a:custGeom>
                <a:avLst/>
                <a:gdLst/>
                <a:ahLst/>
                <a:cxnLst/>
                <a:rect l="l" t="t" r="r" b="b"/>
                <a:pathLst>
                  <a:path w="224" h="181" extrusionOk="0">
                    <a:moveTo>
                      <a:pt x="144" y="1"/>
                    </a:moveTo>
                    <a:lnTo>
                      <a:pt x="1" y="80"/>
                    </a:lnTo>
                    <a:cubicBezTo>
                      <a:pt x="28" y="116"/>
                      <a:pt x="28" y="152"/>
                      <a:pt x="1" y="180"/>
                    </a:cubicBezTo>
                    <a:lnTo>
                      <a:pt x="223" y="51"/>
                    </a:lnTo>
                    <a:lnTo>
                      <a:pt x="14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41">
                <a:extLst>
                  <a:ext uri="{FF2B5EF4-FFF2-40B4-BE49-F238E27FC236}">
                    <a16:creationId xmlns:a16="http://schemas.microsoft.com/office/drawing/2014/main" id="{12459E49-B0C8-EC57-C55B-8F3C2BD3EA08}"/>
                  </a:ext>
                </a:extLst>
              </p:cNvPr>
              <p:cNvSpPr/>
              <p:nvPr/>
            </p:nvSpPr>
            <p:spPr>
              <a:xfrm>
                <a:off x="2248455" y="3779081"/>
                <a:ext cx="619582" cy="288244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2709" extrusionOk="0">
                    <a:moveTo>
                      <a:pt x="2612" y="0"/>
                    </a:moveTo>
                    <a:cubicBezTo>
                      <a:pt x="2570" y="0"/>
                      <a:pt x="2526" y="9"/>
                      <a:pt x="2495" y="27"/>
                    </a:cubicBezTo>
                    <a:lnTo>
                      <a:pt x="66" y="1428"/>
                    </a:lnTo>
                    <a:cubicBezTo>
                      <a:pt x="0" y="1471"/>
                      <a:pt x="0" y="1528"/>
                      <a:pt x="66" y="1565"/>
                    </a:cubicBezTo>
                    <a:lnTo>
                      <a:pt x="719" y="1946"/>
                    </a:lnTo>
                    <a:lnTo>
                      <a:pt x="2315" y="1019"/>
                    </a:lnTo>
                    <a:cubicBezTo>
                      <a:pt x="2347" y="1001"/>
                      <a:pt x="2390" y="992"/>
                      <a:pt x="2433" y="992"/>
                    </a:cubicBezTo>
                    <a:cubicBezTo>
                      <a:pt x="2476" y="992"/>
                      <a:pt x="2520" y="1001"/>
                      <a:pt x="2551" y="1019"/>
                    </a:cubicBezTo>
                    <a:lnTo>
                      <a:pt x="2610" y="1054"/>
                    </a:lnTo>
                    <a:lnTo>
                      <a:pt x="2883" y="1213"/>
                    </a:lnTo>
                    <a:lnTo>
                      <a:pt x="3162" y="1371"/>
                    </a:lnTo>
                    <a:lnTo>
                      <a:pt x="3436" y="1528"/>
                    </a:lnTo>
                    <a:lnTo>
                      <a:pt x="3709" y="1687"/>
                    </a:lnTo>
                    <a:lnTo>
                      <a:pt x="3982" y="1846"/>
                    </a:lnTo>
                    <a:lnTo>
                      <a:pt x="4256" y="2003"/>
                    </a:lnTo>
                    <a:lnTo>
                      <a:pt x="4528" y="2161"/>
                    </a:lnTo>
                    <a:lnTo>
                      <a:pt x="4801" y="2320"/>
                    </a:lnTo>
                    <a:lnTo>
                      <a:pt x="5075" y="2477"/>
                    </a:lnTo>
                    <a:lnTo>
                      <a:pt x="5477" y="2708"/>
                    </a:lnTo>
                    <a:lnTo>
                      <a:pt x="5822" y="2506"/>
                    </a:lnTo>
                    <a:lnTo>
                      <a:pt x="5427" y="2277"/>
                    </a:lnTo>
                    <a:lnTo>
                      <a:pt x="5413" y="2270"/>
                    </a:lnTo>
                    <a:lnTo>
                      <a:pt x="5550" y="2191"/>
                    </a:lnTo>
                    <a:cubicBezTo>
                      <a:pt x="5575" y="2198"/>
                      <a:pt x="5601" y="2201"/>
                      <a:pt x="5629" y="2201"/>
                    </a:cubicBezTo>
                    <a:cubicBezTo>
                      <a:pt x="5657" y="2201"/>
                      <a:pt x="5686" y="2198"/>
                      <a:pt x="5715" y="2191"/>
                    </a:cubicBezTo>
                    <a:cubicBezTo>
                      <a:pt x="5664" y="2191"/>
                      <a:pt x="5620" y="2175"/>
                      <a:pt x="5586" y="2155"/>
                    </a:cubicBezTo>
                    <a:cubicBezTo>
                      <a:pt x="5514" y="2111"/>
                      <a:pt x="5514" y="2039"/>
                      <a:pt x="5593" y="2003"/>
                    </a:cubicBezTo>
                    <a:cubicBezTo>
                      <a:pt x="5607" y="1989"/>
                      <a:pt x="5620" y="1982"/>
                      <a:pt x="5643" y="1975"/>
                    </a:cubicBezTo>
                    <a:cubicBezTo>
                      <a:pt x="5593" y="1975"/>
                      <a:pt x="5534" y="1989"/>
                      <a:pt x="5500" y="2011"/>
                    </a:cubicBezTo>
                    <a:cubicBezTo>
                      <a:pt x="5434" y="2046"/>
                      <a:pt x="5427" y="2098"/>
                      <a:pt x="5463" y="2132"/>
                    </a:cubicBezTo>
                    <a:lnTo>
                      <a:pt x="5319" y="2218"/>
                    </a:lnTo>
                    <a:lnTo>
                      <a:pt x="5155" y="2118"/>
                    </a:lnTo>
                    <a:lnTo>
                      <a:pt x="4880" y="1960"/>
                    </a:lnTo>
                    <a:lnTo>
                      <a:pt x="4817" y="1925"/>
                    </a:lnTo>
                    <a:lnTo>
                      <a:pt x="4953" y="1846"/>
                    </a:lnTo>
                    <a:cubicBezTo>
                      <a:pt x="4978" y="1853"/>
                      <a:pt x="5007" y="1856"/>
                      <a:pt x="5036" y="1856"/>
                    </a:cubicBezTo>
                    <a:cubicBezTo>
                      <a:pt x="5065" y="1856"/>
                      <a:pt x="5093" y="1853"/>
                      <a:pt x="5118" y="1846"/>
                    </a:cubicBezTo>
                    <a:cubicBezTo>
                      <a:pt x="5075" y="1846"/>
                      <a:pt x="5032" y="1830"/>
                      <a:pt x="4996" y="1816"/>
                    </a:cubicBezTo>
                    <a:cubicBezTo>
                      <a:pt x="4924" y="1766"/>
                      <a:pt x="4924" y="1701"/>
                      <a:pt x="4996" y="1658"/>
                    </a:cubicBezTo>
                    <a:cubicBezTo>
                      <a:pt x="5010" y="1644"/>
                      <a:pt x="5032" y="1637"/>
                      <a:pt x="5053" y="1637"/>
                    </a:cubicBezTo>
                    <a:cubicBezTo>
                      <a:pt x="5043" y="1636"/>
                      <a:pt x="5033" y="1635"/>
                      <a:pt x="5023" y="1635"/>
                    </a:cubicBezTo>
                    <a:cubicBezTo>
                      <a:pt x="4977" y="1635"/>
                      <a:pt x="4933" y="1648"/>
                      <a:pt x="4903" y="1666"/>
                    </a:cubicBezTo>
                    <a:cubicBezTo>
                      <a:pt x="4844" y="1701"/>
                      <a:pt x="4830" y="1753"/>
                      <a:pt x="4867" y="1796"/>
                    </a:cubicBezTo>
                    <a:lnTo>
                      <a:pt x="4730" y="1873"/>
                    </a:lnTo>
                    <a:lnTo>
                      <a:pt x="4608" y="1803"/>
                    </a:lnTo>
                    <a:lnTo>
                      <a:pt x="4327" y="1644"/>
                    </a:lnTo>
                    <a:lnTo>
                      <a:pt x="4220" y="1580"/>
                    </a:lnTo>
                    <a:lnTo>
                      <a:pt x="4356" y="1501"/>
                    </a:lnTo>
                    <a:cubicBezTo>
                      <a:pt x="4384" y="1508"/>
                      <a:pt x="4413" y="1511"/>
                      <a:pt x="4441" y="1511"/>
                    </a:cubicBezTo>
                    <a:cubicBezTo>
                      <a:pt x="4469" y="1511"/>
                      <a:pt x="4497" y="1508"/>
                      <a:pt x="4522" y="1501"/>
                    </a:cubicBezTo>
                    <a:cubicBezTo>
                      <a:pt x="4478" y="1501"/>
                      <a:pt x="4435" y="1485"/>
                      <a:pt x="4406" y="1471"/>
                    </a:cubicBezTo>
                    <a:cubicBezTo>
                      <a:pt x="4327" y="1428"/>
                      <a:pt x="4335" y="1356"/>
                      <a:pt x="4406" y="1313"/>
                    </a:cubicBezTo>
                    <a:cubicBezTo>
                      <a:pt x="4422" y="1306"/>
                      <a:pt x="4442" y="1299"/>
                      <a:pt x="4456" y="1292"/>
                    </a:cubicBezTo>
                    <a:cubicBezTo>
                      <a:pt x="4447" y="1291"/>
                      <a:pt x="4438" y="1290"/>
                      <a:pt x="4429" y="1290"/>
                    </a:cubicBezTo>
                    <a:cubicBezTo>
                      <a:pt x="4386" y="1290"/>
                      <a:pt x="4341" y="1303"/>
                      <a:pt x="4306" y="1321"/>
                    </a:cubicBezTo>
                    <a:cubicBezTo>
                      <a:pt x="4249" y="1356"/>
                      <a:pt x="4233" y="1408"/>
                      <a:pt x="4270" y="1451"/>
                    </a:cubicBezTo>
                    <a:lnTo>
                      <a:pt x="4133" y="1528"/>
                    </a:lnTo>
                    <a:lnTo>
                      <a:pt x="4054" y="1485"/>
                    </a:lnTo>
                    <a:lnTo>
                      <a:pt x="3868" y="1378"/>
                    </a:lnTo>
                    <a:cubicBezTo>
                      <a:pt x="3802" y="1342"/>
                      <a:pt x="3802" y="1278"/>
                      <a:pt x="3868" y="1242"/>
                    </a:cubicBezTo>
                    <a:lnTo>
                      <a:pt x="4040" y="1140"/>
                    </a:lnTo>
                    <a:lnTo>
                      <a:pt x="4040" y="1140"/>
                    </a:lnTo>
                    <a:cubicBezTo>
                      <a:pt x="4010" y="1153"/>
                      <a:pt x="3975" y="1158"/>
                      <a:pt x="3941" y="1158"/>
                    </a:cubicBezTo>
                    <a:cubicBezTo>
                      <a:pt x="3894" y="1158"/>
                      <a:pt x="3847" y="1147"/>
                      <a:pt x="3809" y="1126"/>
                    </a:cubicBezTo>
                    <a:cubicBezTo>
                      <a:pt x="3738" y="1083"/>
                      <a:pt x="3738" y="1011"/>
                      <a:pt x="3818" y="968"/>
                    </a:cubicBezTo>
                    <a:cubicBezTo>
                      <a:pt x="3853" y="946"/>
                      <a:pt x="3901" y="935"/>
                      <a:pt x="3949" y="935"/>
                    </a:cubicBezTo>
                    <a:cubicBezTo>
                      <a:pt x="3977" y="935"/>
                      <a:pt x="4006" y="939"/>
                      <a:pt x="4033" y="947"/>
                    </a:cubicBezTo>
                    <a:lnTo>
                      <a:pt x="4170" y="868"/>
                    </a:lnTo>
                    <a:lnTo>
                      <a:pt x="3666" y="573"/>
                    </a:lnTo>
                    <a:lnTo>
                      <a:pt x="3530" y="652"/>
                    </a:lnTo>
                    <a:cubicBezTo>
                      <a:pt x="3566" y="695"/>
                      <a:pt x="3550" y="745"/>
                      <a:pt x="3493" y="781"/>
                    </a:cubicBezTo>
                    <a:cubicBezTo>
                      <a:pt x="3454" y="803"/>
                      <a:pt x="3405" y="814"/>
                      <a:pt x="3357" y="814"/>
                    </a:cubicBezTo>
                    <a:cubicBezTo>
                      <a:pt x="3309" y="814"/>
                      <a:pt x="3261" y="803"/>
                      <a:pt x="3221" y="781"/>
                    </a:cubicBezTo>
                    <a:cubicBezTo>
                      <a:pt x="3148" y="738"/>
                      <a:pt x="3148" y="666"/>
                      <a:pt x="3221" y="623"/>
                    </a:cubicBezTo>
                    <a:cubicBezTo>
                      <a:pt x="3260" y="601"/>
                      <a:pt x="3307" y="593"/>
                      <a:pt x="3355" y="593"/>
                    </a:cubicBezTo>
                    <a:cubicBezTo>
                      <a:pt x="3385" y="593"/>
                      <a:pt x="3415" y="597"/>
                      <a:pt x="3443" y="602"/>
                    </a:cubicBezTo>
                    <a:lnTo>
                      <a:pt x="3580" y="523"/>
                    </a:lnTo>
                    <a:lnTo>
                      <a:pt x="3076" y="228"/>
                    </a:lnTo>
                    <a:lnTo>
                      <a:pt x="2940" y="314"/>
                    </a:lnTo>
                    <a:cubicBezTo>
                      <a:pt x="2969" y="350"/>
                      <a:pt x="2962" y="400"/>
                      <a:pt x="2903" y="436"/>
                    </a:cubicBezTo>
                    <a:cubicBezTo>
                      <a:pt x="2865" y="458"/>
                      <a:pt x="2815" y="469"/>
                      <a:pt x="2765" y="469"/>
                    </a:cubicBezTo>
                    <a:cubicBezTo>
                      <a:pt x="2716" y="469"/>
                      <a:pt x="2667" y="458"/>
                      <a:pt x="2631" y="436"/>
                    </a:cubicBezTo>
                    <a:cubicBezTo>
                      <a:pt x="2558" y="393"/>
                      <a:pt x="2558" y="321"/>
                      <a:pt x="2631" y="278"/>
                    </a:cubicBezTo>
                    <a:cubicBezTo>
                      <a:pt x="2669" y="259"/>
                      <a:pt x="2724" y="250"/>
                      <a:pt x="2775" y="250"/>
                    </a:cubicBezTo>
                    <a:cubicBezTo>
                      <a:pt x="2800" y="250"/>
                      <a:pt x="2825" y="252"/>
                      <a:pt x="2846" y="257"/>
                    </a:cubicBezTo>
                    <a:lnTo>
                      <a:pt x="2990" y="178"/>
                    </a:lnTo>
                    <a:lnTo>
                      <a:pt x="2724" y="27"/>
                    </a:lnTo>
                    <a:cubicBezTo>
                      <a:pt x="2696" y="9"/>
                      <a:pt x="2654" y="0"/>
                      <a:pt x="26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41">
                <a:extLst>
                  <a:ext uri="{FF2B5EF4-FFF2-40B4-BE49-F238E27FC236}">
                    <a16:creationId xmlns:a16="http://schemas.microsoft.com/office/drawing/2014/main" id="{C4B0A98C-6440-ADF2-0A2D-2EAFD207182B}"/>
                  </a:ext>
                </a:extLst>
              </p:cNvPr>
              <p:cNvSpPr/>
              <p:nvPr/>
            </p:nvSpPr>
            <p:spPr>
              <a:xfrm>
                <a:off x="2321128" y="3833879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extrusionOk="0">
                    <a:moveTo>
                      <a:pt x="0" y="1022"/>
                    </a:moveTo>
                    <a:lnTo>
                      <a:pt x="177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41">
                <a:extLst>
                  <a:ext uri="{FF2B5EF4-FFF2-40B4-BE49-F238E27FC236}">
                    <a16:creationId xmlns:a16="http://schemas.microsoft.com/office/drawing/2014/main" id="{BD377FA1-8419-E167-8BFF-70C3F16037D4}"/>
                  </a:ext>
                </a:extLst>
              </p:cNvPr>
              <p:cNvSpPr/>
              <p:nvPr/>
            </p:nvSpPr>
            <p:spPr>
              <a:xfrm>
                <a:off x="2321128" y="3833879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fill="none" extrusionOk="0">
                    <a:moveTo>
                      <a:pt x="0" y="1022"/>
                    </a:moveTo>
                    <a:lnTo>
                      <a:pt x="1775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41">
                <a:extLst>
                  <a:ext uri="{FF2B5EF4-FFF2-40B4-BE49-F238E27FC236}">
                    <a16:creationId xmlns:a16="http://schemas.microsoft.com/office/drawing/2014/main" id="{8727FBAC-7C8D-F87C-B7CE-4BC71DC65C64}"/>
                  </a:ext>
                </a:extLst>
              </p:cNvPr>
              <p:cNvSpPr/>
              <p:nvPr/>
            </p:nvSpPr>
            <p:spPr>
              <a:xfrm>
                <a:off x="2350070" y="3850797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41">
                <a:extLst>
                  <a:ext uri="{FF2B5EF4-FFF2-40B4-BE49-F238E27FC236}">
                    <a16:creationId xmlns:a16="http://schemas.microsoft.com/office/drawing/2014/main" id="{AE8C81E0-E63F-406C-A102-AA4C968F85FD}"/>
                  </a:ext>
                </a:extLst>
              </p:cNvPr>
              <p:cNvSpPr/>
              <p:nvPr/>
            </p:nvSpPr>
            <p:spPr>
              <a:xfrm>
                <a:off x="2350070" y="3850797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1">
                <a:extLst>
                  <a:ext uri="{FF2B5EF4-FFF2-40B4-BE49-F238E27FC236}">
                    <a16:creationId xmlns:a16="http://schemas.microsoft.com/office/drawing/2014/main" id="{69B88A1B-EB4D-1CE8-38C3-7FAA4002230D}"/>
                  </a:ext>
                </a:extLst>
              </p:cNvPr>
              <p:cNvSpPr/>
              <p:nvPr/>
            </p:nvSpPr>
            <p:spPr>
              <a:xfrm>
                <a:off x="2379331" y="386750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1">
                <a:extLst>
                  <a:ext uri="{FF2B5EF4-FFF2-40B4-BE49-F238E27FC236}">
                    <a16:creationId xmlns:a16="http://schemas.microsoft.com/office/drawing/2014/main" id="{00F2E61A-D177-5E98-0E7A-5E67BB46127D}"/>
                  </a:ext>
                </a:extLst>
              </p:cNvPr>
              <p:cNvSpPr/>
              <p:nvPr/>
            </p:nvSpPr>
            <p:spPr>
              <a:xfrm>
                <a:off x="2379331" y="386750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1">
                <a:extLst>
                  <a:ext uri="{FF2B5EF4-FFF2-40B4-BE49-F238E27FC236}">
                    <a16:creationId xmlns:a16="http://schemas.microsoft.com/office/drawing/2014/main" id="{9E00893F-F0F9-0E9C-34C4-6A6DC1FD7D9C}"/>
                  </a:ext>
                </a:extLst>
              </p:cNvPr>
              <p:cNvSpPr/>
              <p:nvPr/>
            </p:nvSpPr>
            <p:spPr>
              <a:xfrm>
                <a:off x="2408273" y="3884421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1">
                <a:extLst>
                  <a:ext uri="{FF2B5EF4-FFF2-40B4-BE49-F238E27FC236}">
                    <a16:creationId xmlns:a16="http://schemas.microsoft.com/office/drawing/2014/main" id="{3C2E0A64-DBF4-9346-D73E-A9B9D6919A9C}"/>
                  </a:ext>
                </a:extLst>
              </p:cNvPr>
              <p:cNvSpPr/>
              <p:nvPr/>
            </p:nvSpPr>
            <p:spPr>
              <a:xfrm>
                <a:off x="2408273" y="3884421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1">
                <a:extLst>
                  <a:ext uri="{FF2B5EF4-FFF2-40B4-BE49-F238E27FC236}">
                    <a16:creationId xmlns:a16="http://schemas.microsoft.com/office/drawing/2014/main" id="{30E5ECEB-8DBC-6874-A4BC-84906DA43947}"/>
                  </a:ext>
                </a:extLst>
              </p:cNvPr>
              <p:cNvSpPr/>
              <p:nvPr/>
            </p:nvSpPr>
            <p:spPr>
              <a:xfrm>
                <a:off x="2437321" y="3901232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extrusionOk="0">
                    <a:moveTo>
                      <a:pt x="0" y="1020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1">
                <a:extLst>
                  <a:ext uri="{FF2B5EF4-FFF2-40B4-BE49-F238E27FC236}">
                    <a16:creationId xmlns:a16="http://schemas.microsoft.com/office/drawing/2014/main" id="{BB94113E-EA08-24AF-8F3F-B3AC2C07B81B}"/>
                  </a:ext>
                </a:extLst>
              </p:cNvPr>
              <p:cNvSpPr/>
              <p:nvPr/>
            </p:nvSpPr>
            <p:spPr>
              <a:xfrm>
                <a:off x="2437321" y="3901232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fill="none" extrusionOk="0">
                    <a:moveTo>
                      <a:pt x="0" y="1020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1">
                <a:extLst>
                  <a:ext uri="{FF2B5EF4-FFF2-40B4-BE49-F238E27FC236}">
                    <a16:creationId xmlns:a16="http://schemas.microsoft.com/office/drawing/2014/main" id="{CB46298A-2EEC-83EA-EDC7-14A8F19FF951}"/>
                  </a:ext>
                </a:extLst>
              </p:cNvPr>
              <p:cNvSpPr/>
              <p:nvPr/>
            </p:nvSpPr>
            <p:spPr>
              <a:xfrm>
                <a:off x="2466475" y="3917938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1">
                <a:extLst>
                  <a:ext uri="{FF2B5EF4-FFF2-40B4-BE49-F238E27FC236}">
                    <a16:creationId xmlns:a16="http://schemas.microsoft.com/office/drawing/2014/main" id="{233010A1-256C-BED7-B756-EA7A2E5D4F06}"/>
                  </a:ext>
                </a:extLst>
              </p:cNvPr>
              <p:cNvSpPr/>
              <p:nvPr/>
            </p:nvSpPr>
            <p:spPr>
              <a:xfrm>
                <a:off x="2466475" y="3917938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1">
                <a:extLst>
                  <a:ext uri="{FF2B5EF4-FFF2-40B4-BE49-F238E27FC236}">
                    <a16:creationId xmlns:a16="http://schemas.microsoft.com/office/drawing/2014/main" id="{A09C9104-FF62-81E7-31AA-8146C8A7AB62}"/>
                  </a:ext>
                </a:extLst>
              </p:cNvPr>
              <p:cNvSpPr/>
              <p:nvPr/>
            </p:nvSpPr>
            <p:spPr>
              <a:xfrm>
                <a:off x="2495523" y="3934856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1">
                <a:extLst>
                  <a:ext uri="{FF2B5EF4-FFF2-40B4-BE49-F238E27FC236}">
                    <a16:creationId xmlns:a16="http://schemas.microsoft.com/office/drawing/2014/main" id="{4A4B26FE-DD5D-A9BF-1738-6819F15790CD}"/>
                  </a:ext>
                </a:extLst>
              </p:cNvPr>
              <p:cNvSpPr/>
              <p:nvPr/>
            </p:nvSpPr>
            <p:spPr>
              <a:xfrm>
                <a:off x="2495523" y="3934856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1">
                <a:extLst>
                  <a:ext uri="{FF2B5EF4-FFF2-40B4-BE49-F238E27FC236}">
                    <a16:creationId xmlns:a16="http://schemas.microsoft.com/office/drawing/2014/main" id="{2F08BB93-25A4-117B-2700-C230C2E039FB}"/>
                  </a:ext>
                </a:extLst>
              </p:cNvPr>
              <p:cNvSpPr/>
              <p:nvPr/>
            </p:nvSpPr>
            <p:spPr>
              <a:xfrm>
                <a:off x="2524465" y="3951774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41">
                <a:extLst>
                  <a:ext uri="{FF2B5EF4-FFF2-40B4-BE49-F238E27FC236}">
                    <a16:creationId xmlns:a16="http://schemas.microsoft.com/office/drawing/2014/main" id="{C23E8437-FAE6-57D5-46EF-10AB512F4776}"/>
                  </a:ext>
                </a:extLst>
              </p:cNvPr>
              <p:cNvSpPr/>
              <p:nvPr/>
            </p:nvSpPr>
            <p:spPr>
              <a:xfrm>
                <a:off x="2524465" y="3951774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41">
                <a:extLst>
                  <a:ext uri="{FF2B5EF4-FFF2-40B4-BE49-F238E27FC236}">
                    <a16:creationId xmlns:a16="http://schemas.microsoft.com/office/drawing/2014/main" id="{B93C6750-219E-1DAF-9607-7FAFB256C614}"/>
                  </a:ext>
                </a:extLst>
              </p:cNvPr>
              <p:cNvSpPr/>
              <p:nvPr/>
            </p:nvSpPr>
            <p:spPr>
              <a:xfrm>
                <a:off x="2553619" y="3968479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1">
                <a:extLst>
                  <a:ext uri="{FF2B5EF4-FFF2-40B4-BE49-F238E27FC236}">
                    <a16:creationId xmlns:a16="http://schemas.microsoft.com/office/drawing/2014/main" id="{8D492079-59C8-0AE8-E039-4E61E6410CDE}"/>
                  </a:ext>
                </a:extLst>
              </p:cNvPr>
              <p:cNvSpPr/>
              <p:nvPr/>
            </p:nvSpPr>
            <p:spPr>
              <a:xfrm>
                <a:off x="2553619" y="3968479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1">
                <a:extLst>
                  <a:ext uri="{FF2B5EF4-FFF2-40B4-BE49-F238E27FC236}">
                    <a16:creationId xmlns:a16="http://schemas.microsoft.com/office/drawing/2014/main" id="{AAF94610-21CD-61D0-253C-5B462014BA03}"/>
                  </a:ext>
                </a:extLst>
              </p:cNvPr>
              <p:cNvSpPr/>
              <p:nvPr/>
            </p:nvSpPr>
            <p:spPr>
              <a:xfrm>
                <a:off x="2582668" y="398529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1">
                <a:extLst>
                  <a:ext uri="{FF2B5EF4-FFF2-40B4-BE49-F238E27FC236}">
                    <a16:creationId xmlns:a16="http://schemas.microsoft.com/office/drawing/2014/main" id="{D0A937A4-7A3D-EAC4-0BB3-CAC4FDEF3645}"/>
                  </a:ext>
                </a:extLst>
              </p:cNvPr>
              <p:cNvSpPr/>
              <p:nvPr/>
            </p:nvSpPr>
            <p:spPr>
              <a:xfrm>
                <a:off x="2582668" y="398529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1">
                <a:extLst>
                  <a:ext uri="{FF2B5EF4-FFF2-40B4-BE49-F238E27FC236}">
                    <a16:creationId xmlns:a16="http://schemas.microsoft.com/office/drawing/2014/main" id="{CA2B248F-F200-1D0A-7A2D-C955F67A0166}"/>
                  </a:ext>
                </a:extLst>
              </p:cNvPr>
              <p:cNvSpPr/>
              <p:nvPr/>
            </p:nvSpPr>
            <p:spPr>
              <a:xfrm>
                <a:off x="2611716" y="4002209"/>
                <a:ext cx="188226" cy="109382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8" extrusionOk="0">
                    <a:moveTo>
                      <a:pt x="0" y="1027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1">
                <a:extLst>
                  <a:ext uri="{FF2B5EF4-FFF2-40B4-BE49-F238E27FC236}">
                    <a16:creationId xmlns:a16="http://schemas.microsoft.com/office/drawing/2014/main" id="{A57EA754-FDD3-93EF-326D-5C624AB886DC}"/>
                  </a:ext>
                </a:extLst>
              </p:cNvPr>
              <p:cNvSpPr/>
              <p:nvPr/>
            </p:nvSpPr>
            <p:spPr>
              <a:xfrm>
                <a:off x="2611716" y="4002209"/>
                <a:ext cx="188226" cy="109382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8" fill="none" extrusionOk="0">
                    <a:moveTo>
                      <a:pt x="0" y="1027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1">
                <a:extLst>
                  <a:ext uri="{FF2B5EF4-FFF2-40B4-BE49-F238E27FC236}">
                    <a16:creationId xmlns:a16="http://schemas.microsoft.com/office/drawing/2014/main" id="{8783B32E-3181-68A1-6EBF-6DD3F8ED3B4F}"/>
                  </a:ext>
                </a:extLst>
              </p:cNvPr>
              <p:cNvSpPr/>
              <p:nvPr/>
            </p:nvSpPr>
            <p:spPr>
              <a:xfrm>
                <a:off x="2640870" y="4018914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9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1">
                <a:extLst>
                  <a:ext uri="{FF2B5EF4-FFF2-40B4-BE49-F238E27FC236}">
                    <a16:creationId xmlns:a16="http://schemas.microsoft.com/office/drawing/2014/main" id="{E6FE0F99-D475-AE7E-CDC6-964DF83D66F0}"/>
                  </a:ext>
                </a:extLst>
              </p:cNvPr>
              <p:cNvSpPr/>
              <p:nvPr/>
            </p:nvSpPr>
            <p:spPr>
              <a:xfrm>
                <a:off x="2640870" y="4018914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9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1">
                <a:extLst>
                  <a:ext uri="{FF2B5EF4-FFF2-40B4-BE49-F238E27FC236}">
                    <a16:creationId xmlns:a16="http://schemas.microsoft.com/office/drawing/2014/main" id="{9232EE81-A23A-D693-A0EC-2C6738893810}"/>
                  </a:ext>
                </a:extLst>
              </p:cNvPr>
              <p:cNvSpPr/>
              <p:nvPr/>
            </p:nvSpPr>
            <p:spPr>
              <a:xfrm>
                <a:off x="2231537" y="3884633"/>
                <a:ext cx="677039" cy="390178"/>
              </a:xfrm>
              <a:custGeom>
                <a:avLst/>
                <a:gdLst/>
                <a:ahLst/>
                <a:cxnLst/>
                <a:rect l="l" t="t" r="r" b="b"/>
                <a:pathLst>
                  <a:path w="6363" h="3667" extrusionOk="0">
                    <a:moveTo>
                      <a:pt x="2592" y="0"/>
                    </a:moveTo>
                    <a:cubicBezTo>
                      <a:pt x="2549" y="0"/>
                      <a:pt x="2506" y="9"/>
                      <a:pt x="2474" y="27"/>
                    </a:cubicBezTo>
                    <a:lnTo>
                      <a:pt x="878" y="954"/>
                    </a:lnTo>
                    <a:lnTo>
                      <a:pt x="66" y="1428"/>
                    </a:lnTo>
                    <a:cubicBezTo>
                      <a:pt x="0" y="1464"/>
                      <a:pt x="0" y="1528"/>
                      <a:pt x="66" y="1564"/>
                    </a:cubicBezTo>
                    <a:lnTo>
                      <a:pt x="325" y="1716"/>
                    </a:lnTo>
                    <a:lnTo>
                      <a:pt x="461" y="1637"/>
                    </a:lnTo>
                    <a:cubicBezTo>
                      <a:pt x="432" y="1594"/>
                      <a:pt x="440" y="1544"/>
                      <a:pt x="497" y="1508"/>
                    </a:cubicBezTo>
                    <a:cubicBezTo>
                      <a:pt x="537" y="1486"/>
                      <a:pt x="585" y="1475"/>
                      <a:pt x="633" y="1475"/>
                    </a:cubicBezTo>
                    <a:cubicBezTo>
                      <a:pt x="682" y="1475"/>
                      <a:pt x="730" y="1486"/>
                      <a:pt x="770" y="1508"/>
                    </a:cubicBezTo>
                    <a:cubicBezTo>
                      <a:pt x="842" y="1551"/>
                      <a:pt x="842" y="1623"/>
                      <a:pt x="770" y="1666"/>
                    </a:cubicBezTo>
                    <a:cubicBezTo>
                      <a:pt x="734" y="1688"/>
                      <a:pt x="687" y="1699"/>
                      <a:pt x="639" y="1699"/>
                    </a:cubicBezTo>
                    <a:cubicBezTo>
                      <a:pt x="610" y="1699"/>
                      <a:pt x="581" y="1695"/>
                      <a:pt x="554" y="1687"/>
                    </a:cubicBezTo>
                    <a:lnTo>
                      <a:pt x="411" y="1766"/>
                    </a:lnTo>
                    <a:lnTo>
                      <a:pt x="922" y="2061"/>
                    </a:lnTo>
                    <a:lnTo>
                      <a:pt x="1058" y="1982"/>
                    </a:lnTo>
                    <a:cubicBezTo>
                      <a:pt x="1022" y="1939"/>
                      <a:pt x="1035" y="1889"/>
                      <a:pt x="1094" y="1853"/>
                    </a:cubicBezTo>
                    <a:cubicBezTo>
                      <a:pt x="1129" y="1831"/>
                      <a:pt x="1178" y="1820"/>
                      <a:pt x="1227" y="1820"/>
                    </a:cubicBezTo>
                    <a:cubicBezTo>
                      <a:pt x="1276" y="1820"/>
                      <a:pt x="1327" y="1831"/>
                      <a:pt x="1367" y="1853"/>
                    </a:cubicBezTo>
                    <a:cubicBezTo>
                      <a:pt x="1439" y="1896"/>
                      <a:pt x="1439" y="1968"/>
                      <a:pt x="1367" y="2011"/>
                    </a:cubicBezTo>
                    <a:cubicBezTo>
                      <a:pt x="1331" y="2033"/>
                      <a:pt x="1281" y="2044"/>
                      <a:pt x="1231" y="2044"/>
                    </a:cubicBezTo>
                    <a:cubicBezTo>
                      <a:pt x="1201" y="2044"/>
                      <a:pt x="1171" y="2040"/>
                      <a:pt x="1144" y="2032"/>
                    </a:cubicBezTo>
                    <a:lnTo>
                      <a:pt x="1008" y="2111"/>
                    </a:lnTo>
                    <a:lnTo>
                      <a:pt x="1518" y="2406"/>
                    </a:lnTo>
                    <a:lnTo>
                      <a:pt x="1655" y="2327"/>
                    </a:lnTo>
                    <a:cubicBezTo>
                      <a:pt x="1618" y="2284"/>
                      <a:pt x="1632" y="2234"/>
                      <a:pt x="1691" y="2198"/>
                    </a:cubicBezTo>
                    <a:cubicBezTo>
                      <a:pt x="1726" y="2176"/>
                      <a:pt x="1775" y="2165"/>
                      <a:pt x="1823" y="2165"/>
                    </a:cubicBezTo>
                    <a:cubicBezTo>
                      <a:pt x="1872" y="2165"/>
                      <a:pt x="1920" y="2176"/>
                      <a:pt x="1957" y="2198"/>
                    </a:cubicBezTo>
                    <a:cubicBezTo>
                      <a:pt x="2036" y="2241"/>
                      <a:pt x="2036" y="2313"/>
                      <a:pt x="1964" y="2356"/>
                    </a:cubicBezTo>
                    <a:cubicBezTo>
                      <a:pt x="1923" y="2377"/>
                      <a:pt x="1875" y="2386"/>
                      <a:pt x="1828" y="2386"/>
                    </a:cubicBezTo>
                    <a:cubicBezTo>
                      <a:pt x="1798" y="2386"/>
                      <a:pt x="1768" y="2382"/>
                      <a:pt x="1741" y="2377"/>
                    </a:cubicBezTo>
                    <a:lnTo>
                      <a:pt x="1605" y="2456"/>
                    </a:lnTo>
                    <a:lnTo>
                      <a:pt x="2114" y="2751"/>
                    </a:lnTo>
                    <a:lnTo>
                      <a:pt x="2252" y="2665"/>
                    </a:lnTo>
                    <a:cubicBezTo>
                      <a:pt x="2215" y="2629"/>
                      <a:pt x="2229" y="2579"/>
                      <a:pt x="2286" y="2543"/>
                    </a:cubicBezTo>
                    <a:cubicBezTo>
                      <a:pt x="2322" y="2521"/>
                      <a:pt x="2371" y="2510"/>
                      <a:pt x="2420" y="2510"/>
                    </a:cubicBezTo>
                    <a:cubicBezTo>
                      <a:pt x="2469" y="2510"/>
                      <a:pt x="2517" y="2521"/>
                      <a:pt x="2554" y="2543"/>
                    </a:cubicBezTo>
                    <a:cubicBezTo>
                      <a:pt x="2631" y="2586"/>
                      <a:pt x="2631" y="2658"/>
                      <a:pt x="2554" y="2701"/>
                    </a:cubicBezTo>
                    <a:cubicBezTo>
                      <a:pt x="2518" y="2718"/>
                      <a:pt x="2472" y="2727"/>
                      <a:pt x="2426" y="2727"/>
                    </a:cubicBezTo>
                    <a:cubicBezTo>
                      <a:pt x="2396" y="2727"/>
                      <a:pt x="2366" y="2723"/>
                      <a:pt x="2338" y="2715"/>
                    </a:cubicBezTo>
                    <a:lnTo>
                      <a:pt x="2200" y="2801"/>
                    </a:lnTo>
                    <a:lnTo>
                      <a:pt x="2704" y="3089"/>
                    </a:lnTo>
                    <a:lnTo>
                      <a:pt x="2847" y="3010"/>
                    </a:lnTo>
                    <a:cubicBezTo>
                      <a:pt x="2812" y="2967"/>
                      <a:pt x="2819" y="2917"/>
                      <a:pt x="2883" y="2888"/>
                    </a:cubicBezTo>
                    <a:cubicBezTo>
                      <a:pt x="2919" y="2866"/>
                      <a:pt x="2968" y="2855"/>
                      <a:pt x="3016" y="2855"/>
                    </a:cubicBezTo>
                    <a:cubicBezTo>
                      <a:pt x="3065" y="2855"/>
                      <a:pt x="3113" y="2866"/>
                      <a:pt x="3149" y="2888"/>
                    </a:cubicBezTo>
                    <a:cubicBezTo>
                      <a:pt x="3228" y="2931"/>
                      <a:pt x="3228" y="2995"/>
                      <a:pt x="3149" y="3038"/>
                    </a:cubicBezTo>
                    <a:cubicBezTo>
                      <a:pt x="3113" y="3060"/>
                      <a:pt x="3065" y="3072"/>
                      <a:pt x="3017" y="3072"/>
                    </a:cubicBezTo>
                    <a:cubicBezTo>
                      <a:pt x="2989" y="3072"/>
                      <a:pt x="2960" y="3068"/>
                      <a:pt x="2933" y="3060"/>
                    </a:cubicBezTo>
                    <a:lnTo>
                      <a:pt x="2797" y="3139"/>
                    </a:lnTo>
                    <a:lnTo>
                      <a:pt x="3300" y="3434"/>
                    </a:lnTo>
                    <a:lnTo>
                      <a:pt x="3437" y="3355"/>
                    </a:lnTo>
                    <a:cubicBezTo>
                      <a:pt x="3407" y="3312"/>
                      <a:pt x="3416" y="3262"/>
                      <a:pt x="3473" y="3226"/>
                    </a:cubicBezTo>
                    <a:cubicBezTo>
                      <a:pt x="3513" y="3204"/>
                      <a:pt x="3563" y="3193"/>
                      <a:pt x="3613" y="3193"/>
                    </a:cubicBezTo>
                    <a:cubicBezTo>
                      <a:pt x="3662" y="3193"/>
                      <a:pt x="3710" y="3204"/>
                      <a:pt x="3746" y="3226"/>
                    </a:cubicBezTo>
                    <a:cubicBezTo>
                      <a:pt x="3818" y="3269"/>
                      <a:pt x="3818" y="3340"/>
                      <a:pt x="3746" y="3383"/>
                    </a:cubicBezTo>
                    <a:cubicBezTo>
                      <a:pt x="3710" y="3406"/>
                      <a:pt x="3662" y="3417"/>
                      <a:pt x="3614" y="3417"/>
                    </a:cubicBezTo>
                    <a:cubicBezTo>
                      <a:pt x="3586" y="3417"/>
                      <a:pt x="3557" y="3413"/>
                      <a:pt x="3530" y="3405"/>
                    </a:cubicBezTo>
                    <a:lnTo>
                      <a:pt x="3394" y="3484"/>
                    </a:lnTo>
                    <a:lnTo>
                      <a:pt x="3652" y="3635"/>
                    </a:lnTo>
                    <a:cubicBezTo>
                      <a:pt x="3685" y="3656"/>
                      <a:pt x="3727" y="3667"/>
                      <a:pt x="3768" y="3667"/>
                    </a:cubicBezTo>
                    <a:cubicBezTo>
                      <a:pt x="3809" y="3667"/>
                      <a:pt x="3850" y="3656"/>
                      <a:pt x="3882" y="3635"/>
                    </a:cubicBezTo>
                    <a:lnTo>
                      <a:pt x="6297" y="2234"/>
                    </a:lnTo>
                    <a:cubicBezTo>
                      <a:pt x="6363" y="2198"/>
                      <a:pt x="6363" y="2141"/>
                      <a:pt x="6297" y="2098"/>
                    </a:cubicBezTo>
                    <a:lnTo>
                      <a:pt x="5636" y="1716"/>
                    </a:lnTo>
                    <a:lnTo>
                      <a:pt x="5234" y="1485"/>
                    </a:lnTo>
                    <a:lnTo>
                      <a:pt x="4960" y="1328"/>
                    </a:lnTo>
                    <a:lnTo>
                      <a:pt x="4687" y="1169"/>
                    </a:lnTo>
                    <a:lnTo>
                      <a:pt x="4415" y="1011"/>
                    </a:lnTo>
                    <a:lnTo>
                      <a:pt x="4141" y="854"/>
                    </a:lnTo>
                    <a:lnTo>
                      <a:pt x="3868" y="695"/>
                    </a:lnTo>
                    <a:lnTo>
                      <a:pt x="3595" y="536"/>
                    </a:lnTo>
                    <a:lnTo>
                      <a:pt x="3321" y="379"/>
                    </a:lnTo>
                    <a:lnTo>
                      <a:pt x="3042" y="221"/>
                    </a:lnTo>
                    <a:lnTo>
                      <a:pt x="2769" y="62"/>
                    </a:lnTo>
                    <a:lnTo>
                      <a:pt x="2710" y="27"/>
                    </a:lnTo>
                    <a:cubicBezTo>
                      <a:pt x="2679" y="9"/>
                      <a:pt x="2635" y="0"/>
                      <a:pt x="25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1">
                <a:extLst>
                  <a:ext uri="{FF2B5EF4-FFF2-40B4-BE49-F238E27FC236}">
                    <a16:creationId xmlns:a16="http://schemas.microsoft.com/office/drawing/2014/main" id="{23222059-8F10-4836-908B-7E8A6FA6DD76}"/>
                  </a:ext>
                </a:extLst>
              </p:cNvPr>
              <p:cNvSpPr/>
              <p:nvPr/>
            </p:nvSpPr>
            <p:spPr>
              <a:xfrm>
                <a:off x="2337089" y="3920385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0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1">
                <a:extLst>
                  <a:ext uri="{FF2B5EF4-FFF2-40B4-BE49-F238E27FC236}">
                    <a16:creationId xmlns:a16="http://schemas.microsoft.com/office/drawing/2014/main" id="{D92D6B7A-2BD3-37A0-53FA-842AC7EB73AF}"/>
                  </a:ext>
                </a:extLst>
              </p:cNvPr>
              <p:cNvSpPr/>
              <p:nvPr/>
            </p:nvSpPr>
            <p:spPr>
              <a:xfrm>
                <a:off x="2337089" y="3920385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0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1">
                <a:extLst>
                  <a:ext uri="{FF2B5EF4-FFF2-40B4-BE49-F238E27FC236}">
                    <a16:creationId xmlns:a16="http://schemas.microsoft.com/office/drawing/2014/main" id="{92325FEF-03DD-7A48-24D9-68F362AAB59B}"/>
                  </a:ext>
                </a:extLst>
              </p:cNvPr>
              <p:cNvSpPr/>
              <p:nvPr/>
            </p:nvSpPr>
            <p:spPr>
              <a:xfrm>
                <a:off x="2366243" y="393709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41">
                <a:extLst>
                  <a:ext uri="{FF2B5EF4-FFF2-40B4-BE49-F238E27FC236}">
                    <a16:creationId xmlns:a16="http://schemas.microsoft.com/office/drawing/2014/main" id="{C8FA0FAA-F866-698A-64A8-C393BD6E7643}"/>
                  </a:ext>
                </a:extLst>
              </p:cNvPr>
              <p:cNvSpPr/>
              <p:nvPr/>
            </p:nvSpPr>
            <p:spPr>
              <a:xfrm>
                <a:off x="2366243" y="393709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41">
                <a:extLst>
                  <a:ext uri="{FF2B5EF4-FFF2-40B4-BE49-F238E27FC236}">
                    <a16:creationId xmlns:a16="http://schemas.microsoft.com/office/drawing/2014/main" id="{5091A4BF-6774-F697-DEE2-F003E6E25604}"/>
                  </a:ext>
                </a:extLst>
              </p:cNvPr>
              <p:cNvSpPr/>
              <p:nvPr/>
            </p:nvSpPr>
            <p:spPr>
              <a:xfrm>
                <a:off x="2395291" y="3953902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1">
                <a:extLst>
                  <a:ext uri="{FF2B5EF4-FFF2-40B4-BE49-F238E27FC236}">
                    <a16:creationId xmlns:a16="http://schemas.microsoft.com/office/drawing/2014/main" id="{66579A9D-8D4E-EBA3-F115-7812AFB9B504}"/>
                  </a:ext>
                </a:extLst>
              </p:cNvPr>
              <p:cNvSpPr/>
              <p:nvPr/>
            </p:nvSpPr>
            <p:spPr>
              <a:xfrm>
                <a:off x="2395291" y="3953902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1">
                <a:extLst>
                  <a:ext uri="{FF2B5EF4-FFF2-40B4-BE49-F238E27FC236}">
                    <a16:creationId xmlns:a16="http://schemas.microsoft.com/office/drawing/2014/main" id="{331C0D09-E4E2-1C60-26FF-478BE757132D}"/>
                  </a:ext>
                </a:extLst>
              </p:cNvPr>
              <p:cNvSpPr/>
              <p:nvPr/>
            </p:nvSpPr>
            <p:spPr>
              <a:xfrm>
                <a:off x="2424233" y="397082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9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1">
                <a:extLst>
                  <a:ext uri="{FF2B5EF4-FFF2-40B4-BE49-F238E27FC236}">
                    <a16:creationId xmlns:a16="http://schemas.microsoft.com/office/drawing/2014/main" id="{CDA0D7BB-05CC-CB55-2994-B09206A1187E}"/>
                  </a:ext>
                </a:extLst>
              </p:cNvPr>
              <p:cNvSpPr/>
              <p:nvPr/>
            </p:nvSpPr>
            <p:spPr>
              <a:xfrm>
                <a:off x="2424233" y="397082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9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1">
                <a:extLst>
                  <a:ext uri="{FF2B5EF4-FFF2-40B4-BE49-F238E27FC236}">
                    <a16:creationId xmlns:a16="http://schemas.microsoft.com/office/drawing/2014/main" id="{F3E4D921-FFFF-3238-BD1B-13F9FEBD40B2}"/>
                  </a:ext>
                </a:extLst>
              </p:cNvPr>
              <p:cNvSpPr/>
              <p:nvPr/>
            </p:nvSpPr>
            <p:spPr>
              <a:xfrm>
                <a:off x="2484777" y="3987525"/>
                <a:ext cx="156944" cy="91187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857" extrusionOk="0">
                    <a:moveTo>
                      <a:pt x="1474" y="1"/>
                    </a:moveTo>
                    <a:lnTo>
                      <a:pt x="1" y="856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41">
                <a:extLst>
                  <a:ext uri="{FF2B5EF4-FFF2-40B4-BE49-F238E27FC236}">
                    <a16:creationId xmlns:a16="http://schemas.microsoft.com/office/drawing/2014/main" id="{B24E6BAE-D940-9C15-B939-2A607B34CC3F}"/>
                  </a:ext>
                </a:extLst>
              </p:cNvPr>
              <p:cNvSpPr/>
              <p:nvPr/>
            </p:nvSpPr>
            <p:spPr>
              <a:xfrm>
                <a:off x="2484777" y="3987525"/>
                <a:ext cx="156944" cy="91187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857" fill="none" extrusionOk="0">
                    <a:moveTo>
                      <a:pt x="1474" y="1"/>
                    </a:moveTo>
                    <a:lnTo>
                      <a:pt x="1" y="856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41">
                <a:extLst>
                  <a:ext uri="{FF2B5EF4-FFF2-40B4-BE49-F238E27FC236}">
                    <a16:creationId xmlns:a16="http://schemas.microsoft.com/office/drawing/2014/main" id="{211EDACF-7767-9548-241C-F208239E3DF7}"/>
                  </a:ext>
                </a:extLst>
              </p:cNvPr>
              <p:cNvSpPr/>
              <p:nvPr/>
            </p:nvSpPr>
            <p:spPr>
              <a:xfrm>
                <a:off x="2453388" y="4078607"/>
                <a:ext cx="31495" cy="18408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3" extrusionOk="0">
                    <a:moveTo>
                      <a:pt x="296" y="0"/>
                    </a:moveTo>
                    <a:lnTo>
                      <a:pt x="1" y="173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41">
                <a:extLst>
                  <a:ext uri="{FF2B5EF4-FFF2-40B4-BE49-F238E27FC236}">
                    <a16:creationId xmlns:a16="http://schemas.microsoft.com/office/drawing/2014/main" id="{D4BC455D-1B16-8067-4AB2-87F4C65EA7D6}"/>
                  </a:ext>
                </a:extLst>
              </p:cNvPr>
              <p:cNvSpPr/>
              <p:nvPr/>
            </p:nvSpPr>
            <p:spPr>
              <a:xfrm>
                <a:off x="2453388" y="4078607"/>
                <a:ext cx="31495" cy="18408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3" fill="none" extrusionOk="0">
                    <a:moveTo>
                      <a:pt x="296" y="0"/>
                    </a:moveTo>
                    <a:lnTo>
                      <a:pt x="1" y="173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41">
                <a:extLst>
                  <a:ext uri="{FF2B5EF4-FFF2-40B4-BE49-F238E27FC236}">
                    <a16:creationId xmlns:a16="http://schemas.microsoft.com/office/drawing/2014/main" id="{BC37EB0C-A583-020E-9540-EA3A12AC9977}"/>
                  </a:ext>
                </a:extLst>
              </p:cNvPr>
              <p:cNvSpPr/>
              <p:nvPr/>
            </p:nvSpPr>
            <p:spPr>
              <a:xfrm>
                <a:off x="2482436" y="4004443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41">
                <a:extLst>
                  <a:ext uri="{FF2B5EF4-FFF2-40B4-BE49-F238E27FC236}">
                    <a16:creationId xmlns:a16="http://schemas.microsoft.com/office/drawing/2014/main" id="{4249E61B-0303-6469-2B5C-10BAD6A6FBB7}"/>
                  </a:ext>
                </a:extLst>
              </p:cNvPr>
              <p:cNvSpPr/>
              <p:nvPr/>
            </p:nvSpPr>
            <p:spPr>
              <a:xfrm>
                <a:off x="2482436" y="4004443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41">
                <a:extLst>
                  <a:ext uri="{FF2B5EF4-FFF2-40B4-BE49-F238E27FC236}">
                    <a16:creationId xmlns:a16="http://schemas.microsoft.com/office/drawing/2014/main" id="{77CC9C14-57A3-6A2C-4B76-D98BB604B32B}"/>
                  </a:ext>
                </a:extLst>
              </p:cNvPr>
              <p:cNvSpPr/>
              <p:nvPr/>
            </p:nvSpPr>
            <p:spPr>
              <a:xfrm>
                <a:off x="2511484" y="4022000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41">
                <a:extLst>
                  <a:ext uri="{FF2B5EF4-FFF2-40B4-BE49-F238E27FC236}">
                    <a16:creationId xmlns:a16="http://schemas.microsoft.com/office/drawing/2014/main" id="{2136A492-D2AB-8363-1BAC-56D6863C6F03}"/>
                  </a:ext>
                </a:extLst>
              </p:cNvPr>
              <p:cNvSpPr/>
              <p:nvPr/>
            </p:nvSpPr>
            <p:spPr>
              <a:xfrm>
                <a:off x="2511484" y="4022000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41">
                <a:extLst>
                  <a:ext uri="{FF2B5EF4-FFF2-40B4-BE49-F238E27FC236}">
                    <a16:creationId xmlns:a16="http://schemas.microsoft.com/office/drawing/2014/main" id="{3FBF089A-EBDD-0CFD-F5E3-1E32D2523A2C}"/>
                  </a:ext>
                </a:extLst>
              </p:cNvPr>
              <p:cNvSpPr/>
              <p:nvPr/>
            </p:nvSpPr>
            <p:spPr>
              <a:xfrm>
                <a:off x="2540638" y="4038918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extrusionOk="0">
                    <a:moveTo>
                      <a:pt x="0" y="1020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41">
                <a:extLst>
                  <a:ext uri="{FF2B5EF4-FFF2-40B4-BE49-F238E27FC236}">
                    <a16:creationId xmlns:a16="http://schemas.microsoft.com/office/drawing/2014/main" id="{276BBBEF-4646-C7CE-8609-F982DB5B7579}"/>
                  </a:ext>
                </a:extLst>
              </p:cNvPr>
              <p:cNvSpPr/>
              <p:nvPr/>
            </p:nvSpPr>
            <p:spPr>
              <a:xfrm>
                <a:off x="2540638" y="4038918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fill="none" extrusionOk="0">
                    <a:moveTo>
                      <a:pt x="0" y="1020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41">
                <a:extLst>
                  <a:ext uri="{FF2B5EF4-FFF2-40B4-BE49-F238E27FC236}">
                    <a16:creationId xmlns:a16="http://schemas.microsoft.com/office/drawing/2014/main" id="{D53D8F45-649C-7757-EB0B-CEBB31AE7930}"/>
                  </a:ext>
                </a:extLst>
              </p:cNvPr>
              <p:cNvSpPr/>
              <p:nvPr/>
            </p:nvSpPr>
            <p:spPr>
              <a:xfrm>
                <a:off x="2569580" y="4055623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extrusionOk="0">
                    <a:moveTo>
                      <a:pt x="1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41">
                <a:extLst>
                  <a:ext uri="{FF2B5EF4-FFF2-40B4-BE49-F238E27FC236}">
                    <a16:creationId xmlns:a16="http://schemas.microsoft.com/office/drawing/2014/main" id="{C3EC78C7-547A-2C41-A612-8AC0FEC62450}"/>
                  </a:ext>
                </a:extLst>
              </p:cNvPr>
              <p:cNvSpPr/>
              <p:nvPr/>
            </p:nvSpPr>
            <p:spPr>
              <a:xfrm>
                <a:off x="2569580" y="4055623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fill="none" extrusionOk="0">
                    <a:moveTo>
                      <a:pt x="1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41">
                <a:extLst>
                  <a:ext uri="{FF2B5EF4-FFF2-40B4-BE49-F238E27FC236}">
                    <a16:creationId xmlns:a16="http://schemas.microsoft.com/office/drawing/2014/main" id="{3E5B9E7E-3F91-C0E3-7463-9FD2363D9410}"/>
                  </a:ext>
                </a:extLst>
              </p:cNvPr>
              <p:cNvSpPr/>
              <p:nvPr/>
            </p:nvSpPr>
            <p:spPr>
              <a:xfrm>
                <a:off x="2598628" y="407254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2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41">
                <a:extLst>
                  <a:ext uri="{FF2B5EF4-FFF2-40B4-BE49-F238E27FC236}">
                    <a16:creationId xmlns:a16="http://schemas.microsoft.com/office/drawing/2014/main" id="{7EBB8BCF-6BD8-46E5-82C7-8E35145682B5}"/>
                  </a:ext>
                </a:extLst>
              </p:cNvPr>
              <p:cNvSpPr/>
              <p:nvPr/>
            </p:nvSpPr>
            <p:spPr>
              <a:xfrm>
                <a:off x="2598628" y="407254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2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41">
                <a:extLst>
                  <a:ext uri="{FF2B5EF4-FFF2-40B4-BE49-F238E27FC236}">
                    <a16:creationId xmlns:a16="http://schemas.microsoft.com/office/drawing/2014/main" id="{CDDF8288-8133-0F91-9CB0-F3CDE29FB00E}"/>
                  </a:ext>
                </a:extLst>
              </p:cNvPr>
              <p:cNvSpPr/>
              <p:nvPr/>
            </p:nvSpPr>
            <p:spPr>
              <a:xfrm>
                <a:off x="2627783" y="4089460"/>
                <a:ext cx="188332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41">
                <a:extLst>
                  <a:ext uri="{FF2B5EF4-FFF2-40B4-BE49-F238E27FC236}">
                    <a16:creationId xmlns:a16="http://schemas.microsoft.com/office/drawing/2014/main" id="{085321AE-6AB7-A62C-8A92-525823B6922E}"/>
                  </a:ext>
                </a:extLst>
              </p:cNvPr>
              <p:cNvSpPr/>
              <p:nvPr/>
            </p:nvSpPr>
            <p:spPr>
              <a:xfrm>
                <a:off x="2627783" y="4089460"/>
                <a:ext cx="188332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41">
                <a:extLst>
                  <a:ext uri="{FF2B5EF4-FFF2-40B4-BE49-F238E27FC236}">
                    <a16:creationId xmlns:a16="http://schemas.microsoft.com/office/drawing/2014/main" id="{435CE18C-3831-B0BA-5B91-37562FAEE3AA}"/>
                  </a:ext>
                </a:extLst>
              </p:cNvPr>
              <p:cNvSpPr/>
              <p:nvPr/>
            </p:nvSpPr>
            <p:spPr>
              <a:xfrm>
                <a:off x="2656831" y="4106059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41">
                <a:extLst>
                  <a:ext uri="{FF2B5EF4-FFF2-40B4-BE49-F238E27FC236}">
                    <a16:creationId xmlns:a16="http://schemas.microsoft.com/office/drawing/2014/main" id="{1A12E163-E441-3222-6ABC-27FDDEA31764}"/>
                  </a:ext>
                </a:extLst>
              </p:cNvPr>
              <p:cNvSpPr/>
              <p:nvPr/>
            </p:nvSpPr>
            <p:spPr>
              <a:xfrm>
                <a:off x="2656831" y="4106059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41">
                <a:extLst>
                  <a:ext uri="{FF2B5EF4-FFF2-40B4-BE49-F238E27FC236}">
                    <a16:creationId xmlns:a16="http://schemas.microsoft.com/office/drawing/2014/main" id="{D0DB16F2-09D0-7412-1424-B2939DE1A5FA}"/>
                  </a:ext>
                </a:extLst>
              </p:cNvPr>
              <p:cNvSpPr/>
              <p:nvPr/>
            </p:nvSpPr>
            <p:spPr>
              <a:xfrm>
                <a:off x="2653000" y="3759078"/>
                <a:ext cx="677784" cy="389859"/>
              </a:xfrm>
              <a:custGeom>
                <a:avLst/>
                <a:gdLst/>
                <a:ahLst/>
                <a:cxnLst/>
                <a:rect l="l" t="t" r="r" b="b"/>
                <a:pathLst>
                  <a:path w="6370" h="3664" extrusionOk="0">
                    <a:moveTo>
                      <a:pt x="2596" y="0"/>
                    </a:moveTo>
                    <a:cubicBezTo>
                      <a:pt x="2554" y="0"/>
                      <a:pt x="2513" y="9"/>
                      <a:pt x="2481" y="27"/>
                    </a:cubicBezTo>
                    <a:lnTo>
                      <a:pt x="540" y="1156"/>
                    </a:lnTo>
                    <a:lnTo>
                      <a:pt x="318" y="1285"/>
                    </a:lnTo>
                    <a:cubicBezTo>
                      <a:pt x="302" y="1301"/>
                      <a:pt x="295" y="1307"/>
                      <a:pt x="281" y="1314"/>
                    </a:cubicBezTo>
                    <a:cubicBezTo>
                      <a:pt x="266" y="1321"/>
                      <a:pt x="259" y="1328"/>
                      <a:pt x="238" y="1328"/>
                    </a:cubicBezTo>
                    <a:lnTo>
                      <a:pt x="66" y="1430"/>
                    </a:lnTo>
                    <a:cubicBezTo>
                      <a:pt x="0" y="1466"/>
                      <a:pt x="0" y="1530"/>
                      <a:pt x="66" y="1566"/>
                    </a:cubicBezTo>
                    <a:lnTo>
                      <a:pt x="252" y="1673"/>
                    </a:lnTo>
                    <a:lnTo>
                      <a:pt x="331" y="1716"/>
                    </a:lnTo>
                    <a:lnTo>
                      <a:pt x="468" y="1639"/>
                    </a:lnTo>
                    <a:cubicBezTo>
                      <a:pt x="431" y="1596"/>
                      <a:pt x="447" y="1544"/>
                      <a:pt x="504" y="1509"/>
                    </a:cubicBezTo>
                    <a:cubicBezTo>
                      <a:pt x="539" y="1491"/>
                      <a:pt x="584" y="1478"/>
                      <a:pt x="627" y="1478"/>
                    </a:cubicBezTo>
                    <a:cubicBezTo>
                      <a:pt x="636" y="1478"/>
                      <a:pt x="645" y="1479"/>
                      <a:pt x="654" y="1480"/>
                    </a:cubicBezTo>
                    <a:cubicBezTo>
                      <a:pt x="697" y="1480"/>
                      <a:pt x="740" y="1494"/>
                      <a:pt x="770" y="1509"/>
                    </a:cubicBezTo>
                    <a:cubicBezTo>
                      <a:pt x="849" y="1552"/>
                      <a:pt x="849" y="1623"/>
                      <a:pt x="777" y="1666"/>
                    </a:cubicBezTo>
                    <a:cubicBezTo>
                      <a:pt x="756" y="1673"/>
                      <a:pt x="740" y="1682"/>
                      <a:pt x="720" y="1689"/>
                    </a:cubicBezTo>
                    <a:cubicBezTo>
                      <a:pt x="695" y="1696"/>
                      <a:pt x="667" y="1699"/>
                      <a:pt x="639" y="1699"/>
                    </a:cubicBezTo>
                    <a:cubicBezTo>
                      <a:pt x="611" y="1699"/>
                      <a:pt x="582" y="1696"/>
                      <a:pt x="554" y="1689"/>
                    </a:cubicBezTo>
                    <a:lnTo>
                      <a:pt x="418" y="1768"/>
                    </a:lnTo>
                    <a:lnTo>
                      <a:pt x="525" y="1832"/>
                    </a:lnTo>
                    <a:lnTo>
                      <a:pt x="806" y="1991"/>
                    </a:lnTo>
                    <a:lnTo>
                      <a:pt x="928" y="2061"/>
                    </a:lnTo>
                    <a:lnTo>
                      <a:pt x="1065" y="1984"/>
                    </a:lnTo>
                    <a:cubicBezTo>
                      <a:pt x="1028" y="1941"/>
                      <a:pt x="1042" y="1889"/>
                      <a:pt x="1101" y="1854"/>
                    </a:cubicBezTo>
                    <a:cubicBezTo>
                      <a:pt x="1131" y="1836"/>
                      <a:pt x="1175" y="1823"/>
                      <a:pt x="1221" y="1823"/>
                    </a:cubicBezTo>
                    <a:cubicBezTo>
                      <a:pt x="1231" y="1823"/>
                      <a:pt x="1241" y="1824"/>
                      <a:pt x="1251" y="1825"/>
                    </a:cubicBezTo>
                    <a:cubicBezTo>
                      <a:pt x="1294" y="1825"/>
                      <a:pt x="1337" y="1832"/>
                      <a:pt x="1366" y="1854"/>
                    </a:cubicBezTo>
                    <a:cubicBezTo>
                      <a:pt x="1446" y="1897"/>
                      <a:pt x="1446" y="1968"/>
                      <a:pt x="1366" y="2011"/>
                    </a:cubicBezTo>
                    <a:cubicBezTo>
                      <a:pt x="1353" y="2018"/>
                      <a:pt x="1337" y="2027"/>
                      <a:pt x="1316" y="2034"/>
                    </a:cubicBezTo>
                    <a:cubicBezTo>
                      <a:pt x="1291" y="2041"/>
                      <a:pt x="1263" y="2044"/>
                      <a:pt x="1234" y="2044"/>
                    </a:cubicBezTo>
                    <a:cubicBezTo>
                      <a:pt x="1205" y="2044"/>
                      <a:pt x="1176" y="2041"/>
                      <a:pt x="1151" y="2034"/>
                    </a:cubicBezTo>
                    <a:lnTo>
                      <a:pt x="1015" y="2113"/>
                    </a:lnTo>
                    <a:lnTo>
                      <a:pt x="1078" y="2148"/>
                    </a:lnTo>
                    <a:lnTo>
                      <a:pt x="1353" y="2306"/>
                    </a:lnTo>
                    <a:lnTo>
                      <a:pt x="1517" y="2406"/>
                    </a:lnTo>
                    <a:lnTo>
                      <a:pt x="1661" y="2320"/>
                    </a:lnTo>
                    <a:cubicBezTo>
                      <a:pt x="1625" y="2286"/>
                      <a:pt x="1632" y="2234"/>
                      <a:pt x="1698" y="2199"/>
                    </a:cubicBezTo>
                    <a:cubicBezTo>
                      <a:pt x="1732" y="2177"/>
                      <a:pt x="1791" y="2163"/>
                      <a:pt x="1841" y="2163"/>
                    </a:cubicBezTo>
                    <a:cubicBezTo>
                      <a:pt x="1884" y="2170"/>
                      <a:pt x="1927" y="2177"/>
                      <a:pt x="1963" y="2199"/>
                    </a:cubicBezTo>
                    <a:cubicBezTo>
                      <a:pt x="2043" y="2242"/>
                      <a:pt x="2043" y="2313"/>
                      <a:pt x="1963" y="2356"/>
                    </a:cubicBezTo>
                    <a:cubicBezTo>
                      <a:pt x="1948" y="2363"/>
                      <a:pt x="1927" y="2372"/>
                      <a:pt x="1913" y="2379"/>
                    </a:cubicBezTo>
                    <a:cubicBezTo>
                      <a:pt x="1884" y="2386"/>
                      <a:pt x="1855" y="2389"/>
                      <a:pt x="1827" y="2389"/>
                    </a:cubicBezTo>
                    <a:cubicBezTo>
                      <a:pt x="1799" y="2389"/>
                      <a:pt x="1773" y="2386"/>
                      <a:pt x="1748" y="2379"/>
                    </a:cubicBezTo>
                    <a:lnTo>
                      <a:pt x="1611" y="2458"/>
                    </a:lnTo>
                    <a:lnTo>
                      <a:pt x="1625" y="2465"/>
                    </a:lnTo>
                    <a:lnTo>
                      <a:pt x="2020" y="2694"/>
                    </a:lnTo>
                    <a:lnTo>
                      <a:pt x="2113" y="2744"/>
                    </a:lnTo>
                    <a:lnTo>
                      <a:pt x="2250" y="2665"/>
                    </a:lnTo>
                    <a:cubicBezTo>
                      <a:pt x="2222" y="2631"/>
                      <a:pt x="2229" y="2579"/>
                      <a:pt x="2286" y="2544"/>
                    </a:cubicBezTo>
                    <a:cubicBezTo>
                      <a:pt x="2326" y="2523"/>
                      <a:pt x="2376" y="2512"/>
                      <a:pt x="2426" y="2512"/>
                    </a:cubicBezTo>
                    <a:cubicBezTo>
                      <a:pt x="2475" y="2512"/>
                      <a:pt x="2524" y="2523"/>
                      <a:pt x="2560" y="2544"/>
                    </a:cubicBezTo>
                    <a:cubicBezTo>
                      <a:pt x="2631" y="2587"/>
                      <a:pt x="2631" y="2651"/>
                      <a:pt x="2560" y="2701"/>
                    </a:cubicBezTo>
                    <a:cubicBezTo>
                      <a:pt x="2524" y="2719"/>
                      <a:pt x="2478" y="2729"/>
                      <a:pt x="2432" y="2729"/>
                    </a:cubicBezTo>
                    <a:cubicBezTo>
                      <a:pt x="2402" y="2729"/>
                      <a:pt x="2372" y="2725"/>
                      <a:pt x="2345" y="2717"/>
                    </a:cubicBezTo>
                    <a:lnTo>
                      <a:pt x="2207" y="2803"/>
                    </a:lnTo>
                    <a:lnTo>
                      <a:pt x="2710" y="3089"/>
                    </a:lnTo>
                    <a:lnTo>
                      <a:pt x="2847" y="3010"/>
                    </a:lnTo>
                    <a:cubicBezTo>
                      <a:pt x="2810" y="2967"/>
                      <a:pt x="2826" y="2917"/>
                      <a:pt x="2883" y="2889"/>
                    </a:cubicBezTo>
                    <a:cubicBezTo>
                      <a:pt x="2923" y="2868"/>
                      <a:pt x="2971" y="2857"/>
                      <a:pt x="3020" y="2857"/>
                    </a:cubicBezTo>
                    <a:cubicBezTo>
                      <a:pt x="3068" y="2857"/>
                      <a:pt x="3117" y="2868"/>
                      <a:pt x="3155" y="2889"/>
                    </a:cubicBezTo>
                    <a:cubicBezTo>
                      <a:pt x="3228" y="2932"/>
                      <a:pt x="3228" y="2996"/>
                      <a:pt x="3155" y="3039"/>
                    </a:cubicBezTo>
                    <a:cubicBezTo>
                      <a:pt x="3120" y="3062"/>
                      <a:pt x="3072" y="3073"/>
                      <a:pt x="3024" y="3073"/>
                    </a:cubicBezTo>
                    <a:cubicBezTo>
                      <a:pt x="2995" y="3073"/>
                      <a:pt x="2967" y="3070"/>
                      <a:pt x="2940" y="3062"/>
                    </a:cubicBezTo>
                    <a:lnTo>
                      <a:pt x="2797" y="3140"/>
                    </a:lnTo>
                    <a:lnTo>
                      <a:pt x="3307" y="3434"/>
                    </a:lnTo>
                    <a:lnTo>
                      <a:pt x="3444" y="3355"/>
                    </a:lnTo>
                    <a:cubicBezTo>
                      <a:pt x="3407" y="3312"/>
                      <a:pt x="3423" y="3262"/>
                      <a:pt x="3480" y="3226"/>
                    </a:cubicBezTo>
                    <a:cubicBezTo>
                      <a:pt x="3516" y="3204"/>
                      <a:pt x="3564" y="3193"/>
                      <a:pt x="3613" y="3193"/>
                    </a:cubicBezTo>
                    <a:cubicBezTo>
                      <a:pt x="3663" y="3193"/>
                      <a:pt x="3713" y="3204"/>
                      <a:pt x="3752" y="3226"/>
                    </a:cubicBezTo>
                    <a:cubicBezTo>
                      <a:pt x="3825" y="3269"/>
                      <a:pt x="3825" y="3341"/>
                      <a:pt x="3752" y="3384"/>
                    </a:cubicBezTo>
                    <a:cubicBezTo>
                      <a:pt x="3717" y="3407"/>
                      <a:pt x="3666" y="3418"/>
                      <a:pt x="3616" y="3418"/>
                    </a:cubicBezTo>
                    <a:cubicBezTo>
                      <a:pt x="3586" y="3418"/>
                      <a:pt x="3557" y="3415"/>
                      <a:pt x="3530" y="3407"/>
                    </a:cubicBezTo>
                    <a:lnTo>
                      <a:pt x="3394" y="3485"/>
                    </a:lnTo>
                    <a:lnTo>
                      <a:pt x="3659" y="3636"/>
                    </a:lnTo>
                    <a:cubicBezTo>
                      <a:pt x="3692" y="3654"/>
                      <a:pt x="3733" y="3664"/>
                      <a:pt x="3775" y="3664"/>
                    </a:cubicBezTo>
                    <a:cubicBezTo>
                      <a:pt x="3816" y="3664"/>
                      <a:pt x="3857" y="3654"/>
                      <a:pt x="3889" y="3636"/>
                    </a:cubicBezTo>
                    <a:lnTo>
                      <a:pt x="6304" y="2234"/>
                    </a:lnTo>
                    <a:cubicBezTo>
                      <a:pt x="6369" y="2199"/>
                      <a:pt x="6369" y="2141"/>
                      <a:pt x="6304" y="2098"/>
                    </a:cubicBezTo>
                    <a:lnTo>
                      <a:pt x="2710" y="27"/>
                    </a:lnTo>
                    <a:cubicBezTo>
                      <a:pt x="2678" y="9"/>
                      <a:pt x="2637" y="0"/>
                      <a:pt x="2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1">
                <a:extLst>
                  <a:ext uri="{FF2B5EF4-FFF2-40B4-BE49-F238E27FC236}">
                    <a16:creationId xmlns:a16="http://schemas.microsoft.com/office/drawing/2014/main" id="{67A53190-2CB2-3A49-DCA1-45A13F28E41E}"/>
                  </a:ext>
                </a:extLst>
              </p:cNvPr>
              <p:cNvSpPr/>
              <p:nvPr/>
            </p:nvSpPr>
            <p:spPr>
              <a:xfrm>
                <a:off x="2678324" y="3895806"/>
                <a:ext cx="851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80" h="44" extrusionOk="0">
                    <a:moveTo>
                      <a:pt x="80" y="0"/>
                    </a:moveTo>
                    <a:lnTo>
                      <a:pt x="0" y="43"/>
                    </a:lnTo>
                    <a:cubicBezTo>
                      <a:pt x="21" y="43"/>
                      <a:pt x="28" y="36"/>
                      <a:pt x="43" y="29"/>
                    </a:cubicBezTo>
                    <a:cubicBezTo>
                      <a:pt x="57" y="22"/>
                      <a:pt x="64" y="16"/>
                      <a:pt x="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41">
                <a:extLst>
                  <a:ext uri="{FF2B5EF4-FFF2-40B4-BE49-F238E27FC236}">
                    <a16:creationId xmlns:a16="http://schemas.microsoft.com/office/drawing/2014/main" id="{CBFD1F49-D749-DD4A-A8B6-00FD4599B70A}"/>
                  </a:ext>
                </a:extLst>
              </p:cNvPr>
              <p:cNvSpPr/>
              <p:nvPr/>
            </p:nvSpPr>
            <p:spPr>
              <a:xfrm>
                <a:off x="2759297" y="3794829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1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41">
                <a:extLst>
                  <a:ext uri="{FF2B5EF4-FFF2-40B4-BE49-F238E27FC236}">
                    <a16:creationId xmlns:a16="http://schemas.microsoft.com/office/drawing/2014/main" id="{617F16C3-228A-9C09-0405-09DC1E834968}"/>
                  </a:ext>
                </a:extLst>
              </p:cNvPr>
              <p:cNvSpPr/>
              <p:nvPr/>
            </p:nvSpPr>
            <p:spPr>
              <a:xfrm>
                <a:off x="2759297" y="3794829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1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1">
                <a:extLst>
                  <a:ext uri="{FF2B5EF4-FFF2-40B4-BE49-F238E27FC236}">
                    <a16:creationId xmlns:a16="http://schemas.microsoft.com/office/drawing/2014/main" id="{126BE899-C1C1-C1FC-321B-FA37C3C7B443}"/>
                  </a:ext>
                </a:extLst>
              </p:cNvPr>
              <p:cNvSpPr/>
              <p:nvPr/>
            </p:nvSpPr>
            <p:spPr>
              <a:xfrm>
                <a:off x="2788452" y="381164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1">
                <a:extLst>
                  <a:ext uri="{FF2B5EF4-FFF2-40B4-BE49-F238E27FC236}">
                    <a16:creationId xmlns:a16="http://schemas.microsoft.com/office/drawing/2014/main" id="{A0BA68D4-F584-82B5-6FEA-57ECFDB7179B}"/>
                  </a:ext>
                </a:extLst>
              </p:cNvPr>
              <p:cNvSpPr/>
              <p:nvPr/>
            </p:nvSpPr>
            <p:spPr>
              <a:xfrm>
                <a:off x="2788452" y="381164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41">
                <a:extLst>
                  <a:ext uri="{FF2B5EF4-FFF2-40B4-BE49-F238E27FC236}">
                    <a16:creationId xmlns:a16="http://schemas.microsoft.com/office/drawing/2014/main" id="{45B9B6DE-70C7-F984-5268-2A4B190CEEC6}"/>
                  </a:ext>
                </a:extLst>
              </p:cNvPr>
              <p:cNvSpPr/>
              <p:nvPr/>
            </p:nvSpPr>
            <p:spPr>
              <a:xfrm>
                <a:off x="2817393" y="3828559"/>
                <a:ext cx="188332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1" extrusionOk="0">
                    <a:moveTo>
                      <a:pt x="1" y="1020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41">
                <a:extLst>
                  <a:ext uri="{FF2B5EF4-FFF2-40B4-BE49-F238E27FC236}">
                    <a16:creationId xmlns:a16="http://schemas.microsoft.com/office/drawing/2014/main" id="{761DE9D1-FB31-6325-AD07-7D42CD47DAA3}"/>
                  </a:ext>
                </a:extLst>
              </p:cNvPr>
              <p:cNvSpPr/>
              <p:nvPr/>
            </p:nvSpPr>
            <p:spPr>
              <a:xfrm>
                <a:off x="2817393" y="3828559"/>
                <a:ext cx="188332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1" fill="none" extrusionOk="0">
                    <a:moveTo>
                      <a:pt x="1" y="1020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1">
                <a:extLst>
                  <a:ext uri="{FF2B5EF4-FFF2-40B4-BE49-F238E27FC236}">
                    <a16:creationId xmlns:a16="http://schemas.microsoft.com/office/drawing/2014/main" id="{75C55D41-9AFD-7D88-AFBA-A995E66F5901}"/>
                  </a:ext>
                </a:extLst>
              </p:cNvPr>
              <p:cNvSpPr/>
              <p:nvPr/>
            </p:nvSpPr>
            <p:spPr>
              <a:xfrm>
                <a:off x="2846441" y="384526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1">
                <a:extLst>
                  <a:ext uri="{FF2B5EF4-FFF2-40B4-BE49-F238E27FC236}">
                    <a16:creationId xmlns:a16="http://schemas.microsoft.com/office/drawing/2014/main" id="{B83944A3-A8C9-92AF-5839-4714CFBE323C}"/>
                  </a:ext>
                </a:extLst>
              </p:cNvPr>
              <p:cNvSpPr/>
              <p:nvPr/>
            </p:nvSpPr>
            <p:spPr>
              <a:xfrm>
                <a:off x="2846441" y="384526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41">
                <a:extLst>
                  <a:ext uri="{FF2B5EF4-FFF2-40B4-BE49-F238E27FC236}">
                    <a16:creationId xmlns:a16="http://schemas.microsoft.com/office/drawing/2014/main" id="{38915BAD-1BDB-038D-2B9C-DFF3251E8907}"/>
                  </a:ext>
                </a:extLst>
              </p:cNvPr>
              <p:cNvSpPr/>
              <p:nvPr/>
            </p:nvSpPr>
            <p:spPr>
              <a:xfrm>
                <a:off x="2875596" y="3862182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41">
                <a:extLst>
                  <a:ext uri="{FF2B5EF4-FFF2-40B4-BE49-F238E27FC236}">
                    <a16:creationId xmlns:a16="http://schemas.microsoft.com/office/drawing/2014/main" id="{2411C529-393A-2CCA-EACC-CFBA29F942E6}"/>
                  </a:ext>
                </a:extLst>
              </p:cNvPr>
              <p:cNvSpPr/>
              <p:nvPr/>
            </p:nvSpPr>
            <p:spPr>
              <a:xfrm>
                <a:off x="2875596" y="3862182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1">
                <a:extLst>
                  <a:ext uri="{FF2B5EF4-FFF2-40B4-BE49-F238E27FC236}">
                    <a16:creationId xmlns:a16="http://schemas.microsoft.com/office/drawing/2014/main" id="{494FEBA3-6C36-35D3-F1C0-E4BA2784607E}"/>
                  </a:ext>
                </a:extLst>
              </p:cNvPr>
              <p:cNvSpPr/>
              <p:nvPr/>
            </p:nvSpPr>
            <p:spPr>
              <a:xfrm>
                <a:off x="2904644" y="387910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41">
                <a:extLst>
                  <a:ext uri="{FF2B5EF4-FFF2-40B4-BE49-F238E27FC236}">
                    <a16:creationId xmlns:a16="http://schemas.microsoft.com/office/drawing/2014/main" id="{C264A08C-81B7-09A8-A128-E27849F93F25}"/>
                  </a:ext>
                </a:extLst>
              </p:cNvPr>
              <p:cNvSpPr/>
              <p:nvPr/>
            </p:nvSpPr>
            <p:spPr>
              <a:xfrm>
                <a:off x="2904644" y="387910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41">
                <a:extLst>
                  <a:ext uri="{FF2B5EF4-FFF2-40B4-BE49-F238E27FC236}">
                    <a16:creationId xmlns:a16="http://schemas.microsoft.com/office/drawing/2014/main" id="{173FE74E-BAF7-074B-22DB-C3E17C3EF003}"/>
                  </a:ext>
                </a:extLst>
              </p:cNvPr>
              <p:cNvSpPr/>
              <p:nvPr/>
            </p:nvSpPr>
            <p:spPr>
              <a:xfrm>
                <a:off x="2933586" y="3895806"/>
                <a:ext cx="188332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41">
                <a:extLst>
                  <a:ext uri="{FF2B5EF4-FFF2-40B4-BE49-F238E27FC236}">
                    <a16:creationId xmlns:a16="http://schemas.microsoft.com/office/drawing/2014/main" id="{C95BA709-DE8A-B76D-24E7-231685DF0D5B}"/>
                  </a:ext>
                </a:extLst>
              </p:cNvPr>
              <p:cNvSpPr/>
              <p:nvPr/>
            </p:nvSpPr>
            <p:spPr>
              <a:xfrm>
                <a:off x="2933586" y="3895806"/>
                <a:ext cx="188332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41">
                <a:extLst>
                  <a:ext uri="{FF2B5EF4-FFF2-40B4-BE49-F238E27FC236}">
                    <a16:creationId xmlns:a16="http://schemas.microsoft.com/office/drawing/2014/main" id="{2C594017-7F0C-A0A7-759A-F1EA96C14F8E}"/>
                  </a:ext>
                </a:extLst>
              </p:cNvPr>
              <p:cNvSpPr/>
              <p:nvPr/>
            </p:nvSpPr>
            <p:spPr>
              <a:xfrm>
                <a:off x="2962847" y="3912617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9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41">
                <a:extLst>
                  <a:ext uri="{FF2B5EF4-FFF2-40B4-BE49-F238E27FC236}">
                    <a16:creationId xmlns:a16="http://schemas.microsoft.com/office/drawing/2014/main" id="{E8547464-5714-472F-1A60-E34A4D0743BB}"/>
                  </a:ext>
                </a:extLst>
              </p:cNvPr>
              <p:cNvSpPr/>
              <p:nvPr/>
            </p:nvSpPr>
            <p:spPr>
              <a:xfrm>
                <a:off x="2962847" y="3912617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9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41">
                <a:extLst>
                  <a:ext uri="{FF2B5EF4-FFF2-40B4-BE49-F238E27FC236}">
                    <a16:creationId xmlns:a16="http://schemas.microsoft.com/office/drawing/2014/main" id="{EAEF1349-A9A7-35BA-C188-839528EE0297}"/>
                  </a:ext>
                </a:extLst>
              </p:cNvPr>
              <p:cNvSpPr/>
              <p:nvPr/>
            </p:nvSpPr>
            <p:spPr>
              <a:xfrm>
                <a:off x="2991788" y="393028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2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41">
                <a:extLst>
                  <a:ext uri="{FF2B5EF4-FFF2-40B4-BE49-F238E27FC236}">
                    <a16:creationId xmlns:a16="http://schemas.microsoft.com/office/drawing/2014/main" id="{A4A28C9B-69A2-ADAD-3678-1C13F8D1E12B}"/>
                  </a:ext>
                </a:extLst>
              </p:cNvPr>
              <p:cNvSpPr/>
              <p:nvPr/>
            </p:nvSpPr>
            <p:spPr>
              <a:xfrm>
                <a:off x="2991788" y="393028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2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41">
                <a:extLst>
                  <a:ext uri="{FF2B5EF4-FFF2-40B4-BE49-F238E27FC236}">
                    <a16:creationId xmlns:a16="http://schemas.microsoft.com/office/drawing/2014/main" id="{2BA66B7A-06CB-5742-D4CD-F5D2000594A7}"/>
                  </a:ext>
                </a:extLst>
              </p:cNvPr>
              <p:cNvSpPr/>
              <p:nvPr/>
            </p:nvSpPr>
            <p:spPr>
              <a:xfrm>
                <a:off x="3020836" y="3947199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0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41">
                <a:extLst>
                  <a:ext uri="{FF2B5EF4-FFF2-40B4-BE49-F238E27FC236}">
                    <a16:creationId xmlns:a16="http://schemas.microsoft.com/office/drawing/2014/main" id="{2A71C825-E7B6-74B6-A281-E3C9DA6A7F95}"/>
                  </a:ext>
                </a:extLst>
              </p:cNvPr>
              <p:cNvSpPr/>
              <p:nvPr/>
            </p:nvSpPr>
            <p:spPr>
              <a:xfrm>
                <a:off x="3020836" y="3947199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0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41">
                <a:extLst>
                  <a:ext uri="{FF2B5EF4-FFF2-40B4-BE49-F238E27FC236}">
                    <a16:creationId xmlns:a16="http://schemas.microsoft.com/office/drawing/2014/main" id="{F0DB1C85-E596-4A4C-0A2B-8DF6C7C4C60F}"/>
                  </a:ext>
                </a:extLst>
              </p:cNvPr>
              <p:cNvSpPr/>
              <p:nvPr/>
            </p:nvSpPr>
            <p:spPr>
              <a:xfrm>
                <a:off x="3049991" y="396390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41">
                <a:extLst>
                  <a:ext uri="{FF2B5EF4-FFF2-40B4-BE49-F238E27FC236}">
                    <a16:creationId xmlns:a16="http://schemas.microsoft.com/office/drawing/2014/main" id="{3F637572-6161-7483-0E65-6CE6A02F1383}"/>
                  </a:ext>
                </a:extLst>
              </p:cNvPr>
              <p:cNvSpPr/>
              <p:nvPr/>
            </p:nvSpPr>
            <p:spPr>
              <a:xfrm>
                <a:off x="3049991" y="396390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41">
                <a:extLst>
                  <a:ext uri="{FF2B5EF4-FFF2-40B4-BE49-F238E27FC236}">
                    <a16:creationId xmlns:a16="http://schemas.microsoft.com/office/drawing/2014/main" id="{AE35C461-D956-85AD-1662-2900BDE4BF27}"/>
                  </a:ext>
                </a:extLst>
              </p:cNvPr>
              <p:cNvSpPr/>
              <p:nvPr/>
            </p:nvSpPr>
            <p:spPr>
              <a:xfrm>
                <a:off x="3078294" y="3980716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extrusionOk="0">
                    <a:moveTo>
                      <a:pt x="0" y="1022"/>
                    </a:moveTo>
                    <a:lnTo>
                      <a:pt x="177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41">
                <a:extLst>
                  <a:ext uri="{FF2B5EF4-FFF2-40B4-BE49-F238E27FC236}">
                    <a16:creationId xmlns:a16="http://schemas.microsoft.com/office/drawing/2014/main" id="{EBA8701B-1449-1E36-B821-49379DF20A2C}"/>
                  </a:ext>
                </a:extLst>
              </p:cNvPr>
              <p:cNvSpPr/>
              <p:nvPr/>
            </p:nvSpPr>
            <p:spPr>
              <a:xfrm>
                <a:off x="3078294" y="3980716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fill="none" extrusionOk="0">
                    <a:moveTo>
                      <a:pt x="0" y="1022"/>
                    </a:moveTo>
                    <a:lnTo>
                      <a:pt x="1775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41">
                <a:extLst>
                  <a:ext uri="{FF2B5EF4-FFF2-40B4-BE49-F238E27FC236}">
                    <a16:creationId xmlns:a16="http://schemas.microsoft.com/office/drawing/2014/main" id="{F87FE709-C9D6-A89C-7776-90C3EC3D58B5}"/>
                  </a:ext>
                </a:extLst>
              </p:cNvPr>
              <p:cNvSpPr/>
              <p:nvPr/>
            </p:nvSpPr>
            <p:spPr>
              <a:xfrm>
                <a:off x="2142903" y="2496177"/>
                <a:ext cx="3192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30" h="9" extrusionOk="0">
                    <a:moveTo>
                      <a:pt x="0" y="0"/>
                    </a:moveTo>
                    <a:cubicBezTo>
                      <a:pt x="7" y="0"/>
                      <a:pt x="23" y="0"/>
                      <a:pt x="29" y="9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41">
                <a:extLst>
                  <a:ext uri="{FF2B5EF4-FFF2-40B4-BE49-F238E27FC236}">
                    <a16:creationId xmlns:a16="http://schemas.microsoft.com/office/drawing/2014/main" id="{4E868A1C-6A85-AAA8-50E8-BA8849DDBE5B}"/>
                  </a:ext>
                </a:extLst>
              </p:cNvPr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41">
                <a:extLst>
                  <a:ext uri="{FF2B5EF4-FFF2-40B4-BE49-F238E27FC236}">
                    <a16:creationId xmlns:a16="http://schemas.microsoft.com/office/drawing/2014/main" id="{6D6C54DC-30CD-0640-260B-DDBA876C395E}"/>
                  </a:ext>
                </a:extLst>
              </p:cNvPr>
              <p:cNvSpPr/>
              <p:nvPr/>
            </p:nvSpPr>
            <p:spPr>
              <a:xfrm>
                <a:off x="2145244" y="2496177"/>
                <a:ext cx="1596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" y="0"/>
                    </a:moveTo>
                    <a:cubicBezTo>
                      <a:pt x="1" y="6"/>
                      <a:pt x="3" y="8"/>
                      <a:pt x="7" y="8"/>
                    </a:cubicBezTo>
                    <a:lnTo>
                      <a:pt x="7" y="8"/>
                    </a:lnTo>
                    <a:lnTo>
                      <a:pt x="1" y="0"/>
                    </a:lnTo>
                    <a:close/>
                    <a:moveTo>
                      <a:pt x="7" y="8"/>
                    </a:moveTo>
                    <a:lnTo>
                      <a:pt x="7" y="9"/>
                    </a:lnTo>
                    <a:lnTo>
                      <a:pt x="14" y="9"/>
                    </a:lnTo>
                    <a:cubicBezTo>
                      <a:pt x="12" y="9"/>
                      <a:pt x="9" y="9"/>
                      <a:pt x="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1">
                <a:extLst>
                  <a:ext uri="{FF2B5EF4-FFF2-40B4-BE49-F238E27FC236}">
                    <a16:creationId xmlns:a16="http://schemas.microsoft.com/office/drawing/2014/main" id="{02D87C27-CA8D-0131-AB1D-3BEAB97A62C8}"/>
                  </a:ext>
                </a:extLst>
              </p:cNvPr>
              <p:cNvSpPr/>
              <p:nvPr/>
            </p:nvSpPr>
            <p:spPr>
              <a:xfrm>
                <a:off x="1264863" y="2496177"/>
                <a:ext cx="1055619" cy="1184898"/>
              </a:xfrm>
              <a:custGeom>
                <a:avLst/>
                <a:gdLst/>
                <a:ahLst/>
                <a:cxnLst/>
                <a:rect l="l" t="t" r="r" b="b"/>
                <a:pathLst>
                  <a:path w="9921" h="11136" extrusionOk="0">
                    <a:moveTo>
                      <a:pt x="8230" y="366"/>
                    </a:moveTo>
                    <a:cubicBezTo>
                      <a:pt x="8252" y="366"/>
                      <a:pt x="8270" y="384"/>
                      <a:pt x="8281" y="411"/>
                    </a:cubicBezTo>
                    <a:lnTo>
                      <a:pt x="9611" y="5736"/>
                    </a:lnTo>
                    <a:cubicBezTo>
                      <a:pt x="9618" y="5772"/>
                      <a:pt x="9603" y="5822"/>
                      <a:pt x="9568" y="5845"/>
                    </a:cubicBezTo>
                    <a:lnTo>
                      <a:pt x="1647" y="10416"/>
                    </a:lnTo>
                    <a:cubicBezTo>
                      <a:pt x="1639" y="10422"/>
                      <a:pt x="1631" y="10424"/>
                      <a:pt x="1622" y="10424"/>
                    </a:cubicBezTo>
                    <a:cubicBezTo>
                      <a:pt x="1600" y="10424"/>
                      <a:pt x="1577" y="10405"/>
                      <a:pt x="1567" y="10373"/>
                    </a:cubicBezTo>
                    <a:lnTo>
                      <a:pt x="244" y="5055"/>
                    </a:lnTo>
                    <a:cubicBezTo>
                      <a:pt x="230" y="5012"/>
                      <a:pt x="253" y="4968"/>
                      <a:pt x="280" y="4946"/>
                    </a:cubicBezTo>
                    <a:lnTo>
                      <a:pt x="8202" y="374"/>
                    </a:lnTo>
                    <a:cubicBezTo>
                      <a:pt x="8212" y="369"/>
                      <a:pt x="8221" y="366"/>
                      <a:pt x="8230" y="366"/>
                    </a:cubicBezTo>
                    <a:close/>
                    <a:moveTo>
                      <a:pt x="8266" y="0"/>
                    </a:moveTo>
                    <a:cubicBezTo>
                      <a:pt x="8238" y="0"/>
                      <a:pt x="8209" y="9"/>
                      <a:pt x="8180" y="22"/>
                    </a:cubicBezTo>
                    <a:lnTo>
                      <a:pt x="144" y="4658"/>
                    </a:lnTo>
                    <a:cubicBezTo>
                      <a:pt x="51" y="4717"/>
                      <a:pt x="1" y="4860"/>
                      <a:pt x="28" y="4975"/>
                    </a:cubicBezTo>
                    <a:lnTo>
                      <a:pt x="1531" y="10998"/>
                    </a:lnTo>
                    <a:cubicBezTo>
                      <a:pt x="1531" y="11006"/>
                      <a:pt x="1538" y="11013"/>
                      <a:pt x="1538" y="11020"/>
                    </a:cubicBezTo>
                    <a:lnTo>
                      <a:pt x="1538" y="11027"/>
                    </a:lnTo>
                    <a:cubicBezTo>
                      <a:pt x="1547" y="11041"/>
                      <a:pt x="1553" y="11056"/>
                      <a:pt x="1560" y="11070"/>
                    </a:cubicBezTo>
                    <a:lnTo>
                      <a:pt x="1567" y="11070"/>
                    </a:lnTo>
                    <a:cubicBezTo>
                      <a:pt x="1567" y="11077"/>
                      <a:pt x="1574" y="11084"/>
                      <a:pt x="1581" y="11093"/>
                    </a:cubicBezTo>
                    <a:cubicBezTo>
                      <a:pt x="1581" y="11093"/>
                      <a:pt x="1590" y="11099"/>
                      <a:pt x="1597" y="11106"/>
                    </a:cubicBezTo>
                    <a:cubicBezTo>
                      <a:pt x="1604" y="11106"/>
                      <a:pt x="1604" y="11113"/>
                      <a:pt x="1610" y="11113"/>
                    </a:cubicBezTo>
                    <a:lnTo>
                      <a:pt x="1617" y="11120"/>
                    </a:lnTo>
                    <a:lnTo>
                      <a:pt x="1624" y="11120"/>
                    </a:lnTo>
                    <a:cubicBezTo>
                      <a:pt x="1633" y="11127"/>
                      <a:pt x="1633" y="11127"/>
                      <a:pt x="1640" y="11127"/>
                    </a:cubicBezTo>
                    <a:cubicBezTo>
                      <a:pt x="1647" y="11127"/>
                      <a:pt x="1654" y="11136"/>
                      <a:pt x="1654" y="11136"/>
                    </a:cubicBezTo>
                    <a:lnTo>
                      <a:pt x="1667" y="11136"/>
                    </a:lnTo>
                    <a:lnTo>
                      <a:pt x="1667" y="11093"/>
                    </a:lnTo>
                    <a:cubicBezTo>
                      <a:pt x="1667" y="11056"/>
                      <a:pt x="1690" y="11020"/>
                      <a:pt x="1740" y="10991"/>
                    </a:cubicBezTo>
                    <a:lnTo>
                      <a:pt x="9775" y="6355"/>
                    </a:lnTo>
                    <a:cubicBezTo>
                      <a:pt x="9812" y="6333"/>
                      <a:pt x="9855" y="6319"/>
                      <a:pt x="9905" y="6312"/>
                    </a:cubicBezTo>
                    <a:cubicBezTo>
                      <a:pt x="9920" y="6262"/>
                      <a:pt x="9920" y="6210"/>
                      <a:pt x="9905" y="6160"/>
                    </a:cubicBezTo>
                    <a:lnTo>
                      <a:pt x="8404" y="145"/>
                    </a:lnTo>
                    <a:cubicBezTo>
                      <a:pt x="8388" y="66"/>
                      <a:pt x="8338" y="16"/>
                      <a:pt x="8288" y="9"/>
                    </a:cubicBezTo>
                    <a:cubicBezTo>
                      <a:pt x="8281" y="9"/>
                      <a:pt x="8275" y="9"/>
                      <a:pt x="82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41">
                <a:extLst>
                  <a:ext uri="{FF2B5EF4-FFF2-40B4-BE49-F238E27FC236}">
                    <a16:creationId xmlns:a16="http://schemas.microsoft.com/office/drawing/2014/main" id="{AECCEC97-4E5B-94A3-B8A8-AE4729F6324F}"/>
                  </a:ext>
                </a:extLst>
              </p:cNvPr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41">
                <a:extLst>
                  <a:ext uri="{FF2B5EF4-FFF2-40B4-BE49-F238E27FC236}">
                    <a16:creationId xmlns:a16="http://schemas.microsoft.com/office/drawing/2014/main" id="{CE3909F7-5B1B-A206-7E3A-C103223EC411}"/>
                  </a:ext>
                </a:extLst>
              </p:cNvPr>
              <p:cNvSpPr/>
              <p:nvPr/>
            </p:nvSpPr>
            <p:spPr>
              <a:xfrm>
                <a:off x="2145244" y="2496177"/>
                <a:ext cx="1596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" y="0"/>
                    </a:moveTo>
                    <a:cubicBezTo>
                      <a:pt x="1" y="6"/>
                      <a:pt x="3" y="8"/>
                      <a:pt x="7" y="8"/>
                    </a:cubicBezTo>
                    <a:lnTo>
                      <a:pt x="7" y="8"/>
                    </a:lnTo>
                    <a:lnTo>
                      <a:pt x="1" y="0"/>
                    </a:lnTo>
                    <a:close/>
                    <a:moveTo>
                      <a:pt x="7" y="8"/>
                    </a:moveTo>
                    <a:lnTo>
                      <a:pt x="7" y="9"/>
                    </a:lnTo>
                    <a:lnTo>
                      <a:pt x="14" y="9"/>
                    </a:lnTo>
                    <a:cubicBezTo>
                      <a:pt x="12" y="9"/>
                      <a:pt x="9" y="9"/>
                      <a:pt x="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41">
                <a:extLst>
                  <a:ext uri="{FF2B5EF4-FFF2-40B4-BE49-F238E27FC236}">
                    <a16:creationId xmlns:a16="http://schemas.microsoft.com/office/drawing/2014/main" id="{6391A189-03BA-53AF-02E0-B7EADB984E03}"/>
                  </a:ext>
                </a:extLst>
              </p:cNvPr>
              <p:cNvSpPr/>
              <p:nvPr/>
            </p:nvSpPr>
            <p:spPr>
              <a:xfrm>
                <a:off x="1250392" y="2493623"/>
                <a:ext cx="893994" cy="1187452"/>
              </a:xfrm>
              <a:custGeom>
                <a:avLst/>
                <a:gdLst/>
                <a:ahLst/>
                <a:cxnLst/>
                <a:rect l="l" t="t" r="r" b="b"/>
                <a:pathLst>
                  <a:path w="8402" h="11160" extrusionOk="0">
                    <a:moveTo>
                      <a:pt x="8258" y="1"/>
                    </a:moveTo>
                    <a:cubicBezTo>
                      <a:pt x="8234" y="1"/>
                      <a:pt x="8207" y="9"/>
                      <a:pt x="8179" y="24"/>
                    </a:cubicBezTo>
                    <a:lnTo>
                      <a:pt x="151" y="4661"/>
                    </a:lnTo>
                    <a:cubicBezTo>
                      <a:pt x="51" y="4711"/>
                      <a:pt x="1" y="4854"/>
                      <a:pt x="28" y="4977"/>
                    </a:cubicBezTo>
                    <a:lnTo>
                      <a:pt x="1531" y="10994"/>
                    </a:lnTo>
                    <a:cubicBezTo>
                      <a:pt x="1553" y="11073"/>
                      <a:pt x="1603" y="11123"/>
                      <a:pt x="1660" y="11130"/>
                    </a:cubicBezTo>
                    <a:cubicBezTo>
                      <a:pt x="1703" y="11137"/>
                      <a:pt x="1746" y="11151"/>
                      <a:pt x="1790" y="11160"/>
                    </a:cubicBezTo>
                    <a:cubicBezTo>
                      <a:pt x="1790" y="11160"/>
                      <a:pt x="1783" y="11151"/>
                      <a:pt x="1776" y="11151"/>
                    </a:cubicBezTo>
                    <a:cubicBezTo>
                      <a:pt x="1769" y="11151"/>
                      <a:pt x="1769" y="11151"/>
                      <a:pt x="1760" y="11144"/>
                    </a:cubicBezTo>
                    <a:lnTo>
                      <a:pt x="1753" y="11144"/>
                    </a:lnTo>
                    <a:lnTo>
                      <a:pt x="1746" y="11137"/>
                    </a:lnTo>
                    <a:cubicBezTo>
                      <a:pt x="1740" y="11137"/>
                      <a:pt x="1740" y="11130"/>
                      <a:pt x="1733" y="11130"/>
                    </a:cubicBezTo>
                    <a:cubicBezTo>
                      <a:pt x="1726" y="11123"/>
                      <a:pt x="1717" y="11117"/>
                      <a:pt x="1717" y="11117"/>
                    </a:cubicBezTo>
                    <a:cubicBezTo>
                      <a:pt x="1710" y="11108"/>
                      <a:pt x="1703" y="11101"/>
                      <a:pt x="1703" y="11094"/>
                    </a:cubicBezTo>
                    <a:lnTo>
                      <a:pt x="1696" y="11094"/>
                    </a:lnTo>
                    <a:cubicBezTo>
                      <a:pt x="1689" y="11080"/>
                      <a:pt x="1683" y="11065"/>
                      <a:pt x="1674" y="11051"/>
                    </a:cubicBezTo>
                    <a:lnTo>
                      <a:pt x="1674" y="11044"/>
                    </a:lnTo>
                    <a:cubicBezTo>
                      <a:pt x="1674" y="11037"/>
                      <a:pt x="1667" y="11030"/>
                      <a:pt x="1667" y="11022"/>
                    </a:cubicBezTo>
                    <a:lnTo>
                      <a:pt x="164" y="4999"/>
                    </a:lnTo>
                    <a:cubicBezTo>
                      <a:pt x="137" y="4884"/>
                      <a:pt x="187" y="4741"/>
                      <a:pt x="280" y="4682"/>
                    </a:cubicBezTo>
                    <a:lnTo>
                      <a:pt x="8316" y="46"/>
                    </a:lnTo>
                    <a:cubicBezTo>
                      <a:pt x="8345" y="33"/>
                      <a:pt x="8374" y="24"/>
                      <a:pt x="8402" y="24"/>
                    </a:cubicBezTo>
                    <a:lnTo>
                      <a:pt x="8381" y="24"/>
                    </a:lnTo>
                    <a:cubicBezTo>
                      <a:pt x="8374" y="17"/>
                      <a:pt x="8359" y="17"/>
                      <a:pt x="8352" y="17"/>
                    </a:cubicBezTo>
                    <a:cubicBezTo>
                      <a:pt x="8324" y="10"/>
                      <a:pt x="8302" y="3"/>
                      <a:pt x="8281" y="3"/>
                    </a:cubicBezTo>
                    <a:cubicBezTo>
                      <a:pt x="8274" y="2"/>
                      <a:pt x="8266" y="1"/>
                      <a:pt x="82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1">
                <a:extLst>
                  <a:ext uri="{FF2B5EF4-FFF2-40B4-BE49-F238E27FC236}">
                    <a16:creationId xmlns:a16="http://schemas.microsoft.com/office/drawing/2014/main" id="{9432FD5B-ED8E-DF7C-5BFF-60B7626CFA7B}"/>
                  </a:ext>
                </a:extLst>
              </p:cNvPr>
              <p:cNvSpPr/>
              <p:nvPr/>
            </p:nvSpPr>
            <p:spPr>
              <a:xfrm>
                <a:off x="1289336" y="2535120"/>
                <a:ext cx="999013" cy="1070303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10059" extrusionOk="0">
                    <a:moveTo>
                      <a:pt x="8000" y="0"/>
                    </a:moveTo>
                    <a:cubicBezTo>
                      <a:pt x="7991" y="0"/>
                      <a:pt x="7982" y="3"/>
                      <a:pt x="7972" y="8"/>
                    </a:cubicBezTo>
                    <a:lnTo>
                      <a:pt x="50" y="4580"/>
                    </a:lnTo>
                    <a:cubicBezTo>
                      <a:pt x="23" y="4602"/>
                      <a:pt x="0" y="4646"/>
                      <a:pt x="14" y="4689"/>
                    </a:cubicBezTo>
                    <a:lnTo>
                      <a:pt x="1337" y="10007"/>
                    </a:lnTo>
                    <a:cubicBezTo>
                      <a:pt x="1347" y="10039"/>
                      <a:pt x="1370" y="10058"/>
                      <a:pt x="1392" y="10058"/>
                    </a:cubicBezTo>
                    <a:cubicBezTo>
                      <a:pt x="1401" y="10058"/>
                      <a:pt x="1409" y="10056"/>
                      <a:pt x="1417" y="10050"/>
                    </a:cubicBezTo>
                    <a:lnTo>
                      <a:pt x="9338" y="5479"/>
                    </a:lnTo>
                    <a:cubicBezTo>
                      <a:pt x="9373" y="5456"/>
                      <a:pt x="9388" y="5406"/>
                      <a:pt x="9381" y="5370"/>
                    </a:cubicBezTo>
                    <a:lnTo>
                      <a:pt x="8051" y="45"/>
                    </a:lnTo>
                    <a:cubicBezTo>
                      <a:pt x="8040" y="18"/>
                      <a:pt x="8022" y="0"/>
                      <a:pt x="80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41">
                <a:extLst>
                  <a:ext uri="{FF2B5EF4-FFF2-40B4-BE49-F238E27FC236}">
                    <a16:creationId xmlns:a16="http://schemas.microsoft.com/office/drawing/2014/main" id="{EE272413-9F08-0370-4EE5-EA360F16CB81}"/>
                  </a:ext>
                </a:extLst>
              </p:cNvPr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41">
                <a:extLst>
                  <a:ext uri="{FF2B5EF4-FFF2-40B4-BE49-F238E27FC236}">
                    <a16:creationId xmlns:a16="http://schemas.microsoft.com/office/drawing/2014/main" id="{14BDD097-DBCB-9324-CE41-F8F283F325E4}"/>
                  </a:ext>
                </a:extLst>
              </p:cNvPr>
              <p:cNvSpPr/>
              <p:nvPr/>
            </p:nvSpPr>
            <p:spPr>
              <a:xfrm>
                <a:off x="1442237" y="3488281"/>
                <a:ext cx="1405896" cy="527969"/>
              </a:xfrm>
              <a:custGeom>
                <a:avLst/>
                <a:gdLst/>
                <a:ahLst/>
                <a:cxnLst/>
                <a:rect l="l" t="t" r="r" b="b"/>
                <a:pathLst>
                  <a:path w="13213" h="4962" extrusionOk="0">
                    <a:moveTo>
                      <a:pt x="13213" y="0"/>
                    </a:moveTo>
                    <a:cubicBezTo>
                      <a:pt x="13213" y="28"/>
                      <a:pt x="13206" y="50"/>
                      <a:pt x="13184" y="71"/>
                    </a:cubicBezTo>
                    <a:cubicBezTo>
                      <a:pt x="13177" y="78"/>
                      <a:pt x="13170" y="87"/>
                      <a:pt x="13154" y="93"/>
                    </a:cubicBezTo>
                    <a:cubicBezTo>
                      <a:pt x="13154" y="93"/>
                      <a:pt x="13147" y="100"/>
                      <a:pt x="13141" y="100"/>
                    </a:cubicBezTo>
                    <a:lnTo>
                      <a:pt x="5105" y="4736"/>
                    </a:lnTo>
                    <a:cubicBezTo>
                      <a:pt x="5057" y="4766"/>
                      <a:pt x="4992" y="4781"/>
                      <a:pt x="4929" y="4781"/>
                    </a:cubicBezTo>
                    <a:cubicBezTo>
                      <a:pt x="4870" y="4781"/>
                      <a:pt x="4812" y="4768"/>
                      <a:pt x="4767" y="4744"/>
                    </a:cubicBezTo>
                    <a:lnTo>
                      <a:pt x="73" y="1869"/>
                    </a:lnTo>
                    <a:cubicBezTo>
                      <a:pt x="43" y="1846"/>
                      <a:pt x="23" y="1832"/>
                      <a:pt x="16" y="1812"/>
                    </a:cubicBezTo>
                    <a:lnTo>
                      <a:pt x="0" y="1812"/>
                    </a:lnTo>
                    <a:lnTo>
                      <a:pt x="0" y="2091"/>
                    </a:lnTo>
                    <a:cubicBezTo>
                      <a:pt x="0" y="2127"/>
                      <a:pt x="23" y="2164"/>
                      <a:pt x="73" y="2191"/>
                    </a:cubicBezTo>
                    <a:lnTo>
                      <a:pt x="4767" y="4924"/>
                    </a:lnTo>
                    <a:cubicBezTo>
                      <a:pt x="4813" y="4949"/>
                      <a:pt x="4876" y="4961"/>
                      <a:pt x="4939" y="4961"/>
                    </a:cubicBezTo>
                    <a:cubicBezTo>
                      <a:pt x="5002" y="4961"/>
                      <a:pt x="5065" y="4949"/>
                      <a:pt x="5112" y="4924"/>
                    </a:cubicBezTo>
                    <a:lnTo>
                      <a:pt x="13141" y="280"/>
                    </a:lnTo>
                    <a:cubicBezTo>
                      <a:pt x="13191" y="259"/>
                      <a:pt x="13213" y="223"/>
                      <a:pt x="13213" y="187"/>
                    </a:cubicBezTo>
                    <a:lnTo>
                      <a:pt x="1321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41">
                <a:extLst>
                  <a:ext uri="{FF2B5EF4-FFF2-40B4-BE49-F238E27FC236}">
                    <a16:creationId xmlns:a16="http://schemas.microsoft.com/office/drawing/2014/main" id="{FC48925F-4826-053F-2CE2-8146465F25DF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41">
                <a:extLst>
                  <a:ext uri="{FF2B5EF4-FFF2-40B4-BE49-F238E27FC236}">
                    <a16:creationId xmlns:a16="http://schemas.microsoft.com/office/drawing/2014/main" id="{B6A41A5D-7D10-F573-ED0D-A1C73B6F08D9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41">
                <a:extLst>
                  <a:ext uri="{FF2B5EF4-FFF2-40B4-BE49-F238E27FC236}">
                    <a16:creationId xmlns:a16="http://schemas.microsoft.com/office/drawing/2014/main" id="{29BAE46E-7764-2540-388A-1783BF059B50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41">
                <a:extLst>
                  <a:ext uri="{FF2B5EF4-FFF2-40B4-BE49-F238E27FC236}">
                    <a16:creationId xmlns:a16="http://schemas.microsoft.com/office/drawing/2014/main" id="{BF033091-F567-3475-A02C-53AD7A6B2A04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41">
                <a:extLst>
                  <a:ext uri="{FF2B5EF4-FFF2-40B4-BE49-F238E27FC236}">
                    <a16:creationId xmlns:a16="http://schemas.microsoft.com/office/drawing/2014/main" id="{A6385214-0E83-E12B-D9AC-949980754D33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41">
                <a:extLst>
                  <a:ext uri="{FF2B5EF4-FFF2-40B4-BE49-F238E27FC236}">
                    <a16:creationId xmlns:a16="http://schemas.microsoft.com/office/drawing/2014/main" id="{F8A592C0-1A3A-F1E9-F69A-8782D41E9DEC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41">
                <a:extLst>
                  <a:ext uri="{FF2B5EF4-FFF2-40B4-BE49-F238E27FC236}">
                    <a16:creationId xmlns:a16="http://schemas.microsoft.com/office/drawing/2014/main" id="{D6C539D2-F436-CC68-F0E5-FDB2660570F4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41">
                <a:extLst>
                  <a:ext uri="{FF2B5EF4-FFF2-40B4-BE49-F238E27FC236}">
                    <a16:creationId xmlns:a16="http://schemas.microsoft.com/office/drawing/2014/main" id="{6D8B932E-7334-7D1C-B87F-EA7D280A1996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41">
                <a:extLst>
                  <a:ext uri="{FF2B5EF4-FFF2-40B4-BE49-F238E27FC236}">
                    <a16:creationId xmlns:a16="http://schemas.microsoft.com/office/drawing/2014/main" id="{20AB9A21-E0FD-7842-5112-262E0D5DFCBE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41">
                <a:extLst>
                  <a:ext uri="{FF2B5EF4-FFF2-40B4-BE49-F238E27FC236}">
                    <a16:creationId xmlns:a16="http://schemas.microsoft.com/office/drawing/2014/main" id="{630E17EF-AB57-58F8-4C69-2A8CD1F0AC3E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1">
                <a:extLst>
                  <a:ext uri="{FF2B5EF4-FFF2-40B4-BE49-F238E27FC236}">
                    <a16:creationId xmlns:a16="http://schemas.microsoft.com/office/drawing/2014/main" id="{1A9CC0FF-3C8B-363E-8405-A58308AB6495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1">
                <a:extLst>
                  <a:ext uri="{FF2B5EF4-FFF2-40B4-BE49-F238E27FC236}">
                    <a16:creationId xmlns:a16="http://schemas.microsoft.com/office/drawing/2014/main" id="{438E26C1-5402-8558-EDC0-25FF47AB2F45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>
                <a:extLst>
                  <a:ext uri="{FF2B5EF4-FFF2-40B4-BE49-F238E27FC236}">
                    <a16:creationId xmlns:a16="http://schemas.microsoft.com/office/drawing/2014/main" id="{F604882E-78D4-D635-7CEA-180D6A15C18D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1">
                <a:extLst>
                  <a:ext uri="{FF2B5EF4-FFF2-40B4-BE49-F238E27FC236}">
                    <a16:creationId xmlns:a16="http://schemas.microsoft.com/office/drawing/2014/main" id="{A0C0983C-7239-C830-97EB-AA60F6AA1B6A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1">
                <a:extLst>
                  <a:ext uri="{FF2B5EF4-FFF2-40B4-BE49-F238E27FC236}">
                    <a16:creationId xmlns:a16="http://schemas.microsoft.com/office/drawing/2014/main" id="{515F1F10-8B99-C1C9-7DB6-50B32F70E824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>
                <a:extLst>
                  <a:ext uri="{FF2B5EF4-FFF2-40B4-BE49-F238E27FC236}">
                    <a16:creationId xmlns:a16="http://schemas.microsoft.com/office/drawing/2014/main" id="{0E180199-7A34-C497-275C-C00752C374D9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1">
                <a:extLst>
                  <a:ext uri="{FF2B5EF4-FFF2-40B4-BE49-F238E27FC236}">
                    <a16:creationId xmlns:a16="http://schemas.microsoft.com/office/drawing/2014/main" id="{F01A8510-6C25-652B-8F33-63E7356CA503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1">
                <a:extLst>
                  <a:ext uri="{FF2B5EF4-FFF2-40B4-BE49-F238E27FC236}">
                    <a16:creationId xmlns:a16="http://schemas.microsoft.com/office/drawing/2014/main" id="{8F9C885C-3930-794E-3039-D55A46814EA2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>
                <a:extLst>
                  <a:ext uri="{FF2B5EF4-FFF2-40B4-BE49-F238E27FC236}">
                    <a16:creationId xmlns:a16="http://schemas.microsoft.com/office/drawing/2014/main" id="{AE013DC9-CB2D-7F2E-5E60-1E0A1C1910E1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>
                <a:extLst>
                  <a:ext uri="{FF2B5EF4-FFF2-40B4-BE49-F238E27FC236}">
                    <a16:creationId xmlns:a16="http://schemas.microsoft.com/office/drawing/2014/main" id="{95FFBAD0-23A4-F795-AC56-3CA258D35896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1">
                <a:extLst>
                  <a:ext uri="{FF2B5EF4-FFF2-40B4-BE49-F238E27FC236}">
                    <a16:creationId xmlns:a16="http://schemas.microsoft.com/office/drawing/2014/main" id="{2B5C54BC-1AF2-27FD-47CE-5F4FE5417281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1">
                <a:extLst>
                  <a:ext uri="{FF2B5EF4-FFF2-40B4-BE49-F238E27FC236}">
                    <a16:creationId xmlns:a16="http://schemas.microsoft.com/office/drawing/2014/main" id="{960F1C8F-3BE0-0FDA-F4C4-4BADC32B51FF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>
                <a:extLst>
                  <a:ext uri="{FF2B5EF4-FFF2-40B4-BE49-F238E27FC236}">
                    <a16:creationId xmlns:a16="http://schemas.microsoft.com/office/drawing/2014/main" id="{3803D73B-EF5C-0151-712F-67648AD6CF70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>
                <a:extLst>
                  <a:ext uri="{FF2B5EF4-FFF2-40B4-BE49-F238E27FC236}">
                    <a16:creationId xmlns:a16="http://schemas.microsoft.com/office/drawing/2014/main" id="{C6305F14-2869-34F3-1ECB-5F4A37AFDECB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>
                <a:extLst>
                  <a:ext uri="{FF2B5EF4-FFF2-40B4-BE49-F238E27FC236}">
                    <a16:creationId xmlns:a16="http://schemas.microsoft.com/office/drawing/2014/main" id="{BCEBCD85-8489-19EF-F6DE-361074F2B53B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>
                <a:extLst>
                  <a:ext uri="{FF2B5EF4-FFF2-40B4-BE49-F238E27FC236}">
                    <a16:creationId xmlns:a16="http://schemas.microsoft.com/office/drawing/2014/main" id="{1A9B51C2-274A-346D-010E-F8F412E6CEF6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>
                <a:extLst>
                  <a:ext uri="{FF2B5EF4-FFF2-40B4-BE49-F238E27FC236}">
                    <a16:creationId xmlns:a16="http://schemas.microsoft.com/office/drawing/2014/main" id="{4773F52B-395C-0858-8D8B-8605ADEBC76B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>
                <a:extLst>
                  <a:ext uri="{FF2B5EF4-FFF2-40B4-BE49-F238E27FC236}">
                    <a16:creationId xmlns:a16="http://schemas.microsoft.com/office/drawing/2014/main" id="{96C497B9-E1AE-B917-99CB-FEA34D6D09DB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>
                <a:extLst>
                  <a:ext uri="{FF2B5EF4-FFF2-40B4-BE49-F238E27FC236}">
                    <a16:creationId xmlns:a16="http://schemas.microsoft.com/office/drawing/2014/main" id="{9E44EA3D-7209-2656-36AA-F25128CF63C0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>
                <a:extLst>
                  <a:ext uri="{FF2B5EF4-FFF2-40B4-BE49-F238E27FC236}">
                    <a16:creationId xmlns:a16="http://schemas.microsoft.com/office/drawing/2014/main" id="{F6CAB8C0-5116-A6EC-7D57-0206AD6B6EE4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>
                <a:extLst>
                  <a:ext uri="{FF2B5EF4-FFF2-40B4-BE49-F238E27FC236}">
                    <a16:creationId xmlns:a16="http://schemas.microsoft.com/office/drawing/2014/main" id="{7A3E2FFC-A795-974E-7CE3-2DE7B88AF2EE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>
                <a:extLst>
                  <a:ext uri="{FF2B5EF4-FFF2-40B4-BE49-F238E27FC236}">
                    <a16:creationId xmlns:a16="http://schemas.microsoft.com/office/drawing/2014/main" id="{6CEEAB74-956F-BC94-7224-552C0A695EB8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>
                <a:extLst>
                  <a:ext uri="{FF2B5EF4-FFF2-40B4-BE49-F238E27FC236}">
                    <a16:creationId xmlns:a16="http://schemas.microsoft.com/office/drawing/2014/main" id="{532A4826-72B3-E0B3-BA38-C7FD4E51CACE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>
                <a:extLst>
                  <a:ext uri="{FF2B5EF4-FFF2-40B4-BE49-F238E27FC236}">
                    <a16:creationId xmlns:a16="http://schemas.microsoft.com/office/drawing/2014/main" id="{CF3156B4-6CA9-ABCD-BAF0-40EB50221DF0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>
                <a:extLst>
                  <a:ext uri="{FF2B5EF4-FFF2-40B4-BE49-F238E27FC236}">
                    <a16:creationId xmlns:a16="http://schemas.microsoft.com/office/drawing/2014/main" id="{4AC8BA28-714E-FBBE-7EDA-D5F4C6019962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>
                <a:extLst>
                  <a:ext uri="{FF2B5EF4-FFF2-40B4-BE49-F238E27FC236}">
                    <a16:creationId xmlns:a16="http://schemas.microsoft.com/office/drawing/2014/main" id="{E3599DED-CD21-2D60-33EE-95C3A9CF2DEB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>
                <a:extLst>
                  <a:ext uri="{FF2B5EF4-FFF2-40B4-BE49-F238E27FC236}">
                    <a16:creationId xmlns:a16="http://schemas.microsoft.com/office/drawing/2014/main" id="{0677994D-52D3-1BE9-5C0B-8734BFE15C2B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>
                <a:extLst>
                  <a:ext uri="{FF2B5EF4-FFF2-40B4-BE49-F238E27FC236}">
                    <a16:creationId xmlns:a16="http://schemas.microsoft.com/office/drawing/2014/main" id="{FB99D38C-6CCA-5370-4796-ED328E13B3D7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>
                <a:extLst>
                  <a:ext uri="{FF2B5EF4-FFF2-40B4-BE49-F238E27FC236}">
                    <a16:creationId xmlns:a16="http://schemas.microsoft.com/office/drawing/2014/main" id="{17FF4A82-A6CF-304F-F9B5-E41151787698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>
                <a:extLst>
                  <a:ext uri="{FF2B5EF4-FFF2-40B4-BE49-F238E27FC236}">
                    <a16:creationId xmlns:a16="http://schemas.microsoft.com/office/drawing/2014/main" id="{12DDC8A2-0044-7974-B777-2D051BF80F38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>
                <a:extLst>
                  <a:ext uri="{FF2B5EF4-FFF2-40B4-BE49-F238E27FC236}">
                    <a16:creationId xmlns:a16="http://schemas.microsoft.com/office/drawing/2014/main" id="{B9087615-F1D4-09E3-445A-EC2CFFCEFA0F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>
                <a:extLst>
                  <a:ext uri="{FF2B5EF4-FFF2-40B4-BE49-F238E27FC236}">
                    <a16:creationId xmlns:a16="http://schemas.microsoft.com/office/drawing/2014/main" id="{1666B646-2F4F-0501-07F7-AA76AD5D6FC6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>
                <a:extLst>
                  <a:ext uri="{FF2B5EF4-FFF2-40B4-BE49-F238E27FC236}">
                    <a16:creationId xmlns:a16="http://schemas.microsoft.com/office/drawing/2014/main" id="{822F1FE8-FE8F-5347-F560-0BDFE68D0F81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41">
                <a:extLst>
                  <a:ext uri="{FF2B5EF4-FFF2-40B4-BE49-F238E27FC236}">
                    <a16:creationId xmlns:a16="http://schemas.microsoft.com/office/drawing/2014/main" id="{A3B9F4B8-36E0-1423-34A7-513253B5F96B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41">
                <a:extLst>
                  <a:ext uri="{FF2B5EF4-FFF2-40B4-BE49-F238E27FC236}">
                    <a16:creationId xmlns:a16="http://schemas.microsoft.com/office/drawing/2014/main" id="{C8BDF389-CBB1-0635-9295-4C6FA8451F04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41">
                <a:extLst>
                  <a:ext uri="{FF2B5EF4-FFF2-40B4-BE49-F238E27FC236}">
                    <a16:creationId xmlns:a16="http://schemas.microsoft.com/office/drawing/2014/main" id="{92DDAF32-7911-4A9F-7C3F-44D264C438D6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41">
                <a:extLst>
                  <a:ext uri="{FF2B5EF4-FFF2-40B4-BE49-F238E27FC236}">
                    <a16:creationId xmlns:a16="http://schemas.microsoft.com/office/drawing/2014/main" id="{1BF2052B-3267-D186-89FE-03BECADABD8A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41">
                <a:extLst>
                  <a:ext uri="{FF2B5EF4-FFF2-40B4-BE49-F238E27FC236}">
                    <a16:creationId xmlns:a16="http://schemas.microsoft.com/office/drawing/2014/main" id="{5FE5D6BA-4935-A569-477E-CDF1006C9023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41">
                <a:extLst>
                  <a:ext uri="{FF2B5EF4-FFF2-40B4-BE49-F238E27FC236}">
                    <a16:creationId xmlns:a16="http://schemas.microsoft.com/office/drawing/2014/main" id="{3EA439CB-1FA3-1199-3DBB-D700F38941F3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41">
                <a:extLst>
                  <a:ext uri="{FF2B5EF4-FFF2-40B4-BE49-F238E27FC236}">
                    <a16:creationId xmlns:a16="http://schemas.microsoft.com/office/drawing/2014/main" id="{1A4A764B-B0A5-4EF4-F80B-C0C4465D64C7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41">
                <a:extLst>
                  <a:ext uri="{FF2B5EF4-FFF2-40B4-BE49-F238E27FC236}">
                    <a16:creationId xmlns:a16="http://schemas.microsoft.com/office/drawing/2014/main" id="{52C61618-7AEA-B29E-49A5-CB5D5C97D89C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41">
                <a:extLst>
                  <a:ext uri="{FF2B5EF4-FFF2-40B4-BE49-F238E27FC236}">
                    <a16:creationId xmlns:a16="http://schemas.microsoft.com/office/drawing/2014/main" id="{14AB94E3-6E35-A767-044C-4B91005BA34B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>
                <a:extLst>
                  <a:ext uri="{FF2B5EF4-FFF2-40B4-BE49-F238E27FC236}">
                    <a16:creationId xmlns:a16="http://schemas.microsoft.com/office/drawing/2014/main" id="{ADE3585F-E3E6-0D8C-978D-2DB6D65CB1D0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>
                <a:extLst>
                  <a:ext uri="{FF2B5EF4-FFF2-40B4-BE49-F238E27FC236}">
                    <a16:creationId xmlns:a16="http://schemas.microsoft.com/office/drawing/2014/main" id="{EFA387F7-DD6E-C5D9-90EE-6DF329267538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>
                <a:extLst>
                  <a:ext uri="{FF2B5EF4-FFF2-40B4-BE49-F238E27FC236}">
                    <a16:creationId xmlns:a16="http://schemas.microsoft.com/office/drawing/2014/main" id="{80519AEF-BE4F-C9D8-2861-9EFBDDD40135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>
                <a:extLst>
                  <a:ext uri="{FF2B5EF4-FFF2-40B4-BE49-F238E27FC236}">
                    <a16:creationId xmlns:a16="http://schemas.microsoft.com/office/drawing/2014/main" id="{AA381D32-50B0-0994-12A4-AD2CCC2FA0D2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>
                <a:extLst>
                  <a:ext uri="{FF2B5EF4-FFF2-40B4-BE49-F238E27FC236}">
                    <a16:creationId xmlns:a16="http://schemas.microsoft.com/office/drawing/2014/main" id="{CB2468E2-EC74-6D4C-F5AC-0128CF6C458B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>
                <a:extLst>
                  <a:ext uri="{FF2B5EF4-FFF2-40B4-BE49-F238E27FC236}">
                    <a16:creationId xmlns:a16="http://schemas.microsoft.com/office/drawing/2014/main" id="{9C7E3A4B-81E9-6CC4-5223-77E9CB525FFA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>
                <a:extLst>
                  <a:ext uri="{FF2B5EF4-FFF2-40B4-BE49-F238E27FC236}">
                    <a16:creationId xmlns:a16="http://schemas.microsoft.com/office/drawing/2014/main" id="{F64B7E39-9CE9-FA8E-02CA-3C4BBFDF36E4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>
                <a:extLst>
                  <a:ext uri="{FF2B5EF4-FFF2-40B4-BE49-F238E27FC236}">
                    <a16:creationId xmlns:a16="http://schemas.microsoft.com/office/drawing/2014/main" id="{BD310842-C78F-BE6E-7CC2-FAC257DC7455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>
                <a:extLst>
                  <a:ext uri="{FF2B5EF4-FFF2-40B4-BE49-F238E27FC236}">
                    <a16:creationId xmlns:a16="http://schemas.microsoft.com/office/drawing/2014/main" id="{659A2FC6-9830-4F3F-4961-DACCA404C210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>
                <a:extLst>
                  <a:ext uri="{FF2B5EF4-FFF2-40B4-BE49-F238E27FC236}">
                    <a16:creationId xmlns:a16="http://schemas.microsoft.com/office/drawing/2014/main" id="{822C0F3A-AADD-7D7B-6452-2DD5FF6214AB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>
                <a:extLst>
                  <a:ext uri="{FF2B5EF4-FFF2-40B4-BE49-F238E27FC236}">
                    <a16:creationId xmlns:a16="http://schemas.microsoft.com/office/drawing/2014/main" id="{EB4A2F5D-5C70-3E9C-0457-764992E2A38C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>
                <a:extLst>
                  <a:ext uri="{FF2B5EF4-FFF2-40B4-BE49-F238E27FC236}">
                    <a16:creationId xmlns:a16="http://schemas.microsoft.com/office/drawing/2014/main" id="{9E3C1982-3474-F648-7667-73D4929291FD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>
                <a:extLst>
                  <a:ext uri="{FF2B5EF4-FFF2-40B4-BE49-F238E27FC236}">
                    <a16:creationId xmlns:a16="http://schemas.microsoft.com/office/drawing/2014/main" id="{DA3631EE-8C1E-B32D-FB93-D129B452CABA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>
                <a:extLst>
                  <a:ext uri="{FF2B5EF4-FFF2-40B4-BE49-F238E27FC236}">
                    <a16:creationId xmlns:a16="http://schemas.microsoft.com/office/drawing/2014/main" id="{C4A206B0-218A-40DB-75F7-4823D0708039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>
                <a:extLst>
                  <a:ext uri="{FF2B5EF4-FFF2-40B4-BE49-F238E27FC236}">
                    <a16:creationId xmlns:a16="http://schemas.microsoft.com/office/drawing/2014/main" id="{D6A41905-3A4A-8DC6-CE49-17FA0A225DBE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>
                <a:extLst>
                  <a:ext uri="{FF2B5EF4-FFF2-40B4-BE49-F238E27FC236}">
                    <a16:creationId xmlns:a16="http://schemas.microsoft.com/office/drawing/2014/main" id="{D547C3AD-E5CB-D83C-17E7-3993DE532044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>
                <a:extLst>
                  <a:ext uri="{FF2B5EF4-FFF2-40B4-BE49-F238E27FC236}">
                    <a16:creationId xmlns:a16="http://schemas.microsoft.com/office/drawing/2014/main" id="{31161F83-218C-0A33-9DC3-D425E53E417F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>
                <a:extLst>
                  <a:ext uri="{FF2B5EF4-FFF2-40B4-BE49-F238E27FC236}">
                    <a16:creationId xmlns:a16="http://schemas.microsoft.com/office/drawing/2014/main" id="{56D96CCE-6F21-DE86-ADE7-AF391E626BAF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>
                <a:extLst>
                  <a:ext uri="{FF2B5EF4-FFF2-40B4-BE49-F238E27FC236}">
                    <a16:creationId xmlns:a16="http://schemas.microsoft.com/office/drawing/2014/main" id="{A024E055-DEDF-2C40-6CC6-410C39C09478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>
                <a:extLst>
                  <a:ext uri="{FF2B5EF4-FFF2-40B4-BE49-F238E27FC236}">
                    <a16:creationId xmlns:a16="http://schemas.microsoft.com/office/drawing/2014/main" id="{6562D6E1-33DC-E4BC-792E-57CFF95750F1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>
                <a:extLst>
                  <a:ext uri="{FF2B5EF4-FFF2-40B4-BE49-F238E27FC236}">
                    <a16:creationId xmlns:a16="http://schemas.microsoft.com/office/drawing/2014/main" id="{4D63BC65-B8CE-8B16-BF73-D04C1A0A2FEC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>
                <a:extLst>
                  <a:ext uri="{FF2B5EF4-FFF2-40B4-BE49-F238E27FC236}">
                    <a16:creationId xmlns:a16="http://schemas.microsoft.com/office/drawing/2014/main" id="{7CA31FBE-3698-BEBC-CED9-AA8B93C18C70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>
                <a:extLst>
                  <a:ext uri="{FF2B5EF4-FFF2-40B4-BE49-F238E27FC236}">
                    <a16:creationId xmlns:a16="http://schemas.microsoft.com/office/drawing/2014/main" id="{017861F7-EA07-2EFA-C5D2-9EAFC040E0CF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>
                <a:extLst>
                  <a:ext uri="{FF2B5EF4-FFF2-40B4-BE49-F238E27FC236}">
                    <a16:creationId xmlns:a16="http://schemas.microsoft.com/office/drawing/2014/main" id="{1BC6B4A3-E9C4-D936-E96F-5C6CFDAF3119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>
                <a:extLst>
                  <a:ext uri="{FF2B5EF4-FFF2-40B4-BE49-F238E27FC236}">
                    <a16:creationId xmlns:a16="http://schemas.microsoft.com/office/drawing/2014/main" id="{A51B3AC7-0123-1166-FD6E-8315E63F37E8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>
                <a:extLst>
                  <a:ext uri="{FF2B5EF4-FFF2-40B4-BE49-F238E27FC236}">
                    <a16:creationId xmlns:a16="http://schemas.microsoft.com/office/drawing/2014/main" id="{A6FEBC5C-27D8-2F71-B095-56A8EDFE34F4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>
                <a:extLst>
                  <a:ext uri="{FF2B5EF4-FFF2-40B4-BE49-F238E27FC236}">
                    <a16:creationId xmlns:a16="http://schemas.microsoft.com/office/drawing/2014/main" id="{EF85E93B-3963-E285-9229-9FC942B858F3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>
                <a:extLst>
                  <a:ext uri="{FF2B5EF4-FFF2-40B4-BE49-F238E27FC236}">
                    <a16:creationId xmlns:a16="http://schemas.microsoft.com/office/drawing/2014/main" id="{FBB35C5C-7ABC-FBD6-655D-4AB980E0B084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>
                <a:extLst>
                  <a:ext uri="{FF2B5EF4-FFF2-40B4-BE49-F238E27FC236}">
                    <a16:creationId xmlns:a16="http://schemas.microsoft.com/office/drawing/2014/main" id="{C727019F-2F97-70E9-C807-2F860FB735CA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>
                <a:extLst>
                  <a:ext uri="{FF2B5EF4-FFF2-40B4-BE49-F238E27FC236}">
                    <a16:creationId xmlns:a16="http://schemas.microsoft.com/office/drawing/2014/main" id="{C79CDA25-8E52-F1AA-73E6-6E28AF8D1F90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>
                <a:extLst>
                  <a:ext uri="{FF2B5EF4-FFF2-40B4-BE49-F238E27FC236}">
                    <a16:creationId xmlns:a16="http://schemas.microsoft.com/office/drawing/2014/main" id="{D3E2222C-9B4B-FA1B-00AF-DCD5D1FBBBD8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>
                <a:extLst>
                  <a:ext uri="{FF2B5EF4-FFF2-40B4-BE49-F238E27FC236}">
                    <a16:creationId xmlns:a16="http://schemas.microsoft.com/office/drawing/2014/main" id="{639A3EA4-4868-0870-DE45-8C6493D25306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>
                <a:extLst>
                  <a:ext uri="{FF2B5EF4-FFF2-40B4-BE49-F238E27FC236}">
                    <a16:creationId xmlns:a16="http://schemas.microsoft.com/office/drawing/2014/main" id="{B04DB7BF-E915-AC18-7463-ADF0A1E1356F}"/>
                  </a:ext>
                </a:extLst>
              </p:cNvPr>
              <p:cNvSpPr/>
              <p:nvPr/>
            </p:nvSpPr>
            <p:spPr>
              <a:xfrm>
                <a:off x="1442237" y="3167582"/>
                <a:ext cx="1405896" cy="829407"/>
              </a:xfrm>
              <a:custGeom>
                <a:avLst/>
                <a:gdLst/>
                <a:ahLst/>
                <a:cxnLst/>
                <a:rect l="l" t="t" r="r" b="b"/>
                <a:pathLst>
                  <a:path w="13213" h="7795" extrusionOk="0">
                    <a:moveTo>
                      <a:pt x="8426" y="368"/>
                    </a:moveTo>
                    <a:cubicBezTo>
                      <a:pt x="8460" y="368"/>
                      <a:pt x="8494" y="376"/>
                      <a:pt x="8519" y="390"/>
                    </a:cubicBezTo>
                    <a:lnTo>
                      <a:pt x="8555" y="411"/>
                    </a:lnTo>
                    <a:cubicBezTo>
                      <a:pt x="8605" y="440"/>
                      <a:pt x="8605" y="490"/>
                      <a:pt x="8555" y="520"/>
                    </a:cubicBezTo>
                    <a:lnTo>
                      <a:pt x="8296" y="670"/>
                    </a:lnTo>
                    <a:cubicBezTo>
                      <a:pt x="8271" y="685"/>
                      <a:pt x="8237" y="692"/>
                      <a:pt x="8203" y="692"/>
                    </a:cubicBezTo>
                    <a:cubicBezTo>
                      <a:pt x="8169" y="692"/>
                      <a:pt x="8134" y="685"/>
                      <a:pt x="8108" y="670"/>
                    </a:cubicBezTo>
                    <a:lnTo>
                      <a:pt x="8074" y="649"/>
                    </a:lnTo>
                    <a:cubicBezTo>
                      <a:pt x="8022" y="620"/>
                      <a:pt x="8022" y="570"/>
                      <a:pt x="8074" y="540"/>
                    </a:cubicBezTo>
                    <a:lnTo>
                      <a:pt x="8333" y="390"/>
                    </a:lnTo>
                    <a:cubicBezTo>
                      <a:pt x="8358" y="376"/>
                      <a:pt x="8392" y="368"/>
                      <a:pt x="8426" y="368"/>
                    </a:cubicBezTo>
                    <a:close/>
                    <a:moveTo>
                      <a:pt x="8735" y="548"/>
                    </a:moveTo>
                    <a:cubicBezTo>
                      <a:pt x="8769" y="548"/>
                      <a:pt x="8803" y="555"/>
                      <a:pt x="8828" y="570"/>
                    </a:cubicBezTo>
                    <a:lnTo>
                      <a:pt x="9043" y="692"/>
                    </a:lnTo>
                    <a:cubicBezTo>
                      <a:pt x="9093" y="729"/>
                      <a:pt x="9093" y="772"/>
                      <a:pt x="9036" y="799"/>
                    </a:cubicBezTo>
                    <a:lnTo>
                      <a:pt x="8778" y="951"/>
                    </a:lnTo>
                    <a:cubicBezTo>
                      <a:pt x="8753" y="965"/>
                      <a:pt x="8719" y="972"/>
                      <a:pt x="8685" y="972"/>
                    </a:cubicBezTo>
                    <a:cubicBezTo>
                      <a:pt x="8650" y="972"/>
                      <a:pt x="8616" y="965"/>
                      <a:pt x="8591" y="951"/>
                    </a:cubicBezTo>
                    <a:lnTo>
                      <a:pt x="8383" y="829"/>
                    </a:lnTo>
                    <a:cubicBezTo>
                      <a:pt x="8333" y="799"/>
                      <a:pt x="8333" y="749"/>
                      <a:pt x="8383" y="720"/>
                    </a:cubicBezTo>
                    <a:lnTo>
                      <a:pt x="8641" y="570"/>
                    </a:lnTo>
                    <a:cubicBezTo>
                      <a:pt x="8666" y="555"/>
                      <a:pt x="8701" y="548"/>
                      <a:pt x="8735" y="548"/>
                    </a:cubicBezTo>
                    <a:close/>
                    <a:moveTo>
                      <a:pt x="7896" y="677"/>
                    </a:moveTo>
                    <a:cubicBezTo>
                      <a:pt x="7929" y="677"/>
                      <a:pt x="7962" y="685"/>
                      <a:pt x="7988" y="699"/>
                    </a:cubicBezTo>
                    <a:lnTo>
                      <a:pt x="8022" y="720"/>
                    </a:lnTo>
                    <a:cubicBezTo>
                      <a:pt x="8074" y="749"/>
                      <a:pt x="8074" y="799"/>
                      <a:pt x="8022" y="829"/>
                    </a:cubicBezTo>
                    <a:lnTo>
                      <a:pt x="7786" y="965"/>
                    </a:lnTo>
                    <a:cubicBezTo>
                      <a:pt x="7761" y="980"/>
                      <a:pt x="7727" y="987"/>
                      <a:pt x="7693" y="987"/>
                    </a:cubicBezTo>
                    <a:cubicBezTo>
                      <a:pt x="7659" y="987"/>
                      <a:pt x="7624" y="980"/>
                      <a:pt x="7599" y="965"/>
                    </a:cubicBezTo>
                    <a:lnTo>
                      <a:pt x="7563" y="944"/>
                    </a:lnTo>
                    <a:cubicBezTo>
                      <a:pt x="7513" y="915"/>
                      <a:pt x="7513" y="865"/>
                      <a:pt x="7563" y="835"/>
                    </a:cubicBezTo>
                    <a:lnTo>
                      <a:pt x="7800" y="699"/>
                    </a:lnTo>
                    <a:cubicBezTo>
                      <a:pt x="7829" y="685"/>
                      <a:pt x="7863" y="677"/>
                      <a:pt x="7896" y="677"/>
                    </a:cubicBezTo>
                    <a:close/>
                    <a:moveTo>
                      <a:pt x="7386" y="972"/>
                    </a:moveTo>
                    <a:cubicBezTo>
                      <a:pt x="7420" y="972"/>
                      <a:pt x="7452" y="980"/>
                      <a:pt x="7477" y="994"/>
                    </a:cubicBezTo>
                    <a:lnTo>
                      <a:pt x="7513" y="1015"/>
                    </a:lnTo>
                    <a:cubicBezTo>
                      <a:pt x="7570" y="1044"/>
                      <a:pt x="7563" y="1094"/>
                      <a:pt x="7513" y="1124"/>
                    </a:cubicBezTo>
                    <a:lnTo>
                      <a:pt x="7304" y="1246"/>
                    </a:lnTo>
                    <a:cubicBezTo>
                      <a:pt x="7279" y="1260"/>
                      <a:pt x="7245" y="1267"/>
                      <a:pt x="7211" y="1267"/>
                    </a:cubicBezTo>
                    <a:cubicBezTo>
                      <a:pt x="7177" y="1267"/>
                      <a:pt x="7142" y="1260"/>
                      <a:pt x="7116" y="1246"/>
                    </a:cubicBezTo>
                    <a:lnTo>
                      <a:pt x="7082" y="1224"/>
                    </a:lnTo>
                    <a:cubicBezTo>
                      <a:pt x="7030" y="1194"/>
                      <a:pt x="7030" y="1144"/>
                      <a:pt x="7082" y="1117"/>
                    </a:cubicBezTo>
                    <a:lnTo>
                      <a:pt x="7289" y="994"/>
                    </a:lnTo>
                    <a:cubicBezTo>
                      <a:pt x="7318" y="980"/>
                      <a:pt x="7353" y="972"/>
                      <a:pt x="7386" y="972"/>
                    </a:cubicBezTo>
                    <a:close/>
                    <a:moveTo>
                      <a:pt x="8203" y="857"/>
                    </a:moveTo>
                    <a:cubicBezTo>
                      <a:pt x="8237" y="857"/>
                      <a:pt x="8271" y="864"/>
                      <a:pt x="8296" y="879"/>
                    </a:cubicBezTo>
                    <a:lnTo>
                      <a:pt x="8512" y="1001"/>
                    </a:lnTo>
                    <a:cubicBezTo>
                      <a:pt x="8562" y="1030"/>
                      <a:pt x="8562" y="1080"/>
                      <a:pt x="8512" y="1108"/>
                    </a:cubicBezTo>
                    <a:lnTo>
                      <a:pt x="8267" y="1246"/>
                    </a:lnTo>
                    <a:cubicBezTo>
                      <a:pt x="8242" y="1260"/>
                      <a:pt x="8208" y="1267"/>
                      <a:pt x="8174" y="1267"/>
                    </a:cubicBezTo>
                    <a:cubicBezTo>
                      <a:pt x="8140" y="1267"/>
                      <a:pt x="8106" y="1260"/>
                      <a:pt x="8081" y="1246"/>
                    </a:cubicBezTo>
                    <a:lnTo>
                      <a:pt x="7872" y="1124"/>
                    </a:lnTo>
                    <a:cubicBezTo>
                      <a:pt x="7822" y="1094"/>
                      <a:pt x="7822" y="1044"/>
                      <a:pt x="7872" y="1015"/>
                    </a:cubicBezTo>
                    <a:lnTo>
                      <a:pt x="8108" y="879"/>
                    </a:lnTo>
                    <a:cubicBezTo>
                      <a:pt x="8134" y="864"/>
                      <a:pt x="8169" y="857"/>
                      <a:pt x="8203" y="857"/>
                    </a:cubicBezTo>
                    <a:close/>
                    <a:moveTo>
                      <a:pt x="9216" y="829"/>
                    </a:moveTo>
                    <a:cubicBezTo>
                      <a:pt x="9250" y="829"/>
                      <a:pt x="9284" y="835"/>
                      <a:pt x="9309" y="849"/>
                    </a:cubicBezTo>
                    <a:lnTo>
                      <a:pt x="9547" y="987"/>
                    </a:lnTo>
                    <a:cubicBezTo>
                      <a:pt x="9597" y="1015"/>
                      <a:pt x="9597" y="1065"/>
                      <a:pt x="9547" y="1094"/>
                    </a:cubicBezTo>
                    <a:lnTo>
                      <a:pt x="9159" y="1324"/>
                    </a:lnTo>
                    <a:cubicBezTo>
                      <a:pt x="9134" y="1338"/>
                      <a:pt x="9100" y="1346"/>
                      <a:pt x="9066" y="1346"/>
                    </a:cubicBezTo>
                    <a:cubicBezTo>
                      <a:pt x="9031" y="1346"/>
                      <a:pt x="8997" y="1338"/>
                      <a:pt x="8971" y="1324"/>
                    </a:cubicBezTo>
                    <a:lnTo>
                      <a:pt x="8735" y="1180"/>
                    </a:lnTo>
                    <a:cubicBezTo>
                      <a:pt x="8685" y="1151"/>
                      <a:pt x="8685" y="1101"/>
                      <a:pt x="8735" y="1074"/>
                    </a:cubicBezTo>
                    <a:lnTo>
                      <a:pt x="9123" y="849"/>
                    </a:lnTo>
                    <a:cubicBezTo>
                      <a:pt x="9148" y="835"/>
                      <a:pt x="9182" y="829"/>
                      <a:pt x="9216" y="829"/>
                    </a:cubicBezTo>
                    <a:close/>
                    <a:moveTo>
                      <a:pt x="6901" y="1246"/>
                    </a:moveTo>
                    <a:cubicBezTo>
                      <a:pt x="6935" y="1246"/>
                      <a:pt x="6970" y="1256"/>
                      <a:pt x="6996" y="1274"/>
                    </a:cubicBezTo>
                    <a:lnTo>
                      <a:pt x="7030" y="1289"/>
                    </a:lnTo>
                    <a:cubicBezTo>
                      <a:pt x="7082" y="1317"/>
                      <a:pt x="7082" y="1367"/>
                      <a:pt x="7030" y="1396"/>
                    </a:cubicBezTo>
                    <a:lnTo>
                      <a:pt x="6808" y="1526"/>
                    </a:lnTo>
                    <a:cubicBezTo>
                      <a:pt x="6783" y="1540"/>
                      <a:pt x="6749" y="1547"/>
                      <a:pt x="6714" y="1547"/>
                    </a:cubicBezTo>
                    <a:cubicBezTo>
                      <a:pt x="6680" y="1547"/>
                      <a:pt x="6646" y="1540"/>
                      <a:pt x="6621" y="1526"/>
                    </a:cubicBezTo>
                    <a:lnTo>
                      <a:pt x="6592" y="1505"/>
                    </a:lnTo>
                    <a:cubicBezTo>
                      <a:pt x="6535" y="1475"/>
                      <a:pt x="6535" y="1425"/>
                      <a:pt x="6592" y="1396"/>
                    </a:cubicBezTo>
                    <a:lnTo>
                      <a:pt x="6808" y="1274"/>
                    </a:lnTo>
                    <a:cubicBezTo>
                      <a:pt x="6833" y="1256"/>
                      <a:pt x="6867" y="1246"/>
                      <a:pt x="6901" y="1246"/>
                    </a:cubicBezTo>
                    <a:close/>
                    <a:moveTo>
                      <a:pt x="7693" y="1152"/>
                    </a:moveTo>
                    <a:cubicBezTo>
                      <a:pt x="7727" y="1152"/>
                      <a:pt x="7761" y="1159"/>
                      <a:pt x="7786" y="1174"/>
                    </a:cubicBezTo>
                    <a:lnTo>
                      <a:pt x="8001" y="1296"/>
                    </a:lnTo>
                    <a:cubicBezTo>
                      <a:pt x="8051" y="1324"/>
                      <a:pt x="8051" y="1375"/>
                      <a:pt x="8001" y="1403"/>
                    </a:cubicBezTo>
                    <a:lnTo>
                      <a:pt x="7786" y="1526"/>
                    </a:lnTo>
                    <a:cubicBezTo>
                      <a:pt x="7761" y="1540"/>
                      <a:pt x="7727" y="1547"/>
                      <a:pt x="7693" y="1547"/>
                    </a:cubicBezTo>
                    <a:cubicBezTo>
                      <a:pt x="7659" y="1547"/>
                      <a:pt x="7624" y="1540"/>
                      <a:pt x="7599" y="1526"/>
                    </a:cubicBezTo>
                    <a:lnTo>
                      <a:pt x="7391" y="1403"/>
                    </a:lnTo>
                    <a:cubicBezTo>
                      <a:pt x="7341" y="1375"/>
                      <a:pt x="7341" y="1324"/>
                      <a:pt x="7391" y="1296"/>
                    </a:cubicBezTo>
                    <a:lnTo>
                      <a:pt x="7599" y="1174"/>
                    </a:lnTo>
                    <a:cubicBezTo>
                      <a:pt x="7624" y="1159"/>
                      <a:pt x="7659" y="1152"/>
                      <a:pt x="7693" y="1152"/>
                    </a:cubicBezTo>
                    <a:close/>
                    <a:moveTo>
                      <a:pt x="8555" y="1210"/>
                    </a:moveTo>
                    <a:cubicBezTo>
                      <a:pt x="8589" y="1210"/>
                      <a:pt x="8623" y="1217"/>
                      <a:pt x="8648" y="1231"/>
                    </a:cubicBezTo>
                    <a:lnTo>
                      <a:pt x="8885" y="1367"/>
                    </a:lnTo>
                    <a:cubicBezTo>
                      <a:pt x="8943" y="1396"/>
                      <a:pt x="8936" y="1446"/>
                      <a:pt x="8885" y="1475"/>
                    </a:cubicBezTo>
                    <a:lnTo>
                      <a:pt x="8648" y="1619"/>
                    </a:lnTo>
                    <a:cubicBezTo>
                      <a:pt x="8623" y="1633"/>
                      <a:pt x="8589" y="1641"/>
                      <a:pt x="8555" y="1641"/>
                    </a:cubicBezTo>
                    <a:cubicBezTo>
                      <a:pt x="8521" y="1641"/>
                      <a:pt x="8487" y="1633"/>
                      <a:pt x="8462" y="1619"/>
                    </a:cubicBezTo>
                    <a:lnTo>
                      <a:pt x="8224" y="1475"/>
                    </a:lnTo>
                    <a:cubicBezTo>
                      <a:pt x="8174" y="1446"/>
                      <a:pt x="8174" y="1396"/>
                      <a:pt x="8224" y="1367"/>
                    </a:cubicBezTo>
                    <a:lnTo>
                      <a:pt x="8462" y="1231"/>
                    </a:lnTo>
                    <a:cubicBezTo>
                      <a:pt x="8487" y="1217"/>
                      <a:pt x="8521" y="1210"/>
                      <a:pt x="8555" y="1210"/>
                    </a:cubicBezTo>
                    <a:close/>
                    <a:moveTo>
                      <a:pt x="9722" y="1124"/>
                    </a:moveTo>
                    <a:cubicBezTo>
                      <a:pt x="9755" y="1124"/>
                      <a:pt x="9788" y="1130"/>
                      <a:pt x="9813" y="1144"/>
                    </a:cubicBezTo>
                    <a:lnTo>
                      <a:pt x="10028" y="1267"/>
                    </a:lnTo>
                    <a:cubicBezTo>
                      <a:pt x="10078" y="1296"/>
                      <a:pt x="10078" y="1346"/>
                      <a:pt x="10028" y="1375"/>
                    </a:cubicBezTo>
                    <a:lnTo>
                      <a:pt x="9468" y="1698"/>
                    </a:lnTo>
                    <a:cubicBezTo>
                      <a:pt x="9443" y="1713"/>
                      <a:pt x="9409" y="1720"/>
                      <a:pt x="9375" y="1720"/>
                    </a:cubicBezTo>
                    <a:cubicBezTo>
                      <a:pt x="9341" y="1720"/>
                      <a:pt x="9306" y="1713"/>
                      <a:pt x="9281" y="1698"/>
                    </a:cubicBezTo>
                    <a:lnTo>
                      <a:pt x="9066" y="1576"/>
                    </a:lnTo>
                    <a:cubicBezTo>
                      <a:pt x="9014" y="1548"/>
                      <a:pt x="9014" y="1496"/>
                      <a:pt x="9073" y="1469"/>
                    </a:cubicBezTo>
                    <a:lnTo>
                      <a:pt x="9626" y="1144"/>
                    </a:lnTo>
                    <a:cubicBezTo>
                      <a:pt x="9655" y="1130"/>
                      <a:pt x="9689" y="1124"/>
                      <a:pt x="9722" y="1124"/>
                    </a:cubicBezTo>
                    <a:close/>
                    <a:moveTo>
                      <a:pt x="6413" y="1533"/>
                    </a:moveTo>
                    <a:cubicBezTo>
                      <a:pt x="6447" y="1533"/>
                      <a:pt x="6481" y="1540"/>
                      <a:pt x="6506" y="1555"/>
                    </a:cubicBezTo>
                    <a:lnTo>
                      <a:pt x="6542" y="1576"/>
                    </a:lnTo>
                    <a:cubicBezTo>
                      <a:pt x="6592" y="1605"/>
                      <a:pt x="6592" y="1655"/>
                      <a:pt x="6542" y="1684"/>
                    </a:cubicBezTo>
                    <a:lnTo>
                      <a:pt x="6319" y="1807"/>
                    </a:lnTo>
                    <a:cubicBezTo>
                      <a:pt x="6294" y="1824"/>
                      <a:pt x="6262" y="1833"/>
                      <a:pt x="6229" y="1833"/>
                    </a:cubicBezTo>
                    <a:cubicBezTo>
                      <a:pt x="6196" y="1833"/>
                      <a:pt x="6162" y="1824"/>
                      <a:pt x="6133" y="1807"/>
                    </a:cubicBezTo>
                    <a:lnTo>
                      <a:pt x="6104" y="1791"/>
                    </a:lnTo>
                    <a:cubicBezTo>
                      <a:pt x="6047" y="1755"/>
                      <a:pt x="6047" y="1712"/>
                      <a:pt x="6104" y="1684"/>
                    </a:cubicBezTo>
                    <a:lnTo>
                      <a:pt x="6319" y="1555"/>
                    </a:lnTo>
                    <a:cubicBezTo>
                      <a:pt x="6344" y="1540"/>
                      <a:pt x="6379" y="1533"/>
                      <a:pt x="6413" y="1533"/>
                    </a:cubicBezTo>
                    <a:close/>
                    <a:moveTo>
                      <a:pt x="7211" y="1425"/>
                    </a:moveTo>
                    <a:cubicBezTo>
                      <a:pt x="7245" y="1425"/>
                      <a:pt x="7279" y="1432"/>
                      <a:pt x="7304" y="1446"/>
                    </a:cubicBezTo>
                    <a:lnTo>
                      <a:pt x="7520" y="1576"/>
                    </a:lnTo>
                    <a:cubicBezTo>
                      <a:pt x="7570" y="1605"/>
                      <a:pt x="7570" y="1655"/>
                      <a:pt x="7520" y="1684"/>
                    </a:cubicBezTo>
                    <a:lnTo>
                      <a:pt x="7298" y="1807"/>
                    </a:lnTo>
                    <a:cubicBezTo>
                      <a:pt x="7272" y="1824"/>
                      <a:pt x="7237" y="1833"/>
                      <a:pt x="7203" y="1833"/>
                    </a:cubicBezTo>
                    <a:cubicBezTo>
                      <a:pt x="7169" y="1833"/>
                      <a:pt x="7135" y="1824"/>
                      <a:pt x="7110" y="1807"/>
                    </a:cubicBezTo>
                    <a:lnTo>
                      <a:pt x="6894" y="1684"/>
                    </a:lnTo>
                    <a:cubicBezTo>
                      <a:pt x="6844" y="1655"/>
                      <a:pt x="6844" y="1605"/>
                      <a:pt x="6894" y="1576"/>
                    </a:cubicBezTo>
                    <a:lnTo>
                      <a:pt x="7116" y="1446"/>
                    </a:lnTo>
                    <a:cubicBezTo>
                      <a:pt x="7142" y="1432"/>
                      <a:pt x="7177" y="1425"/>
                      <a:pt x="7211" y="1425"/>
                    </a:cubicBezTo>
                    <a:close/>
                    <a:moveTo>
                      <a:pt x="8045" y="1504"/>
                    </a:moveTo>
                    <a:cubicBezTo>
                      <a:pt x="8079" y="1504"/>
                      <a:pt x="8113" y="1511"/>
                      <a:pt x="8138" y="1526"/>
                    </a:cubicBezTo>
                    <a:lnTo>
                      <a:pt x="8376" y="1662"/>
                    </a:lnTo>
                    <a:cubicBezTo>
                      <a:pt x="8433" y="1691"/>
                      <a:pt x="8433" y="1741"/>
                      <a:pt x="8376" y="1770"/>
                    </a:cubicBezTo>
                    <a:lnTo>
                      <a:pt x="8167" y="1893"/>
                    </a:lnTo>
                    <a:cubicBezTo>
                      <a:pt x="8142" y="1907"/>
                      <a:pt x="8108" y="1914"/>
                      <a:pt x="8074" y="1914"/>
                    </a:cubicBezTo>
                    <a:cubicBezTo>
                      <a:pt x="8039" y="1914"/>
                      <a:pt x="8005" y="1907"/>
                      <a:pt x="7979" y="1893"/>
                    </a:cubicBezTo>
                    <a:lnTo>
                      <a:pt x="7743" y="1755"/>
                    </a:lnTo>
                    <a:cubicBezTo>
                      <a:pt x="7693" y="1727"/>
                      <a:pt x="7693" y="1677"/>
                      <a:pt x="7743" y="1648"/>
                    </a:cubicBezTo>
                    <a:lnTo>
                      <a:pt x="7951" y="1526"/>
                    </a:lnTo>
                    <a:cubicBezTo>
                      <a:pt x="7976" y="1511"/>
                      <a:pt x="8010" y="1504"/>
                      <a:pt x="8045" y="1504"/>
                    </a:cubicBezTo>
                    <a:close/>
                    <a:moveTo>
                      <a:pt x="8893" y="1600"/>
                    </a:moveTo>
                    <a:cubicBezTo>
                      <a:pt x="8927" y="1600"/>
                      <a:pt x="8961" y="1608"/>
                      <a:pt x="8986" y="1626"/>
                    </a:cubicBezTo>
                    <a:lnTo>
                      <a:pt x="9195" y="1748"/>
                    </a:lnTo>
                    <a:cubicBezTo>
                      <a:pt x="9245" y="1777"/>
                      <a:pt x="9245" y="1827"/>
                      <a:pt x="9195" y="1857"/>
                    </a:cubicBezTo>
                    <a:lnTo>
                      <a:pt x="8957" y="1993"/>
                    </a:lnTo>
                    <a:cubicBezTo>
                      <a:pt x="8932" y="2008"/>
                      <a:pt x="8898" y="2015"/>
                      <a:pt x="8864" y="2015"/>
                    </a:cubicBezTo>
                    <a:cubicBezTo>
                      <a:pt x="8830" y="2015"/>
                      <a:pt x="8796" y="2008"/>
                      <a:pt x="8771" y="1993"/>
                    </a:cubicBezTo>
                    <a:lnTo>
                      <a:pt x="8562" y="1871"/>
                    </a:lnTo>
                    <a:cubicBezTo>
                      <a:pt x="8505" y="1841"/>
                      <a:pt x="8505" y="1791"/>
                      <a:pt x="8562" y="1764"/>
                    </a:cubicBezTo>
                    <a:lnTo>
                      <a:pt x="8798" y="1626"/>
                    </a:lnTo>
                    <a:cubicBezTo>
                      <a:pt x="8824" y="1608"/>
                      <a:pt x="8859" y="1600"/>
                      <a:pt x="8893" y="1600"/>
                    </a:cubicBezTo>
                    <a:close/>
                    <a:moveTo>
                      <a:pt x="6721" y="1712"/>
                    </a:moveTo>
                    <a:cubicBezTo>
                      <a:pt x="6755" y="1712"/>
                      <a:pt x="6790" y="1720"/>
                      <a:pt x="6815" y="1734"/>
                    </a:cubicBezTo>
                    <a:lnTo>
                      <a:pt x="7023" y="1857"/>
                    </a:lnTo>
                    <a:cubicBezTo>
                      <a:pt x="7082" y="1884"/>
                      <a:pt x="7073" y="1936"/>
                      <a:pt x="7023" y="1964"/>
                    </a:cubicBezTo>
                    <a:lnTo>
                      <a:pt x="6808" y="2093"/>
                    </a:lnTo>
                    <a:cubicBezTo>
                      <a:pt x="6783" y="2108"/>
                      <a:pt x="6749" y="2115"/>
                      <a:pt x="6714" y="2115"/>
                    </a:cubicBezTo>
                    <a:cubicBezTo>
                      <a:pt x="6680" y="2115"/>
                      <a:pt x="6646" y="2108"/>
                      <a:pt x="6621" y="2093"/>
                    </a:cubicBezTo>
                    <a:lnTo>
                      <a:pt x="6406" y="1971"/>
                    </a:lnTo>
                    <a:cubicBezTo>
                      <a:pt x="6356" y="1936"/>
                      <a:pt x="6356" y="1893"/>
                      <a:pt x="6413" y="1857"/>
                    </a:cubicBezTo>
                    <a:lnTo>
                      <a:pt x="6628" y="1734"/>
                    </a:lnTo>
                    <a:cubicBezTo>
                      <a:pt x="6653" y="1720"/>
                      <a:pt x="6687" y="1712"/>
                      <a:pt x="6721" y="1712"/>
                    </a:cubicBezTo>
                    <a:close/>
                    <a:moveTo>
                      <a:pt x="10201" y="1403"/>
                    </a:moveTo>
                    <a:cubicBezTo>
                      <a:pt x="10235" y="1403"/>
                      <a:pt x="10269" y="1411"/>
                      <a:pt x="10294" y="1425"/>
                    </a:cubicBezTo>
                    <a:lnTo>
                      <a:pt x="10517" y="1555"/>
                    </a:lnTo>
                    <a:cubicBezTo>
                      <a:pt x="10567" y="1582"/>
                      <a:pt x="10567" y="1626"/>
                      <a:pt x="10517" y="1662"/>
                    </a:cubicBezTo>
                    <a:lnTo>
                      <a:pt x="9747" y="2100"/>
                    </a:lnTo>
                    <a:cubicBezTo>
                      <a:pt x="9722" y="2115"/>
                      <a:pt x="9688" y="2122"/>
                      <a:pt x="9654" y="2122"/>
                    </a:cubicBezTo>
                    <a:cubicBezTo>
                      <a:pt x="9620" y="2122"/>
                      <a:pt x="9586" y="2115"/>
                      <a:pt x="9561" y="2100"/>
                    </a:cubicBezTo>
                    <a:lnTo>
                      <a:pt x="9338" y="1971"/>
                    </a:lnTo>
                    <a:cubicBezTo>
                      <a:pt x="9288" y="1943"/>
                      <a:pt x="9288" y="1893"/>
                      <a:pt x="9338" y="1864"/>
                    </a:cubicBezTo>
                    <a:lnTo>
                      <a:pt x="10108" y="1425"/>
                    </a:lnTo>
                    <a:cubicBezTo>
                      <a:pt x="10133" y="1411"/>
                      <a:pt x="10167" y="1403"/>
                      <a:pt x="10201" y="1403"/>
                    </a:cubicBezTo>
                    <a:close/>
                    <a:moveTo>
                      <a:pt x="5924" y="1814"/>
                    </a:moveTo>
                    <a:cubicBezTo>
                      <a:pt x="5958" y="1814"/>
                      <a:pt x="5993" y="1820"/>
                      <a:pt x="6018" y="1834"/>
                    </a:cubicBezTo>
                    <a:lnTo>
                      <a:pt x="6054" y="1857"/>
                    </a:lnTo>
                    <a:cubicBezTo>
                      <a:pt x="6104" y="1884"/>
                      <a:pt x="6104" y="1936"/>
                      <a:pt x="6054" y="1964"/>
                    </a:cubicBezTo>
                    <a:lnTo>
                      <a:pt x="5809" y="2100"/>
                    </a:lnTo>
                    <a:cubicBezTo>
                      <a:pt x="5784" y="2118"/>
                      <a:pt x="5751" y="2127"/>
                      <a:pt x="5718" y="2127"/>
                    </a:cubicBezTo>
                    <a:cubicBezTo>
                      <a:pt x="5685" y="2127"/>
                      <a:pt x="5651" y="2118"/>
                      <a:pt x="5622" y="2100"/>
                    </a:cubicBezTo>
                    <a:lnTo>
                      <a:pt x="5593" y="2086"/>
                    </a:lnTo>
                    <a:cubicBezTo>
                      <a:pt x="5536" y="2050"/>
                      <a:pt x="5543" y="2007"/>
                      <a:pt x="5593" y="1979"/>
                    </a:cubicBezTo>
                    <a:lnTo>
                      <a:pt x="5831" y="1834"/>
                    </a:lnTo>
                    <a:cubicBezTo>
                      <a:pt x="5856" y="1820"/>
                      <a:pt x="5890" y="1814"/>
                      <a:pt x="5924" y="1814"/>
                    </a:cubicBezTo>
                    <a:close/>
                    <a:moveTo>
                      <a:pt x="10689" y="1684"/>
                    </a:moveTo>
                    <a:cubicBezTo>
                      <a:pt x="10723" y="1684"/>
                      <a:pt x="10757" y="1691"/>
                      <a:pt x="10782" y="1705"/>
                    </a:cubicBezTo>
                    <a:lnTo>
                      <a:pt x="10998" y="1834"/>
                    </a:lnTo>
                    <a:cubicBezTo>
                      <a:pt x="11057" y="1864"/>
                      <a:pt x="11057" y="1914"/>
                      <a:pt x="10998" y="1943"/>
                    </a:cubicBezTo>
                    <a:lnTo>
                      <a:pt x="10653" y="2143"/>
                    </a:lnTo>
                    <a:cubicBezTo>
                      <a:pt x="10628" y="2158"/>
                      <a:pt x="10594" y="2165"/>
                      <a:pt x="10560" y="2165"/>
                    </a:cubicBezTo>
                    <a:cubicBezTo>
                      <a:pt x="10526" y="2165"/>
                      <a:pt x="10492" y="2158"/>
                      <a:pt x="10467" y="2143"/>
                    </a:cubicBezTo>
                    <a:lnTo>
                      <a:pt x="10251" y="2014"/>
                    </a:lnTo>
                    <a:cubicBezTo>
                      <a:pt x="10194" y="1986"/>
                      <a:pt x="10194" y="1936"/>
                      <a:pt x="10251" y="1907"/>
                    </a:cubicBezTo>
                    <a:lnTo>
                      <a:pt x="10596" y="1705"/>
                    </a:lnTo>
                    <a:cubicBezTo>
                      <a:pt x="10621" y="1691"/>
                      <a:pt x="10655" y="1684"/>
                      <a:pt x="10689" y="1684"/>
                    </a:cubicBezTo>
                    <a:close/>
                    <a:moveTo>
                      <a:pt x="7563" y="1785"/>
                    </a:moveTo>
                    <a:cubicBezTo>
                      <a:pt x="7597" y="1785"/>
                      <a:pt x="7631" y="1792"/>
                      <a:pt x="7656" y="1807"/>
                    </a:cubicBezTo>
                    <a:lnTo>
                      <a:pt x="7893" y="1943"/>
                    </a:lnTo>
                    <a:cubicBezTo>
                      <a:pt x="7944" y="1971"/>
                      <a:pt x="7944" y="2022"/>
                      <a:pt x="7893" y="2050"/>
                    </a:cubicBezTo>
                    <a:lnTo>
                      <a:pt x="7670" y="2179"/>
                    </a:lnTo>
                    <a:cubicBezTo>
                      <a:pt x="7645" y="2194"/>
                      <a:pt x="7613" y="2201"/>
                      <a:pt x="7580" y="2201"/>
                    </a:cubicBezTo>
                    <a:cubicBezTo>
                      <a:pt x="7546" y="2201"/>
                      <a:pt x="7512" y="2194"/>
                      <a:pt x="7484" y="2179"/>
                    </a:cubicBezTo>
                    <a:lnTo>
                      <a:pt x="7246" y="2043"/>
                    </a:lnTo>
                    <a:cubicBezTo>
                      <a:pt x="7196" y="2007"/>
                      <a:pt x="7196" y="1964"/>
                      <a:pt x="7246" y="1927"/>
                    </a:cubicBezTo>
                    <a:lnTo>
                      <a:pt x="7470" y="1807"/>
                    </a:lnTo>
                    <a:cubicBezTo>
                      <a:pt x="7495" y="1792"/>
                      <a:pt x="7529" y="1785"/>
                      <a:pt x="7563" y="1785"/>
                    </a:cubicBezTo>
                    <a:close/>
                    <a:moveTo>
                      <a:pt x="8383" y="1893"/>
                    </a:moveTo>
                    <a:cubicBezTo>
                      <a:pt x="8417" y="1893"/>
                      <a:pt x="8451" y="1902"/>
                      <a:pt x="8476" y="1921"/>
                    </a:cubicBezTo>
                    <a:lnTo>
                      <a:pt x="8685" y="2043"/>
                    </a:lnTo>
                    <a:cubicBezTo>
                      <a:pt x="8735" y="2072"/>
                      <a:pt x="8735" y="2122"/>
                      <a:pt x="8685" y="2152"/>
                    </a:cubicBezTo>
                    <a:lnTo>
                      <a:pt x="8476" y="2272"/>
                    </a:lnTo>
                    <a:cubicBezTo>
                      <a:pt x="8451" y="2287"/>
                      <a:pt x="8417" y="2294"/>
                      <a:pt x="8383" y="2294"/>
                    </a:cubicBezTo>
                    <a:cubicBezTo>
                      <a:pt x="8349" y="2294"/>
                      <a:pt x="8315" y="2287"/>
                      <a:pt x="8290" y="2272"/>
                    </a:cubicBezTo>
                    <a:lnTo>
                      <a:pt x="8074" y="2152"/>
                    </a:lnTo>
                    <a:cubicBezTo>
                      <a:pt x="8022" y="2122"/>
                      <a:pt x="8022" y="2072"/>
                      <a:pt x="8081" y="2043"/>
                    </a:cubicBezTo>
                    <a:lnTo>
                      <a:pt x="8290" y="1921"/>
                    </a:lnTo>
                    <a:cubicBezTo>
                      <a:pt x="8315" y="1902"/>
                      <a:pt x="8349" y="1893"/>
                      <a:pt x="8383" y="1893"/>
                    </a:cubicBezTo>
                    <a:close/>
                    <a:moveTo>
                      <a:pt x="5414" y="2107"/>
                    </a:moveTo>
                    <a:cubicBezTo>
                      <a:pt x="5448" y="2107"/>
                      <a:pt x="5482" y="2115"/>
                      <a:pt x="5507" y="2129"/>
                    </a:cubicBezTo>
                    <a:lnTo>
                      <a:pt x="5543" y="2152"/>
                    </a:lnTo>
                    <a:cubicBezTo>
                      <a:pt x="5593" y="2179"/>
                      <a:pt x="5593" y="2229"/>
                      <a:pt x="5543" y="2259"/>
                    </a:cubicBezTo>
                    <a:lnTo>
                      <a:pt x="5327" y="2381"/>
                    </a:lnTo>
                    <a:cubicBezTo>
                      <a:pt x="5302" y="2396"/>
                      <a:pt x="5268" y="2403"/>
                      <a:pt x="5234" y="2403"/>
                    </a:cubicBezTo>
                    <a:cubicBezTo>
                      <a:pt x="5200" y="2403"/>
                      <a:pt x="5166" y="2396"/>
                      <a:pt x="5141" y="2381"/>
                    </a:cubicBezTo>
                    <a:lnTo>
                      <a:pt x="5112" y="2359"/>
                    </a:lnTo>
                    <a:cubicBezTo>
                      <a:pt x="5055" y="2331"/>
                      <a:pt x="5055" y="2281"/>
                      <a:pt x="5112" y="2252"/>
                    </a:cubicBezTo>
                    <a:lnTo>
                      <a:pt x="5321" y="2129"/>
                    </a:lnTo>
                    <a:cubicBezTo>
                      <a:pt x="5346" y="2115"/>
                      <a:pt x="5380" y="2107"/>
                      <a:pt x="5414" y="2107"/>
                    </a:cubicBezTo>
                    <a:close/>
                    <a:moveTo>
                      <a:pt x="6233" y="1993"/>
                    </a:moveTo>
                    <a:cubicBezTo>
                      <a:pt x="6267" y="1993"/>
                      <a:pt x="6301" y="2000"/>
                      <a:pt x="6326" y="2014"/>
                    </a:cubicBezTo>
                    <a:lnTo>
                      <a:pt x="6535" y="2136"/>
                    </a:lnTo>
                    <a:cubicBezTo>
                      <a:pt x="6592" y="2166"/>
                      <a:pt x="6592" y="2216"/>
                      <a:pt x="6535" y="2245"/>
                    </a:cubicBezTo>
                    <a:lnTo>
                      <a:pt x="6297" y="2388"/>
                    </a:lnTo>
                    <a:cubicBezTo>
                      <a:pt x="6272" y="2403"/>
                      <a:pt x="6238" y="2410"/>
                      <a:pt x="6204" y="2410"/>
                    </a:cubicBezTo>
                    <a:cubicBezTo>
                      <a:pt x="6170" y="2410"/>
                      <a:pt x="6136" y="2403"/>
                      <a:pt x="6111" y="2388"/>
                    </a:cubicBezTo>
                    <a:lnTo>
                      <a:pt x="5895" y="2259"/>
                    </a:lnTo>
                    <a:cubicBezTo>
                      <a:pt x="5845" y="2229"/>
                      <a:pt x="5845" y="2186"/>
                      <a:pt x="5895" y="2152"/>
                    </a:cubicBezTo>
                    <a:lnTo>
                      <a:pt x="6140" y="2014"/>
                    </a:lnTo>
                    <a:cubicBezTo>
                      <a:pt x="6165" y="2000"/>
                      <a:pt x="6199" y="1993"/>
                      <a:pt x="6233" y="1993"/>
                    </a:cubicBezTo>
                    <a:close/>
                    <a:moveTo>
                      <a:pt x="9166" y="2000"/>
                    </a:moveTo>
                    <a:cubicBezTo>
                      <a:pt x="9200" y="2000"/>
                      <a:pt x="9234" y="2008"/>
                      <a:pt x="9259" y="2022"/>
                    </a:cubicBezTo>
                    <a:lnTo>
                      <a:pt x="9475" y="2152"/>
                    </a:lnTo>
                    <a:cubicBezTo>
                      <a:pt x="9532" y="2179"/>
                      <a:pt x="9532" y="2229"/>
                      <a:pt x="9475" y="2259"/>
                    </a:cubicBezTo>
                    <a:lnTo>
                      <a:pt x="9238" y="2395"/>
                    </a:lnTo>
                    <a:cubicBezTo>
                      <a:pt x="9212" y="2410"/>
                      <a:pt x="9178" y="2417"/>
                      <a:pt x="9144" y="2417"/>
                    </a:cubicBezTo>
                    <a:cubicBezTo>
                      <a:pt x="9109" y="2417"/>
                      <a:pt x="9075" y="2410"/>
                      <a:pt x="9050" y="2395"/>
                    </a:cubicBezTo>
                    <a:lnTo>
                      <a:pt x="8828" y="2266"/>
                    </a:lnTo>
                    <a:cubicBezTo>
                      <a:pt x="8778" y="2238"/>
                      <a:pt x="8778" y="2186"/>
                      <a:pt x="8835" y="2159"/>
                    </a:cubicBezTo>
                    <a:lnTo>
                      <a:pt x="9073" y="2022"/>
                    </a:lnTo>
                    <a:cubicBezTo>
                      <a:pt x="9098" y="2008"/>
                      <a:pt x="9132" y="2000"/>
                      <a:pt x="9166" y="2000"/>
                    </a:cubicBezTo>
                    <a:close/>
                    <a:moveTo>
                      <a:pt x="10072" y="2043"/>
                    </a:moveTo>
                    <a:cubicBezTo>
                      <a:pt x="10106" y="2043"/>
                      <a:pt x="10140" y="2051"/>
                      <a:pt x="10165" y="2065"/>
                    </a:cubicBezTo>
                    <a:lnTo>
                      <a:pt x="10380" y="2195"/>
                    </a:lnTo>
                    <a:cubicBezTo>
                      <a:pt x="10437" y="2222"/>
                      <a:pt x="10437" y="2266"/>
                      <a:pt x="10380" y="2302"/>
                    </a:cubicBezTo>
                    <a:lnTo>
                      <a:pt x="10144" y="2438"/>
                    </a:lnTo>
                    <a:cubicBezTo>
                      <a:pt x="10118" y="2453"/>
                      <a:pt x="10084" y="2460"/>
                      <a:pt x="10049" y="2460"/>
                    </a:cubicBezTo>
                    <a:cubicBezTo>
                      <a:pt x="10015" y="2460"/>
                      <a:pt x="9981" y="2453"/>
                      <a:pt x="9956" y="2438"/>
                    </a:cubicBezTo>
                    <a:lnTo>
                      <a:pt x="9740" y="2309"/>
                    </a:lnTo>
                    <a:cubicBezTo>
                      <a:pt x="9683" y="2281"/>
                      <a:pt x="9683" y="2229"/>
                      <a:pt x="9740" y="2202"/>
                    </a:cubicBezTo>
                    <a:lnTo>
                      <a:pt x="9978" y="2065"/>
                    </a:lnTo>
                    <a:cubicBezTo>
                      <a:pt x="10003" y="2051"/>
                      <a:pt x="10037" y="2043"/>
                      <a:pt x="10072" y="2043"/>
                    </a:cubicBezTo>
                    <a:close/>
                    <a:moveTo>
                      <a:pt x="7074" y="2064"/>
                    </a:moveTo>
                    <a:cubicBezTo>
                      <a:pt x="7108" y="2064"/>
                      <a:pt x="7142" y="2071"/>
                      <a:pt x="7168" y="2086"/>
                    </a:cubicBezTo>
                    <a:lnTo>
                      <a:pt x="7405" y="2222"/>
                    </a:lnTo>
                    <a:cubicBezTo>
                      <a:pt x="7455" y="2259"/>
                      <a:pt x="7455" y="2302"/>
                      <a:pt x="7405" y="2331"/>
                    </a:cubicBezTo>
                    <a:lnTo>
                      <a:pt x="7189" y="2461"/>
                    </a:lnTo>
                    <a:cubicBezTo>
                      <a:pt x="7160" y="2474"/>
                      <a:pt x="7126" y="2481"/>
                      <a:pt x="7092" y="2481"/>
                    </a:cubicBezTo>
                    <a:cubicBezTo>
                      <a:pt x="7058" y="2481"/>
                      <a:pt x="7024" y="2474"/>
                      <a:pt x="6996" y="2461"/>
                    </a:cubicBezTo>
                    <a:lnTo>
                      <a:pt x="6758" y="2324"/>
                    </a:lnTo>
                    <a:cubicBezTo>
                      <a:pt x="6708" y="2295"/>
                      <a:pt x="6708" y="2245"/>
                      <a:pt x="6758" y="2216"/>
                    </a:cubicBezTo>
                    <a:lnTo>
                      <a:pt x="6980" y="2086"/>
                    </a:lnTo>
                    <a:cubicBezTo>
                      <a:pt x="7005" y="2071"/>
                      <a:pt x="7039" y="2064"/>
                      <a:pt x="7074" y="2064"/>
                    </a:cubicBezTo>
                    <a:close/>
                    <a:moveTo>
                      <a:pt x="7901" y="2173"/>
                    </a:moveTo>
                    <a:cubicBezTo>
                      <a:pt x="7935" y="2173"/>
                      <a:pt x="7970" y="2180"/>
                      <a:pt x="7995" y="2195"/>
                    </a:cubicBezTo>
                    <a:lnTo>
                      <a:pt x="8203" y="2316"/>
                    </a:lnTo>
                    <a:cubicBezTo>
                      <a:pt x="8253" y="2352"/>
                      <a:pt x="8253" y="2395"/>
                      <a:pt x="8203" y="2424"/>
                    </a:cubicBezTo>
                    <a:lnTo>
                      <a:pt x="7979" y="2554"/>
                    </a:lnTo>
                    <a:cubicBezTo>
                      <a:pt x="7954" y="2568"/>
                      <a:pt x="7920" y="2576"/>
                      <a:pt x="7886" y="2576"/>
                    </a:cubicBezTo>
                    <a:cubicBezTo>
                      <a:pt x="7852" y="2576"/>
                      <a:pt x="7818" y="2568"/>
                      <a:pt x="7793" y="2554"/>
                    </a:cubicBezTo>
                    <a:lnTo>
                      <a:pt x="7584" y="2431"/>
                    </a:lnTo>
                    <a:cubicBezTo>
                      <a:pt x="7534" y="2402"/>
                      <a:pt x="7534" y="2352"/>
                      <a:pt x="7584" y="2324"/>
                    </a:cubicBezTo>
                    <a:lnTo>
                      <a:pt x="7806" y="2195"/>
                    </a:lnTo>
                    <a:cubicBezTo>
                      <a:pt x="7832" y="2180"/>
                      <a:pt x="7867" y="2173"/>
                      <a:pt x="7901" y="2173"/>
                    </a:cubicBezTo>
                    <a:close/>
                    <a:moveTo>
                      <a:pt x="5723" y="2288"/>
                    </a:moveTo>
                    <a:cubicBezTo>
                      <a:pt x="5757" y="2288"/>
                      <a:pt x="5791" y="2295"/>
                      <a:pt x="5816" y="2309"/>
                    </a:cubicBezTo>
                    <a:lnTo>
                      <a:pt x="6024" y="2431"/>
                    </a:lnTo>
                    <a:cubicBezTo>
                      <a:pt x="6081" y="2461"/>
                      <a:pt x="6081" y="2511"/>
                      <a:pt x="6024" y="2540"/>
                    </a:cubicBezTo>
                    <a:lnTo>
                      <a:pt x="5816" y="2661"/>
                    </a:lnTo>
                    <a:cubicBezTo>
                      <a:pt x="5791" y="2675"/>
                      <a:pt x="5757" y="2683"/>
                      <a:pt x="5723" y="2683"/>
                    </a:cubicBezTo>
                    <a:cubicBezTo>
                      <a:pt x="5688" y="2683"/>
                      <a:pt x="5654" y="2675"/>
                      <a:pt x="5629" y="2661"/>
                    </a:cubicBezTo>
                    <a:lnTo>
                      <a:pt x="5414" y="2540"/>
                    </a:lnTo>
                    <a:cubicBezTo>
                      <a:pt x="5364" y="2511"/>
                      <a:pt x="5364" y="2461"/>
                      <a:pt x="5414" y="2431"/>
                    </a:cubicBezTo>
                    <a:lnTo>
                      <a:pt x="5629" y="2309"/>
                    </a:lnTo>
                    <a:cubicBezTo>
                      <a:pt x="5654" y="2295"/>
                      <a:pt x="5688" y="2288"/>
                      <a:pt x="5723" y="2288"/>
                    </a:cubicBezTo>
                    <a:close/>
                    <a:moveTo>
                      <a:pt x="4932" y="2388"/>
                    </a:moveTo>
                    <a:cubicBezTo>
                      <a:pt x="4967" y="2388"/>
                      <a:pt x="5001" y="2396"/>
                      <a:pt x="5026" y="2410"/>
                    </a:cubicBezTo>
                    <a:lnTo>
                      <a:pt x="5062" y="2431"/>
                    </a:lnTo>
                    <a:cubicBezTo>
                      <a:pt x="5112" y="2461"/>
                      <a:pt x="5112" y="2511"/>
                      <a:pt x="5062" y="2540"/>
                    </a:cubicBezTo>
                    <a:lnTo>
                      <a:pt x="4839" y="2669"/>
                    </a:lnTo>
                    <a:cubicBezTo>
                      <a:pt x="4813" y="2683"/>
                      <a:pt x="4779" y="2690"/>
                      <a:pt x="4745" y="2690"/>
                    </a:cubicBezTo>
                    <a:cubicBezTo>
                      <a:pt x="4710" y="2690"/>
                      <a:pt x="4676" y="2683"/>
                      <a:pt x="4651" y="2669"/>
                    </a:cubicBezTo>
                    <a:lnTo>
                      <a:pt x="4615" y="2647"/>
                    </a:lnTo>
                    <a:cubicBezTo>
                      <a:pt x="4565" y="2617"/>
                      <a:pt x="4565" y="2567"/>
                      <a:pt x="4615" y="2540"/>
                    </a:cubicBezTo>
                    <a:lnTo>
                      <a:pt x="4839" y="2410"/>
                    </a:lnTo>
                    <a:cubicBezTo>
                      <a:pt x="4864" y="2396"/>
                      <a:pt x="4898" y="2388"/>
                      <a:pt x="4932" y="2388"/>
                    </a:cubicBezTo>
                    <a:close/>
                    <a:moveTo>
                      <a:pt x="8655" y="2295"/>
                    </a:moveTo>
                    <a:cubicBezTo>
                      <a:pt x="8689" y="2295"/>
                      <a:pt x="8723" y="2302"/>
                      <a:pt x="8748" y="2316"/>
                    </a:cubicBezTo>
                    <a:lnTo>
                      <a:pt x="8971" y="2445"/>
                    </a:lnTo>
                    <a:cubicBezTo>
                      <a:pt x="9023" y="2474"/>
                      <a:pt x="9023" y="2524"/>
                      <a:pt x="8964" y="2554"/>
                    </a:cubicBezTo>
                    <a:lnTo>
                      <a:pt x="8755" y="2676"/>
                    </a:lnTo>
                    <a:cubicBezTo>
                      <a:pt x="8730" y="2690"/>
                      <a:pt x="8696" y="2697"/>
                      <a:pt x="8662" y="2697"/>
                    </a:cubicBezTo>
                    <a:cubicBezTo>
                      <a:pt x="8628" y="2697"/>
                      <a:pt x="8594" y="2690"/>
                      <a:pt x="8569" y="2676"/>
                    </a:cubicBezTo>
                    <a:lnTo>
                      <a:pt x="8346" y="2547"/>
                    </a:lnTo>
                    <a:cubicBezTo>
                      <a:pt x="8296" y="2517"/>
                      <a:pt x="8296" y="2467"/>
                      <a:pt x="8346" y="2438"/>
                    </a:cubicBezTo>
                    <a:lnTo>
                      <a:pt x="8562" y="2316"/>
                    </a:lnTo>
                    <a:cubicBezTo>
                      <a:pt x="8587" y="2302"/>
                      <a:pt x="8621" y="2295"/>
                      <a:pt x="8655" y="2295"/>
                    </a:cubicBezTo>
                    <a:close/>
                    <a:moveTo>
                      <a:pt x="9561" y="2338"/>
                    </a:moveTo>
                    <a:cubicBezTo>
                      <a:pt x="9595" y="2338"/>
                      <a:pt x="9629" y="2345"/>
                      <a:pt x="9654" y="2359"/>
                    </a:cubicBezTo>
                    <a:lnTo>
                      <a:pt x="9877" y="2488"/>
                    </a:lnTo>
                    <a:cubicBezTo>
                      <a:pt x="9928" y="2517"/>
                      <a:pt x="9928" y="2561"/>
                      <a:pt x="9870" y="2597"/>
                    </a:cubicBezTo>
                    <a:lnTo>
                      <a:pt x="9661" y="2719"/>
                    </a:lnTo>
                    <a:cubicBezTo>
                      <a:pt x="9636" y="2733"/>
                      <a:pt x="9602" y="2740"/>
                      <a:pt x="9568" y="2740"/>
                    </a:cubicBezTo>
                    <a:cubicBezTo>
                      <a:pt x="9534" y="2740"/>
                      <a:pt x="9500" y="2733"/>
                      <a:pt x="9475" y="2719"/>
                    </a:cubicBezTo>
                    <a:lnTo>
                      <a:pt x="9252" y="2590"/>
                    </a:lnTo>
                    <a:cubicBezTo>
                      <a:pt x="9202" y="2561"/>
                      <a:pt x="9202" y="2511"/>
                      <a:pt x="9259" y="2481"/>
                    </a:cubicBezTo>
                    <a:lnTo>
                      <a:pt x="9468" y="2359"/>
                    </a:lnTo>
                    <a:cubicBezTo>
                      <a:pt x="9493" y="2345"/>
                      <a:pt x="9527" y="2338"/>
                      <a:pt x="9561" y="2338"/>
                    </a:cubicBezTo>
                    <a:close/>
                    <a:moveTo>
                      <a:pt x="6585" y="2345"/>
                    </a:moveTo>
                    <a:cubicBezTo>
                      <a:pt x="6619" y="2345"/>
                      <a:pt x="6653" y="2353"/>
                      <a:pt x="6678" y="2367"/>
                    </a:cubicBezTo>
                    <a:lnTo>
                      <a:pt x="6916" y="2511"/>
                    </a:lnTo>
                    <a:cubicBezTo>
                      <a:pt x="6966" y="2540"/>
                      <a:pt x="6966" y="2590"/>
                      <a:pt x="6916" y="2617"/>
                    </a:cubicBezTo>
                    <a:lnTo>
                      <a:pt x="6678" y="2756"/>
                    </a:lnTo>
                    <a:cubicBezTo>
                      <a:pt x="6650" y="2769"/>
                      <a:pt x="6616" y="2776"/>
                      <a:pt x="6582" y="2776"/>
                    </a:cubicBezTo>
                    <a:cubicBezTo>
                      <a:pt x="6548" y="2776"/>
                      <a:pt x="6514" y="2769"/>
                      <a:pt x="6485" y="2756"/>
                    </a:cubicBezTo>
                    <a:lnTo>
                      <a:pt x="6247" y="2617"/>
                    </a:lnTo>
                    <a:cubicBezTo>
                      <a:pt x="6197" y="2590"/>
                      <a:pt x="6197" y="2540"/>
                      <a:pt x="6254" y="2511"/>
                    </a:cubicBezTo>
                    <a:lnTo>
                      <a:pt x="6492" y="2367"/>
                    </a:lnTo>
                    <a:cubicBezTo>
                      <a:pt x="6517" y="2353"/>
                      <a:pt x="6551" y="2345"/>
                      <a:pt x="6585" y="2345"/>
                    </a:cubicBezTo>
                    <a:close/>
                    <a:moveTo>
                      <a:pt x="7408" y="2461"/>
                    </a:moveTo>
                    <a:cubicBezTo>
                      <a:pt x="7442" y="2461"/>
                      <a:pt x="7476" y="2467"/>
                      <a:pt x="7505" y="2481"/>
                    </a:cubicBezTo>
                    <a:lnTo>
                      <a:pt x="7713" y="2604"/>
                    </a:lnTo>
                    <a:cubicBezTo>
                      <a:pt x="7763" y="2633"/>
                      <a:pt x="7763" y="2683"/>
                      <a:pt x="7713" y="2712"/>
                    </a:cubicBezTo>
                    <a:lnTo>
                      <a:pt x="7491" y="2833"/>
                    </a:lnTo>
                    <a:cubicBezTo>
                      <a:pt x="7466" y="2851"/>
                      <a:pt x="7432" y="2860"/>
                      <a:pt x="7398" y="2860"/>
                    </a:cubicBezTo>
                    <a:cubicBezTo>
                      <a:pt x="7364" y="2860"/>
                      <a:pt x="7329" y="2851"/>
                      <a:pt x="7304" y="2833"/>
                    </a:cubicBezTo>
                    <a:lnTo>
                      <a:pt x="7096" y="2712"/>
                    </a:lnTo>
                    <a:cubicBezTo>
                      <a:pt x="7046" y="2683"/>
                      <a:pt x="7046" y="2633"/>
                      <a:pt x="7096" y="2604"/>
                    </a:cubicBezTo>
                    <a:lnTo>
                      <a:pt x="7311" y="2481"/>
                    </a:lnTo>
                    <a:cubicBezTo>
                      <a:pt x="7340" y="2467"/>
                      <a:pt x="7374" y="2461"/>
                      <a:pt x="7408" y="2461"/>
                    </a:cubicBezTo>
                    <a:close/>
                    <a:moveTo>
                      <a:pt x="4440" y="2668"/>
                    </a:moveTo>
                    <a:cubicBezTo>
                      <a:pt x="4474" y="2668"/>
                      <a:pt x="4508" y="2675"/>
                      <a:pt x="4537" y="2690"/>
                    </a:cubicBezTo>
                    <a:lnTo>
                      <a:pt x="4565" y="2712"/>
                    </a:lnTo>
                    <a:cubicBezTo>
                      <a:pt x="4624" y="2740"/>
                      <a:pt x="4624" y="2790"/>
                      <a:pt x="4565" y="2819"/>
                    </a:cubicBezTo>
                    <a:lnTo>
                      <a:pt x="4386" y="2928"/>
                    </a:lnTo>
                    <a:cubicBezTo>
                      <a:pt x="4357" y="2942"/>
                      <a:pt x="4323" y="2949"/>
                      <a:pt x="4290" y="2949"/>
                    </a:cubicBezTo>
                    <a:cubicBezTo>
                      <a:pt x="4257" y="2949"/>
                      <a:pt x="4224" y="2942"/>
                      <a:pt x="4199" y="2928"/>
                    </a:cubicBezTo>
                    <a:lnTo>
                      <a:pt x="4163" y="2906"/>
                    </a:lnTo>
                    <a:cubicBezTo>
                      <a:pt x="4113" y="2876"/>
                      <a:pt x="4113" y="2826"/>
                      <a:pt x="4163" y="2799"/>
                    </a:cubicBezTo>
                    <a:lnTo>
                      <a:pt x="4349" y="2690"/>
                    </a:lnTo>
                    <a:cubicBezTo>
                      <a:pt x="4374" y="2675"/>
                      <a:pt x="4407" y="2668"/>
                      <a:pt x="4440" y="2668"/>
                    </a:cubicBezTo>
                    <a:close/>
                    <a:moveTo>
                      <a:pt x="5241" y="2568"/>
                    </a:moveTo>
                    <a:cubicBezTo>
                      <a:pt x="5275" y="2568"/>
                      <a:pt x="5309" y="2575"/>
                      <a:pt x="5334" y="2590"/>
                    </a:cubicBezTo>
                    <a:lnTo>
                      <a:pt x="5543" y="2712"/>
                    </a:lnTo>
                    <a:cubicBezTo>
                      <a:pt x="5600" y="2740"/>
                      <a:pt x="5593" y="2790"/>
                      <a:pt x="5543" y="2819"/>
                    </a:cubicBezTo>
                    <a:lnTo>
                      <a:pt x="5321" y="2949"/>
                    </a:lnTo>
                    <a:cubicBezTo>
                      <a:pt x="5296" y="2963"/>
                      <a:pt x="5263" y="2971"/>
                      <a:pt x="5230" y="2971"/>
                    </a:cubicBezTo>
                    <a:cubicBezTo>
                      <a:pt x="5196" y="2971"/>
                      <a:pt x="5162" y="2963"/>
                      <a:pt x="5133" y="2949"/>
                    </a:cubicBezTo>
                    <a:lnTo>
                      <a:pt x="4926" y="2826"/>
                    </a:lnTo>
                    <a:cubicBezTo>
                      <a:pt x="4874" y="2799"/>
                      <a:pt x="4874" y="2747"/>
                      <a:pt x="4926" y="2719"/>
                    </a:cubicBezTo>
                    <a:lnTo>
                      <a:pt x="5148" y="2590"/>
                    </a:lnTo>
                    <a:cubicBezTo>
                      <a:pt x="5173" y="2575"/>
                      <a:pt x="5207" y="2568"/>
                      <a:pt x="5241" y="2568"/>
                    </a:cubicBezTo>
                    <a:close/>
                    <a:moveTo>
                      <a:pt x="8179" y="2572"/>
                    </a:moveTo>
                    <a:cubicBezTo>
                      <a:pt x="8212" y="2572"/>
                      <a:pt x="8243" y="2580"/>
                      <a:pt x="8267" y="2597"/>
                    </a:cubicBezTo>
                    <a:lnTo>
                      <a:pt x="8483" y="2719"/>
                    </a:lnTo>
                    <a:cubicBezTo>
                      <a:pt x="8540" y="2756"/>
                      <a:pt x="8533" y="2799"/>
                      <a:pt x="8483" y="2833"/>
                    </a:cubicBezTo>
                    <a:lnTo>
                      <a:pt x="8267" y="2956"/>
                    </a:lnTo>
                    <a:cubicBezTo>
                      <a:pt x="8239" y="2970"/>
                      <a:pt x="8205" y="2978"/>
                      <a:pt x="8171" y="2978"/>
                    </a:cubicBezTo>
                    <a:cubicBezTo>
                      <a:pt x="8138" y="2978"/>
                      <a:pt x="8106" y="2970"/>
                      <a:pt x="8081" y="2956"/>
                    </a:cubicBezTo>
                    <a:lnTo>
                      <a:pt x="7858" y="2833"/>
                    </a:lnTo>
                    <a:cubicBezTo>
                      <a:pt x="7806" y="2799"/>
                      <a:pt x="7806" y="2756"/>
                      <a:pt x="7858" y="2719"/>
                    </a:cubicBezTo>
                    <a:lnTo>
                      <a:pt x="8081" y="2597"/>
                    </a:lnTo>
                    <a:cubicBezTo>
                      <a:pt x="8107" y="2581"/>
                      <a:pt x="8143" y="2572"/>
                      <a:pt x="8179" y="2572"/>
                    </a:cubicBezTo>
                    <a:close/>
                    <a:moveTo>
                      <a:pt x="9080" y="2613"/>
                    </a:moveTo>
                    <a:cubicBezTo>
                      <a:pt x="9114" y="2613"/>
                      <a:pt x="9148" y="2622"/>
                      <a:pt x="9173" y="2640"/>
                    </a:cubicBezTo>
                    <a:lnTo>
                      <a:pt x="9388" y="2762"/>
                    </a:lnTo>
                    <a:cubicBezTo>
                      <a:pt x="9438" y="2790"/>
                      <a:pt x="9438" y="2842"/>
                      <a:pt x="9388" y="2869"/>
                    </a:cubicBezTo>
                    <a:lnTo>
                      <a:pt x="9173" y="2999"/>
                    </a:lnTo>
                    <a:cubicBezTo>
                      <a:pt x="9144" y="3013"/>
                      <a:pt x="9110" y="3021"/>
                      <a:pt x="9076" y="3021"/>
                    </a:cubicBezTo>
                    <a:cubicBezTo>
                      <a:pt x="9042" y="3021"/>
                      <a:pt x="9008" y="3013"/>
                      <a:pt x="8980" y="2999"/>
                    </a:cubicBezTo>
                    <a:lnTo>
                      <a:pt x="8764" y="2869"/>
                    </a:lnTo>
                    <a:cubicBezTo>
                      <a:pt x="8712" y="2842"/>
                      <a:pt x="8712" y="2790"/>
                      <a:pt x="8764" y="2762"/>
                    </a:cubicBezTo>
                    <a:lnTo>
                      <a:pt x="8986" y="2640"/>
                    </a:lnTo>
                    <a:cubicBezTo>
                      <a:pt x="9011" y="2622"/>
                      <a:pt x="9046" y="2613"/>
                      <a:pt x="9080" y="2613"/>
                    </a:cubicBezTo>
                    <a:close/>
                    <a:moveTo>
                      <a:pt x="6074" y="2640"/>
                    </a:moveTo>
                    <a:cubicBezTo>
                      <a:pt x="6109" y="2640"/>
                      <a:pt x="6143" y="2647"/>
                      <a:pt x="6168" y="2661"/>
                    </a:cubicBezTo>
                    <a:lnTo>
                      <a:pt x="6406" y="2806"/>
                    </a:lnTo>
                    <a:cubicBezTo>
                      <a:pt x="6456" y="2833"/>
                      <a:pt x="6456" y="2876"/>
                      <a:pt x="6406" y="2912"/>
                    </a:cubicBezTo>
                    <a:lnTo>
                      <a:pt x="6190" y="3035"/>
                    </a:lnTo>
                    <a:cubicBezTo>
                      <a:pt x="6165" y="3050"/>
                      <a:pt x="6133" y="3057"/>
                      <a:pt x="6099" y="3057"/>
                    </a:cubicBezTo>
                    <a:cubicBezTo>
                      <a:pt x="6066" y="3057"/>
                      <a:pt x="6032" y="3050"/>
                      <a:pt x="6004" y="3035"/>
                    </a:cubicBezTo>
                    <a:lnTo>
                      <a:pt x="5766" y="2892"/>
                    </a:lnTo>
                    <a:cubicBezTo>
                      <a:pt x="5716" y="2862"/>
                      <a:pt x="5716" y="2812"/>
                      <a:pt x="5766" y="2783"/>
                    </a:cubicBezTo>
                    <a:lnTo>
                      <a:pt x="5981" y="2661"/>
                    </a:lnTo>
                    <a:cubicBezTo>
                      <a:pt x="6006" y="2647"/>
                      <a:pt x="6040" y="2640"/>
                      <a:pt x="6074" y="2640"/>
                    </a:cubicBezTo>
                    <a:close/>
                    <a:moveTo>
                      <a:pt x="6921" y="2740"/>
                    </a:moveTo>
                    <a:cubicBezTo>
                      <a:pt x="6954" y="2740"/>
                      <a:pt x="6988" y="2748"/>
                      <a:pt x="7016" y="2762"/>
                    </a:cubicBezTo>
                    <a:lnTo>
                      <a:pt x="7225" y="2885"/>
                    </a:lnTo>
                    <a:cubicBezTo>
                      <a:pt x="7275" y="2912"/>
                      <a:pt x="7275" y="2963"/>
                      <a:pt x="7225" y="2992"/>
                    </a:cubicBezTo>
                    <a:lnTo>
                      <a:pt x="6980" y="3128"/>
                    </a:lnTo>
                    <a:cubicBezTo>
                      <a:pt x="6955" y="3146"/>
                      <a:pt x="6923" y="3155"/>
                      <a:pt x="6890" y="3155"/>
                    </a:cubicBezTo>
                    <a:cubicBezTo>
                      <a:pt x="6856" y="3155"/>
                      <a:pt x="6822" y="3146"/>
                      <a:pt x="6794" y="3128"/>
                    </a:cubicBezTo>
                    <a:lnTo>
                      <a:pt x="6585" y="3006"/>
                    </a:lnTo>
                    <a:cubicBezTo>
                      <a:pt x="6535" y="2978"/>
                      <a:pt x="6535" y="2928"/>
                      <a:pt x="6585" y="2899"/>
                    </a:cubicBezTo>
                    <a:lnTo>
                      <a:pt x="6830" y="2762"/>
                    </a:lnTo>
                    <a:cubicBezTo>
                      <a:pt x="6855" y="2748"/>
                      <a:pt x="6887" y="2740"/>
                      <a:pt x="6921" y="2740"/>
                    </a:cubicBezTo>
                    <a:close/>
                    <a:moveTo>
                      <a:pt x="4748" y="2849"/>
                    </a:moveTo>
                    <a:cubicBezTo>
                      <a:pt x="4781" y="2849"/>
                      <a:pt x="4813" y="2856"/>
                      <a:pt x="4839" y="2869"/>
                    </a:cubicBezTo>
                    <a:lnTo>
                      <a:pt x="5055" y="2999"/>
                    </a:lnTo>
                    <a:cubicBezTo>
                      <a:pt x="5105" y="3028"/>
                      <a:pt x="5105" y="3071"/>
                      <a:pt x="5055" y="3107"/>
                    </a:cubicBezTo>
                    <a:lnTo>
                      <a:pt x="4867" y="3207"/>
                    </a:lnTo>
                    <a:cubicBezTo>
                      <a:pt x="4842" y="3226"/>
                      <a:pt x="4808" y="3235"/>
                      <a:pt x="4774" y="3235"/>
                    </a:cubicBezTo>
                    <a:cubicBezTo>
                      <a:pt x="4740" y="3235"/>
                      <a:pt x="4706" y="3226"/>
                      <a:pt x="4681" y="3207"/>
                    </a:cubicBezTo>
                    <a:lnTo>
                      <a:pt x="4465" y="3085"/>
                    </a:lnTo>
                    <a:cubicBezTo>
                      <a:pt x="4415" y="3057"/>
                      <a:pt x="4415" y="3006"/>
                      <a:pt x="4472" y="2978"/>
                    </a:cubicBezTo>
                    <a:lnTo>
                      <a:pt x="4651" y="2869"/>
                    </a:lnTo>
                    <a:cubicBezTo>
                      <a:pt x="4681" y="2856"/>
                      <a:pt x="4715" y="2849"/>
                      <a:pt x="4748" y="2849"/>
                    </a:cubicBezTo>
                    <a:close/>
                    <a:moveTo>
                      <a:pt x="3984" y="2935"/>
                    </a:moveTo>
                    <a:cubicBezTo>
                      <a:pt x="4018" y="2935"/>
                      <a:pt x="4052" y="2942"/>
                      <a:pt x="4077" y="2956"/>
                    </a:cubicBezTo>
                    <a:lnTo>
                      <a:pt x="4113" y="2978"/>
                    </a:lnTo>
                    <a:cubicBezTo>
                      <a:pt x="4163" y="3006"/>
                      <a:pt x="4163" y="3057"/>
                      <a:pt x="4113" y="3085"/>
                    </a:cubicBezTo>
                    <a:lnTo>
                      <a:pt x="3875" y="3221"/>
                    </a:lnTo>
                    <a:cubicBezTo>
                      <a:pt x="3846" y="3236"/>
                      <a:pt x="3812" y="3243"/>
                      <a:pt x="3779" y="3243"/>
                    </a:cubicBezTo>
                    <a:cubicBezTo>
                      <a:pt x="3746" y="3243"/>
                      <a:pt x="3714" y="3236"/>
                      <a:pt x="3689" y="3221"/>
                    </a:cubicBezTo>
                    <a:lnTo>
                      <a:pt x="3652" y="3201"/>
                    </a:lnTo>
                    <a:cubicBezTo>
                      <a:pt x="3602" y="3171"/>
                      <a:pt x="3602" y="3121"/>
                      <a:pt x="3652" y="3092"/>
                    </a:cubicBezTo>
                    <a:lnTo>
                      <a:pt x="3890" y="2956"/>
                    </a:lnTo>
                    <a:cubicBezTo>
                      <a:pt x="3915" y="2942"/>
                      <a:pt x="3950" y="2935"/>
                      <a:pt x="3984" y="2935"/>
                    </a:cubicBezTo>
                    <a:close/>
                    <a:moveTo>
                      <a:pt x="7681" y="2856"/>
                    </a:moveTo>
                    <a:cubicBezTo>
                      <a:pt x="7714" y="2856"/>
                      <a:pt x="7746" y="2862"/>
                      <a:pt x="7772" y="2876"/>
                    </a:cubicBezTo>
                    <a:lnTo>
                      <a:pt x="7995" y="3006"/>
                    </a:lnTo>
                    <a:cubicBezTo>
                      <a:pt x="8045" y="3035"/>
                      <a:pt x="8045" y="3085"/>
                      <a:pt x="7995" y="3114"/>
                    </a:cubicBezTo>
                    <a:lnTo>
                      <a:pt x="7779" y="3237"/>
                    </a:lnTo>
                    <a:cubicBezTo>
                      <a:pt x="7748" y="3256"/>
                      <a:pt x="7712" y="3265"/>
                      <a:pt x="7677" y="3265"/>
                    </a:cubicBezTo>
                    <a:cubicBezTo>
                      <a:pt x="7646" y="3265"/>
                      <a:pt x="7615" y="3258"/>
                      <a:pt x="7591" y="3244"/>
                    </a:cubicBezTo>
                    <a:lnTo>
                      <a:pt x="7368" y="3114"/>
                    </a:lnTo>
                    <a:cubicBezTo>
                      <a:pt x="7318" y="3085"/>
                      <a:pt x="7318" y="3035"/>
                      <a:pt x="7368" y="3006"/>
                    </a:cubicBezTo>
                    <a:lnTo>
                      <a:pt x="7584" y="2876"/>
                    </a:lnTo>
                    <a:cubicBezTo>
                      <a:pt x="7613" y="2862"/>
                      <a:pt x="7647" y="2856"/>
                      <a:pt x="7681" y="2856"/>
                    </a:cubicBezTo>
                    <a:close/>
                    <a:moveTo>
                      <a:pt x="8588" y="2899"/>
                    </a:moveTo>
                    <a:cubicBezTo>
                      <a:pt x="8621" y="2899"/>
                      <a:pt x="8655" y="2906"/>
                      <a:pt x="8685" y="2919"/>
                    </a:cubicBezTo>
                    <a:lnTo>
                      <a:pt x="8900" y="3049"/>
                    </a:lnTo>
                    <a:cubicBezTo>
                      <a:pt x="8950" y="3078"/>
                      <a:pt x="8950" y="3128"/>
                      <a:pt x="8900" y="3157"/>
                    </a:cubicBezTo>
                    <a:lnTo>
                      <a:pt x="8685" y="3280"/>
                    </a:lnTo>
                    <a:cubicBezTo>
                      <a:pt x="8655" y="3294"/>
                      <a:pt x="8621" y="3301"/>
                      <a:pt x="8588" y="3301"/>
                    </a:cubicBezTo>
                    <a:cubicBezTo>
                      <a:pt x="8555" y="3301"/>
                      <a:pt x="8522" y="3294"/>
                      <a:pt x="8497" y="3280"/>
                    </a:cubicBezTo>
                    <a:lnTo>
                      <a:pt x="8274" y="3157"/>
                    </a:lnTo>
                    <a:cubicBezTo>
                      <a:pt x="8224" y="3128"/>
                      <a:pt x="8224" y="3078"/>
                      <a:pt x="8274" y="3049"/>
                    </a:cubicBezTo>
                    <a:lnTo>
                      <a:pt x="8497" y="2919"/>
                    </a:lnTo>
                    <a:cubicBezTo>
                      <a:pt x="8522" y="2906"/>
                      <a:pt x="8555" y="2899"/>
                      <a:pt x="8588" y="2899"/>
                    </a:cubicBezTo>
                    <a:close/>
                    <a:moveTo>
                      <a:pt x="5593" y="2920"/>
                    </a:moveTo>
                    <a:cubicBezTo>
                      <a:pt x="5627" y="2920"/>
                      <a:pt x="5661" y="2927"/>
                      <a:pt x="5686" y="2942"/>
                    </a:cubicBezTo>
                    <a:lnTo>
                      <a:pt x="5924" y="3078"/>
                    </a:lnTo>
                    <a:cubicBezTo>
                      <a:pt x="5974" y="3107"/>
                      <a:pt x="5974" y="3157"/>
                      <a:pt x="5924" y="3187"/>
                    </a:cubicBezTo>
                    <a:lnTo>
                      <a:pt x="5702" y="3316"/>
                    </a:lnTo>
                    <a:cubicBezTo>
                      <a:pt x="5676" y="3330"/>
                      <a:pt x="5641" y="3337"/>
                      <a:pt x="5607" y="3337"/>
                    </a:cubicBezTo>
                    <a:cubicBezTo>
                      <a:pt x="5573" y="3337"/>
                      <a:pt x="5539" y="3330"/>
                      <a:pt x="5514" y="3316"/>
                    </a:cubicBezTo>
                    <a:lnTo>
                      <a:pt x="5277" y="3178"/>
                    </a:lnTo>
                    <a:cubicBezTo>
                      <a:pt x="5227" y="3151"/>
                      <a:pt x="5227" y="3101"/>
                      <a:pt x="5277" y="3071"/>
                    </a:cubicBezTo>
                    <a:lnTo>
                      <a:pt x="5500" y="2942"/>
                    </a:lnTo>
                    <a:cubicBezTo>
                      <a:pt x="5525" y="2927"/>
                      <a:pt x="5559" y="2920"/>
                      <a:pt x="5593" y="2920"/>
                    </a:cubicBezTo>
                    <a:close/>
                    <a:moveTo>
                      <a:pt x="6410" y="3035"/>
                    </a:moveTo>
                    <a:cubicBezTo>
                      <a:pt x="6443" y="3035"/>
                      <a:pt x="6477" y="3043"/>
                      <a:pt x="6506" y="3057"/>
                    </a:cubicBezTo>
                    <a:lnTo>
                      <a:pt x="6714" y="3178"/>
                    </a:lnTo>
                    <a:cubicBezTo>
                      <a:pt x="6765" y="3207"/>
                      <a:pt x="6765" y="3258"/>
                      <a:pt x="6714" y="3287"/>
                    </a:cubicBezTo>
                    <a:lnTo>
                      <a:pt x="6499" y="3409"/>
                    </a:lnTo>
                    <a:cubicBezTo>
                      <a:pt x="6474" y="3423"/>
                      <a:pt x="6440" y="3430"/>
                      <a:pt x="6406" y="3430"/>
                    </a:cubicBezTo>
                    <a:cubicBezTo>
                      <a:pt x="6372" y="3430"/>
                      <a:pt x="6338" y="3423"/>
                      <a:pt x="6313" y="3409"/>
                    </a:cubicBezTo>
                    <a:lnTo>
                      <a:pt x="6104" y="3287"/>
                    </a:lnTo>
                    <a:cubicBezTo>
                      <a:pt x="6054" y="3258"/>
                      <a:pt x="6054" y="3207"/>
                      <a:pt x="6104" y="3178"/>
                    </a:cubicBezTo>
                    <a:lnTo>
                      <a:pt x="6319" y="3057"/>
                    </a:lnTo>
                    <a:cubicBezTo>
                      <a:pt x="6344" y="3043"/>
                      <a:pt x="6377" y="3035"/>
                      <a:pt x="6410" y="3035"/>
                    </a:cubicBezTo>
                    <a:close/>
                    <a:moveTo>
                      <a:pt x="3473" y="3229"/>
                    </a:moveTo>
                    <a:cubicBezTo>
                      <a:pt x="3507" y="3229"/>
                      <a:pt x="3541" y="3236"/>
                      <a:pt x="3566" y="3251"/>
                    </a:cubicBezTo>
                    <a:lnTo>
                      <a:pt x="3602" y="3273"/>
                    </a:lnTo>
                    <a:cubicBezTo>
                      <a:pt x="3652" y="3301"/>
                      <a:pt x="3652" y="3351"/>
                      <a:pt x="3602" y="3380"/>
                    </a:cubicBezTo>
                    <a:lnTo>
                      <a:pt x="3394" y="3502"/>
                    </a:lnTo>
                    <a:cubicBezTo>
                      <a:pt x="3365" y="3517"/>
                      <a:pt x="3331" y="3524"/>
                      <a:pt x="3297" y="3524"/>
                    </a:cubicBezTo>
                    <a:cubicBezTo>
                      <a:pt x="3263" y="3524"/>
                      <a:pt x="3229" y="3517"/>
                      <a:pt x="3200" y="3502"/>
                    </a:cubicBezTo>
                    <a:lnTo>
                      <a:pt x="3171" y="3480"/>
                    </a:lnTo>
                    <a:cubicBezTo>
                      <a:pt x="3114" y="3452"/>
                      <a:pt x="3114" y="3402"/>
                      <a:pt x="3171" y="3373"/>
                    </a:cubicBezTo>
                    <a:lnTo>
                      <a:pt x="3380" y="3251"/>
                    </a:lnTo>
                    <a:cubicBezTo>
                      <a:pt x="3405" y="3236"/>
                      <a:pt x="3439" y="3229"/>
                      <a:pt x="3473" y="3229"/>
                    </a:cubicBezTo>
                    <a:close/>
                    <a:moveTo>
                      <a:pt x="4292" y="3114"/>
                    </a:moveTo>
                    <a:cubicBezTo>
                      <a:pt x="4326" y="3114"/>
                      <a:pt x="4361" y="3121"/>
                      <a:pt x="4386" y="3135"/>
                    </a:cubicBezTo>
                    <a:lnTo>
                      <a:pt x="4601" y="3258"/>
                    </a:lnTo>
                    <a:cubicBezTo>
                      <a:pt x="4651" y="3287"/>
                      <a:pt x="4651" y="3337"/>
                      <a:pt x="4594" y="3366"/>
                    </a:cubicBezTo>
                    <a:lnTo>
                      <a:pt x="4356" y="3502"/>
                    </a:lnTo>
                    <a:cubicBezTo>
                      <a:pt x="4331" y="3521"/>
                      <a:pt x="4297" y="3530"/>
                      <a:pt x="4263" y="3530"/>
                    </a:cubicBezTo>
                    <a:cubicBezTo>
                      <a:pt x="4229" y="3530"/>
                      <a:pt x="4195" y="3521"/>
                      <a:pt x="4170" y="3502"/>
                    </a:cubicBezTo>
                    <a:lnTo>
                      <a:pt x="3961" y="3380"/>
                    </a:lnTo>
                    <a:cubicBezTo>
                      <a:pt x="3904" y="3351"/>
                      <a:pt x="3911" y="3301"/>
                      <a:pt x="3961" y="3273"/>
                    </a:cubicBezTo>
                    <a:lnTo>
                      <a:pt x="4199" y="3135"/>
                    </a:lnTo>
                    <a:cubicBezTo>
                      <a:pt x="4224" y="3121"/>
                      <a:pt x="4258" y="3114"/>
                      <a:pt x="4292" y="3114"/>
                    </a:cubicBezTo>
                    <a:close/>
                    <a:moveTo>
                      <a:pt x="7192" y="3135"/>
                    </a:moveTo>
                    <a:cubicBezTo>
                      <a:pt x="7225" y="3135"/>
                      <a:pt x="7257" y="3143"/>
                      <a:pt x="7282" y="3157"/>
                    </a:cubicBezTo>
                    <a:lnTo>
                      <a:pt x="7505" y="3287"/>
                    </a:lnTo>
                    <a:cubicBezTo>
                      <a:pt x="7556" y="3316"/>
                      <a:pt x="7556" y="3366"/>
                      <a:pt x="7505" y="3394"/>
                    </a:cubicBezTo>
                    <a:lnTo>
                      <a:pt x="7268" y="3532"/>
                    </a:lnTo>
                    <a:cubicBezTo>
                      <a:pt x="7243" y="3549"/>
                      <a:pt x="7209" y="3558"/>
                      <a:pt x="7175" y="3558"/>
                    </a:cubicBezTo>
                    <a:cubicBezTo>
                      <a:pt x="7141" y="3558"/>
                      <a:pt x="7107" y="3549"/>
                      <a:pt x="7082" y="3532"/>
                    </a:cubicBezTo>
                    <a:lnTo>
                      <a:pt x="6858" y="3409"/>
                    </a:lnTo>
                    <a:cubicBezTo>
                      <a:pt x="6808" y="3380"/>
                      <a:pt x="6808" y="3330"/>
                      <a:pt x="6858" y="3301"/>
                    </a:cubicBezTo>
                    <a:lnTo>
                      <a:pt x="7103" y="3157"/>
                    </a:lnTo>
                    <a:cubicBezTo>
                      <a:pt x="7128" y="3143"/>
                      <a:pt x="7160" y="3135"/>
                      <a:pt x="7192" y="3135"/>
                    </a:cubicBezTo>
                    <a:close/>
                    <a:moveTo>
                      <a:pt x="5100" y="3203"/>
                    </a:moveTo>
                    <a:cubicBezTo>
                      <a:pt x="5134" y="3203"/>
                      <a:pt x="5166" y="3212"/>
                      <a:pt x="5191" y="3230"/>
                    </a:cubicBezTo>
                    <a:lnTo>
                      <a:pt x="5434" y="3366"/>
                    </a:lnTo>
                    <a:cubicBezTo>
                      <a:pt x="5486" y="3394"/>
                      <a:pt x="5486" y="3446"/>
                      <a:pt x="5428" y="3473"/>
                    </a:cubicBezTo>
                    <a:lnTo>
                      <a:pt x="5248" y="3582"/>
                    </a:lnTo>
                    <a:cubicBezTo>
                      <a:pt x="5220" y="3596"/>
                      <a:pt x="5186" y="3603"/>
                      <a:pt x="5152" y="3603"/>
                    </a:cubicBezTo>
                    <a:cubicBezTo>
                      <a:pt x="5119" y="3603"/>
                      <a:pt x="5087" y="3596"/>
                      <a:pt x="5062" y="3582"/>
                    </a:cubicBezTo>
                    <a:lnTo>
                      <a:pt x="4824" y="3446"/>
                    </a:lnTo>
                    <a:cubicBezTo>
                      <a:pt x="4767" y="3409"/>
                      <a:pt x="4767" y="3366"/>
                      <a:pt x="4824" y="3330"/>
                    </a:cubicBezTo>
                    <a:lnTo>
                      <a:pt x="5003" y="3230"/>
                    </a:lnTo>
                    <a:cubicBezTo>
                      <a:pt x="5032" y="3212"/>
                      <a:pt x="5067" y="3203"/>
                      <a:pt x="5100" y="3203"/>
                    </a:cubicBezTo>
                    <a:close/>
                    <a:moveTo>
                      <a:pt x="5928" y="3315"/>
                    </a:moveTo>
                    <a:cubicBezTo>
                      <a:pt x="5962" y="3315"/>
                      <a:pt x="5996" y="3322"/>
                      <a:pt x="6024" y="3337"/>
                    </a:cubicBezTo>
                    <a:lnTo>
                      <a:pt x="6233" y="3459"/>
                    </a:lnTo>
                    <a:cubicBezTo>
                      <a:pt x="6283" y="3489"/>
                      <a:pt x="6283" y="3539"/>
                      <a:pt x="6233" y="3566"/>
                    </a:cubicBezTo>
                    <a:lnTo>
                      <a:pt x="6011" y="3696"/>
                    </a:lnTo>
                    <a:cubicBezTo>
                      <a:pt x="5986" y="3710"/>
                      <a:pt x="5952" y="3718"/>
                      <a:pt x="5917" y="3718"/>
                    </a:cubicBezTo>
                    <a:cubicBezTo>
                      <a:pt x="5883" y="3718"/>
                      <a:pt x="5848" y="3710"/>
                      <a:pt x="5823" y="3696"/>
                    </a:cubicBezTo>
                    <a:lnTo>
                      <a:pt x="5616" y="3575"/>
                    </a:lnTo>
                    <a:cubicBezTo>
                      <a:pt x="5557" y="3546"/>
                      <a:pt x="5564" y="3496"/>
                      <a:pt x="5616" y="3466"/>
                    </a:cubicBezTo>
                    <a:lnTo>
                      <a:pt x="5831" y="3337"/>
                    </a:lnTo>
                    <a:cubicBezTo>
                      <a:pt x="5860" y="3322"/>
                      <a:pt x="5894" y="3315"/>
                      <a:pt x="5928" y="3315"/>
                    </a:cubicBezTo>
                    <a:close/>
                    <a:moveTo>
                      <a:pt x="3782" y="3409"/>
                    </a:moveTo>
                    <a:cubicBezTo>
                      <a:pt x="3816" y="3409"/>
                      <a:pt x="3850" y="3416"/>
                      <a:pt x="3875" y="3430"/>
                    </a:cubicBezTo>
                    <a:lnTo>
                      <a:pt x="4091" y="3553"/>
                    </a:lnTo>
                    <a:cubicBezTo>
                      <a:pt x="4141" y="3582"/>
                      <a:pt x="4141" y="3632"/>
                      <a:pt x="4091" y="3661"/>
                    </a:cubicBezTo>
                    <a:lnTo>
                      <a:pt x="3875" y="3782"/>
                    </a:lnTo>
                    <a:cubicBezTo>
                      <a:pt x="3850" y="3797"/>
                      <a:pt x="3816" y="3804"/>
                      <a:pt x="3782" y="3804"/>
                    </a:cubicBezTo>
                    <a:cubicBezTo>
                      <a:pt x="3748" y="3804"/>
                      <a:pt x="3714" y="3797"/>
                      <a:pt x="3689" y="3782"/>
                    </a:cubicBezTo>
                    <a:lnTo>
                      <a:pt x="3473" y="3661"/>
                    </a:lnTo>
                    <a:cubicBezTo>
                      <a:pt x="3423" y="3632"/>
                      <a:pt x="3423" y="3582"/>
                      <a:pt x="3480" y="3553"/>
                    </a:cubicBezTo>
                    <a:lnTo>
                      <a:pt x="3689" y="3430"/>
                    </a:lnTo>
                    <a:cubicBezTo>
                      <a:pt x="3714" y="3416"/>
                      <a:pt x="3748" y="3409"/>
                      <a:pt x="3782" y="3409"/>
                    </a:cubicBezTo>
                    <a:close/>
                    <a:moveTo>
                      <a:pt x="2992" y="3510"/>
                    </a:moveTo>
                    <a:cubicBezTo>
                      <a:pt x="3026" y="3510"/>
                      <a:pt x="3060" y="3517"/>
                      <a:pt x="3085" y="3532"/>
                    </a:cubicBezTo>
                    <a:lnTo>
                      <a:pt x="3121" y="3553"/>
                    </a:lnTo>
                    <a:cubicBezTo>
                      <a:pt x="3171" y="3582"/>
                      <a:pt x="3171" y="3632"/>
                      <a:pt x="3121" y="3661"/>
                    </a:cubicBezTo>
                    <a:lnTo>
                      <a:pt x="2899" y="3782"/>
                    </a:lnTo>
                    <a:cubicBezTo>
                      <a:pt x="2873" y="3800"/>
                      <a:pt x="2838" y="3809"/>
                      <a:pt x="2804" y="3809"/>
                    </a:cubicBezTo>
                    <a:cubicBezTo>
                      <a:pt x="2770" y="3809"/>
                      <a:pt x="2736" y="3800"/>
                      <a:pt x="2710" y="3782"/>
                    </a:cubicBezTo>
                    <a:lnTo>
                      <a:pt x="2674" y="3768"/>
                    </a:lnTo>
                    <a:cubicBezTo>
                      <a:pt x="2624" y="3732"/>
                      <a:pt x="2624" y="3689"/>
                      <a:pt x="2674" y="3653"/>
                    </a:cubicBezTo>
                    <a:lnTo>
                      <a:pt x="2899" y="3532"/>
                    </a:lnTo>
                    <a:cubicBezTo>
                      <a:pt x="2924" y="3517"/>
                      <a:pt x="2958" y="3510"/>
                      <a:pt x="2992" y="3510"/>
                    </a:cubicBezTo>
                    <a:close/>
                    <a:moveTo>
                      <a:pt x="6683" y="3430"/>
                    </a:moveTo>
                    <a:cubicBezTo>
                      <a:pt x="6716" y="3430"/>
                      <a:pt x="6751" y="3438"/>
                      <a:pt x="6780" y="3452"/>
                    </a:cubicBezTo>
                    <a:lnTo>
                      <a:pt x="6996" y="3582"/>
                    </a:lnTo>
                    <a:cubicBezTo>
                      <a:pt x="7046" y="3609"/>
                      <a:pt x="7046" y="3661"/>
                      <a:pt x="6996" y="3689"/>
                    </a:cubicBezTo>
                    <a:lnTo>
                      <a:pt x="6787" y="3811"/>
                    </a:lnTo>
                    <a:cubicBezTo>
                      <a:pt x="6758" y="3826"/>
                      <a:pt x="6724" y="3833"/>
                      <a:pt x="6690" y="3833"/>
                    </a:cubicBezTo>
                    <a:cubicBezTo>
                      <a:pt x="6657" y="3833"/>
                      <a:pt x="6625" y="3826"/>
                      <a:pt x="6599" y="3811"/>
                    </a:cubicBezTo>
                    <a:lnTo>
                      <a:pt x="6376" y="3682"/>
                    </a:lnTo>
                    <a:cubicBezTo>
                      <a:pt x="6326" y="3653"/>
                      <a:pt x="6326" y="3609"/>
                      <a:pt x="6376" y="3575"/>
                    </a:cubicBezTo>
                    <a:lnTo>
                      <a:pt x="6592" y="3452"/>
                    </a:lnTo>
                    <a:cubicBezTo>
                      <a:pt x="6617" y="3438"/>
                      <a:pt x="6649" y="3430"/>
                      <a:pt x="6683" y="3430"/>
                    </a:cubicBezTo>
                    <a:close/>
                    <a:moveTo>
                      <a:pt x="4644" y="3467"/>
                    </a:moveTo>
                    <a:cubicBezTo>
                      <a:pt x="4678" y="3467"/>
                      <a:pt x="4712" y="3474"/>
                      <a:pt x="4738" y="3489"/>
                    </a:cubicBezTo>
                    <a:lnTo>
                      <a:pt x="4976" y="3625"/>
                    </a:lnTo>
                    <a:cubicBezTo>
                      <a:pt x="5026" y="3661"/>
                      <a:pt x="5026" y="3704"/>
                      <a:pt x="4976" y="3739"/>
                    </a:cubicBezTo>
                    <a:lnTo>
                      <a:pt x="4738" y="3877"/>
                    </a:lnTo>
                    <a:cubicBezTo>
                      <a:pt x="4712" y="3891"/>
                      <a:pt x="4678" y="3898"/>
                      <a:pt x="4644" y="3898"/>
                    </a:cubicBezTo>
                    <a:cubicBezTo>
                      <a:pt x="4610" y="3898"/>
                      <a:pt x="4576" y="3891"/>
                      <a:pt x="4551" y="3877"/>
                    </a:cubicBezTo>
                    <a:lnTo>
                      <a:pt x="4313" y="3739"/>
                    </a:lnTo>
                    <a:cubicBezTo>
                      <a:pt x="4256" y="3704"/>
                      <a:pt x="4256" y="3661"/>
                      <a:pt x="4313" y="3625"/>
                    </a:cubicBezTo>
                    <a:lnTo>
                      <a:pt x="4551" y="3489"/>
                    </a:lnTo>
                    <a:cubicBezTo>
                      <a:pt x="4576" y="3474"/>
                      <a:pt x="4610" y="3467"/>
                      <a:pt x="4644" y="3467"/>
                    </a:cubicBezTo>
                    <a:close/>
                    <a:moveTo>
                      <a:pt x="5435" y="3596"/>
                    </a:moveTo>
                    <a:cubicBezTo>
                      <a:pt x="5469" y="3596"/>
                      <a:pt x="5503" y="3603"/>
                      <a:pt x="5529" y="3618"/>
                    </a:cubicBezTo>
                    <a:lnTo>
                      <a:pt x="5736" y="3739"/>
                    </a:lnTo>
                    <a:cubicBezTo>
                      <a:pt x="5795" y="3768"/>
                      <a:pt x="5795" y="3818"/>
                      <a:pt x="5736" y="3847"/>
                    </a:cubicBezTo>
                    <a:lnTo>
                      <a:pt x="5557" y="3954"/>
                    </a:lnTo>
                    <a:cubicBezTo>
                      <a:pt x="5528" y="3969"/>
                      <a:pt x="5494" y="3976"/>
                      <a:pt x="5460" y="3976"/>
                    </a:cubicBezTo>
                    <a:cubicBezTo>
                      <a:pt x="5426" y="3976"/>
                      <a:pt x="5392" y="3969"/>
                      <a:pt x="5364" y="3954"/>
                    </a:cubicBezTo>
                    <a:lnTo>
                      <a:pt x="5155" y="3834"/>
                    </a:lnTo>
                    <a:cubicBezTo>
                      <a:pt x="5105" y="3804"/>
                      <a:pt x="5105" y="3754"/>
                      <a:pt x="5155" y="3725"/>
                    </a:cubicBezTo>
                    <a:lnTo>
                      <a:pt x="5341" y="3618"/>
                    </a:lnTo>
                    <a:cubicBezTo>
                      <a:pt x="5366" y="3603"/>
                      <a:pt x="5400" y="3596"/>
                      <a:pt x="5435" y="3596"/>
                    </a:cubicBezTo>
                    <a:close/>
                    <a:moveTo>
                      <a:pt x="3300" y="3689"/>
                    </a:moveTo>
                    <a:cubicBezTo>
                      <a:pt x="3335" y="3689"/>
                      <a:pt x="3369" y="3697"/>
                      <a:pt x="3394" y="3711"/>
                    </a:cubicBezTo>
                    <a:lnTo>
                      <a:pt x="3602" y="3834"/>
                    </a:lnTo>
                    <a:cubicBezTo>
                      <a:pt x="3659" y="3861"/>
                      <a:pt x="3659" y="3911"/>
                      <a:pt x="3602" y="3941"/>
                    </a:cubicBezTo>
                    <a:lnTo>
                      <a:pt x="3387" y="4070"/>
                    </a:lnTo>
                    <a:cubicBezTo>
                      <a:pt x="3358" y="4085"/>
                      <a:pt x="3324" y="4092"/>
                      <a:pt x="3291" y="4092"/>
                    </a:cubicBezTo>
                    <a:cubicBezTo>
                      <a:pt x="3258" y="4092"/>
                      <a:pt x="3225" y="4085"/>
                      <a:pt x="3200" y="4070"/>
                    </a:cubicBezTo>
                    <a:lnTo>
                      <a:pt x="2985" y="3941"/>
                    </a:lnTo>
                    <a:cubicBezTo>
                      <a:pt x="2933" y="3911"/>
                      <a:pt x="2933" y="3868"/>
                      <a:pt x="2985" y="3834"/>
                    </a:cubicBezTo>
                    <a:lnTo>
                      <a:pt x="3207" y="3711"/>
                    </a:lnTo>
                    <a:cubicBezTo>
                      <a:pt x="3232" y="3697"/>
                      <a:pt x="3266" y="3689"/>
                      <a:pt x="3300" y="3689"/>
                    </a:cubicBezTo>
                    <a:close/>
                    <a:moveTo>
                      <a:pt x="2502" y="3789"/>
                    </a:moveTo>
                    <a:cubicBezTo>
                      <a:pt x="2536" y="3789"/>
                      <a:pt x="2571" y="3797"/>
                      <a:pt x="2597" y="3811"/>
                    </a:cubicBezTo>
                    <a:lnTo>
                      <a:pt x="2631" y="3834"/>
                    </a:lnTo>
                    <a:cubicBezTo>
                      <a:pt x="2683" y="3861"/>
                      <a:pt x="2683" y="3911"/>
                      <a:pt x="2624" y="3941"/>
                    </a:cubicBezTo>
                    <a:lnTo>
                      <a:pt x="2402" y="4077"/>
                    </a:lnTo>
                    <a:cubicBezTo>
                      <a:pt x="2373" y="4092"/>
                      <a:pt x="2339" y="4099"/>
                      <a:pt x="2305" y="4099"/>
                    </a:cubicBezTo>
                    <a:cubicBezTo>
                      <a:pt x="2271" y="4099"/>
                      <a:pt x="2237" y="4092"/>
                      <a:pt x="2208" y="4077"/>
                    </a:cubicBezTo>
                    <a:lnTo>
                      <a:pt x="2179" y="4056"/>
                    </a:lnTo>
                    <a:cubicBezTo>
                      <a:pt x="2122" y="4027"/>
                      <a:pt x="2129" y="3977"/>
                      <a:pt x="2179" y="3948"/>
                    </a:cubicBezTo>
                    <a:lnTo>
                      <a:pt x="2409" y="3811"/>
                    </a:lnTo>
                    <a:cubicBezTo>
                      <a:pt x="2434" y="3797"/>
                      <a:pt x="2468" y="3789"/>
                      <a:pt x="2502" y="3789"/>
                    </a:cubicBezTo>
                    <a:close/>
                    <a:moveTo>
                      <a:pt x="6200" y="3711"/>
                    </a:moveTo>
                    <a:cubicBezTo>
                      <a:pt x="6233" y="3711"/>
                      <a:pt x="6265" y="3718"/>
                      <a:pt x="6290" y="3732"/>
                    </a:cubicBezTo>
                    <a:lnTo>
                      <a:pt x="6513" y="3861"/>
                    </a:lnTo>
                    <a:cubicBezTo>
                      <a:pt x="6564" y="3891"/>
                      <a:pt x="6564" y="3941"/>
                      <a:pt x="6513" y="3970"/>
                    </a:cubicBezTo>
                    <a:lnTo>
                      <a:pt x="6290" y="4099"/>
                    </a:lnTo>
                    <a:cubicBezTo>
                      <a:pt x="6265" y="4113"/>
                      <a:pt x="6231" y="4120"/>
                      <a:pt x="6197" y="4120"/>
                    </a:cubicBezTo>
                    <a:cubicBezTo>
                      <a:pt x="6163" y="4120"/>
                      <a:pt x="6129" y="4113"/>
                      <a:pt x="6104" y="4099"/>
                    </a:cubicBezTo>
                    <a:lnTo>
                      <a:pt x="5888" y="3970"/>
                    </a:lnTo>
                    <a:cubicBezTo>
                      <a:pt x="5831" y="3941"/>
                      <a:pt x="5831" y="3891"/>
                      <a:pt x="5888" y="3861"/>
                    </a:cubicBezTo>
                    <a:lnTo>
                      <a:pt x="6104" y="3732"/>
                    </a:lnTo>
                    <a:cubicBezTo>
                      <a:pt x="6132" y="3718"/>
                      <a:pt x="6166" y="3711"/>
                      <a:pt x="6200" y="3711"/>
                    </a:cubicBezTo>
                    <a:close/>
                    <a:moveTo>
                      <a:pt x="4134" y="3761"/>
                    </a:moveTo>
                    <a:cubicBezTo>
                      <a:pt x="4168" y="3761"/>
                      <a:pt x="4202" y="3768"/>
                      <a:pt x="4227" y="3782"/>
                    </a:cubicBezTo>
                    <a:lnTo>
                      <a:pt x="4465" y="3920"/>
                    </a:lnTo>
                    <a:cubicBezTo>
                      <a:pt x="4515" y="3954"/>
                      <a:pt x="4515" y="3998"/>
                      <a:pt x="4465" y="4034"/>
                    </a:cubicBezTo>
                    <a:lnTo>
                      <a:pt x="4256" y="4156"/>
                    </a:lnTo>
                    <a:cubicBezTo>
                      <a:pt x="4228" y="4171"/>
                      <a:pt x="4194" y="4178"/>
                      <a:pt x="4160" y="4178"/>
                    </a:cubicBezTo>
                    <a:cubicBezTo>
                      <a:pt x="4127" y="4178"/>
                      <a:pt x="4095" y="4171"/>
                      <a:pt x="4070" y="4156"/>
                    </a:cubicBezTo>
                    <a:lnTo>
                      <a:pt x="3825" y="4013"/>
                    </a:lnTo>
                    <a:cubicBezTo>
                      <a:pt x="3775" y="3984"/>
                      <a:pt x="3775" y="3934"/>
                      <a:pt x="3832" y="3904"/>
                    </a:cubicBezTo>
                    <a:lnTo>
                      <a:pt x="4041" y="3782"/>
                    </a:lnTo>
                    <a:cubicBezTo>
                      <a:pt x="4066" y="3768"/>
                      <a:pt x="4100" y="3761"/>
                      <a:pt x="4134" y="3761"/>
                    </a:cubicBezTo>
                    <a:close/>
                    <a:moveTo>
                      <a:pt x="4982" y="3862"/>
                    </a:moveTo>
                    <a:cubicBezTo>
                      <a:pt x="5017" y="3862"/>
                      <a:pt x="5051" y="3869"/>
                      <a:pt x="5076" y="3884"/>
                    </a:cubicBezTo>
                    <a:lnTo>
                      <a:pt x="5284" y="4006"/>
                    </a:lnTo>
                    <a:cubicBezTo>
                      <a:pt x="5334" y="4034"/>
                      <a:pt x="5334" y="4084"/>
                      <a:pt x="5284" y="4113"/>
                    </a:cubicBezTo>
                    <a:lnTo>
                      <a:pt x="5046" y="4249"/>
                    </a:lnTo>
                    <a:cubicBezTo>
                      <a:pt x="5018" y="4264"/>
                      <a:pt x="4984" y="4271"/>
                      <a:pt x="4951" y="4271"/>
                    </a:cubicBezTo>
                    <a:cubicBezTo>
                      <a:pt x="4917" y="4271"/>
                      <a:pt x="4885" y="4264"/>
                      <a:pt x="4860" y="4249"/>
                    </a:cubicBezTo>
                    <a:lnTo>
                      <a:pt x="4644" y="4127"/>
                    </a:lnTo>
                    <a:cubicBezTo>
                      <a:pt x="4594" y="4099"/>
                      <a:pt x="4594" y="4049"/>
                      <a:pt x="4644" y="4020"/>
                    </a:cubicBezTo>
                    <a:lnTo>
                      <a:pt x="4889" y="3884"/>
                    </a:lnTo>
                    <a:cubicBezTo>
                      <a:pt x="4914" y="3869"/>
                      <a:pt x="4948" y="3862"/>
                      <a:pt x="4982" y="3862"/>
                    </a:cubicBezTo>
                    <a:close/>
                    <a:moveTo>
                      <a:pt x="2809" y="3970"/>
                    </a:moveTo>
                    <a:cubicBezTo>
                      <a:pt x="2842" y="3970"/>
                      <a:pt x="2876" y="3977"/>
                      <a:pt x="2905" y="3991"/>
                    </a:cubicBezTo>
                    <a:lnTo>
                      <a:pt x="3114" y="4113"/>
                    </a:lnTo>
                    <a:cubicBezTo>
                      <a:pt x="3164" y="4142"/>
                      <a:pt x="3164" y="4193"/>
                      <a:pt x="3114" y="4222"/>
                    </a:cubicBezTo>
                    <a:lnTo>
                      <a:pt x="2883" y="4358"/>
                    </a:lnTo>
                    <a:cubicBezTo>
                      <a:pt x="2858" y="4372"/>
                      <a:pt x="2824" y="4379"/>
                      <a:pt x="2790" y="4379"/>
                    </a:cubicBezTo>
                    <a:cubicBezTo>
                      <a:pt x="2756" y="4379"/>
                      <a:pt x="2722" y="4372"/>
                      <a:pt x="2697" y="4358"/>
                    </a:cubicBezTo>
                    <a:lnTo>
                      <a:pt x="2481" y="4236"/>
                    </a:lnTo>
                    <a:cubicBezTo>
                      <a:pt x="2431" y="4206"/>
                      <a:pt x="2431" y="4156"/>
                      <a:pt x="2488" y="4127"/>
                    </a:cubicBezTo>
                    <a:lnTo>
                      <a:pt x="2717" y="3991"/>
                    </a:lnTo>
                    <a:cubicBezTo>
                      <a:pt x="2743" y="3977"/>
                      <a:pt x="2776" y="3970"/>
                      <a:pt x="2809" y="3970"/>
                    </a:cubicBezTo>
                    <a:close/>
                    <a:moveTo>
                      <a:pt x="5709" y="3993"/>
                    </a:moveTo>
                    <a:cubicBezTo>
                      <a:pt x="5743" y="3993"/>
                      <a:pt x="5777" y="4002"/>
                      <a:pt x="5802" y="4020"/>
                    </a:cubicBezTo>
                    <a:lnTo>
                      <a:pt x="6024" y="4142"/>
                    </a:lnTo>
                    <a:cubicBezTo>
                      <a:pt x="6074" y="4170"/>
                      <a:pt x="6074" y="4222"/>
                      <a:pt x="6024" y="4249"/>
                    </a:cubicBezTo>
                    <a:lnTo>
                      <a:pt x="5838" y="4358"/>
                    </a:lnTo>
                    <a:cubicBezTo>
                      <a:pt x="5813" y="4372"/>
                      <a:pt x="5779" y="4379"/>
                      <a:pt x="5745" y="4379"/>
                    </a:cubicBezTo>
                    <a:cubicBezTo>
                      <a:pt x="5710" y="4379"/>
                      <a:pt x="5676" y="4372"/>
                      <a:pt x="5650" y="4358"/>
                    </a:cubicBezTo>
                    <a:lnTo>
                      <a:pt x="5428" y="4236"/>
                    </a:lnTo>
                    <a:cubicBezTo>
                      <a:pt x="5378" y="4199"/>
                      <a:pt x="5378" y="4156"/>
                      <a:pt x="5428" y="4127"/>
                    </a:cubicBezTo>
                    <a:lnTo>
                      <a:pt x="5616" y="4020"/>
                    </a:lnTo>
                    <a:cubicBezTo>
                      <a:pt x="5641" y="4002"/>
                      <a:pt x="5675" y="3993"/>
                      <a:pt x="5709" y="3993"/>
                    </a:cubicBezTo>
                    <a:close/>
                    <a:moveTo>
                      <a:pt x="2000" y="4077"/>
                    </a:moveTo>
                    <a:cubicBezTo>
                      <a:pt x="2034" y="4077"/>
                      <a:pt x="2068" y="4085"/>
                      <a:pt x="2093" y="4099"/>
                    </a:cubicBezTo>
                    <a:lnTo>
                      <a:pt x="2129" y="4120"/>
                    </a:lnTo>
                    <a:cubicBezTo>
                      <a:pt x="2179" y="4149"/>
                      <a:pt x="2179" y="4199"/>
                      <a:pt x="2129" y="4229"/>
                    </a:cubicBezTo>
                    <a:lnTo>
                      <a:pt x="1891" y="4372"/>
                    </a:lnTo>
                    <a:cubicBezTo>
                      <a:pt x="1863" y="4387"/>
                      <a:pt x="1829" y="4394"/>
                      <a:pt x="1795" y="4394"/>
                    </a:cubicBezTo>
                    <a:cubicBezTo>
                      <a:pt x="1762" y="4394"/>
                      <a:pt x="1730" y="4387"/>
                      <a:pt x="1705" y="4372"/>
                    </a:cubicBezTo>
                    <a:lnTo>
                      <a:pt x="1669" y="4351"/>
                    </a:lnTo>
                    <a:cubicBezTo>
                      <a:pt x="1618" y="4322"/>
                      <a:pt x="1618" y="4272"/>
                      <a:pt x="1669" y="4243"/>
                    </a:cubicBezTo>
                    <a:lnTo>
                      <a:pt x="1907" y="4099"/>
                    </a:lnTo>
                    <a:cubicBezTo>
                      <a:pt x="1932" y="4085"/>
                      <a:pt x="1966" y="4077"/>
                      <a:pt x="2000" y="4077"/>
                    </a:cubicBezTo>
                    <a:close/>
                    <a:moveTo>
                      <a:pt x="3652" y="4041"/>
                    </a:moveTo>
                    <a:cubicBezTo>
                      <a:pt x="3686" y="4041"/>
                      <a:pt x="3721" y="4048"/>
                      <a:pt x="3746" y="4063"/>
                    </a:cubicBezTo>
                    <a:lnTo>
                      <a:pt x="3984" y="4199"/>
                    </a:lnTo>
                    <a:cubicBezTo>
                      <a:pt x="4034" y="4229"/>
                      <a:pt x="4034" y="4279"/>
                      <a:pt x="3984" y="4308"/>
                    </a:cubicBezTo>
                    <a:lnTo>
                      <a:pt x="3761" y="4437"/>
                    </a:lnTo>
                    <a:cubicBezTo>
                      <a:pt x="3735" y="4451"/>
                      <a:pt x="3701" y="4458"/>
                      <a:pt x="3666" y="4458"/>
                    </a:cubicBezTo>
                    <a:cubicBezTo>
                      <a:pt x="3632" y="4458"/>
                      <a:pt x="3598" y="4451"/>
                      <a:pt x="3573" y="4437"/>
                    </a:cubicBezTo>
                    <a:lnTo>
                      <a:pt x="3337" y="4299"/>
                    </a:lnTo>
                    <a:cubicBezTo>
                      <a:pt x="3287" y="4272"/>
                      <a:pt x="3287" y="4222"/>
                      <a:pt x="3337" y="4193"/>
                    </a:cubicBezTo>
                    <a:lnTo>
                      <a:pt x="3559" y="4063"/>
                    </a:lnTo>
                    <a:cubicBezTo>
                      <a:pt x="3584" y="4048"/>
                      <a:pt x="3618" y="4041"/>
                      <a:pt x="3652" y="4041"/>
                    </a:cubicBezTo>
                    <a:close/>
                    <a:moveTo>
                      <a:pt x="4472" y="4157"/>
                    </a:moveTo>
                    <a:cubicBezTo>
                      <a:pt x="4506" y="4157"/>
                      <a:pt x="4540" y="4164"/>
                      <a:pt x="4565" y="4179"/>
                    </a:cubicBezTo>
                    <a:lnTo>
                      <a:pt x="4774" y="4299"/>
                    </a:lnTo>
                    <a:cubicBezTo>
                      <a:pt x="4824" y="4329"/>
                      <a:pt x="4824" y="4379"/>
                      <a:pt x="4774" y="4408"/>
                    </a:cubicBezTo>
                    <a:lnTo>
                      <a:pt x="4558" y="4531"/>
                    </a:lnTo>
                    <a:cubicBezTo>
                      <a:pt x="4533" y="4544"/>
                      <a:pt x="4501" y="4551"/>
                      <a:pt x="4468" y="4551"/>
                    </a:cubicBezTo>
                    <a:cubicBezTo>
                      <a:pt x="4434" y="4551"/>
                      <a:pt x="4400" y="4544"/>
                      <a:pt x="4372" y="4531"/>
                    </a:cubicBezTo>
                    <a:lnTo>
                      <a:pt x="4163" y="4408"/>
                    </a:lnTo>
                    <a:cubicBezTo>
                      <a:pt x="4113" y="4379"/>
                      <a:pt x="4113" y="4329"/>
                      <a:pt x="4163" y="4299"/>
                    </a:cubicBezTo>
                    <a:lnTo>
                      <a:pt x="4379" y="4179"/>
                    </a:lnTo>
                    <a:cubicBezTo>
                      <a:pt x="4404" y="4164"/>
                      <a:pt x="4438" y="4157"/>
                      <a:pt x="4472" y="4157"/>
                    </a:cubicBezTo>
                    <a:close/>
                    <a:moveTo>
                      <a:pt x="1489" y="4372"/>
                    </a:moveTo>
                    <a:cubicBezTo>
                      <a:pt x="1523" y="4372"/>
                      <a:pt x="1557" y="4380"/>
                      <a:pt x="1582" y="4394"/>
                    </a:cubicBezTo>
                    <a:lnTo>
                      <a:pt x="1618" y="4415"/>
                    </a:lnTo>
                    <a:cubicBezTo>
                      <a:pt x="1669" y="4444"/>
                      <a:pt x="1669" y="4494"/>
                      <a:pt x="1618" y="4524"/>
                    </a:cubicBezTo>
                    <a:lnTo>
                      <a:pt x="1410" y="4644"/>
                    </a:lnTo>
                    <a:cubicBezTo>
                      <a:pt x="1381" y="4659"/>
                      <a:pt x="1347" y="4666"/>
                      <a:pt x="1313" y="4666"/>
                    </a:cubicBezTo>
                    <a:cubicBezTo>
                      <a:pt x="1279" y="4666"/>
                      <a:pt x="1245" y="4659"/>
                      <a:pt x="1217" y="4644"/>
                    </a:cubicBezTo>
                    <a:lnTo>
                      <a:pt x="1187" y="4624"/>
                    </a:lnTo>
                    <a:cubicBezTo>
                      <a:pt x="1130" y="4594"/>
                      <a:pt x="1130" y="4551"/>
                      <a:pt x="1187" y="4515"/>
                    </a:cubicBezTo>
                    <a:lnTo>
                      <a:pt x="1396" y="4394"/>
                    </a:lnTo>
                    <a:cubicBezTo>
                      <a:pt x="1421" y="4380"/>
                      <a:pt x="1455" y="4372"/>
                      <a:pt x="1489" y="4372"/>
                    </a:cubicBezTo>
                    <a:close/>
                    <a:moveTo>
                      <a:pt x="5252" y="4257"/>
                    </a:moveTo>
                    <a:cubicBezTo>
                      <a:pt x="5286" y="4257"/>
                      <a:pt x="5320" y="4264"/>
                      <a:pt x="5348" y="4279"/>
                    </a:cubicBezTo>
                    <a:lnTo>
                      <a:pt x="5564" y="4408"/>
                    </a:lnTo>
                    <a:cubicBezTo>
                      <a:pt x="5616" y="4437"/>
                      <a:pt x="5616" y="4488"/>
                      <a:pt x="5564" y="4515"/>
                    </a:cubicBezTo>
                    <a:lnTo>
                      <a:pt x="5327" y="4653"/>
                    </a:lnTo>
                    <a:cubicBezTo>
                      <a:pt x="5302" y="4667"/>
                      <a:pt x="5268" y="4674"/>
                      <a:pt x="5234" y="4674"/>
                    </a:cubicBezTo>
                    <a:cubicBezTo>
                      <a:pt x="5200" y="4674"/>
                      <a:pt x="5166" y="4667"/>
                      <a:pt x="5141" y="4653"/>
                    </a:cubicBezTo>
                    <a:lnTo>
                      <a:pt x="4917" y="4531"/>
                    </a:lnTo>
                    <a:cubicBezTo>
                      <a:pt x="4867" y="4494"/>
                      <a:pt x="4867" y="4451"/>
                      <a:pt x="4917" y="4415"/>
                    </a:cubicBezTo>
                    <a:lnTo>
                      <a:pt x="5162" y="4279"/>
                    </a:lnTo>
                    <a:cubicBezTo>
                      <a:pt x="5187" y="4264"/>
                      <a:pt x="5219" y="4257"/>
                      <a:pt x="5252" y="4257"/>
                    </a:cubicBezTo>
                    <a:close/>
                    <a:moveTo>
                      <a:pt x="3162" y="4322"/>
                    </a:moveTo>
                    <a:cubicBezTo>
                      <a:pt x="3195" y="4322"/>
                      <a:pt x="3229" y="4329"/>
                      <a:pt x="3257" y="4343"/>
                    </a:cubicBezTo>
                    <a:lnTo>
                      <a:pt x="3494" y="4488"/>
                    </a:lnTo>
                    <a:cubicBezTo>
                      <a:pt x="3545" y="4515"/>
                      <a:pt x="3545" y="4567"/>
                      <a:pt x="3494" y="4594"/>
                    </a:cubicBezTo>
                    <a:lnTo>
                      <a:pt x="3264" y="4724"/>
                    </a:lnTo>
                    <a:cubicBezTo>
                      <a:pt x="3236" y="4739"/>
                      <a:pt x="3202" y="4746"/>
                      <a:pt x="3169" y="4746"/>
                    </a:cubicBezTo>
                    <a:cubicBezTo>
                      <a:pt x="3135" y="4746"/>
                      <a:pt x="3103" y="4739"/>
                      <a:pt x="3078" y="4724"/>
                    </a:cubicBezTo>
                    <a:lnTo>
                      <a:pt x="2833" y="4588"/>
                    </a:lnTo>
                    <a:cubicBezTo>
                      <a:pt x="2783" y="4558"/>
                      <a:pt x="2783" y="4508"/>
                      <a:pt x="2840" y="4481"/>
                    </a:cubicBezTo>
                    <a:lnTo>
                      <a:pt x="3071" y="4343"/>
                    </a:lnTo>
                    <a:cubicBezTo>
                      <a:pt x="3096" y="4329"/>
                      <a:pt x="3128" y="4322"/>
                      <a:pt x="3162" y="4322"/>
                    </a:cubicBezTo>
                    <a:close/>
                    <a:moveTo>
                      <a:pt x="3991" y="4431"/>
                    </a:moveTo>
                    <a:cubicBezTo>
                      <a:pt x="4025" y="4431"/>
                      <a:pt x="4059" y="4440"/>
                      <a:pt x="4084" y="4458"/>
                    </a:cubicBezTo>
                    <a:lnTo>
                      <a:pt x="4292" y="4581"/>
                    </a:lnTo>
                    <a:cubicBezTo>
                      <a:pt x="4342" y="4610"/>
                      <a:pt x="4342" y="4660"/>
                      <a:pt x="4292" y="4688"/>
                    </a:cubicBezTo>
                    <a:lnTo>
                      <a:pt x="4070" y="4810"/>
                    </a:lnTo>
                    <a:cubicBezTo>
                      <a:pt x="4045" y="4828"/>
                      <a:pt x="4011" y="4837"/>
                      <a:pt x="3977" y="4837"/>
                    </a:cubicBezTo>
                    <a:cubicBezTo>
                      <a:pt x="3942" y="4837"/>
                      <a:pt x="3908" y="4828"/>
                      <a:pt x="3882" y="4810"/>
                    </a:cubicBezTo>
                    <a:lnTo>
                      <a:pt x="3675" y="4688"/>
                    </a:lnTo>
                    <a:cubicBezTo>
                      <a:pt x="3623" y="4660"/>
                      <a:pt x="3623" y="4610"/>
                      <a:pt x="3675" y="4581"/>
                    </a:cubicBezTo>
                    <a:lnTo>
                      <a:pt x="3897" y="4458"/>
                    </a:lnTo>
                    <a:cubicBezTo>
                      <a:pt x="3922" y="4440"/>
                      <a:pt x="3956" y="4431"/>
                      <a:pt x="3991" y="4431"/>
                    </a:cubicBezTo>
                    <a:close/>
                    <a:moveTo>
                      <a:pt x="2309" y="4257"/>
                    </a:moveTo>
                    <a:cubicBezTo>
                      <a:pt x="2343" y="4257"/>
                      <a:pt x="2377" y="4264"/>
                      <a:pt x="2402" y="4279"/>
                    </a:cubicBezTo>
                    <a:lnTo>
                      <a:pt x="2617" y="4401"/>
                    </a:lnTo>
                    <a:cubicBezTo>
                      <a:pt x="2667" y="4437"/>
                      <a:pt x="2667" y="4481"/>
                      <a:pt x="2610" y="4515"/>
                    </a:cubicBezTo>
                    <a:lnTo>
                      <a:pt x="1891" y="4933"/>
                    </a:lnTo>
                    <a:cubicBezTo>
                      <a:pt x="1866" y="4947"/>
                      <a:pt x="1832" y="4955"/>
                      <a:pt x="1798" y="4955"/>
                    </a:cubicBezTo>
                    <a:cubicBezTo>
                      <a:pt x="1764" y="4955"/>
                      <a:pt x="1730" y="4947"/>
                      <a:pt x="1705" y="4933"/>
                    </a:cubicBezTo>
                    <a:lnTo>
                      <a:pt x="1489" y="4803"/>
                    </a:lnTo>
                    <a:cubicBezTo>
                      <a:pt x="1439" y="4774"/>
                      <a:pt x="1439" y="4724"/>
                      <a:pt x="1496" y="4696"/>
                    </a:cubicBezTo>
                    <a:lnTo>
                      <a:pt x="2215" y="4279"/>
                    </a:lnTo>
                    <a:cubicBezTo>
                      <a:pt x="2240" y="4264"/>
                      <a:pt x="2274" y="4257"/>
                      <a:pt x="2309" y="4257"/>
                    </a:cubicBezTo>
                    <a:close/>
                    <a:moveTo>
                      <a:pt x="4745" y="4552"/>
                    </a:moveTo>
                    <a:cubicBezTo>
                      <a:pt x="4779" y="4552"/>
                      <a:pt x="4813" y="4559"/>
                      <a:pt x="4839" y="4574"/>
                    </a:cubicBezTo>
                    <a:lnTo>
                      <a:pt x="5055" y="4703"/>
                    </a:lnTo>
                    <a:cubicBezTo>
                      <a:pt x="5105" y="4731"/>
                      <a:pt x="5105" y="4783"/>
                      <a:pt x="5055" y="4810"/>
                    </a:cubicBezTo>
                    <a:lnTo>
                      <a:pt x="4846" y="4933"/>
                    </a:lnTo>
                    <a:cubicBezTo>
                      <a:pt x="4821" y="4947"/>
                      <a:pt x="4787" y="4955"/>
                      <a:pt x="4753" y="4955"/>
                    </a:cubicBezTo>
                    <a:cubicBezTo>
                      <a:pt x="4719" y="4955"/>
                      <a:pt x="4684" y="4947"/>
                      <a:pt x="4658" y="4933"/>
                    </a:cubicBezTo>
                    <a:lnTo>
                      <a:pt x="4436" y="4803"/>
                    </a:lnTo>
                    <a:cubicBezTo>
                      <a:pt x="4386" y="4774"/>
                      <a:pt x="4386" y="4724"/>
                      <a:pt x="4436" y="4696"/>
                    </a:cubicBezTo>
                    <a:lnTo>
                      <a:pt x="4651" y="4574"/>
                    </a:lnTo>
                    <a:cubicBezTo>
                      <a:pt x="4676" y="4559"/>
                      <a:pt x="4710" y="4552"/>
                      <a:pt x="4745" y="4552"/>
                    </a:cubicBezTo>
                    <a:close/>
                    <a:moveTo>
                      <a:pt x="8101" y="3179"/>
                    </a:moveTo>
                    <a:cubicBezTo>
                      <a:pt x="8136" y="3179"/>
                      <a:pt x="8170" y="3186"/>
                      <a:pt x="8195" y="3201"/>
                    </a:cubicBezTo>
                    <a:lnTo>
                      <a:pt x="8410" y="3330"/>
                    </a:lnTo>
                    <a:cubicBezTo>
                      <a:pt x="8462" y="3359"/>
                      <a:pt x="8462" y="3409"/>
                      <a:pt x="8410" y="3437"/>
                    </a:cubicBezTo>
                    <a:lnTo>
                      <a:pt x="5816" y="4939"/>
                    </a:lnTo>
                    <a:cubicBezTo>
                      <a:pt x="5787" y="4954"/>
                      <a:pt x="5753" y="4961"/>
                      <a:pt x="5720" y="4961"/>
                    </a:cubicBezTo>
                    <a:cubicBezTo>
                      <a:pt x="5687" y="4961"/>
                      <a:pt x="5654" y="4954"/>
                      <a:pt x="5629" y="4939"/>
                    </a:cubicBezTo>
                    <a:lnTo>
                      <a:pt x="5407" y="4810"/>
                    </a:lnTo>
                    <a:cubicBezTo>
                      <a:pt x="5357" y="4783"/>
                      <a:pt x="5357" y="4731"/>
                      <a:pt x="5407" y="4703"/>
                    </a:cubicBezTo>
                    <a:lnTo>
                      <a:pt x="8008" y="3201"/>
                    </a:lnTo>
                    <a:cubicBezTo>
                      <a:pt x="8033" y="3186"/>
                      <a:pt x="8067" y="3179"/>
                      <a:pt x="8101" y="3179"/>
                    </a:cubicBezTo>
                    <a:close/>
                    <a:moveTo>
                      <a:pt x="1008" y="4652"/>
                    </a:moveTo>
                    <a:cubicBezTo>
                      <a:pt x="1042" y="4652"/>
                      <a:pt x="1076" y="4659"/>
                      <a:pt x="1101" y="4674"/>
                    </a:cubicBezTo>
                    <a:lnTo>
                      <a:pt x="1137" y="4696"/>
                    </a:lnTo>
                    <a:cubicBezTo>
                      <a:pt x="1187" y="4724"/>
                      <a:pt x="1187" y="4774"/>
                      <a:pt x="1137" y="4803"/>
                    </a:cubicBezTo>
                    <a:lnTo>
                      <a:pt x="872" y="4955"/>
                    </a:lnTo>
                    <a:cubicBezTo>
                      <a:pt x="846" y="4969"/>
                      <a:pt x="811" y="4976"/>
                      <a:pt x="777" y="4976"/>
                    </a:cubicBezTo>
                    <a:cubicBezTo>
                      <a:pt x="743" y="4976"/>
                      <a:pt x="708" y="4969"/>
                      <a:pt x="683" y="4955"/>
                    </a:cubicBezTo>
                    <a:lnTo>
                      <a:pt x="647" y="4933"/>
                    </a:lnTo>
                    <a:cubicBezTo>
                      <a:pt x="597" y="4903"/>
                      <a:pt x="597" y="4853"/>
                      <a:pt x="647" y="4826"/>
                    </a:cubicBezTo>
                    <a:lnTo>
                      <a:pt x="915" y="4674"/>
                    </a:lnTo>
                    <a:cubicBezTo>
                      <a:pt x="940" y="4659"/>
                      <a:pt x="974" y="4652"/>
                      <a:pt x="1008" y="4652"/>
                    </a:cubicBezTo>
                    <a:close/>
                    <a:moveTo>
                      <a:pt x="5234" y="4839"/>
                    </a:moveTo>
                    <a:cubicBezTo>
                      <a:pt x="5268" y="4839"/>
                      <a:pt x="5302" y="4846"/>
                      <a:pt x="5327" y="4860"/>
                    </a:cubicBezTo>
                    <a:lnTo>
                      <a:pt x="5543" y="4983"/>
                    </a:lnTo>
                    <a:cubicBezTo>
                      <a:pt x="5593" y="5012"/>
                      <a:pt x="5593" y="5062"/>
                      <a:pt x="5543" y="5091"/>
                    </a:cubicBezTo>
                    <a:lnTo>
                      <a:pt x="5327" y="5214"/>
                    </a:lnTo>
                    <a:cubicBezTo>
                      <a:pt x="5302" y="5231"/>
                      <a:pt x="5270" y="5240"/>
                      <a:pt x="5237" y="5240"/>
                    </a:cubicBezTo>
                    <a:cubicBezTo>
                      <a:pt x="5204" y="5240"/>
                      <a:pt x="5170" y="5231"/>
                      <a:pt x="5141" y="5214"/>
                    </a:cubicBezTo>
                    <a:lnTo>
                      <a:pt x="4926" y="5091"/>
                    </a:lnTo>
                    <a:cubicBezTo>
                      <a:pt x="4874" y="5062"/>
                      <a:pt x="4874" y="5012"/>
                      <a:pt x="4926" y="4983"/>
                    </a:cubicBezTo>
                    <a:lnTo>
                      <a:pt x="5141" y="4860"/>
                    </a:lnTo>
                    <a:cubicBezTo>
                      <a:pt x="5166" y="4846"/>
                      <a:pt x="5200" y="4839"/>
                      <a:pt x="5234" y="4839"/>
                    </a:cubicBezTo>
                    <a:close/>
                    <a:moveTo>
                      <a:pt x="2660" y="4610"/>
                    </a:moveTo>
                    <a:cubicBezTo>
                      <a:pt x="2695" y="4610"/>
                      <a:pt x="2729" y="4619"/>
                      <a:pt x="2754" y="4638"/>
                    </a:cubicBezTo>
                    <a:lnTo>
                      <a:pt x="2992" y="4774"/>
                    </a:lnTo>
                    <a:cubicBezTo>
                      <a:pt x="3042" y="4803"/>
                      <a:pt x="3042" y="4853"/>
                      <a:pt x="2992" y="4883"/>
                    </a:cubicBezTo>
                    <a:lnTo>
                      <a:pt x="2402" y="5221"/>
                    </a:lnTo>
                    <a:cubicBezTo>
                      <a:pt x="2373" y="5239"/>
                      <a:pt x="2339" y="5248"/>
                      <a:pt x="2305" y="5248"/>
                    </a:cubicBezTo>
                    <a:cubicBezTo>
                      <a:pt x="2271" y="5248"/>
                      <a:pt x="2237" y="5239"/>
                      <a:pt x="2208" y="5221"/>
                    </a:cubicBezTo>
                    <a:lnTo>
                      <a:pt x="1970" y="5084"/>
                    </a:lnTo>
                    <a:cubicBezTo>
                      <a:pt x="1920" y="5055"/>
                      <a:pt x="1920" y="5005"/>
                      <a:pt x="1970" y="4976"/>
                    </a:cubicBezTo>
                    <a:lnTo>
                      <a:pt x="2567" y="4638"/>
                    </a:lnTo>
                    <a:cubicBezTo>
                      <a:pt x="2592" y="4619"/>
                      <a:pt x="2626" y="4610"/>
                      <a:pt x="2660" y="4610"/>
                    </a:cubicBezTo>
                    <a:close/>
                    <a:moveTo>
                      <a:pt x="1317" y="4833"/>
                    </a:moveTo>
                    <a:cubicBezTo>
                      <a:pt x="1351" y="4833"/>
                      <a:pt x="1385" y="4839"/>
                      <a:pt x="1410" y="4853"/>
                    </a:cubicBezTo>
                    <a:lnTo>
                      <a:pt x="1618" y="4976"/>
                    </a:lnTo>
                    <a:cubicBezTo>
                      <a:pt x="1675" y="5005"/>
                      <a:pt x="1675" y="5055"/>
                      <a:pt x="1618" y="5084"/>
                    </a:cubicBezTo>
                    <a:lnTo>
                      <a:pt x="1360" y="5234"/>
                    </a:lnTo>
                    <a:cubicBezTo>
                      <a:pt x="1335" y="5253"/>
                      <a:pt x="1301" y="5262"/>
                      <a:pt x="1267" y="5262"/>
                    </a:cubicBezTo>
                    <a:cubicBezTo>
                      <a:pt x="1232" y="5262"/>
                      <a:pt x="1198" y="5253"/>
                      <a:pt x="1173" y="5234"/>
                    </a:cubicBezTo>
                    <a:lnTo>
                      <a:pt x="958" y="5112"/>
                    </a:lnTo>
                    <a:cubicBezTo>
                      <a:pt x="906" y="5084"/>
                      <a:pt x="906" y="5033"/>
                      <a:pt x="958" y="5005"/>
                    </a:cubicBezTo>
                    <a:lnTo>
                      <a:pt x="1223" y="4853"/>
                    </a:lnTo>
                    <a:cubicBezTo>
                      <a:pt x="1248" y="4839"/>
                      <a:pt x="1283" y="4833"/>
                      <a:pt x="1317" y="4833"/>
                    </a:cubicBezTo>
                    <a:close/>
                    <a:moveTo>
                      <a:pt x="4749" y="5112"/>
                    </a:moveTo>
                    <a:cubicBezTo>
                      <a:pt x="4783" y="5112"/>
                      <a:pt x="4817" y="5120"/>
                      <a:pt x="4846" y="5134"/>
                    </a:cubicBezTo>
                    <a:lnTo>
                      <a:pt x="5062" y="5264"/>
                    </a:lnTo>
                    <a:cubicBezTo>
                      <a:pt x="5112" y="5291"/>
                      <a:pt x="5112" y="5343"/>
                      <a:pt x="5062" y="5371"/>
                    </a:cubicBezTo>
                    <a:lnTo>
                      <a:pt x="4867" y="5479"/>
                    </a:lnTo>
                    <a:cubicBezTo>
                      <a:pt x="4842" y="5498"/>
                      <a:pt x="4810" y="5507"/>
                      <a:pt x="4776" y="5507"/>
                    </a:cubicBezTo>
                    <a:cubicBezTo>
                      <a:pt x="4743" y="5507"/>
                      <a:pt x="4709" y="5498"/>
                      <a:pt x="4681" y="5479"/>
                    </a:cubicBezTo>
                    <a:lnTo>
                      <a:pt x="4465" y="5357"/>
                    </a:lnTo>
                    <a:cubicBezTo>
                      <a:pt x="4415" y="5328"/>
                      <a:pt x="4415" y="5278"/>
                      <a:pt x="4465" y="5248"/>
                    </a:cubicBezTo>
                    <a:lnTo>
                      <a:pt x="4651" y="5134"/>
                    </a:lnTo>
                    <a:cubicBezTo>
                      <a:pt x="4681" y="5120"/>
                      <a:pt x="4715" y="5112"/>
                      <a:pt x="4749" y="5112"/>
                    </a:cubicBezTo>
                    <a:close/>
                    <a:moveTo>
                      <a:pt x="4261" y="4833"/>
                    </a:moveTo>
                    <a:cubicBezTo>
                      <a:pt x="4294" y="4833"/>
                      <a:pt x="4328" y="4839"/>
                      <a:pt x="4356" y="4853"/>
                    </a:cubicBezTo>
                    <a:lnTo>
                      <a:pt x="4572" y="4983"/>
                    </a:lnTo>
                    <a:cubicBezTo>
                      <a:pt x="4624" y="5012"/>
                      <a:pt x="4624" y="5062"/>
                      <a:pt x="4572" y="5091"/>
                    </a:cubicBezTo>
                    <a:lnTo>
                      <a:pt x="3868" y="5493"/>
                    </a:lnTo>
                    <a:cubicBezTo>
                      <a:pt x="3843" y="5508"/>
                      <a:pt x="3811" y="5515"/>
                      <a:pt x="3777" y="5515"/>
                    </a:cubicBezTo>
                    <a:cubicBezTo>
                      <a:pt x="3744" y="5515"/>
                      <a:pt x="3710" y="5508"/>
                      <a:pt x="3682" y="5493"/>
                    </a:cubicBezTo>
                    <a:lnTo>
                      <a:pt x="3466" y="5364"/>
                    </a:lnTo>
                    <a:cubicBezTo>
                      <a:pt x="3416" y="5335"/>
                      <a:pt x="3416" y="5285"/>
                      <a:pt x="3466" y="5257"/>
                    </a:cubicBezTo>
                    <a:lnTo>
                      <a:pt x="4170" y="4853"/>
                    </a:lnTo>
                    <a:cubicBezTo>
                      <a:pt x="4195" y="4839"/>
                      <a:pt x="4227" y="4833"/>
                      <a:pt x="4261" y="4833"/>
                    </a:cubicBezTo>
                    <a:close/>
                    <a:moveTo>
                      <a:pt x="3494" y="4717"/>
                    </a:moveTo>
                    <a:cubicBezTo>
                      <a:pt x="3528" y="4717"/>
                      <a:pt x="3563" y="4725"/>
                      <a:pt x="3589" y="4739"/>
                    </a:cubicBezTo>
                    <a:lnTo>
                      <a:pt x="3804" y="4860"/>
                    </a:lnTo>
                    <a:cubicBezTo>
                      <a:pt x="3854" y="4889"/>
                      <a:pt x="3854" y="4939"/>
                      <a:pt x="3796" y="4969"/>
                    </a:cubicBezTo>
                    <a:lnTo>
                      <a:pt x="2876" y="5500"/>
                    </a:lnTo>
                    <a:cubicBezTo>
                      <a:pt x="2851" y="5515"/>
                      <a:pt x="2817" y="5522"/>
                      <a:pt x="2783" y="5522"/>
                    </a:cubicBezTo>
                    <a:cubicBezTo>
                      <a:pt x="2749" y="5522"/>
                      <a:pt x="2715" y="5515"/>
                      <a:pt x="2690" y="5500"/>
                    </a:cubicBezTo>
                    <a:lnTo>
                      <a:pt x="2481" y="5378"/>
                    </a:lnTo>
                    <a:cubicBezTo>
                      <a:pt x="2431" y="5350"/>
                      <a:pt x="2431" y="5300"/>
                      <a:pt x="2481" y="5271"/>
                    </a:cubicBezTo>
                    <a:lnTo>
                      <a:pt x="3401" y="4739"/>
                    </a:lnTo>
                    <a:cubicBezTo>
                      <a:pt x="3426" y="4725"/>
                      <a:pt x="3460" y="4717"/>
                      <a:pt x="3494" y="4717"/>
                    </a:cubicBezTo>
                    <a:close/>
                    <a:moveTo>
                      <a:pt x="1798" y="5112"/>
                    </a:moveTo>
                    <a:cubicBezTo>
                      <a:pt x="1832" y="5112"/>
                      <a:pt x="1866" y="5120"/>
                      <a:pt x="1891" y="5134"/>
                    </a:cubicBezTo>
                    <a:lnTo>
                      <a:pt x="2129" y="5271"/>
                    </a:lnTo>
                    <a:cubicBezTo>
                      <a:pt x="2179" y="5300"/>
                      <a:pt x="2179" y="5350"/>
                      <a:pt x="2129" y="5378"/>
                    </a:cubicBezTo>
                    <a:lnTo>
                      <a:pt x="1863" y="5529"/>
                    </a:lnTo>
                    <a:cubicBezTo>
                      <a:pt x="1838" y="5548"/>
                      <a:pt x="1803" y="5557"/>
                      <a:pt x="1769" y="5557"/>
                    </a:cubicBezTo>
                    <a:cubicBezTo>
                      <a:pt x="1735" y="5557"/>
                      <a:pt x="1700" y="5548"/>
                      <a:pt x="1675" y="5529"/>
                    </a:cubicBezTo>
                    <a:lnTo>
                      <a:pt x="1439" y="5393"/>
                    </a:lnTo>
                    <a:cubicBezTo>
                      <a:pt x="1389" y="5364"/>
                      <a:pt x="1389" y="5314"/>
                      <a:pt x="1439" y="5285"/>
                    </a:cubicBezTo>
                    <a:lnTo>
                      <a:pt x="1705" y="5134"/>
                    </a:lnTo>
                    <a:cubicBezTo>
                      <a:pt x="1730" y="5120"/>
                      <a:pt x="1764" y="5112"/>
                      <a:pt x="1798" y="5112"/>
                    </a:cubicBezTo>
                    <a:close/>
                    <a:moveTo>
                      <a:pt x="4288" y="5378"/>
                    </a:moveTo>
                    <a:cubicBezTo>
                      <a:pt x="4321" y="5378"/>
                      <a:pt x="4354" y="5385"/>
                      <a:pt x="4379" y="5400"/>
                    </a:cubicBezTo>
                    <a:lnTo>
                      <a:pt x="4601" y="5529"/>
                    </a:lnTo>
                    <a:cubicBezTo>
                      <a:pt x="4651" y="5559"/>
                      <a:pt x="4651" y="5609"/>
                      <a:pt x="4601" y="5636"/>
                    </a:cubicBezTo>
                    <a:lnTo>
                      <a:pt x="4356" y="5781"/>
                    </a:lnTo>
                    <a:cubicBezTo>
                      <a:pt x="4333" y="5794"/>
                      <a:pt x="4301" y="5801"/>
                      <a:pt x="4269" y="5801"/>
                    </a:cubicBezTo>
                    <a:cubicBezTo>
                      <a:pt x="4233" y="5801"/>
                      <a:pt x="4196" y="5793"/>
                      <a:pt x="4170" y="5774"/>
                    </a:cubicBezTo>
                    <a:lnTo>
                      <a:pt x="3954" y="5652"/>
                    </a:lnTo>
                    <a:cubicBezTo>
                      <a:pt x="3904" y="5623"/>
                      <a:pt x="3904" y="5573"/>
                      <a:pt x="3954" y="5543"/>
                    </a:cubicBezTo>
                    <a:lnTo>
                      <a:pt x="4192" y="5400"/>
                    </a:lnTo>
                    <a:cubicBezTo>
                      <a:pt x="4221" y="5385"/>
                      <a:pt x="4255" y="5378"/>
                      <a:pt x="4288" y="5378"/>
                    </a:cubicBezTo>
                    <a:close/>
                    <a:moveTo>
                      <a:pt x="3289" y="5393"/>
                    </a:moveTo>
                    <a:cubicBezTo>
                      <a:pt x="3322" y="5393"/>
                      <a:pt x="3355" y="5400"/>
                      <a:pt x="3380" y="5414"/>
                    </a:cubicBezTo>
                    <a:lnTo>
                      <a:pt x="3602" y="5543"/>
                    </a:lnTo>
                    <a:cubicBezTo>
                      <a:pt x="3652" y="5573"/>
                      <a:pt x="3652" y="5623"/>
                      <a:pt x="3602" y="5652"/>
                    </a:cubicBezTo>
                    <a:lnTo>
                      <a:pt x="3364" y="5788"/>
                    </a:lnTo>
                    <a:cubicBezTo>
                      <a:pt x="3339" y="5803"/>
                      <a:pt x="3305" y="5810"/>
                      <a:pt x="3271" y="5810"/>
                    </a:cubicBezTo>
                    <a:cubicBezTo>
                      <a:pt x="3237" y="5810"/>
                      <a:pt x="3203" y="5803"/>
                      <a:pt x="3178" y="5788"/>
                    </a:cubicBezTo>
                    <a:lnTo>
                      <a:pt x="2955" y="5659"/>
                    </a:lnTo>
                    <a:cubicBezTo>
                      <a:pt x="2905" y="5630"/>
                      <a:pt x="2905" y="5580"/>
                      <a:pt x="2962" y="5550"/>
                    </a:cubicBezTo>
                    <a:lnTo>
                      <a:pt x="3192" y="5414"/>
                    </a:lnTo>
                    <a:cubicBezTo>
                      <a:pt x="3221" y="5400"/>
                      <a:pt x="3256" y="5393"/>
                      <a:pt x="3289" y="5393"/>
                    </a:cubicBezTo>
                    <a:close/>
                    <a:moveTo>
                      <a:pt x="2302" y="5407"/>
                    </a:moveTo>
                    <a:cubicBezTo>
                      <a:pt x="2336" y="5407"/>
                      <a:pt x="2370" y="5415"/>
                      <a:pt x="2395" y="5429"/>
                    </a:cubicBezTo>
                    <a:lnTo>
                      <a:pt x="2610" y="5550"/>
                    </a:lnTo>
                    <a:cubicBezTo>
                      <a:pt x="2660" y="5580"/>
                      <a:pt x="2660" y="5630"/>
                      <a:pt x="2610" y="5659"/>
                    </a:cubicBezTo>
                    <a:lnTo>
                      <a:pt x="2345" y="5809"/>
                    </a:lnTo>
                    <a:cubicBezTo>
                      <a:pt x="2320" y="5824"/>
                      <a:pt x="2286" y="5831"/>
                      <a:pt x="2251" y="5831"/>
                    </a:cubicBezTo>
                    <a:cubicBezTo>
                      <a:pt x="2217" y="5831"/>
                      <a:pt x="2183" y="5824"/>
                      <a:pt x="2157" y="5809"/>
                    </a:cubicBezTo>
                    <a:lnTo>
                      <a:pt x="1950" y="5688"/>
                    </a:lnTo>
                    <a:cubicBezTo>
                      <a:pt x="1891" y="5659"/>
                      <a:pt x="1898" y="5609"/>
                      <a:pt x="1950" y="5580"/>
                    </a:cubicBezTo>
                    <a:lnTo>
                      <a:pt x="2208" y="5429"/>
                    </a:lnTo>
                    <a:cubicBezTo>
                      <a:pt x="2233" y="5415"/>
                      <a:pt x="2268" y="5407"/>
                      <a:pt x="2302" y="5407"/>
                    </a:cubicBezTo>
                    <a:close/>
                    <a:moveTo>
                      <a:pt x="3780" y="5674"/>
                    </a:moveTo>
                    <a:cubicBezTo>
                      <a:pt x="3813" y="5674"/>
                      <a:pt x="3844" y="5681"/>
                      <a:pt x="3868" y="5695"/>
                    </a:cubicBezTo>
                    <a:lnTo>
                      <a:pt x="4091" y="5824"/>
                    </a:lnTo>
                    <a:cubicBezTo>
                      <a:pt x="4141" y="5852"/>
                      <a:pt x="4141" y="5904"/>
                      <a:pt x="4091" y="5931"/>
                    </a:cubicBezTo>
                    <a:lnTo>
                      <a:pt x="3854" y="6068"/>
                    </a:lnTo>
                    <a:cubicBezTo>
                      <a:pt x="3829" y="6082"/>
                      <a:pt x="3795" y="6090"/>
                      <a:pt x="3761" y="6090"/>
                    </a:cubicBezTo>
                    <a:cubicBezTo>
                      <a:pt x="3727" y="6090"/>
                      <a:pt x="3692" y="6082"/>
                      <a:pt x="3666" y="6068"/>
                    </a:cubicBezTo>
                    <a:lnTo>
                      <a:pt x="3444" y="5938"/>
                    </a:lnTo>
                    <a:cubicBezTo>
                      <a:pt x="3394" y="5911"/>
                      <a:pt x="3394" y="5861"/>
                      <a:pt x="3451" y="5831"/>
                    </a:cubicBezTo>
                    <a:lnTo>
                      <a:pt x="3682" y="5702"/>
                    </a:lnTo>
                    <a:cubicBezTo>
                      <a:pt x="3708" y="5683"/>
                      <a:pt x="3744" y="5674"/>
                      <a:pt x="3780" y="5674"/>
                    </a:cubicBezTo>
                    <a:close/>
                    <a:moveTo>
                      <a:pt x="2783" y="5682"/>
                    </a:moveTo>
                    <a:cubicBezTo>
                      <a:pt x="2817" y="5682"/>
                      <a:pt x="2851" y="5691"/>
                      <a:pt x="2876" y="5709"/>
                    </a:cubicBezTo>
                    <a:lnTo>
                      <a:pt x="3099" y="5831"/>
                    </a:lnTo>
                    <a:cubicBezTo>
                      <a:pt x="3149" y="5861"/>
                      <a:pt x="3149" y="5911"/>
                      <a:pt x="3092" y="5938"/>
                    </a:cubicBezTo>
                    <a:lnTo>
                      <a:pt x="2833" y="6097"/>
                    </a:lnTo>
                    <a:cubicBezTo>
                      <a:pt x="2808" y="6112"/>
                      <a:pt x="2774" y="6119"/>
                      <a:pt x="2740" y="6119"/>
                    </a:cubicBezTo>
                    <a:cubicBezTo>
                      <a:pt x="2706" y="6119"/>
                      <a:pt x="2672" y="6112"/>
                      <a:pt x="2647" y="6097"/>
                    </a:cubicBezTo>
                    <a:lnTo>
                      <a:pt x="2424" y="5968"/>
                    </a:lnTo>
                    <a:cubicBezTo>
                      <a:pt x="2372" y="5938"/>
                      <a:pt x="2372" y="5888"/>
                      <a:pt x="2424" y="5861"/>
                    </a:cubicBezTo>
                    <a:lnTo>
                      <a:pt x="2690" y="5709"/>
                    </a:lnTo>
                    <a:cubicBezTo>
                      <a:pt x="2715" y="5691"/>
                      <a:pt x="2749" y="5682"/>
                      <a:pt x="2783" y="5682"/>
                    </a:cubicBezTo>
                    <a:close/>
                    <a:moveTo>
                      <a:pt x="8990" y="3299"/>
                    </a:moveTo>
                    <a:cubicBezTo>
                      <a:pt x="9015" y="3299"/>
                      <a:pt x="9040" y="3305"/>
                      <a:pt x="9057" y="3316"/>
                    </a:cubicBezTo>
                    <a:lnTo>
                      <a:pt x="10567" y="4193"/>
                    </a:lnTo>
                    <a:cubicBezTo>
                      <a:pt x="10610" y="4213"/>
                      <a:pt x="10610" y="4249"/>
                      <a:pt x="10567" y="4279"/>
                    </a:cubicBezTo>
                    <a:lnTo>
                      <a:pt x="9080" y="5134"/>
                    </a:lnTo>
                    <a:lnTo>
                      <a:pt x="7348" y="6133"/>
                    </a:lnTo>
                    <a:cubicBezTo>
                      <a:pt x="7329" y="6144"/>
                      <a:pt x="7304" y="6149"/>
                      <a:pt x="7279" y="6149"/>
                    </a:cubicBezTo>
                    <a:cubicBezTo>
                      <a:pt x="7254" y="6149"/>
                      <a:pt x="7229" y="6144"/>
                      <a:pt x="7211" y="6133"/>
                    </a:cubicBezTo>
                    <a:lnTo>
                      <a:pt x="6737" y="5861"/>
                    </a:lnTo>
                    <a:lnTo>
                      <a:pt x="5693" y="5257"/>
                    </a:lnTo>
                    <a:cubicBezTo>
                      <a:pt x="5659" y="5234"/>
                      <a:pt x="5659" y="5198"/>
                      <a:pt x="5702" y="5178"/>
                    </a:cubicBezTo>
                    <a:lnTo>
                      <a:pt x="8921" y="3316"/>
                    </a:lnTo>
                    <a:cubicBezTo>
                      <a:pt x="8939" y="3305"/>
                      <a:pt x="8964" y="3299"/>
                      <a:pt x="8990" y="3299"/>
                    </a:cubicBezTo>
                    <a:close/>
                    <a:moveTo>
                      <a:pt x="3271" y="5968"/>
                    </a:moveTo>
                    <a:cubicBezTo>
                      <a:pt x="3305" y="5968"/>
                      <a:pt x="3339" y="5975"/>
                      <a:pt x="3364" y="5990"/>
                    </a:cubicBezTo>
                    <a:lnTo>
                      <a:pt x="3580" y="6119"/>
                    </a:lnTo>
                    <a:cubicBezTo>
                      <a:pt x="3632" y="6147"/>
                      <a:pt x="3632" y="6197"/>
                      <a:pt x="3580" y="6226"/>
                    </a:cubicBezTo>
                    <a:lnTo>
                      <a:pt x="3321" y="6378"/>
                    </a:lnTo>
                    <a:cubicBezTo>
                      <a:pt x="3293" y="6392"/>
                      <a:pt x="3259" y="6399"/>
                      <a:pt x="3225" y="6399"/>
                    </a:cubicBezTo>
                    <a:cubicBezTo>
                      <a:pt x="3192" y="6399"/>
                      <a:pt x="3160" y="6392"/>
                      <a:pt x="3135" y="6378"/>
                    </a:cubicBezTo>
                    <a:lnTo>
                      <a:pt x="2912" y="6249"/>
                    </a:lnTo>
                    <a:cubicBezTo>
                      <a:pt x="2862" y="6220"/>
                      <a:pt x="2862" y="6169"/>
                      <a:pt x="2912" y="6140"/>
                    </a:cubicBezTo>
                    <a:lnTo>
                      <a:pt x="3178" y="5990"/>
                    </a:lnTo>
                    <a:cubicBezTo>
                      <a:pt x="3203" y="5975"/>
                      <a:pt x="3237" y="5968"/>
                      <a:pt x="3271" y="5968"/>
                    </a:cubicBezTo>
                    <a:close/>
                    <a:moveTo>
                      <a:pt x="8274" y="1"/>
                    </a:moveTo>
                    <a:cubicBezTo>
                      <a:pt x="8262" y="1"/>
                      <a:pt x="8250" y="1"/>
                      <a:pt x="8238" y="2"/>
                    </a:cubicBezTo>
                    <a:cubicBezTo>
                      <a:pt x="8188" y="9"/>
                      <a:pt x="8145" y="23"/>
                      <a:pt x="8108" y="45"/>
                    </a:cubicBezTo>
                    <a:lnTo>
                      <a:pt x="73" y="4681"/>
                    </a:lnTo>
                    <a:cubicBezTo>
                      <a:pt x="23" y="4710"/>
                      <a:pt x="0" y="4746"/>
                      <a:pt x="0" y="4783"/>
                    </a:cubicBezTo>
                    <a:cubicBezTo>
                      <a:pt x="0" y="4796"/>
                      <a:pt x="0" y="4810"/>
                      <a:pt x="9" y="4817"/>
                    </a:cubicBezTo>
                    <a:cubicBezTo>
                      <a:pt x="9" y="4826"/>
                      <a:pt x="16" y="4826"/>
                      <a:pt x="16" y="4826"/>
                    </a:cubicBezTo>
                    <a:cubicBezTo>
                      <a:pt x="23" y="4846"/>
                      <a:pt x="43" y="4860"/>
                      <a:pt x="73" y="4883"/>
                    </a:cubicBezTo>
                    <a:lnTo>
                      <a:pt x="4767" y="7758"/>
                    </a:lnTo>
                    <a:cubicBezTo>
                      <a:pt x="4812" y="7782"/>
                      <a:pt x="4870" y="7795"/>
                      <a:pt x="4929" y="7795"/>
                    </a:cubicBezTo>
                    <a:cubicBezTo>
                      <a:pt x="4992" y="7795"/>
                      <a:pt x="5057" y="7780"/>
                      <a:pt x="5105" y="7750"/>
                    </a:cubicBezTo>
                    <a:lnTo>
                      <a:pt x="13141" y="3114"/>
                    </a:lnTo>
                    <a:cubicBezTo>
                      <a:pt x="13147" y="3114"/>
                      <a:pt x="13154" y="3107"/>
                      <a:pt x="13154" y="3107"/>
                    </a:cubicBezTo>
                    <a:cubicBezTo>
                      <a:pt x="13170" y="3101"/>
                      <a:pt x="13177" y="3092"/>
                      <a:pt x="13184" y="3085"/>
                    </a:cubicBezTo>
                    <a:cubicBezTo>
                      <a:pt x="13206" y="3064"/>
                      <a:pt x="13213" y="3042"/>
                      <a:pt x="13213" y="3014"/>
                    </a:cubicBezTo>
                    <a:cubicBezTo>
                      <a:pt x="13213" y="2978"/>
                      <a:pt x="13191" y="2949"/>
                      <a:pt x="13141" y="2919"/>
                    </a:cubicBezTo>
                    <a:lnTo>
                      <a:pt x="8447" y="45"/>
                    </a:lnTo>
                    <a:cubicBezTo>
                      <a:pt x="8399" y="15"/>
                      <a:pt x="8336" y="1"/>
                      <a:pt x="827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>
                <a:extLst>
                  <a:ext uri="{FF2B5EF4-FFF2-40B4-BE49-F238E27FC236}">
                    <a16:creationId xmlns:a16="http://schemas.microsoft.com/office/drawing/2014/main" id="{DAE7C0C3-4E90-0E85-E8E2-B73C0627D2F1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>
                <a:extLst>
                  <a:ext uri="{FF2B5EF4-FFF2-40B4-BE49-F238E27FC236}">
                    <a16:creationId xmlns:a16="http://schemas.microsoft.com/office/drawing/2014/main" id="{7FE9BCA4-DBB1-CC72-79C5-0460763E6C4A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>
                <a:extLst>
                  <a:ext uri="{FF2B5EF4-FFF2-40B4-BE49-F238E27FC236}">
                    <a16:creationId xmlns:a16="http://schemas.microsoft.com/office/drawing/2014/main" id="{78FF3BD5-C2C7-E486-3DCB-B1CC7E740E23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>
                <a:extLst>
                  <a:ext uri="{FF2B5EF4-FFF2-40B4-BE49-F238E27FC236}">
                    <a16:creationId xmlns:a16="http://schemas.microsoft.com/office/drawing/2014/main" id="{7DC52863-D1E2-D084-B576-67833C2884EA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>
                <a:extLst>
                  <a:ext uri="{FF2B5EF4-FFF2-40B4-BE49-F238E27FC236}">
                    <a16:creationId xmlns:a16="http://schemas.microsoft.com/office/drawing/2014/main" id="{A26422DE-E55C-7C25-31EA-547EE96FA016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>
                <a:extLst>
                  <a:ext uri="{FF2B5EF4-FFF2-40B4-BE49-F238E27FC236}">
                    <a16:creationId xmlns:a16="http://schemas.microsoft.com/office/drawing/2014/main" id="{E38C1702-C957-A3CB-A1C6-DC61F18515D1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>
                <a:extLst>
                  <a:ext uri="{FF2B5EF4-FFF2-40B4-BE49-F238E27FC236}">
                    <a16:creationId xmlns:a16="http://schemas.microsoft.com/office/drawing/2014/main" id="{457367A1-E035-25BB-D925-3FFD5E75B3FD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>
                <a:extLst>
                  <a:ext uri="{FF2B5EF4-FFF2-40B4-BE49-F238E27FC236}">
                    <a16:creationId xmlns:a16="http://schemas.microsoft.com/office/drawing/2014/main" id="{D0F4F18D-FAE8-91CF-A5EF-84C39D4E1A11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>
                <a:extLst>
                  <a:ext uri="{FF2B5EF4-FFF2-40B4-BE49-F238E27FC236}">
                    <a16:creationId xmlns:a16="http://schemas.microsoft.com/office/drawing/2014/main" id="{1976F6FA-A795-E48A-56B6-D3F046195BAD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>
                <a:extLst>
                  <a:ext uri="{FF2B5EF4-FFF2-40B4-BE49-F238E27FC236}">
                    <a16:creationId xmlns:a16="http://schemas.microsoft.com/office/drawing/2014/main" id="{119F3B77-CFAD-2439-931A-4888EDC04257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>
                <a:extLst>
                  <a:ext uri="{FF2B5EF4-FFF2-40B4-BE49-F238E27FC236}">
                    <a16:creationId xmlns:a16="http://schemas.microsoft.com/office/drawing/2014/main" id="{16389EF2-E948-459C-C409-9C72FDF639F8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>
                <a:extLst>
                  <a:ext uri="{FF2B5EF4-FFF2-40B4-BE49-F238E27FC236}">
                    <a16:creationId xmlns:a16="http://schemas.microsoft.com/office/drawing/2014/main" id="{FEDE8307-63AC-F2BE-BEBF-C5AED9BFD933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>
                <a:extLst>
                  <a:ext uri="{FF2B5EF4-FFF2-40B4-BE49-F238E27FC236}">
                    <a16:creationId xmlns:a16="http://schemas.microsoft.com/office/drawing/2014/main" id="{6C525AE4-8BAB-F219-6991-2F601AE94276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41">
                <a:extLst>
                  <a:ext uri="{FF2B5EF4-FFF2-40B4-BE49-F238E27FC236}">
                    <a16:creationId xmlns:a16="http://schemas.microsoft.com/office/drawing/2014/main" id="{305967D8-088A-2CFB-224F-BA7C4948C1AB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41">
                <a:extLst>
                  <a:ext uri="{FF2B5EF4-FFF2-40B4-BE49-F238E27FC236}">
                    <a16:creationId xmlns:a16="http://schemas.microsoft.com/office/drawing/2014/main" id="{D7C69D31-7433-1D09-EB81-7323BD2435CF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>
                <a:extLst>
                  <a:ext uri="{FF2B5EF4-FFF2-40B4-BE49-F238E27FC236}">
                    <a16:creationId xmlns:a16="http://schemas.microsoft.com/office/drawing/2014/main" id="{B53ABBFC-30AE-F9F2-AFC2-04238773B85E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>
                <a:extLst>
                  <a:ext uri="{FF2B5EF4-FFF2-40B4-BE49-F238E27FC236}">
                    <a16:creationId xmlns:a16="http://schemas.microsoft.com/office/drawing/2014/main" id="{247D605D-3521-E22B-9603-0E9D97359800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>
                <a:extLst>
                  <a:ext uri="{FF2B5EF4-FFF2-40B4-BE49-F238E27FC236}">
                    <a16:creationId xmlns:a16="http://schemas.microsoft.com/office/drawing/2014/main" id="{5DB923FC-66EC-7197-DBF9-B56D32CF5BC3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>
                <a:extLst>
                  <a:ext uri="{FF2B5EF4-FFF2-40B4-BE49-F238E27FC236}">
                    <a16:creationId xmlns:a16="http://schemas.microsoft.com/office/drawing/2014/main" id="{3DACB1FE-B4A4-E5DF-786B-6739668C4CA4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>
                <a:extLst>
                  <a:ext uri="{FF2B5EF4-FFF2-40B4-BE49-F238E27FC236}">
                    <a16:creationId xmlns:a16="http://schemas.microsoft.com/office/drawing/2014/main" id="{D51969C7-706D-F976-4B19-A9D51FAAA964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>
                <a:extLst>
                  <a:ext uri="{FF2B5EF4-FFF2-40B4-BE49-F238E27FC236}">
                    <a16:creationId xmlns:a16="http://schemas.microsoft.com/office/drawing/2014/main" id="{3ED9041B-986F-2CDA-D710-84343A134EA1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>
                <a:extLst>
                  <a:ext uri="{FF2B5EF4-FFF2-40B4-BE49-F238E27FC236}">
                    <a16:creationId xmlns:a16="http://schemas.microsoft.com/office/drawing/2014/main" id="{5E547709-D7D7-E361-C6DC-B25E7FC0F9CA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>
                <a:extLst>
                  <a:ext uri="{FF2B5EF4-FFF2-40B4-BE49-F238E27FC236}">
                    <a16:creationId xmlns:a16="http://schemas.microsoft.com/office/drawing/2014/main" id="{5F95C3D5-2A18-8EAF-3BE9-0549907DE7A1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>
                <a:extLst>
                  <a:ext uri="{FF2B5EF4-FFF2-40B4-BE49-F238E27FC236}">
                    <a16:creationId xmlns:a16="http://schemas.microsoft.com/office/drawing/2014/main" id="{A346172B-C630-284D-14FE-FFBD4FAB15B3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>
                <a:extLst>
                  <a:ext uri="{FF2B5EF4-FFF2-40B4-BE49-F238E27FC236}">
                    <a16:creationId xmlns:a16="http://schemas.microsoft.com/office/drawing/2014/main" id="{589AD6D1-97C5-8643-9027-6F941E8BA3A1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>
                <a:extLst>
                  <a:ext uri="{FF2B5EF4-FFF2-40B4-BE49-F238E27FC236}">
                    <a16:creationId xmlns:a16="http://schemas.microsoft.com/office/drawing/2014/main" id="{017FDEF6-0745-53F6-84D0-9A797E1D7024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>
                <a:extLst>
                  <a:ext uri="{FF2B5EF4-FFF2-40B4-BE49-F238E27FC236}">
                    <a16:creationId xmlns:a16="http://schemas.microsoft.com/office/drawing/2014/main" id="{B31F7380-D143-5352-3F28-78C7F1BD950B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>
                <a:extLst>
                  <a:ext uri="{FF2B5EF4-FFF2-40B4-BE49-F238E27FC236}">
                    <a16:creationId xmlns:a16="http://schemas.microsoft.com/office/drawing/2014/main" id="{79308152-6838-ECC3-B126-49B0F8F85EC2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>
                <a:extLst>
                  <a:ext uri="{FF2B5EF4-FFF2-40B4-BE49-F238E27FC236}">
                    <a16:creationId xmlns:a16="http://schemas.microsoft.com/office/drawing/2014/main" id="{AA1CEA2F-B563-272E-60E5-0CDAACC27A55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>
                <a:extLst>
                  <a:ext uri="{FF2B5EF4-FFF2-40B4-BE49-F238E27FC236}">
                    <a16:creationId xmlns:a16="http://schemas.microsoft.com/office/drawing/2014/main" id="{0190D8B3-6484-01D7-49D3-ED37F62E4AA9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>
                <a:extLst>
                  <a:ext uri="{FF2B5EF4-FFF2-40B4-BE49-F238E27FC236}">
                    <a16:creationId xmlns:a16="http://schemas.microsoft.com/office/drawing/2014/main" id="{79A30462-7A17-E6FE-0F45-92E89B732EFC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>
                <a:extLst>
                  <a:ext uri="{FF2B5EF4-FFF2-40B4-BE49-F238E27FC236}">
                    <a16:creationId xmlns:a16="http://schemas.microsoft.com/office/drawing/2014/main" id="{91655CBF-CC08-9D44-A95C-22C251350B3F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>
                <a:extLst>
                  <a:ext uri="{FF2B5EF4-FFF2-40B4-BE49-F238E27FC236}">
                    <a16:creationId xmlns:a16="http://schemas.microsoft.com/office/drawing/2014/main" id="{D67D376D-201E-140D-4E0E-92BCFA2A5131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>
                <a:extLst>
                  <a:ext uri="{FF2B5EF4-FFF2-40B4-BE49-F238E27FC236}">
                    <a16:creationId xmlns:a16="http://schemas.microsoft.com/office/drawing/2014/main" id="{E9EE6E5A-6CAA-BAD0-AF8F-0834C7ED2BE2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>
                <a:extLst>
                  <a:ext uri="{FF2B5EF4-FFF2-40B4-BE49-F238E27FC236}">
                    <a16:creationId xmlns:a16="http://schemas.microsoft.com/office/drawing/2014/main" id="{28222C46-4457-CF45-D2A3-64564B5EF8D0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>
                <a:extLst>
                  <a:ext uri="{FF2B5EF4-FFF2-40B4-BE49-F238E27FC236}">
                    <a16:creationId xmlns:a16="http://schemas.microsoft.com/office/drawing/2014/main" id="{7D9E7971-C82B-B934-5BE0-AFD0CE20B56C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>
                <a:extLst>
                  <a:ext uri="{FF2B5EF4-FFF2-40B4-BE49-F238E27FC236}">
                    <a16:creationId xmlns:a16="http://schemas.microsoft.com/office/drawing/2014/main" id="{00826F81-7F1F-9B0B-F50B-E11434CA2519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>
                <a:extLst>
                  <a:ext uri="{FF2B5EF4-FFF2-40B4-BE49-F238E27FC236}">
                    <a16:creationId xmlns:a16="http://schemas.microsoft.com/office/drawing/2014/main" id="{8F87F2BC-8EE6-0580-B214-285053D22ED5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>
                <a:extLst>
                  <a:ext uri="{FF2B5EF4-FFF2-40B4-BE49-F238E27FC236}">
                    <a16:creationId xmlns:a16="http://schemas.microsoft.com/office/drawing/2014/main" id="{58EE299E-8FFA-2330-5FEC-42A8775C0305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>
                <a:extLst>
                  <a:ext uri="{FF2B5EF4-FFF2-40B4-BE49-F238E27FC236}">
                    <a16:creationId xmlns:a16="http://schemas.microsoft.com/office/drawing/2014/main" id="{B71C6ADB-2D17-A8A6-303C-59C42D25F59E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>
                <a:extLst>
                  <a:ext uri="{FF2B5EF4-FFF2-40B4-BE49-F238E27FC236}">
                    <a16:creationId xmlns:a16="http://schemas.microsoft.com/office/drawing/2014/main" id="{0CB27782-8434-95AE-D011-ADBCE0998191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>
                <a:extLst>
                  <a:ext uri="{FF2B5EF4-FFF2-40B4-BE49-F238E27FC236}">
                    <a16:creationId xmlns:a16="http://schemas.microsoft.com/office/drawing/2014/main" id="{336DD3B9-F5D0-528D-A4D6-1B8438570546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>
                <a:extLst>
                  <a:ext uri="{FF2B5EF4-FFF2-40B4-BE49-F238E27FC236}">
                    <a16:creationId xmlns:a16="http://schemas.microsoft.com/office/drawing/2014/main" id="{7D177D5D-CA45-C62F-F930-DE47838061FF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>
                <a:extLst>
                  <a:ext uri="{FF2B5EF4-FFF2-40B4-BE49-F238E27FC236}">
                    <a16:creationId xmlns:a16="http://schemas.microsoft.com/office/drawing/2014/main" id="{4F7AF44E-F453-74C6-FA67-56AB69780E3A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>
                <a:extLst>
                  <a:ext uri="{FF2B5EF4-FFF2-40B4-BE49-F238E27FC236}">
                    <a16:creationId xmlns:a16="http://schemas.microsoft.com/office/drawing/2014/main" id="{639DA1F8-DD54-8FB2-083C-BF9A2B36AC01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>
                <a:extLst>
                  <a:ext uri="{FF2B5EF4-FFF2-40B4-BE49-F238E27FC236}">
                    <a16:creationId xmlns:a16="http://schemas.microsoft.com/office/drawing/2014/main" id="{6261741A-C76F-CE04-0D6D-F8F6B49AFF8D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>
                <a:extLst>
                  <a:ext uri="{FF2B5EF4-FFF2-40B4-BE49-F238E27FC236}">
                    <a16:creationId xmlns:a16="http://schemas.microsoft.com/office/drawing/2014/main" id="{D81405F9-F120-DCBA-C9F7-BEC30A350A2A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>
                <a:extLst>
                  <a:ext uri="{FF2B5EF4-FFF2-40B4-BE49-F238E27FC236}">
                    <a16:creationId xmlns:a16="http://schemas.microsoft.com/office/drawing/2014/main" id="{092FA9B7-405F-C0B0-6E52-00BEF2121A8C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>
                <a:extLst>
                  <a:ext uri="{FF2B5EF4-FFF2-40B4-BE49-F238E27FC236}">
                    <a16:creationId xmlns:a16="http://schemas.microsoft.com/office/drawing/2014/main" id="{196DBCAC-AC3C-1DA1-913B-EB901FD17E5A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>
                <a:extLst>
                  <a:ext uri="{FF2B5EF4-FFF2-40B4-BE49-F238E27FC236}">
                    <a16:creationId xmlns:a16="http://schemas.microsoft.com/office/drawing/2014/main" id="{B10D3A5C-8F75-676F-B251-50630801E2E2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>
                <a:extLst>
                  <a:ext uri="{FF2B5EF4-FFF2-40B4-BE49-F238E27FC236}">
                    <a16:creationId xmlns:a16="http://schemas.microsoft.com/office/drawing/2014/main" id="{1E506C46-E61B-607C-808E-554668C3A057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>
                <a:extLst>
                  <a:ext uri="{FF2B5EF4-FFF2-40B4-BE49-F238E27FC236}">
                    <a16:creationId xmlns:a16="http://schemas.microsoft.com/office/drawing/2014/main" id="{EA6936F8-56DB-EFBA-5F99-C482E774130C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41">
                <a:extLst>
                  <a:ext uri="{FF2B5EF4-FFF2-40B4-BE49-F238E27FC236}">
                    <a16:creationId xmlns:a16="http://schemas.microsoft.com/office/drawing/2014/main" id="{7040E808-2224-6FF5-37D7-ADAF38CFE3C8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41">
                <a:extLst>
                  <a:ext uri="{FF2B5EF4-FFF2-40B4-BE49-F238E27FC236}">
                    <a16:creationId xmlns:a16="http://schemas.microsoft.com/office/drawing/2014/main" id="{927CB614-D7FE-8885-666F-2EBBF433986E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41">
                <a:extLst>
                  <a:ext uri="{FF2B5EF4-FFF2-40B4-BE49-F238E27FC236}">
                    <a16:creationId xmlns:a16="http://schemas.microsoft.com/office/drawing/2014/main" id="{A997CBA2-A55C-83A3-3459-9A71DC2198F3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41">
                <a:extLst>
                  <a:ext uri="{FF2B5EF4-FFF2-40B4-BE49-F238E27FC236}">
                    <a16:creationId xmlns:a16="http://schemas.microsoft.com/office/drawing/2014/main" id="{58862A76-8B15-3DFE-E810-4F9584BCCB9A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41">
                <a:extLst>
                  <a:ext uri="{FF2B5EF4-FFF2-40B4-BE49-F238E27FC236}">
                    <a16:creationId xmlns:a16="http://schemas.microsoft.com/office/drawing/2014/main" id="{6961C0B4-2C7E-820A-596D-5A6D46312DC6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41">
                <a:extLst>
                  <a:ext uri="{FF2B5EF4-FFF2-40B4-BE49-F238E27FC236}">
                    <a16:creationId xmlns:a16="http://schemas.microsoft.com/office/drawing/2014/main" id="{F1DFAF67-5D1B-8318-E92A-AFAA38414F6A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41">
                <a:extLst>
                  <a:ext uri="{FF2B5EF4-FFF2-40B4-BE49-F238E27FC236}">
                    <a16:creationId xmlns:a16="http://schemas.microsoft.com/office/drawing/2014/main" id="{441990DE-6599-9863-6ED1-D4BF4D8D2F7B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41">
                <a:extLst>
                  <a:ext uri="{FF2B5EF4-FFF2-40B4-BE49-F238E27FC236}">
                    <a16:creationId xmlns:a16="http://schemas.microsoft.com/office/drawing/2014/main" id="{B3C132AF-235D-1C9E-85C3-91ECCD670799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41">
                <a:extLst>
                  <a:ext uri="{FF2B5EF4-FFF2-40B4-BE49-F238E27FC236}">
                    <a16:creationId xmlns:a16="http://schemas.microsoft.com/office/drawing/2014/main" id="{DD68FF45-4BCA-60F2-C925-F69FBB3DB84F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41">
                <a:extLst>
                  <a:ext uri="{FF2B5EF4-FFF2-40B4-BE49-F238E27FC236}">
                    <a16:creationId xmlns:a16="http://schemas.microsoft.com/office/drawing/2014/main" id="{E7D0285B-A90A-7EB6-A9DA-C67500EB75B5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41">
                <a:extLst>
                  <a:ext uri="{FF2B5EF4-FFF2-40B4-BE49-F238E27FC236}">
                    <a16:creationId xmlns:a16="http://schemas.microsoft.com/office/drawing/2014/main" id="{CB7EE865-26F2-AFEA-B53C-E76E97F74766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41">
                <a:extLst>
                  <a:ext uri="{FF2B5EF4-FFF2-40B4-BE49-F238E27FC236}">
                    <a16:creationId xmlns:a16="http://schemas.microsoft.com/office/drawing/2014/main" id="{F3C1A6EE-5BF5-A535-0C98-13112B592A7B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41">
                <a:extLst>
                  <a:ext uri="{FF2B5EF4-FFF2-40B4-BE49-F238E27FC236}">
                    <a16:creationId xmlns:a16="http://schemas.microsoft.com/office/drawing/2014/main" id="{34314B74-57A7-325F-1E18-4378AD441014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1">
                <a:extLst>
                  <a:ext uri="{FF2B5EF4-FFF2-40B4-BE49-F238E27FC236}">
                    <a16:creationId xmlns:a16="http://schemas.microsoft.com/office/drawing/2014/main" id="{51A683E3-CF22-25AA-500A-DCA4ACA7088B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1">
                <a:extLst>
                  <a:ext uri="{FF2B5EF4-FFF2-40B4-BE49-F238E27FC236}">
                    <a16:creationId xmlns:a16="http://schemas.microsoft.com/office/drawing/2014/main" id="{49720E11-40EB-77E5-017C-2B2C105629D1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1">
                <a:extLst>
                  <a:ext uri="{FF2B5EF4-FFF2-40B4-BE49-F238E27FC236}">
                    <a16:creationId xmlns:a16="http://schemas.microsoft.com/office/drawing/2014/main" id="{3234015D-B631-8E6E-4972-BC70D70737E1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1">
                <a:extLst>
                  <a:ext uri="{FF2B5EF4-FFF2-40B4-BE49-F238E27FC236}">
                    <a16:creationId xmlns:a16="http://schemas.microsoft.com/office/drawing/2014/main" id="{76308967-AD01-F361-B8CA-45FC6EB6F4A1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41">
                <a:extLst>
                  <a:ext uri="{FF2B5EF4-FFF2-40B4-BE49-F238E27FC236}">
                    <a16:creationId xmlns:a16="http://schemas.microsoft.com/office/drawing/2014/main" id="{9999BC9C-AE11-F679-05D2-DAC35BA3DC05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41">
                <a:extLst>
                  <a:ext uri="{FF2B5EF4-FFF2-40B4-BE49-F238E27FC236}">
                    <a16:creationId xmlns:a16="http://schemas.microsoft.com/office/drawing/2014/main" id="{7B88A006-E1CA-5BB5-DAEA-C2BAF366EFFF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41">
                <a:extLst>
                  <a:ext uri="{FF2B5EF4-FFF2-40B4-BE49-F238E27FC236}">
                    <a16:creationId xmlns:a16="http://schemas.microsoft.com/office/drawing/2014/main" id="{A585FB4A-DF53-7465-44FE-CC8AFDE2287E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41">
                <a:extLst>
                  <a:ext uri="{FF2B5EF4-FFF2-40B4-BE49-F238E27FC236}">
                    <a16:creationId xmlns:a16="http://schemas.microsoft.com/office/drawing/2014/main" id="{4CB7F984-154B-0945-3B02-3132B85426D3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41">
                <a:extLst>
                  <a:ext uri="{FF2B5EF4-FFF2-40B4-BE49-F238E27FC236}">
                    <a16:creationId xmlns:a16="http://schemas.microsoft.com/office/drawing/2014/main" id="{BF20563C-2853-8C0E-1F6B-CD51821A4E8D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41">
                <a:extLst>
                  <a:ext uri="{FF2B5EF4-FFF2-40B4-BE49-F238E27FC236}">
                    <a16:creationId xmlns:a16="http://schemas.microsoft.com/office/drawing/2014/main" id="{60FE5C4E-535F-8B36-5007-2134BEEA6CE4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41">
                <a:extLst>
                  <a:ext uri="{FF2B5EF4-FFF2-40B4-BE49-F238E27FC236}">
                    <a16:creationId xmlns:a16="http://schemas.microsoft.com/office/drawing/2014/main" id="{3AB1A663-1610-CD0E-2697-08F6E8B1B130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41">
                <a:extLst>
                  <a:ext uri="{FF2B5EF4-FFF2-40B4-BE49-F238E27FC236}">
                    <a16:creationId xmlns:a16="http://schemas.microsoft.com/office/drawing/2014/main" id="{D9AE1C49-84CF-1290-15A6-6AE0BB1E2813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41">
                <a:extLst>
                  <a:ext uri="{FF2B5EF4-FFF2-40B4-BE49-F238E27FC236}">
                    <a16:creationId xmlns:a16="http://schemas.microsoft.com/office/drawing/2014/main" id="{ED1D8066-9C0A-6EBE-AB0C-B3F208359465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41">
                <a:extLst>
                  <a:ext uri="{FF2B5EF4-FFF2-40B4-BE49-F238E27FC236}">
                    <a16:creationId xmlns:a16="http://schemas.microsoft.com/office/drawing/2014/main" id="{807E9BA0-9039-54E1-4030-341F1DE0183D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41">
                <a:extLst>
                  <a:ext uri="{FF2B5EF4-FFF2-40B4-BE49-F238E27FC236}">
                    <a16:creationId xmlns:a16="http://schemas.microsoft.com/office/drawing/2014/main" id="{B39B352D-E7E3-79C2-57DC-B3D019089743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41">
                <a:extLst>
                  <a:ext uri="{FF2B5EF4-FFF2-40B4-BE49-F238E27FC236}">
                    <a16:creationId xmlns:a16="http://schemas.microsoft.com/office/drawing/2014/main" id="{AFFE4A89-A0B7-9ACD-8EE6-1F16036ED9ED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41">
                <a:extLst>
                  <a:ext uri="{FF2B5EF4-FFF2-40B4-BE49-F238E27FC236}">
                    <a16:creationId xmlns:a16="http://schemas.microsoft.com/office/drawing/2014/main" id="{358C03CE-BD82-CA29-C6B1-F05606EEEBF5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41">
                <a:extLst>
                  <a:ext uri="{FF2B5EF4-FFF2-40B4-BE49-F238E27FC236}">
                    <a16:creationId xmlns:a16="http://schemas.microsoft.com/office/drawing/2014/main" id="{233F76F6-4ABA-CEDB-D44C-91C0CDAA4197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41">
                <a:extLst>
                  <a:ext uri="{FF2B5EF4-FFF2-40B4-BE49-F238E27FC236}">
                    <a16:creationId xmlns:a16="http://schemas.microsoft.com/office/drawing/2014/main" id="{8A57D633-83DD-78D3-94C1-81364723896B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41">
                <a:extLst>
                  <a:ext uri="{FF2B5EF4-FFF2-40B4-BE49-F238E27FC236}">
                    <a16:creationId xmlns:a16="http://schemas.microsoft.com/office/drawing/2014/main" id="{84502795-4038-7D4A-1466-D9DA4AF018AB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41">
                <a:extLst>
                  <a:ext uri="{FF2B5EF4-FFF2-40B4-BE49-F238E27FC236}">
                    <a16:creationId xmlns:a16="http://schemas.microsoft.com/office/drawing/2014/main" id="{003F0725-9600-9EF2-8921-8749600C478F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41">
                <a:extLst>
                  <a:ext uri="{FF2B5EF4-FFF2-40B4-BE49-F238E27FC236}">
                    <a16:creationId xmlns:a16="http://schemas.microsoft.com/office/drawing/2014/main" id="{8C06EE34-C7A9-D3F1-11A7-FA067E31B492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41">
                <a:extLst>
                  <a:ext uri="{FF2B5EF4-FFF2-40B4-BE49-F238E27FC236}">
                    <a16:creationId xmlns:a16="http://schemas.microsoft.com/office/drawing/2014/main" id="{A27ED02E-7E67-9CC3-2546-AB88A2E4C674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41">
                <a:extLst>
                  <a:ext uri="{FF2B5EF4-FFF2-40B4-BE49-F238E27FC236}">
                    <a16:creationId xmlns:a16="http://schemas.microsoft.com/office/drawing/2014/main" id="{6AEA775B-96D1-3B86-5B46-1A757B0BB1D2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41">
                <a:extLst>
                  <a:ext uri="{FF2B5EF4-FFF2-40B4-BE49-F238E27FC236}">
                    <a16:creationId xmlns:a16="http://schemas.microsoft.com/office/drawing/2014/main" id="{0063B3CD-D905-7F97-3396-57041057D302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41">
                <a:extLst>
                  <a:ext uri="{FF2B5EF4-FFF2-40B4-BE49-F238E27FC236}">
                    <a16:creationId xmlns:a16="http://schemas.microsoft.com/office/drawing/2014/main" id="{49E656A6-E28D-1AC2-12D9-DB0903F95D38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41">
                <a:extLst>
                  <a:ext uri="{FF2B5EF4-FFF2-40B4-BE49-F238E27FC236}">
                    <a16:creationId xmlns:a16="http://schemas.microsoft.com/office/drawing/2014/main" id="{D53C3A8D-87AA-3FC0-DD29-4CACEA0E1FA2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41">
                <a:extLst>
                  <a:ext uri="{FF2B5EF4-FFF2-40B4-BE49-F238E27FC236}">
                    <a16:creationId xmlns:a16="http://schemas.microsoft.com/office/drawing/2014/main" id="{C30FABF6-15C9-90E8-6DAE-823363C78344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41">
                <a:extLst>
                  <a:ext uri="{FF2B5EF4-FFF2-40B4-BE49-F238E27FC236}">
                    <a16:creationId xmlns:a16="http://schemas.microsoft.com/office/drawing/2014/main" id="{C9683B9E-6F48-629C-85B6-AEC5B4536D39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41">
                <a:extLst>
                  <a:ext uri="{FF2B5EF4-FFF2-40B4-BE49-F238E27FC236}">
                    <a16:creationId xmlns:a16="http://schemas.microsoft.com/office/drawing/2014/main" id="{77EA50FA-AB4C-22AC-EF74-3832432F8558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41">
                <a:extLst>
                  <a:ext uri="{FF2B5EF4-FFF2-40B4-BE49-F238E27FC236}">
                    <a16:creationId xmlns:a16="http://schemas.microsoft.com/office/drawing/2014/main" id="{3164386B-9448-8920-4671-410E643B40B4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41">
                <a:extLst>
                  <a:ext uri="{FF2B5EF4-FFF2-40B4-BE49-F238E27FC236}">
                    <a16:creationId xmlns:a16="http://schemas.microsoft.com/office/drawing/2014/main" id="{B4AC15EA-3696-B0A3-986B-313F7140D12F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41">
                <a:extLst>
                  <a:ext uri="{FF2B5EF4-FFF2-40B4-BE49-F238E27FC236}">
                    <a16:creationId xmlns:a16="http://schemas.microsoft.com/office/drawing/2014/main" id="{4C86514F-0308-D647-E904-3DACA7A9A35A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41">
                <a:extLst>
                  <a:ext uri="{FF2B5EF4-FFF2-40B4-BE49-F238E27FC236}">
                    <a16:creationId xmlns:a16="http://schemas.microsoft.com/office/drawing/2014/main" id="{BA122D31-62BF-4DE4-3B0C-416644EEB8B3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41">
                <a:extLst>
                  <a:ext uri="{FF2B5EF4-FFF2-40B4-BE49-F238E27FC236}">
                    <a16:creationId xmlns:a16="http://schemas.microsoft.com/office/drawing/2014/main" id="{D60BE392-0D43-2F2D-392E-388B44F829C2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41">
                <a:extLst>
                  <a:ext uri="{FF2B5EF4-FFF2-40B4-BE49-F238E27FC236}">
                    <a16:creationId xmlns:a16="http://schemas.microsoft.com/office/drawing/2014/main" id="{FD1AAC3C-5699-43FA-5007-F59DCD84FD8C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41">
                <a:extLst>
                  <a:ext uri="{FF2B5EF4-FFF2-40B4-BE49-F238E27FC236}">
                    <a16:creationId xmlns:a16="http://schemas.microsoft.com/office/drawing/2014/main" id="{56ECCD58-ADA7-A4A5-9E1A-A767EAAEFCF7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41">
                <a:extLst>
                  <a:ext uri="{FF2B5EF4-FFF2-40B4-BE49-F238E27FC236}">
                    <a16:creationId xmlns:a16="http://schemas.microsoft.com/office/drawing/2014/main" id="{C8EBC90D-C6CC-922D-58E0-36B5C5328D60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41">
                <a:extLst>
                  <a:ext uri="{FF2B5EF4-FFF2-40B4-BE49-F238E27FC236}">
                    <a16:creationId xmlns:a16="http://schemas.microsoft.com/office/drawing/2014/main" id="{040DFE90-5A8A-2475-738B-292E46CA1160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41">
                <a:extLst>
                  <a:ext uri="{FF2B5EF4-FFF2-40B4-BE49-F238E27FC236}">
                    <a16:creationId xmlns:a16="http://schemas.microsoft.com/office/drawing/2014/main" id="{F8658EB9-E48D-BE32-D328-72667F198837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41">
                <a:extLst>
                  <a:ext uri="{FF2B5EF4-FFF2-40B4-BE49-F238E27FC236}">
                    <a16:creationId xmlns:a16="http://schemas.microsoft.com/office/drawing/2014/main" id="{9EDC90C7-9861-590C-4241-D82A1EEDFA2E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41">
                <a:extLst>
                  <a:ext uri="{FF2B5EF4-FFF2-40B4-BE49-F238E27FC236}">
                    <a16:creationId xmlns:a16="http://schemas.microsoft.com/office/drawing/2014/main" id="{7ECDC602-9479-FDF1-28A6-17FD8B90C0C1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41">
                <a:extLst>
                  <a:ext uri="{FF2B5EF4-FFF2-40B4-BE49-F238E27FC236}">
                    <a16:creationId xmlns:a16="http://schemas.microsoft.com/office/drawing/2014/main" id="{1C309084-3D88-3E54-AFA5-153707C9B737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41">
                <a:extLst>
                  <a:ext uri="{FF2B5EF4-FFF2-40B4-BE49-F238E27FC236}">
                    <a16:creationId xmlns:a16="http://schemas.microsoft.com/office/drawing/2014/main" id="{0468AC8C-9841-0A70-E810-B41DE00F103A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41">
                <a:extLst>
                  <a:ext uri="{FF2B5EF4-FFF2-40B4-BE49-F238E27FC236}">
                    <a16:creationId xmlns:a16="http://schemas.microsoft.com/office/drawing/2014/main" id="{82C8C4F6-D98D-383B-D55F-9EC64E698E1C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41">
                <a:extLst>
                  <a:ext uri="{FF2B5EF4-FFF2-40B4-BE49-F238E27FC236}">
                    <a16:creationId xmlns:a16="http://schemas.microsoft.com/office/drawing/2014/main" id="{7A5874FB-0110-43CB-2C3D-D9C1A1334C92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41">
                <a:extLst>
                  <a:ext uri="{FF2B5EF4-FFF2-40B4-BE49-F238E27FC236}">
                    <a16:creationId xmlns:a16="http://schemas.microsoft.com/office/drawing/2014/main" id="{C2AF6ADD-6AA5-C863-CEA3-515F70A93DB1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41">
                <a:extLst>
                  <a:ext uri="{FF2B5EF4-FFF2-40B4-BE49-F238E27FC236}">
                    <a16:creationId xmlns:a16="http://schemas.microsoft.com/office/drawing/2014/main" id="{ADDC51FE-50B5-4A8E-D5D6-351F575EB852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41">
                <a:extLst>
                  <a:ext uri="{FF2B5EF4-FFF2-40B4-BE49-F238E27FC236}">
                    <a16:creationId xmlns:a16="http://schemas.microsoft.com/office/drawing/2014/main" id="{0753CD60-2757-C578-6F6D-859D60931522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41">
                <a:extLst>
                  <a:ext uri="{FF2B5EF4-FFF2-40B4-BE49-F238E27FC236}">
                    <a16:creationId xmlns:a16="http://schemas.microsoft.com/office/drawing/2014/main" id="{46B877F8-8BA8-9604-D868-151AB98F6DD9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41">
                <a:extLst>
                  <a:ext uri="{FF2B5EF4-FFF2-40B4-BE49-F238E27FC236}">
                    <a16:creationId xmlns:a16="http://schemas.microsoft.com/office/drawing/2014/main" id="{ECC9965E-D7D7-C1EB-2C5F-DB40FF843302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41">
                <a:extLst>
                  <a:ext uri="{FF2B5EF4-FFF2-40B4-BE49-F238E27FC236}">
                    <a16:creationId xmlns:a16="http://schemas.microsoft.com/office/drawing/2014/main" id="{951271ED-7327-B7EE-F3B8-8BEDCD838D9D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41">
                <a:extLst>
                  <a:ext uri="{FF2B5EF4-FFF2-40B4-BE49-F238E27FC236}">
                    <a16:creationId xmlns:a16="http://schemas.microsoft.com/office/drawing/2014/main" id="{9095C2BF-8048-B19D-467F-97048E9CBFF4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41">
                <a:extLst>
                  <a:ext uri="{FF2B5EF4-FFF2-40B4-BE49-F238E27FC236}">
                    <a16:creationId xmlns:a16="http://schemas.microsoft.com/office/drawing/2014/main" id="{92CACC41-EE66-901C-7E27-C9223DC46EDD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41">
                <a:extLst>
                  <a:ext uri="{FF2B5EF4-FFF2-40B4-BE49-F238E27FC236}">
                    <a16:creationId xmlns:a16="http://schemas.microsoft.com/office/drawing/2014/main" id="{CBDED525-267C-9416-75EE-9DEEC31A2D5A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41">
                <a:extLst>
                  <a:ext uri="{FF2B5EF4-FFF2-40B4-BE49-F238E27FC236}">
                    <a16:creationId xmlns:a16="http://schemas.microsoft.com/office/drawing/2014/main" id="{03E86329-627A-835D-2BB2-8D73E2552949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41">
                <a:extLst>
                  <a:ext uri="{FF2B5EF4-FFF2-40B4-BE49-F238E27FC236}">
                    <a16:creationId xmlns:a16="http://schemas.microsoft.com/office/drawing/2014/main" id="{A124490A-AF5B-AC46-6A2D-4E44F6AD64C6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41">
                <a:extLst>
                  <a:ext uri="{FF2B5EF4-FFF2-40B4-BE49-F238E27FC236}">
                    <a16:creationId xmlns:a16="http://schemas.microsoft.com/office/drawing/2014/main" id="{9B9622EF-FD4C-D8D5-09FE-0E3D7FD7ED5D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41">
                <a:extLst>
                  <a:ext uri="{FF2B5EF4-FFF2-40B4-BE49-F238E27FC236}">
                    <a16:creationId xmlns:a16="http://schemas.microsoft.com/office/drawing/2014/main" id="{4535D46A-3686-926E-C769-196E0241C638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41">
                <a:extLst>
                  <a:ext uri="{FF2B5EF4-FFF2-40B4-BE49-F238E27FC236}">
                    <a16:creationId xmlns:a16="http://schemas.microsoft.com/office/drawing/2014/main" id="{312700DB-E8B6-10B6-6106-8A6AAAFDF018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41">
                <a:extLst>
                  <a:ext uri="{FF2B5EF4-FFF2-40B4-BE49-F238E27FC236}">
                    <a16:creationId xmlns:a16="http://schemas.microsoft.com/office/drawing/2014/main" id="{F0CBB3B7-2A13-2CC6-7FEA-EC0E2B9034CF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41">
                <a:extLst>
                  <a:ext uri="{FF2B5EF4-FFF2-40B4-BE49-F238E27FC236}">
                    <a16:creationId xmlns:a16="http://schemas.microsoft.com/office/drawing/2014/main" id="{1D0495B7-F5FC-A2AD-5D28-CD531EDAD96E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41">
                <a:extLst>
                  <a:ext uri="{FF2B5EF4-FFF2-40B4-BE49-F238E27FC236}">
                    <a16:creationId xmlns:a16="http://schemas.microsoft.com/office/drawing/2014/main" id="{ABFEA8AD-9C76-AC52-8123-746F14A830E6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1">
                <a:extLst>
                  <a:ext uri="{FF2B5EF4-FFF2-40B4-BE49-F238E27FC236}">
                    <a16:creationId xmlns:a16="http://schemas.microsoft.com/office/drawing/2014/main" id="{DABDCB8A-B943-CF7C-B087-9561F4110185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41">
                <a:extLst>
                  <a:ext uri="{FF2B5EF4-FFF2-40B4-BE49-F238E27FC236}">
                    <a16:creationId xmlns:a16="http://schemas.microsoft.com/office/drawing/2014/main" id="{EC4657ED-79E2-34CF-20B7-8420F8AE81B7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41">
                <a:extLst>
                  <a:ext uri="{FF2B5EF4-FFF2-40B4-BE49-F238E27FC236}">
                    <a16:creationId xmlns:a16="http://schemas.microsoft.com/office/drawing/2014/main" id="{55F7189C-38DD-CACE-7504-B734AA554C74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1">
                <a:extLst>
                  <a:ext uri="{FF2B5EF4-FFF2-40B4-BE49-F238E27FC236}">
                    <a16:creationId xmlns:a16="http://schemas.microsoft.com/office/drawing/2014/main" id="{1D9282CA-3B9A-B041-9950-79D03A09A934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41">
                <a:extLst>
                  <a:ext uri="{FF2B5EF4-FFF2-40B4-BE49-F238E27FC236}">
                    <a16:creationId xmlns:a16="http://schemas.microsoft.com/office/drawing/2014/main" id="{357CC0D0-DF72-E6B3-D648-ACA1274150D4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41">
                <a:extLst>
                  <a:ext uri="{FF2B5EF4-FFF2-40B4-BE49-F238E27FC236}">
                    <a16:creationId xmlns:a16="http://schemas.microsoft.com/office/drawing/2014/main" id="{21B2BEA7-3BA0-FFEC-6B4D-33D14A46F151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1">
                <a:extLst>
                  <a:ext uri="{FF2B5EF4-FFF2-40B4-BE49-F238E27FC236}">
                    <a16:creationId xmlns:a16="http://schemas.microsoft.com/office/drawing/2014/main" id="{F93AAFFE-6AA6-92E4-4A08-8DAFECE6CA3F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41">
                <a:extLst>
                  <a:ext uri="{FF2B5EF4-FFF2-40B4-BE49-F238E27FC236}">
                    <a16:creationId xmlns:a16="http://schemas.microsoft.com/office/drawing/2014/main" id="{78274BD1-0204-EBEF-D274-306F25EBD77C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41">
                <a:extLst>
                  <a:ext uri="{FF2B5EF4-FFF2-40B4-BE49-F238E27FC236}">
                    <a16:creationId xmlns:a16="http://schemas.microsoft.com/office/drawing/2014/main" id="{7C43F327-DA06-DC26-8736-5BA5B363319D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41">
                <a:extLst>
                  <a:ext uri="{FF2B5EF4-FFF2-40B4-BE49-F238E27FC236}">
                    <a16:creationId xmlns:a16="http://schemas.microsoft.com/office/drawing/2014/main" id="{F18C39BC-8091-1B90-A415-555E69E23349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41">
                <a:extLst>
                  <a:ext uri="{FF2B5EF4-FFF2-40B4-BE49-F238E27FC236}">
                    <a16:creationId xmlns:a16="http://schemas.microsoft.com/office/drawing/2014/main" id="{DB058A6C-361C-F096-622F-8FD3089FF562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41">
                <a:extLst>
                  <a:ext uri="{FF2B5EF4-FFF2-40B4-BE49-F238E27FC236}">
                    <a16:creationId xmlns:a16="http://schemas.microsoft.com/office/drawing/2014/main" id="{F38ADAE5-06A7-0C68-B6C8-A9C7A857FA20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41">
                <a:extLst>
                  <a:ext uri="{FF2B5EF4-FFF2-40B4-BE49-F238E27FC236}">
                    <a16:creationId xmlns:a16="http://schemas.microsoft.com/office/drawing/2014/main" id="{DEB5452C-954E-F7AF-EB5A-F6BC2B783D80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41">
                <a:extLst>
                  <a:ext uri="{FF2B5EF4-FFF2-40B4-BE49-F238E27FC236}">
                    <a16:creationId xmlns:a16="http://schemas.microsoft.com/office/drawing/2014/main" id="{04A120CE-12A5-9406-2D15-649D9AC6756A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41">
                <a:extLst>
                  <a:ext uri="{FF2B5EF4-FFF2-40B4-BE49-F238E27FC236}">
                    <a16:creationId xmlns:a16="http://schemas.microsoft.com/office/drawing/2014/main" id="{AFD78DB0-FC1F-430C-CAF6-EC07801B4B39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41">
                <a:extLst>
                  <a:ext uri="{FF2B5EF4-FFF2-40B4-BE49-F238E27FC236}">
                    <a16:creationId xmlns:a16="http://schemas.microsoft.com/office/drawing/2014/main" id="{2B7790BF-83A7-8736-AF5A-369FAEEF4BD1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41">
                <a:extLst>
                  <a:ext uri="{FF2B5EF4-FFF2-40B4-BE49-F238E27FC236}">
                    <a16:creationId xmlns:a16="http://schemas.microsoft.com/office/drawing/2014/main" id="{87AA84CD-DFF2-5D7F-A43E-F9CD4B75885E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41">
                <a:extLst>
                  <a:ext uri="{FF2B5EF4-FFF2-40B4-BE49-F238E27FC236}">
                    <a16:creationId xmlns:a16="http://schemas.microsoft.com/office/drawing/2014/main" id="{2643B2AD-4A9A-237D-A9E5-29FEB6309048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41">
                <a:extLst>
                  <a:ext uri="{FF2B5EF4-FFF2-40B4-BE49-F238E27FC236}">
                    <a16:creationId xmlns:a16="http://schemas.microsoft.com/office/drawing/2014/main" id="{A3B23609-43BA-4325-BC32-5778EFC56C13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41">
                <a:extLst>
                  <a:ext uri="{FF2B5EF4-FFF2-40B4-BE49-F238E27FC236}">
                    <a16:creationId xmlns:a16="http://schemas.microsoft.com/office/drawing/2014/main" id="{CDEE7A76-71C6-A369-5F44-81113F1184D9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41">
                <a:extLst>
                  <a:ext uri="{FF2B5EF4-FFF2-40B4-BE49-F238E27FC236}">
                    <a16:creationId xmlns:a16="http://schemas.microsoft.com/office/drawing/2014/main" id="{C7CEE11F-2940-51EE-693E-39D3ABDAE318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41">
                <a:extLst>
                  <a:ext uri="{FF2B5EF4-FFF2-40B4-BE49-F238E27FC236}">
                    <a16:creationId xmlns:a16="http://schemas.microsoft.com/office/drawing/2014/main" id="{9803C59B-6ABD-D196-9D74-BFBA665C5442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41">
                <a:extLst>
                  <a:ext uri="{FF2B5EF4-FFF2-40B4-BE49-F238E27FC236}">
                    <a16:creationId xmlns:a16="http://schemas.microsoft.com/office/drawing/2014/main" id="{105ECCB2-A354-1440-622D-93B295930197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41">
                <a:extLst>
                  <a:ext uri="{FF2B5EF4-FFF2-40B4-BE49-F238E27FC236}">
                    <a16:creationId xmlns:a16="http://schemas.microsoft.com/office/drawing/2014/main" id="{C5C9055E-9944-0880-B107-3A4484BED51A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41">
                <a:extLst>
                  <a:ext uri="{FF2B5EF4-FFF2-40B4-BE49-F238E27FC236}">
                    <a16:creationId xmlns:a16="http://schemas.microsoft.com/office/drawing/2014/main" id="{CE63E943-3426-CE1E-BAB4-746361EE55BE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41">
                <a:extLst>
                  <a:ext uri="{FF2B5EF4-FFF2-40B4-BE49-F238E27FC236}">
                    <a16:creationId xmlns:a16="http://schemas.microsoft.com/office/drawing/2014/main" id="{F51FFAF5-A255-B156-F7E9-19D76B2BD896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41">
                <a:extLst>
                  <a:ext uri="{FF2B5EF4-FFF2-40B4-BE49-F238E27FC236}">
                    <a16:creationId xmlns:a16="http://schemas.microsoft.com/office/drawing/2014/main" id="{15A1573E-E0F4-EE01-5374-5973FFAB32FD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41">
                <a:extLst>
                  <a:ext uri="{FF2B5EF4-FFF2-40B4-BE49-F238E27FC236}">
                    <a16:creationId xmlns:a16="http://schemas.microsoft.com/office/drawing/2014/main" id="{570014B0-945F-39B6-9EC0-13308602C53F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41">
                <a:extLst>
                  <a:ext uri="{FF2B5EF4-FFF2-40B4-BE49-F238E27FC236}">
                    <a16:creationId xmlns:a16="http://schemas.microsoft.com/office/drawing/2014/main" id="{D37A21F6-A578-2CDC-E5BC-40E1EFF47AFD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41">
                <a:extLst>
                  <a:ext uri="{FF2B5EF4-FFF2-40B4-BE49-F238E27FC236}">
                    <a16:creationId xmlns:a16="http://schemas.microsoft.com/office/drawing/2014/main" id="{A6CF737F-CF64-19A9-716C-E2BF036D14E9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41">
                <a:extLst>
                  <a:ext uri="{FF2B5EF4-FFF2-40B4-BE49-F238E27FC236}">
                    <a16:creationId xmlns:a16="http://schemas.microsoft.com/office/drawing/2014/main" id="{48C8F687-055B-BB3F-1311-2E7C6F034495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41">
                <a:extLst>
                  <a:ext uri="{FF2B5EF4-FFF2-40B4-BE49-F238E27FC236}">
                    <a16:creationId xmlns:a16="http://schemas.microsoft.com/office/drawing/2014/main" id="{97C33FFD-E50F-FC1C-21B8-AB2490B4CB62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41">
                <a:extLst>
                  <a:ext uri="{FF2B5EF4-FFF2-40B4-BE49-F238E27FC236}">
                    <a16:creationId xmlns:a16="http://schemas.microsoft.com/office/drawing/2014/main" id="{005EEC64-696E-FF38-1196-0BFAE602542D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1">
                <a:extLst>
                  <a:ext uri="{FF2B5EF4-FFF2-40B4-BE49-F238E27FC236}">
                    <a16:creationId xmlns:a16="http://schemas.microsoft.com/office/drawing/2014/main" id="{9BD5EB8E-A9C9-2775-E8A1-8EC65C3E83F7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1">
                <a:extLst>
                  <a:ext uri="{FF2B5EF4-FFF2-40B4-BE49-F238E27FC236}">
                    <a16:creationId xmlns:a16="http://schemas.microsoft.com/office/drawing/2014/main" id="{DC4A4EAB-3070-7073-482E-82DDD66EEF82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1">
                <a:extLst>
                  <a:ext uri="{FF2B5EF4-FFF2-40B4-BE49-F238E27FC236}">
                    <a16:creationId xmlns:a16="http://schemas.microsoft.com/office/drawing/2014/main" id="{E4F2A9D9-895E-6642-F11B-7FAE9280530A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1">
                <a:extLst>
                  <a:ext uri="{FF2B5EF4-FFF2-40B4-BE49-F238E27FC236}">
                    <a16:creationId xmlns:a16="http://schemas.microsoft.com/office/drawing/2014/main" id="{186231BA-D3C9-1B86-8918-B18E82A103A6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1">
                <a:extLst>
                  <a:ext uri="{FF2B5EF4-FFF2-40B4-BE49-F238E27FC236}">
                    <a16:creationId xmlns:a16="http://schemas.microsoft.com/office/drawing/2014/main" id="{9DEED54F-4C8E-1CBF-F2F8-50B051426647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41">
                <a:extLst>
                  <a:ext uri="{FF2B5EF4-FFF2-40B4-BE49-F238E27FC236}">
                    <a16:creationId xmlns:a16="http://schemas.microsoft.com/office/drawing/2014/main" id="{4C9F14BB-502A-B72D-C5BB-F0A7FB02311F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41">
                <a:extLst>
                  <a:ext uri="{FF2B5EF4-FFF2-40B4-BE49-F238E27FC236}">
                    <a16:creationId xmlns:a16="http://schemas.microsoft.com/office/drawing/2014/main" id="{951BF3A1-EDC9-3AB0-5A1B-B1FAF980377E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41">
                <a:extLst>
                  <a:ext uri="{FF2B5EF4-FFF2-40B4-BE49-F238E27FC236}">
                    <a16:creationId xmlns:a16="http://schemas.microsoft.com/office/drawing/2014/main" id="{206F031D-F7AE-AE63-DD8D-97E64F9045BF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41">
                <a:extLst>
                  <a:ext uri="{FF2B5EF4-FFF2-40B4-BE49-F238E27FC236}">
                    <a16:creationId xmlns:a16="http://schemas.microsoft.com/office/drawing/2014/main" id="{6D2FF6AF-DD76-F01B-1807-926D2DF00CF5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41">
                <a:extLst>
                  <a:ext uri="{FF2B5EF4-FFF2-40B4-BE49-F238E27FC236}">
                    <a16:creationId xmlns:a16="http://schemas.microsoft.com/office/drawing/2014/main" id="{3C1D7992-98CE-35EA-18E6-68829F0A51E3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41">
                <a:extLst>
                  <a:ext uri="{FF2B5EF4-FFF2-40B4-BE49-F238E27FC236}">
                    <a16:creationId xmlns:a16="http://schemas.microsoft.com/office/drawing/2014/main" id="{070DAC01-6A81-3FBD-A9C8-5C5591F5506F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41">
                <a:extLst>
                  <a:ext uri="{FF2B5EF4-FFF2-40B4-BE49-F238E27FC236}">
                    <a16:creationId xmlns:a16="http://schemas.microsoft.com/office/drawing/2014/main" id="{DEEECFC3-F8D7-5988-B2FD-3C2B5BEF87EC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41">
                <a:extLst>
                  <a:ext uri="{FF2B5EF4-FFF2-40B4-BE49-F238E27FC236}">
                    <a16:creationId xmlns:a16="http://schemas.microsoft.com/office/drawing/2014/main" id="{CA97BF92-2FDB-FE6B-095E-8707AD70BA05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41">
                <a:extLst>
                  <a:ext uri="{FF2B5EF4-FFF2-40B4-BE49-F238E27FC236}">
                    <a16:creationId xmlns:a16="http://schemas.microsoft.com/office/drawing/2014/main" id="{74D290CE-E55E-F594-A8CB-694768A4F86E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41">
                <a:extLst>
                  <a:ext uri="{FF2B5EF4-FFF2-40B4-BE49-F238E27FC236}">
                    <a16:creationId xmlns:a16="http://schemas.microsoft.com/office/drawing/2014/main" id="{48085BCD-9FC2-6B57-2026-8CD2EE442DD2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41">
                <a:extLst>
                  <a:ext uri="{FF2B5EF4-FFF2-40B4-BE49-F238E27FC236}">
                    <a16:creationId xmlns:a16="http://schemas.microsoft.com/office/drawing/2014/main" id="{C2191DC9-07E4-9ED5-5403-A096FC4B8110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41">
                <a:extLst>
                  <a:ext uri="{FF2B5EF4-FFF2-40B4-BE49-F238E27FC236}">
                    <a16:creationId xmlns:a16="http://schemas.microsoft.com/office/drawing/2014/main" id="{7778C26C-3CF3-52D6-0D44-D557D228BFE0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41">
                <a:extLst>
                  <a:ext uri="{FF2B5EF4-FFF2-40B4-BE49-F238E27FC236}">
                    <a16:creationId xmlns:a16="http://schemas.microsoft.com/office/drawing/2014/main" id="{C086C065-D861-CE3A-3FC6-03FE670E98B8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41">
                <a:extLst>
                  <a:ext uri="{FF2B5EF4-FFF2-40B4-BE49-F238E27FC236}">
                    <a16:creationId xmlns:a16="http://schemas.microsoft.com/office/drawing/2014/main" id="{E5D9029A-4D10-03C2-990A-50EBCF35C0FB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41">
                <a:extLst>
                  <a:ext uri="{FF2B5EF4-FFF2-40B4-BE49-F238E27FC236}">
                    <a16:creationId xmlns:a16="http://schemas.microsoft.com/office/drawing/2014/main" id="{4C33CCA8-7D45-ADF9-F2DB-26136F18E491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41">
                <a:extLst>
                  <a:ext uri="{FF2B5EF4-FFF2-40B4-BE49-F238E27FC236}">
                    <a16:creationId xmlns:a16="http://schemas.microsoft.com/office/drawing/2014/main" id="{E370F241-9AB0-E68B-949B-FBC7384B9947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41">
                <a:extLst>
                  <a:ext uri="{FF2B5EF4-FFF2-40B4-BE49-F238E27FC236}">
                    <a16:creationId xmlns:a16="http://schemas.microsoft.com/office/drawing/2014/main" id="{9CD6D609-8DD0-6BB0-C052-756864C86E3C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41">
                <a:extLst>
                  <a:ext uri="{FF2B5EF4-FFF2-40B4-BE49-F238E27FC236}">
                    <a16:creationId xmlns:a16="http://schemas.microsoft.com/office/drawing/2014/main" id="{0E6D71BF-A898-7B97-BCE9-1B090CCA275F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41">
                <a:extLst>
                  <a:ext uri="{FF2B5EF4-FFF2-40B4-BE49-F238E27FC236}">
                    <a16:creationId xmlns:a16="http://schemas.microsoft.com/office/drawing/2014/main" id="{859897A5-D64F-6438-A9AF-EA63595F208E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41">
                <a:extLst>
                  <a:ext uri="{FF2B5EF4-FFF2-40B4-BE49-F238E27FC236}">
                    <a16:creationId xmlns:a16="http://schemas.microsoft.com/office/drawing/2014/main" id="{CA487C66-B123-74E2-8E7D-CBB065FBA899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41">
                <a:extLst>
                  <a:ext uri="{FF2B5EF4-FFF2-40B4-BE49-F238E27FC236}">
                    <a16:creationId xmlns:a16="http://schemas.microsoft.com/office/drawing/2014/main" id="{FDA6A8C6-FBF2-79FD-3A04-83397AEABF84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41">
                <a:extLst>
                  <a:ext uri="{FF2B5EF4-FFF2-40B4-BE49-F238E27FC236}">
                    <a16:creationId xmlns:a16="http://schemas.microsoft.com/office/drawing/2014/main" id="{82ED236C-77BF-7FF8-6A37-585A5579B48F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41">
                <a:extLst>
                  <a:ext uri="{FF2B5EF4-FFF2-40B4-BE49-F238E27FC236}">
                    <a16:creationId xmlns:a16="http://schemas.microsoft.com/office/drawing/2014/main" id="{62B93CAC-99C6-16F4-070D-671BFCC8041F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1">
                <a:extLst>
                  <a:ext uri="{FF2B5EF4-FFF2-40B4-BE49-F238E27FC236}">
                    <a16:creationId xmlns:a16="http://schemas.microsoft.com/office/drawing/2014/main" id="{B7F37830-F925-ED63-5573-8B36671EF09A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1">
                <a:extLst>
                  <a:ext uri="{FF2B5EF4-FFF2-40B4-BE49-F238E27FC236}">
                    <a16:creationId xmlns:a16="http://schemas.microsoft.com/office/drawing/2014/main" id="{2361F7B6-E056-944A-7C50-2AB6160038CA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41">
                <a:extLst>
                  <a:ext uri="{FF2B5EF4-FFF2-40B4-BE49-F238E27FC236}">
                    <a16:creationId xmlns:a16="http://schemas.microsoft.com/office/drawing/2014/main" id="{D220519C-73E1-0A04-A6EB-8577C61FD806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41">
                <a:extLst>
                  <a:ext uri="{FF2B5EF4-FFF2-40B4-BE49-F238E27FC236}">
                    <a16:creationId xmlns:a16="http://schemas.microsoft.com/office/drawing/2014/main" id="{83B17CAD-87B6-46EB-E3A6-1AD0191F89B6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41">
                <a:extLst>
                  <a:ext uri="{FF2B5EF4-FFF2-40B4-BE49-F238E27FC236}">
                    <a16:creationId xmlns:a16="http://schemas.microsoft.com/office/drawing/2014/main" id="{96B12696-A951-EAF1-30DF-7E8263E921AF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1">
                <a:extLst>
                  <a:ext uri="{FF2B5EF4-FFF2-40B4-BE49-F238E27FC236}">
                    <a16:creationId xmlns:a16="http://schemas.microsoft.com/office/drawing/2014/main" id="{9DACAB4D-9D7C-AC54-752D-1ECAB20CB30E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41">
                <a:extLst>
                  <a:ext uri="{FF2B5EF4-FFF2-40B4-BE49-F238E27FC236}">
                    <a16:creationId xmlns:a16="http://schemas.microsoft.com/office/drawing/2014/main" id="{80394CE9-1E60-FDDF-0916-E50C6AD1E3EB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41">
                <a:extLst>
                  <a:ext uri="{FF2B5EF4-FFF2-40B4-BE49-F238E27FC236}">
                    <a16:creationId xmlns:a16="http://schemas.microsoft.com/office/drawing/2014/main" id="{9489E29D-0B2B-5D36-040B-054FE7D2AE3B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41">
                <a:extLst>
                  <a:ext uri="{FF2B5EF4-FFF2-40B4-BE49-F238E27FC236}">
                    <a16:creationId xmlns:a16="http://schemas.microsoft.com/office/drawing/2014/main" id="{57D66BD8-4BAA-D9C5-67CB-DB8DB805AE99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41">
                <a:extLst>
                  <a:ext uri="{FF2B5EF4-FFF2-40B4-BE49-F238E27FC236}">
                    <a16:creationId xmlns:a16="http://schemas.microsoft.com/office/drawing/2014/main" id="{3452B7D8-D1D2-E910-9BC2-610B9696A83E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1">
                <a:extLst>
                  <a:ext uri="{FF2B5EF4-FFF2-40B4-BE49-F238E27FC236}">
                    <a16:creationId xmlns:a16="http://schemas.microsoft.com/office/drawing/2014/main" id="{EB8DC383-32AA-457C-F3AD-3EEA8BDBCFAC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41">
                <a:extLst>
                  <a:ext uri="{FF2B5EF4-FFF2-40B4-BE49-F238E27FC236}">
                    <a16:creationId xmlns:a16="http://schemas.microsoft.com/office/drawing/2014/main" id="{C0E87C9D-6587-01BE-3305-9870D7C2ACDC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41">
                <a:extLst>
                  <a:ext uri="{FF2B5EF4-FFF2-40B4-BE49-F238E27FC236}">
                    <a16:creationId xmlns:a16="http://schemas.microsoft.com/office/drawing/2014/main" id="{5215D058-8471-DD5E-AF5F-590747878FA7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41">
                <a:extLst>
                  <a:ext uri="{FF2B5EF4-FFF2-40B4-BE49-F238E27FC236}">
                    <a16:creationId xmlns:a16="http://schemas.microsoft.com/office/drawing/2014/main" id="{99E4E469-5B73-7DA1-A7E9-76A03D757C7C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41">
                <a:extLst>
                  <a:ext uri="{FF2B5EF4-FFF2-40B4-BE49-F238E27FC236}">
                    <a16:creationId xmlns:a16="http://schemas.microsoft.com/office/drawing/2014/main" id="{958620D0-788E-E15E-3B7C-D1F36F186043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41">
                <a:extLst>
                  <a:ext uri="{FF2B5EF4-FFF2-40B4-BE49-F238E27FC236}">
                    <a16:creationId xmlns:a16="http://schemas.microsoft.com/office/drawing/2014/main" id="{4AED0955-F2EC-AC44-E3EE-6ED9399A0B35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41">
                <a:extLst>
                  <a:ext uri="{FF2B5EF4-FFF2-40B4-BE49-F238E27FC236}">
                    <a16:creationId xmlns:a16="http://schemas.microsoft.com/office/drawing/2014/main" id="{AD099AF5-C631-8852-DC3D-18CCE727F93C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41">
                <a:extLst>
                  <a:ext uri="{FF2B5EF4-FFF2-40B4-BE49-F238E27FC236}">
                    <a16:creationId xmlns:a16="http://schemas.microsoft.com/office/drawing/2014/main" id="{A5842817-79E1-2FD6-187F-23B8AD7AFDC5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1">
                <a:extLst>
                  <a:ext uri="{FF2B5EF4-FFF2-40B4-BE49-F238E27FC236}">
                    <a16:creationId xmlns:a16="http://schemas.microsoft.com/office/drawing/2014/main" id="{095C474D-2466-96BF-CD20-2DC5629AF9E1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41">
                <a:extLst>
                  <a:ext uri="{FF2B5EF4-FFF2-40B4-BE49-F238E27FC236}">
                    <a16:creationId xmlns:a16="http://schemas.microsoft.com/office/drawing/2014/main" id="{B4EF8D28-0F06-199C-DF84-B80FFF6F8251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41">
                <a:extLst>
                  <a:ext uri="{FF2B5EF4-FFF2-40B4-BE49-F238E27FC236}">
                    <a16:creationId xmlns:a16="http://schemas.microsoft.com/office/drawing/2014/main" id="{4936C05C-33E7-0830-0382-39D07B26E324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1">
                <a:extLst>
                  <a:ext uri="{FF2B5EF4-FFF2-40B4-BE49-F238E27FC236}">
                    <a16:creationId xmlns:a16="http://schemas.microsoft.com/office/drawing/2014/main" id="{3431C0D2-55B7-30BD-6160-F30C57A98E39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1">
                <a:extLst>
                  <a:ext uri="{FF2B5EF4-FFF2-40B4-BE49-F238E27FC236}">
                    <a16:creationId xmlns:a16="http://schemas.microsoft.com/office/drawing/2014/main" id="{226F2870-5CE2-C56E-873C-9220FF53BEDC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1">
                <a:extLst>
                  <a:ext uri="{FF2B5EF4-FFF2-40B4-BE49-F238E27FC236}">
                    <a16:creationId xmlns:a16="http://schemas.microsoft.com/office/drawing/2014/main" id="{11224976-09C2-8F65-77B5-2C95175D0FA7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41">
                <a:extLst>
                  <a:ext uri="{FF2B5EF4-FFF2-40B4-BE49-F238E27FC236}">
                    <a16:creationId xmlns:a16="http://schemas.microsoft.com/office/drawing/2014/main" id="{D7D56697-3ADB-1D64-854D-8C619AA35ACF}"/>
                  </a:ext>
                </a:extLst>
              </p:cNvPr>
              <p:cNvSpPr/>
              <p:nvPr/>
            </p:nvSpPr>
            <p:spPr>
              <a:xfrm>
                <a:off x="2012133" y="3505731"/>
                <a:ext cx="330593" cy="18982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1784" extrusionOk="0">
                    <a:moveTo>
                      <a:pt x="2745" y="1"/>
                    </a:moveTo>
                    <a:cubicBezTo>
                      <a:pt x="2711" y="1"/>
                      <a:pt x="2677" y="8"/>
                      <a:pt x="2652" y="23"/>
                    </a:cubicBezTo>
                    <a:lnTo>
                      <a:pt x="51" y="1525"/>
                    </a:lnTo>
                    <a:cubicBezTo>
                      <a:pt x="1" y="1553"/>
                      <a:pt x="1" y="1605"/>
                      <a:pt x="51" y="1632"/>
                    </a:cubicBezTo>
                    <a:lnTo>
                      <a:pt x="273" y="1761"/>
                    </a:lnTo>
                    <a:cubicBezTo>
                      <a:pt x="298" y="1776"/>
                      <a:pt x="331" y="1783"/>
                      <a:pt x="364" y="1783"/>
                    </a:cubicBezTo>
                    <a:cubicBezTo>
                      <a:pt x="397" y="1783"/>
                      <a:pt x="431" y="1776"/>
                      <a:pt x="460" y="1761"/>
                    </a:cubicBezTo>
                    <a:lnTo>
                      <a:pt x="3054" y="259"/>
                    </a:lnTo>
                    <a:cubicBezTo>
                      <a:pt x="3106" y="231"/>
                      <a:pt x="3106" y="181"/>
                      <a:pt x="3054" y="152"/>
                    </a:cubicBezTo>
                    <a:lnTo>
                      <a:pt x="2839" y="23"/>
                    </a:lnTo>
                    <a:cubicBezTo>
                      <a:pt x="2814" y="8"/>
                      <a:pt x="2780" y="1"/>
                      <a:pt x="27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41">
                <a:extLst>
                  <a:ext uri="{FF2B5EF4-FFF2-40B4-BE49-F238E27FC236}">
                    <a16:creationId xmlns:a16="http://schemas.microsoft.com/office/drawing/2014/main" id="{29E505FB-CDAE-A15C-7537-A8A5E940DBDF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41">
                <a:extLst>
                  <a:ext uri="{FF2B5EF4-FFF2-40B4-BE49-F238E27FC236}">
                    <a16:creationId xmlns:a16="http://schemas.microsoft.com/office/drawing/2014/main" id="{65F2C087-9A65-C37C-BAA8-10ECCF22F2C0}"/>
                  </a:ext>
                </a:extLst>
              </p:cNvPr>
              <p:cNvSpPr/>
              <p:nvPr/>
            </p:nvSpPr>
            <p:spPr>
              <a:xfrm>
                <a:off x="2044267" y="3518606"/>
                <a:ext cx="526905" cy="272603"/>
              </a:xfrm>
              <a:custGeom>
                <a:avLst/>
                <a:gdLst/>
                <a:ahLst/>
                <a:cxnLst/>
                <a:rect l="l" t="t" r="r" b="b"/>
                <a:pathLst>
                  <a:path w="4952" h="2562" extrusionOk="0">
                    <a:moveTo>
                      <a:pt x="3332" y="0"/>
                    </a:moveTo>
                    <a:cubicBezTo>
                      <a:pt x="3306" y="0"/>
                      <a:pt x="3281" y="6"/>
                      <a:pt x="3263" y="17"/>
                    </a:cubicBezTo>
                    <a:lnTo>
                      <a:pt x="44" y="1879"/>
                    </a:lnTo>
                    <a:cubicBezTo>
                      <a:pt x="1" y="1899"/>
                      <a:pt x="1" y="1935"/>
                      <a:pt x="35" y="1958"/>
                    </a:cubicBezTo>
                    <a:lnTo>
                      <a:pt x="1079" y="2562"/>
                    </a:lnTo>
                    <a:lnTo>
                      <a:pt x="2882" y="1518"/>
                    </a:lnTo>
                    <a:lnTo>
                      <a:pt x="3422" y="1835"/>
                    </a:lnTo>
                    <a:lnTo>
                      <a:pt x="4909" y="980"/>
                    </a:lnTo>
                    <a:cubicBezTo>
                      <a:pt x="4952" y="950"/>
                      <a:pt x="4952" y="914"/>
                      <a:pt x="4909" y="894"/>
                    </a:cubicBezTo>
                    <a:lnTo>
                      <a:pt x="3399" y="17"/>
                    </a:lnTo>
                    <a:cubicBezTo>
                      <a:pt x="3382" y="6"/>
                      <a:pt x="3357" y="0"/>
                      <a:pt x="33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41">
                <a:extLst>
                  <a:ext uri="{FF2B5EF4-FFF2-40B4-BE49-F238E27FC236}">
                    <a16:creationId xmlns:a16="http://schemas.microsoft.com/office/drawing/2014/main" id="{36951065-3D4B-58DA-B143-AA63BA2686EB}"/>
                  </a:ext>
                </a:extLst>
              </p:cNvPr>
              <p:cNvSpPr/>
              <p:nvPr/>
            </p:nvSpPr>
            <p:spPr>
              <a:xfrm>
                <a:off x="2158970" y="3680126"/>
                <a:ext cx="249407" cy="141728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1332" extrusionOk="0">
                    <a:moveTo>
                      <a:pt x="1804" y="0"/>
                    </a:moveTo>
                    <a:lnTo>
                      <a:pt x="1" y="1044"/>
                    </a:lnTo>
                    <a:lnTo>
                      <a:pt x="475" y="1316"/>
                    </a:lnTo>
                    <a:cubicBezTo>
                      <a:pt x="493" y="1327"/>
                      <a:pt x="518" y="1332"/>
                      <a:pt x="543" y="1332"/>
                    </a:cubicBezTo>
                    <a:cubicBezTo>
                      <a:pt x="568" y="1332"/>
                      <a:pt x="593" y="1327"/>
                      <a:pt x="612" y="1316"/>
                    </a:cubicBezTo>
                    <a:lnTo>
                      <a:pt x="2344" y="317"/>
                    </a:lnTo>
                    <a:lnTo>
                      <a:pt x="180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41">
                <a:extLst>
                  <a:ext uri="{FF2B5EF4-FFF2-40B4-BE49-F238E27FC236}">
                    <a16:creationId xmlns:a16="http://schemas.microsoft.com/office/drawing/2014/main" id="{650A9732-8FCB-765B-F558-1B2CD651F99B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41">
                <a:extLst>
                  <a:ext uri="{FF2B5EF4-FFF2-40B4-BE49-F238E27FC236}">
                    <a16:creationId xmlns:a16="http://schemas.microsoft.com/office/drawing/2014/main" id="{A2E76C8B-EC09-CD1A-D71C-73A90681ACCD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41">
                <a:extLst>
                  <a:ext uri="{FF2B5EF4-FFF2-40B4-BE49-F238E27FC236}">
                    <a16:creationId xmlns:a16="http://schemas.microsoft.com/office/drawing/2014/main" id="{EDDAF1ED-7CD9-5B58-C2A5-9D4933DBC7B3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41">
                <a:extLst>
                  <a:ext uri="{FF2B5EF4-FFF2-40B4-BE49-F238E27FC236}">
                    <a16:creationId xmlns:a16="http://schemas.microsoft.com/office/drawing/2014/main" id="{0A602C85-4BEE-989D-B8E4-8CE3456F3DBE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41">
                <a:extLst>
                  <a:ext uri="{FF2B5EF4-FFF2-40B4-BE49-F238E27FC236}">
                    <a16:creationId xmlns:a16="http://schemas.microsoft.com/office/drawing/2014/main" id="{243579E2-DA1B-D8CF-364B-FCA107F6739A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41">
                <a:extLst>
                  <a:ext uri="{FF2B5EF4-FFF2-40B4-BE49-F238E27FC236}">
                    <a16:creationId xmlns:a16="http://schemas.microsoft.com/office/drawing/2014/main" id="{8BEB9613-5BBD-C7FD-AABD-E51FF3D2C171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41">
                <a:extLst>
                  <a:ext uri="{FF2B5EF4-FFF2-40B4-BE49-F238E27FC236}">
                    <a16:creationId xmlns:a16="http://schemas.microsoft.com/office/drawing/2014/main" id="{5C7BCE4E-49F1-488B-B9ED-E2FB23BF9DD9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41">
                <a:extLst>
                  <a:ext uri="{FF2B5EF4-FFF2-40B4-BE49-F238E27FC236}">
                    <a16:creationId xmlns:a16="http://schemas.microsoft.com/office/drawing/2014/main" id="{C0B534A1-F53A-50FB-1358-DBA15DD56D47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41">
                <a:extLst>
                  <a:ext uri="{FF2B5EF4-FFF2-40B4-BE49-F238E27FC236}">
                    <a16:creationId xmlns:a16="http://schemas.microsoft.com/office/drawing/2014/main" id="{290AF3F8-0A4F-306C-1CEA-1D14086C6A10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41">
                <a:extLst>
                  <a:ext uri="{FF2B5EF4-FFF2-40B4-BE49-F238E27FC236}">
                    <a16:creationId xmlns:a16="http://schemas.microsoft.com/office/drawing/2014/main" id="{E122A5DB-47AE-340A-60B4-7920810B7746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41">
                <a:extLst>
                  <a:ext uri="{FF2B5EF4-FFF2-40B4-BE49-F238E27FC236}">
                    <a16:creationId xmlns:a16="http://schemas.microsoft.com/office/drawing/2014/main" id="{0819FE71-5E2A-75B5-4857-23C2099E22EA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41">
                <a:extLst>
                  <a:ext uri="{FF2B5EF4-FFF2-40B4-BE49-F238E27FC236}">
                    <a16:creationId xmlns:a16="http://schemas.microsoft.com/office/drawing/2014/main" id="{919C0C55-729A-640C-24B4-0C6E38A9E229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41">
                <a:extLst>
                  <a:ext uri="{FF2B5EF4-FFF2-40B4-BE49-F238E27FC236}">
                    <a16:creationId xmlns:a16="http://schemas.microsoft.com/office/drawing/2014/main" id="{B4B5EBBC-8E84-4039-75DA-E9899F6BC9E4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41">
                <a:extLst>
                  <a:ext uri="{FF2B5EF4-FFF2-40B4-BE49-F238E27FC236}">
                    <a16:creationId xmlns:a16="http://schemas.microsoft.com/office/drawing/2014/main" id="{0F4413EF-CFBA-B393-1E5C-83B7BDC5D8C8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41">
                <a:extLst>
                  <a:ext uri="{FF2B5EF4-FFF2-40B4-BE49-F238E27FC236}">
                    <a16:creationId xmlns:a16="http://schemas.microsoft.com/office/drawing/2014/main" id="{BC81EF6E-A28E-4D59-111E-46892A35353B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41">
                <a:extLst>
                  <a:ext uri="{FF2B5EF4-FFF2-40B4-BE49-F238E27FC236}">
                    <a16:creationId xmlns:a16="http://schemas.microsoft.com/office/drawing/2014/main" id="{F270EABF-8B30-6BD8-C529-9B3626927DEC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41">
                <a:extLst>
                  <a:ext uri="{FF2B5EF4-FFF2-40B4-BE49-F238E27FC236}">
                    <a16:creationId xmlns:a16="http://schemas.microsoft.com/office/drawing/2014/main" id="{D9A1EA86-3214-BFB2-2827-F0D068EE2F6D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41">
                <a:extLst>
                  <a:ext uri="{FF2B5EF4-FFF2-40B4-BE49-F238E27FC236}">
                    <a16:creationId xmlns:a16="http://schemas.microsoft.com/office/drawing/2014/main" id="{BDBDDCF6-1308-0DA8-86FF-360B3FC223BA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41">
                <a:extLst>
                  <a:ext uri="{FF2B5EF4-FFF2-40B4-BE49-F238E27FC236}">
                    <a16:creationId xmlns:a16="http://schemas.microsoft.com/office/drawing/2014/main" id="{6FF6CE67-926B-66B9-90F7-D332428BBD38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41">
                <a:extLst>
                  <a:ext uri="{FF2B5EF4-FFF2-40B4-BE49-F238E27FC236}">
                    <a16:creationId xmlns:a16="http://schemas.microsoft.com/office/drawing/2014/main" id="{346B91B1-DE91-8E1E-27C3-7787741298D4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41">
                <a:extLst>
                  <a:ext uri="{FF2B5EF4-FFF2-40B4-BE49-F238E27FC236}">
                    <a16:creationId xmlns:a16="http://schemas.microsoft.com/office/drawing/2014/main" id="{E620E1FE-BA65-8BFD-5B5E-CE732C0F898D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41">
                <a:extLst>
                  <a:ext uri="{FF2B5EF4-FFF2-40B4-BE49-F238E27FC236}">
                    <a16:creationId xmlns:a16="http://schemas.microsoft.com/office/drawing/2014/main" id="{49AAA492-ADB6-FDE7-1DA8-910F316CBB25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41">
                <a:extLst>
                  <a:ext uri="{FF2B5EF4-FFF2-40B4-BE49-F238E27FC236}">
                    <a16:creationId xmlns:a16="http://schemas.microsoft.com/office/drawing/2014/main" id="{AD912B2F-7BFB-00CC-86B1-79E410DD16E8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41">
                <a:extLst>
                  <a:ext uri="{FF2B5EF4-FFF2-40B4-BE49-F238E27FC236}">
                    <a16:creationId xmlns:a16="http://schemas.microsoft.com/office/drawing/2014/main" id="{DF35873E-31E6-7F8E-35A0-BACD11BCD866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41">
                <a:extLst>
                  <a:ext uri="{FF2B5EF4-FFF2-40B4-BE49-F238E27FC236}">
                    <a16:creationId xmlns:a16="http://schemas.microsoft.com/office/drawing/2014/main" id="{A768961B-57C9-BC12-43F6-352DEEB19053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41">
                <a:extLst>
                  <a:ext uri="{FF2B5EF4-FFF2-40B4-BE49-F238E27FC236}">
                    <a16:creationId xmlns:a16="http://schemas.microsoft.com/office/drawing/2014/main" id="{0E36C58F-28D2-069E-B55C-368ABC4B2E58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41">
                <a:extLst>
                  <a:ext uri="{FF2B5EF4-FFF2-40B4-BE49-F238E27FC236}">
                    <a16:creationId xmlns:a16="http://schemas.microsoft.com/office/drawing/2014/main" id="{65FC345F-D111-3013-BA21-FDBD93F2A5A7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41">
                <a:extLst>
                  <a:ext uri="{FF2B5EF4-FFF2-40B4-BE49-F238E27FC236}">
                    <a16:creationId xmlns:a16="http://schemas.microsoft.com/office/drawing/2014/main" id="{620ACDBF-0508-98FE-EA4E-BC69FBB9CDA0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41">
                <a:extLst>
                  <a:ext uri="{FF2B5EF4-FFF2-40B4-BE49-F238E27FC236}">
                    <a16:creationId xmlns:a16="http://schemas.microsoft.com/office/drawing/2014/main" id="{322FC942-C9D5-2B0B-1915-DE47EF0910DE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41">
                <a:extLst>
                  <a:ext uri="{FF2B5EF4-FFF2-40B4-BE49-F238E27FC236}">
                    <a16:creationId xmlns:a16="http://schemas.microsoft.com/office/drawing/2014/main" id="{106A0763-2A32-4701-55F5-30308FC418B6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41">
                <a:extLst>
                  <a:ext uri="{FF2B5EF4-FFF2-40B4-BE49-F238E27FC236}">
                    <a16:creationId xmlns:a16="http://schemas.microsoft.com/office/drawing/2014/main" id="{47C3FC3F-73D6-8C91-A76F-C4F5A3C9C878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41">
                <a:extLst>
                  <a:ext uri="{FF2B5EF4-FFF2-40B4-BE49-F238E27FC236}">
                    <a16:creationId xmlns:a16="http://schemas.microsoft.com/office/drawing/2014/main" id="{98759FC9-AEAA-E5C8-66DA-A7FB32CAFB81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41">
                <a:extLst>
                  <a:ext uri="{FF2B5EF4-FFF2-40B4-BE49-F238E27FC236}">
                    <a16:creationId xmlns:a16="http://schemas.microsoft.com/office/drawing/2014/main" id="{D409AEEE-6C4D-2748-E650-BFD6B22E7D99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41">
                <a:extLst>
                  <a:ext uri="{FF2B5EF4-FFF2-40B4-BE49-F238E27FC236}">
                    <a16:creationId xmlns:a16="http://schemas.microsoft.com/office/drawing/2014/main" id="{13491EC2-4A73-38F7-DD31-D8DB5B1FBE05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41">
                <a:extLst>
                  <a:ext uri="{FF2B5EF4-FFF2-40B4-BE49-F238E27FC236}">
                    <a16:creationId xmlns:a16="http://schemas.microsoft.com/office/drawing/2014/main" id="{A7129D90-CFCB-23DF-83EA-52C739812F17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41">
                <a:extLst>
                  <a:ext uri="{FF2B5EF4-FFF2-40B4-BE49-F238E27FC236}">
                    <a16:creationId xmlns:a16="http://schemas.microsoft.com/office/drawing/2014/main" id="{7976669C-7D1C-DA20-BE47-63C7599F2CF4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41">
                <a:extLst>
                  <a:ext uri="{FF2B5EF4-FFF2-40B4-BE49-F238E27FC236}">
                    <a16:creationId xmlns:a16="http://schemas.microsoft.com/office/drawing/2014/main" id="{DE18E578-F2BF-0910-30D9-F68B74E71FF6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41">
                <a:extLst>
                  <a:ext uri="{FF2B5EF4-FFF2-40B4-BE49-F238E27FC236}">
                    <a16:creationId xmlns:a16="http://schemas.microsoft.com/office/drawing/2014/main" id="{D6D54E42-2A25-CE6F-861E-8A7FBF4ECF4D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41">
                <a:extLst>
                  <a:ext uri="{FF2B5EF4-FFF2-40B4-BE49-F238E27FC236}">
                    <a16:creationId xmlns:a16="http://schemas.microsoft.com/office/drawing/2014/main" id="{19C637CE-334B-5A7F-11E7-54BFAAE58D56}"/>
                  </a:ext>
                </a:extLst>
              </p:cNvPr>
              <p:cNvSpPr/>
              <p:nvPr/>
            </p:nvSpPr>
            <p:spPr>
              <a:xfrm>
                <a:off x="2158970" y="3791105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41">
                <a:extLst>
                  <a:ext uri="{FF2B5EF4-FFF2-40B4-BE49-F238E27FC236}">
                    <a16:creationId xmlns:a16="http://schemas.microsoft.com/office/drawing/2014/main" id="{16B08D45-F8DE-6A97-33C6-E284C8B1FC40}"/>
                  </a:ext>
                </a:extLst>
              </p:cNvPr>
              <p:cNvSpPr/>
              <p:nvPr/>
            </p:nvSpPr>
            <p:spPr>
              <a:xfrm>
                <a:off x="2158970" y="3791105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41">
                <a:extLst>
                  <a:ext uri="{FF2B5EF4-FFF2-40B4-BE49-F238E27FC236}">
                    <a16:creationId xmlns:a16="http://schemas.microsoft.com/office/drawing/2014/main" id="{9B05B30F-47BA-2195-51D6-0584E8D6F245}"/>
                  </a:ext>
                </a:extLst>
              </p:cNvPr>
              <p:cNvSpPr/>
              <p:nvPr/>
            </p:nvSpPr>
            <p:spPr>
              <a:xfrm>
                <a:off x="2350815" y="3584576"/>
                <a:ext cx="166201" cy="95656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899" extrusionOk="0">
                    <a:moveTo>
                      <a:pt x="1562" y="1"/>
                    </a:moveTo>
                    <a:lnTo>
                      <a:pt x="1" y="89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41">
                <a:extLst>
                  <a:ext uri="{FF2B5EF4-FFF2-40B4-BE49-F238E27FC236}">
                    <a16:creationId xmlns:a16="http://schemas.microsoft.com/office/drawing/2014/main" id="{6754FAAA-9E6D-7ED3-8DF7-405EB9AAAE23}"/>
                  </a:ext>
                </a:extLst>
              </p:cNvPr>
              <p:cNvSpPr/>
              <p:nvPr/>
            </p:nvSpPr>
            <p:spPr>
              <a:xfrm>
                <a:off x="2350815" y="3584576"/>
                <a:ext cx="166201" cy="95656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899" fill="none" extrusionOk="0">
                    <a:moveTo>
                      <a:pt x="1562" y="1"/>
                    </a:moveTo>
                    <a:lnTo>
                      <a:pt x="1" y="89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41">
                <a:extLst>
                  <a:ext uri="{FF2B5EF4-FFF2-40B4-BE49-F238E27FC236}">
                    <a16:creationId xmlns:a16="http://schemas.microsoft.com/office/drawing/2014/main" id="{4B41B674-7BAC-9599-C7B3-BF44B134E2A8}"/>
                  </a:ext>
                </a:extLst>
              </p:cNvPr>
              <p:cNvSpPr/>
              <p:nvPr/>
            </p:nvSpPr>
            <p:spPr>
              <a:xfrm>
                <a:off x="1636210" y="2914500"/>
                <a:ext cx="345179" cy="203619"/>
              </a:xfrm>
              <a:custGeom>
                <a:avLst/>
                <a:gdLst/>
                <a:ahLst/>
                <a:cxnLst/>
                <a:rect l="l" t="t" r="r" b="b"/>
                <a:pathLst>
                  <a:path w="2419" h="1427" extrusionOk="0">
                    <a:moveTo>
                      <a:pt x="2358" y="0"/>
                    </a:moveTo>
                    <a:cubicBezTo>
                      <a:pt x="2353" y="0"/>
                      <a:pt x="2348" y="1"/>
                      <a:pt x="2343" y="1"/>
                    </a:cubicBezTo>
                    <a:lnTo>
                      <a:pt x="1265" y="167"/>
                    </a:lnTo>
                    <a:cubicBezTo>
                      <a:pt x="1229" y="174"/>
                      <a:pt x="1186" y="194"/>
                      <a:pt x="1143" y="217"/>
                    </a:cubicBezTo>
                    <a:cubicBezTo>
                      <a:pt x="1093" y="244"/>
                      <a:pt x="1050" y="274"/>
                      <a:pt x="1022" y="310"/>
                    </a:cubicBezTo>
                    <a:lnTo>
                      <a:pt x="58" y="1323"/>
                    </a:lnTo>
                    <a:cubicBezTo>
                      <a:pt x="1" y="1381"/>
                      <a:pt x="0" y="1427"/>
                      <a:pt x="45" y="1427"/>
                    </a:cubicBezTo>
                    <a:cubicBezTo>
                      <a:pt x="51" y="1427"/>
                      <a:pt x="57" y="1426"/>
                      <a:pt x="64" y="1424"/>
                    </a:cubicBezTo>
                    <a:lnTo>
                      <a:pt x="1151" y="1259"/>
                    </a:lnTo>
                    <a:cubicBezTo>
                      <a:pt x="1186" y="1252"/>
                      <a:pt x="1229" y="1229"/>
                      <a:pt x="1272" y="1209"/>
                    </a:cubicBezTo>
                    <a:cubicBezTo>
                      <a:pt x="1315" y="1179"/>
                      <a:pt x="1358" y="1150"/>
                      <a:pt x="1388" y="1116"/>
                    </a:cubicBezTo>
                    <a:lnTo>
                      <a:pt x="2359" y="101"/>
                    </a:lnTo>
                    <a:cubicBezTo>
                      <a:pt x="2418" y="42"/>
                      <a:pt x="2416" y="0"/>
                      <a:pt x="23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41">
                <a:extLst>
                  <a:ext uri="{FF2B5EF4-FFF2-40B4-BE49-F238E27FC236}">
                    <a16:creationId xmlns:a16="http://schemas.microsoft.com/office/drawing/2014/main" id="{A2B93C79-2AC0-8921-3947-0379E6674357}"/>
                  </a:ext>
                </a:extLst>
              </p:cNvPr>
              <p:cNvSpPr/>
              <p:nvPr/>
            </p:nvSpPr>
            <p:spPr>
              <a:xfrm>
                <a:off x="1708286" y="3000657"/>
                <a:ext cx="237159" cy="219029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1535" extrusionOk="0">
                    <a:moveTo>
                      <a:pt x="1589" y="0"/>
                    </a:moveTo>
                    <a:lnTo>
                      <a:pt x="949" y="670"/>
                    </a:lnTo>
                    <a:cubicBezTo>
                      <a:pt x="922" y="699"/>
                      <a:pt x="879" y="733"/>
                      <a:pt x="836" y="756"/>
                    </a:cubicBezTo>
                    <a:cubicBezTo>
                      <a:pt x="792" y="785"/>
                      <a:pt x="749" y="799"/>
                      <a:pt x="713" y="806"/>
                    </a:cubicBezTo>
                    <a:lnTo>
                      <a:pt x="1" y="922"/>
                    </a:lnTo>
                    <a:lnTo>
                      <a:pt x="59" y="1396"/>
                    </a:lnTo>
                    <a:cubicBezTo>
                      <a:pt x="72" y="1474"/>
                      <a:pt x="127" y="1534"/>
                      <a:pt x="190" y="1534"/>
                    </a:cubicBezTo>
                    <a:cubicBezTo>
                      <a:pt x="196" y="1534"/>
                      <a:pt x="203" y="1533"/>
                      <a:pt x="209" y="1532"/>
                    </a:cubicBezTo>
                    <a:lnTo>
                      <a:pt x="792" y="1439"/>
                    </a:lnTo>
                    <a:cubicBezTo>
                      <a:pt x="829" y="1439"/>
                      <a:pt x="879" y="1417"/>
                      <a:pt x="922" y="1396"/>
                    </a:cubicBezTo>
                    <a:cubicBezTo>
                      <a:pt x="965" y="1367"/>
                      <a:pt x="1008" y="1337"/>
                      <a:pt x="1036" y="1303"/>
                    </a:cubicBezTo>
                    <a:lnTo>
                      <a:pt x="1562" y="756"/>
                    </a:lnTo>
                    <a:cubicBezTo>
                      <a:pt x="1626" y="683"/>
                      <a:pt x="1662" y="561"/>
                      <a:pt x="1655" y="475"/>
                    </a:cubicBezTo>
                    <a:lnTo>
                      <a:pt x="158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41">
                <a:extLst>
                  <a:ext uri="{FF2B5EF4-FFF2-40B4-BE49-F238E27FC236}">
                    <a16:creationId xmlns:a16="http://schemas.microsoft.com/office/drawing/2014/main" id="{F9713A51-FD2E-B82C-EDFC-10535B4CCBE7}"/>
                  </a:ext>
                </a:extLst>
              </p:cNvPr>
              <p:cNvSpPr/>
              <p:nvPr/>
            </p:nvSpPr>
            <p:spPr>
              <a:xfrm>
                <a:off x="1089829" y="3979226"/>
                <a:ext cx="683849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6427" h="2642" extrusionOk="0">
                    <a:moveTo>
                      <a:pt x="0" y="1"/>
                    </a:moveTo>
                    <a:lnTo>
                      <a:pt x="0" y="460"/>
                    </a:lnTo>
                    <a:lnTo>
                      <a:pt x="3657" y="2589"/>
                    </a:lnTo>
                    <a:cubicBezTo>
                      <a:pt x="3719" y="2624"/>
                      <a:pt x="3800" y="2642"/>
                      <a:pt x="3881" y="2642"/>
                    </a:cubicBezTo>
                    <a:cubicBezTo>
                      <a:pt x="3962" y="2642"/>
                      <a:pt x="4043" y="2624"/>
                      <a:pt x="4104" y="2589"/>
                    </a:cubicBezTo>
                    <a:lnTo>
                      <a:pt x="6331" y="1302"/>
                    </a:lnTo>
                    <a:cubicBezTo>
                      <a:pt x="6390" y="1265"/>
                      <a:pt x="6426" y="1215"/>
                      <a:pt x="6426" y="1172"/>
                    </a:cubicBezTo>
                    <a:cubicBezTo>
                      <a:pt x="6426" y="1020"/>
                      <a:pt x="6426" y="863"/>
                      <a:pt x="6418" y="712"/>
                    </a:cubicBezTo>
                    <a:cubicBezTo>
                      <a:pt x="6418" y="755"/>
                      <a:pt x="6390" y="805"/>
                      <a:pt x="6331" y="834"/>
                    </a:cubicBezTo>
                    <a:lnTo>
                      <a:pt x="5505" y="1315"/>
                    </a:lnTo>
                    <a:cubicBezTo>
                      <a:pt x="5548" y="1352"/>
                      <a:pt x="5598" y="1388"/>
                      <a:pt x="5650" y="1416"/>
                    </a:cubicBezTo>
                    <a:lnTo>
                      <a:pt x="5289" y="1467"/>
                    </a:lnTo>
                    <a:lnTo>
                      <a:pt x="5225" y="1647"/>
                    </a:lnTo>
                    <a:cubicBezTo>
                      <a:pt x="5175" y="1624"/>
                      <a:pt x="5132" y="1588"/>
                      <a:pt x="5089" y="1554"/>
                    </a:cubicBezTo>
                    <a:lnTo>
                      <a:pt x="4097" y="2128"/>
                    </a:lnTo>
                    <a:cubicBezTo>
                      <a:pt x="4039" y="2160"/>
                      <a:pt x="3960" y="2176"/>
                      <a:pt x="3880" y="2176"/>
                    </a:cubicBezTo>
                    <a:cubicBezTo>
                      <a:pt x="3800" y="2176"/>
                      <a:pt x="3719" y="2160"/>
                      <a:pt x="3657" y="212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1">
                <a:extLst>
                  <a:ext uri="{FF2B5EF4-FFF2-40B4-BE49-F238E27FC236}">
                    <a16:creationId xmlns:a16="http://schemas.microsoft.com/office/drawing/2014/main" id="{97631DF3-E78E-34D1-98B1-20C5B0806645}"/>
                  </a:ext>
                </a:extLst>
              </p:cNvPr>
              <p:cNvSpPr/>
              <p:nvPr/>
            </p:nvSpPr>
            <p:spPr>
              <a:xfrm>
                <a:off x="1079721" y="3973055"/>
                <a:ext cx="10215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6" h="518" extrusionOk="0">
                    <a:moveTo>
                      <a:pt x="0" y="0"/>
                    </a:moveTo>
                    <a:lnTo>
                      <a:pt x="0" y="468"/>
                    </a:lnTo>
                    <a:lnTo>
                      <a:pt x="95" y="518"/>
                    </a:lnTo>
                    <a:lnTo>
                      <a:pt x="95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41">
                <a:extLst>
                  <a:ext uri="{FF2B5EF4-FFF2-40B4-BE49-F238E27FC236}">
                    <a16:creationId xmlns:a16="http://schemas.microsoft.com/office/drawing/2014/main" id="{239421BE-0A0C-0C1D-6D2E-CA140FAA07D5}"/>
                  </a:ext>
                </a:extLst>
              </p:cNvPr>
              <p:cNvSpPr/>
              <p:nvPr/>
            </p:nvSpPr>
            <p:spPr>
              <a:xfrm>
                <a:off x="1079721" y="3919640"/>
                <a:ext cx="551697" cy="291117"/>
              </a:xfrm>
              <a:custGeom>
                <a:avLst/>
                <a:gdLst/>
                <a:ahLst/>
                <a:cxnLst/>
                <a:rect l="l" t="t" r="r" b="b"/>
                <a:pathLst>
                  <a:path w="5185" h="2736" extrusionOk="0">
                    <a:moveTo>
                      <a:pt x="871" y="0"/>
                    </a:moveTo>
                    <a:lnTo>
                      <a:pt x="828" y="28"/>
                    </a:lnTo>
                    <a:lnTo>
                      <a:pt x="749" y="71"/>
                    </a:lnTo>
                    <a:cubicBezTo>
                      <a:pt x="820" y="150"/>
                      <a:pt x="878" y="237"/>
                      <a:pt x="921" y="337"/>
                    </a:cubicBezTo>
                    <a:lnTo>
                      <a:pt x="683" y="475"/>
                    </a:lnTo>
                    <a:lnTo>
                      <a:pt x="511" y="373"/>
                    </a:lnTo>
                    <a:cubicBezTo>
                      <a:pt x="483" y="330"/>
                      <a:pt x="447" y="294"/>
                      <a:pt x="411" y="266"/>
                    </a:cubicBezTo>
                    <a:lnTo>
                      <a:pt x="368" y="294"/>
                    </a:lnTo>
                    <a:lnTo>
                      <a:pt x="130" y="432"/>
                    </a:lnTo>
                    <a:lnTo>
                      <a:pt x="30" y="488"/>
                    </a:lnTo>
                    <a:lnTo>
                      <a:pt x="0" y="502"/>
                    </a:lnTo>
                    <a:lnTo>
                      <a:pt x="95" y="561"/>
                    </a:lnTo>
                    <a:lnTo>
                      <a:pt x="3752" y="2688"/>
                    </a:lnTo>
                    <a:cubicBezTo>
                      <a:pt x="3814" y="2720"/>
                      <a:pt x="3895" y="2736"/>
                      <a:pt x="3975" y="2736"/>
                    </a:cubicBezTo>
                    <a:cubicBezTo>
                      <a:pt x="4055" y="2736"/>
                      <a:pt x="4134" y="2720"/>
                      <a:pt x="4192" y="2688"/>
                    </a:cubicBezTo>
                    <a:lnTo>
                      <a:pt x="5184" y="2114"/>
                    </a:lnTo>
                    <a:cubicBezTo>
                      <a:pt x="4910" y="1898"/>
                      <a:pt x="4744" y="1530"/>
                      <a:pt x="4637" y="1165"/>
                    </a:cubicBezTo>
                    <a:cubicBezTo>
                      <a:pt x="4580" y="1208"/>
                      <a:pt x="4522" y="1242"/>
                      <a:pt x="4458" y="1285"/>
                    </a:cubicBezTo>
                    <a:cubicBezTo>
                      <a:pt x="4066" y="1512"/>
                      <a:pt x="3554" y="1626"/>
                      <a:pt x="3042" y="1626"/>
                    </a:cubicBezTo>
                    <a:cubicBezTo>
                      <a:pt x="2529" y="1626"/>
                      <a:pt x="2017" y="1512"/>
                      <a:pt x="1625" y="1285"/>
                    </a:cubicBezTo>
                    <a:cubicBezTo>
                      <a:pt x="1230" y="1056"/>
                      <a:pt x="1035" y="761"/>
                      <a:pt x="1035" y="459"/>
                    </a:cubicBezTo>
                    <a:lnTo>
                      <a:pt x="1035" y="143"/>
                    </a:lnTo>
                    <a:lnTo>
                      <a:pt x="971" y="107"/>
                    </a:lnTo>
                    <a:cubicBezTo>
                      <a:pt x="942" y="64"/>
                      <a:pt x="906" y="28"/>
                      <a:pt x="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41">
                <a:extLst>
                  <a:ext uri="{FF2B5EF4-FFF2-40B4-BE49-F238E27FC236}">
                    <a16:creationId xmlns:a16="http://schemas.microsoft.com/office/drawing/2014/main" id="{391DAA55-2A14-0873-E173-7F823BEB2B48}"/>
                  </a:ext>
                </a:extLst>
              </p:cNvPr>
              <p:cNvSpPr/>
              <p:nvPr/>
            </p:nvSpPr>
            <p:spPr>
              <a:xfrm>
                <a:off x="1082807" y="3965500"/>
                <a:ext cx="10747" cy="6171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8" extrusionOk="0">
                    <a:moveTo>
                      <a:pt x="101" y="1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41">
                <a:extLst>
                  <a:ext uri="{FF2B5EF4-FFF2-40B4-BE49-F238E27FC236}">
                    <a16:creationId xmlns:a16="http://schemas.microsoft.com/office/drawing/2014/main" id="{378FE5E7-7215-6417-7D2C-E6001C227E32}"/>
                  </a:ext>
                </a:extLst>
              </p:cNvPr>
              <p:cNvSpPr/>
              <p:nvPr/>
            </p:nvSpPr>
            <p:spPr>
              <a:xfrm>
                <a:off x="1159311" y="3922513"/>
                <a:ext cx="8619" cy="4788"/>
              </a:xfrm>
              <a:custGeom>
                <a:avLst/>
                <a:gdLst/>
                <a:ahLst/>
                <a:cxnLst/>
                <a:rect l="l" t="t" r="r" b="b"/>
                <a:pathLst>
                  <a:path w="81" h="45" extrusionOk="0">
                    <a:moveTo>
                      <a:pt x="80" y="1"/>
                    </a:moveTo>
                    <a:lnTo>
                      <a:pt x="80" y="1"/>
                    </a:lnTo>
                    <a:lnTo>
                      <a:pt x="1" y="44"/>
                    </a:lnTo>
                    <a:lnTo>
                      <a:pt x="1" y="4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41">
                <a:extLst>
                  <a:ext uri="{FF2B5EF4-FFF2-40B4-BE49-F238E27FC236}">
                    <a16:creationId xmlns:a16="http://schemas.microsoft.com/office/drawing/2014/main" id="{3C20E5AD-3955-D37C-9382-8DCCF05919CF}"/>
                  </a:ext>
                </a:extLst>
              </p:cNvPr>
              <p:cNvSpPr/>
              <p:nvPr/>
            </p:nvSpPr>
            <p:spPr>
              <a:xfrm>
                <a:off x="1612057" y="3955392"/>
                <a:ext cx="160668" cy="16386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540" extrusionOk="0">
                    <a:moveTo>
                      <a:pt x="36" y="1"/>
                    </a:moveTo>
                    <a:lnTo>
                      <a:pt x="36" y="123"/>
                    </a:lnTo>
                    <a:cubicBezTo>
                      <a:pt x="36" y="203"/>
                      <a:pt x="22" y="275"/>
                      <a:pt x="0" y="354"/>
                    </a:cubicBezTo>
                    <a:cubicBezTo>
                      <a:pt x="95" y="786"/>
                      <a:pt x="274" y="1274"/>
                      <a:pt x="597" y="1539"/>
                    </a:cubicBezTo>
                    <a:lnTo>
                      <a:pt x="1423" y="1058"/>
                    </a:lnTo>
                    <a:cubicBezTo>
                      <a:pt x="1482" y="1029"/>
                      <a:pt x="1510" y="979"/>
                      <a:pt x="1510" y="936"/>
                    </a:cubicBezTo>
                    <a:cubicBezTo>
                      <a:pt x="1510" y="886"/>
                      <a:pt x="1482" y="843"/>
                      <a:pt x="1423" y="806"/>
                    </a:cubicBez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41">
                <a:extLst>
                  <a:ext uri="{FF2B5EF4-FFF2-40B4-BE49-F238E27FC236}">
                    <a16:creationId xmlns:a16="http://schemas.microsoft.com/office/drawing/2014/main" id="{6BF7B744-862E-7FEF-3480-0A05EFC05354}"/>
                  </a:ext>
                </a:extLst>
              </p:cNvPr>
              <p:cNvSpPr/>
              <p:nvPr/>
            </p:nvSpPr>
            <p:spPr>
              <a:xfrm>
                <a:off x="1022370" y="3571595"/>
                <a:ext cx="760459" cy="440613"/>
              </a:xfrm>
              <a:custGeom>
                <a:avLst/>
                <a:gdLst/>
                <a:ahLst/>
                <a:cxnLst/>
                <a:rect l="l" t="t" r="r" b="b"/>
                <a:pathLst>
                  <a:path w="7147" h="4141" extrusionOk="0">
                    <a:moveTo>
                      <a:pt x="3558" y="0"/>
                    </a:moveTo>
                    <a:lnTo>
                      <a:pt x="1" y="2071"/>
                    </a:lnTo>
                    <a:lnTo>
                      <a:pt x="1467" y="2918"/>
                    </a:lnTo>
                    <a:lnTo>
                      <a:pt x="1481" y="2926"/>
                    </a:lnTo>
                    <a:lnTo>
                      <a:pt x="1574" y="2976"/>
                    </a:lnTo>
                    <a:lnTo>
                      <a:pt x="1617" y="3004"/>
                    </a:lnTo>
                    <a:lnTo>
                      <a:pt x="1747" y="3076"/>
                    </a:lnTo>
                    <a:lnTo>
                      <a:pt x="1755" y="3083"/>
                    </a:lnTo>
                    <a:lnTo>
                      <a:pt x="2323" y="3408"/>
                    </a:lnTo>
                    <a:lnTo>
                      <a:pt x="3351" y="4004"/>
                    </a:lnTo>
                    <a:lnTo>
                      <a:pt x="3588" y="4141"/>
                    </a:lnTo>
                    <a:lnTo>
                      <a:pt x="4990" y="3321"/>
                    </a:lnTo>
                    <a:lnTo>
                      <a:pt x="4774" y="3142"/>
                    </a:lnTo>
                    <a:lnTo>
                      <a:pt x="3394" y="1969"/>
                    </a:lnTo>
                    <a:lnTo>
                      <a:pt x="3817" y="1739"/>
                    </a:lnTo>
                    <a:lnTo>
                      <a:pt x="5406" y="3083"/>
                    </a:lnTo>
                    <a:lnTo>
                      <a:pt x="5578" y="2983"/>
                    </a:lnTo>
                    <a:lnTo>
                      <a:pt x="7146" y="2071"/>
                    </a:lnTo>
                    <a:lnTo>
                      <a:pt x="355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41">
                <a:extLst>
                  <a:ext uri="{FF2B5EF4-FFF2-40B4-BE49-F238E27FC236}">
                    <a16:creationId xmlns:a16="http://schemas.microsoft.com/office/drawing/2014/main" id="{979295A8-3A71-D108-92E0-37F3EBB6CE29}"/>
                  </a:ext>
                </a:extLst>
              </p:cNvPr>
              <p:cNvSpPr/>
              <p:nvPr/>
            </p:nvSpPr>
            <p:spPr>
              <a:xfrm>
                <a:off x="1147819" y="3913469"/>
                <a:ext cx="24685" cy="13832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30" extrusionOk="0">
                    <a:moveTo>
                      <a:pt x="93" y="1"/>
                    </a:moveTo>
                    <a:cubicBezTo>
                      <a:pt x="67" y="1"/>
                      <a:pt x="43" y="8"/>
                      <a:pt x="23" y="22"/>
                    </a:cubicBezTo>
                    <a:cubicBezTo>
                      <a:pt x="16" y="22"/>
                      <a:pt x="7" y="29"/>
                      <a:pt x="7" y="29"/>
                    </a:cubicBezTo>
                    <a:cubicBezTo>
                      <a:pt x="0" y="29"/>
                      <a:pt x="0" y="36"/>
                      <a:pt x="0" y="36"/>
                    </a:cubicBezTo>
                    <a:cubicBezTo>
                      <a:pt x="36" y="65"/>
                      <a:pt x="73" y="93"/>
                      <a:pt x="109" y="129"/>
                    </a:cubicBezTo>
                    <a:lnTo>
                      <a:pt x="188" y="86"/>
                    </a:lnTo>
                    <a:lnTo>
                      <a:pt x="231" y="58"/>
                    </a:lnTo>
                    <a:cubicBezTo>
                      <a:pt x="223" y="50"/>
                      <a:pt x="209" y="43"/>
                      <a:pt x="195" y="36"/>
                    </a:cubicBezTo>
                    <a:lnTo>
                      <a:pt x="188" y="29"/>
                    </a:lnTo>
                    <a:cubicBezTo>
                      <a:pt x="154" y="10"/>
                      <a:pt x="122" y="1"/>
                      <a:pt x="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41">
                <a:extLst>
                  <a:ext uri="{FF2B5EF4-FFF2-40B4-BE49-F238E27FC236}">
                    <a16:creationId xmlns:a16="http://schemas.microsoft.com/office/drawing/2014/main" id="{6C3720C5-19AF-EDB2-F769-749AF0432BAE}"/>
                  </a:ext>
                </a:extLst>
              </p:cNvPr>
              <p:cNvSpPr/>
              <p:nvPr/>
            </p:nvSpPr>
            <p:spPr>
              <a:xfrm>
                <a:off x="1159311" y="3922513"/>
                <a:ext cx="8619" cy="4788"/>
              </a:xfrm>
              <a:custGeom>
                <a:avLst/>
                <a:gdLst/>
                <a:ahLst/>
                <a:cxnLst/>
                <a:rect l="l" t="t" r="r" b="b"/>
                <a:pathLst>
                  <a:path w="81" h="45" extrusionOk="0">
                    <a:moveTo>
                      <a:pt x="1" y="44"/>
                    </a:moveTo>
                    <a:lnTo>
                      <a:pt x="80" y="1"/>
                    </a:lnTo>
                    <a:lnTo>
                      <a:pt x="80" y="1"/>
                    </a:lnTo>
                    <a:lnTo>
                      <a:pt x="1" y="4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41">
                <a:extLst>
                  <a:ext uri="{FF2B5EF4-FFF2-40B4-BE49-F238E27FC236}">
                    <a16:creationId xmlns:a16="http://schemas.microsoft.com/office/drawing/2014/main" id="{83C3CA3D-EFBF-B62F-31CD-182F35DCFBF7}"/>
                  </a:ext>
                </a:extLst>
              </p:cNvPr>
              <p:cNvSpPr/>
              <p:nvPr/>
            </p:nvSpPr>
            <p:spPr>
              <a:xfrm>
                <a:off x="1140265" y="3892082"/>
                <a:ext cx="49690" cy="28409"/>
              </a:xfrm>
              <a:custGeom>
                <a:avLst/>
                <a:gdLst/>
                <a:ahLst/>
                <a:cxnLst/>
                <a:rect l="l" t="t" r="r" b="b"/>
                <a:pathLst>
                  <a:path w="467" h="267" extrusionOk="0">
                    <a:moveTo>
                      <a:pt x="121" y="1"/>
                    </a:moveTo>
                    <a:cubicBezTo>
                      <a:pt x="78" y="21"/>
                      <a:pt x="44" y="44"/>
                      <a:pt x="1" y="64"/>
                    </a:cubicBezTo>
                    <a:cubicBezTo>
                      <a:pt x="7" y="64"/>
                      <a:pt x="14" y="57"/>
                      <a:pt x="21" y="57"/>
                    </a:cubicBezTo>
                    <a:cubicBezTo>
                      <a:pt x="21" y="57"/>
                      <a:pt x="28" y="51"/>
                      <a:pt x="35" y="51"/>
                    </a:cubicBezTo>
                    <a:lnTo>
                      <a:pt x="44" y="51"/>
                    </a:lnTo>
                    <a:cubicBezTo>
                      <a:pt x="44" y="44"/>
                      <a:pt x="51" y="44"/>
                      <a:pt x="51" y="44"/>
                    </a:cubicBezTo>
                    <a:lnTo>
                      <a:pt x="71" y="44"/>
                    </a:lnTo>
                    <a:cubicBezTo>
                      <a:pt x="87" y="44"/>
                      <a:pt x="94" y="35"/>
                      <a:pt x="101" y="35"/>
                    </a:cubicBezTo>
                    <a:cubicBezTo>
                      <a:pt x="151" y="35"/>
                      <a:pt x="208" y="57"/>
                      <a:pt x="266" y="94"/>
                    </a:cubicBezTo>
                    <a:cubicBezTo>
                      <a:pt x="273" y="94"/>
                      <a:pt x="280" y="101"/>
                      <a:pt x="287" y="107"/>
                    </a:cubicBezTo>
                    <a:lnTo>
                      <a:pt x="294" y="107"/>
                    </a:lnTo>
                    <a:cubicBezTo>
                      <a:pt x="302" y="107"/>
                      <a:pt x="302" y="107"/>
                      <a:pt x="302" y="114"/>
                    </a:cubicBezTo>
                    <a:cubicBezTo>
                      <a:pt x="316" y="121"/>
                      <a:pt x="323" y="130"/>
                      <a:pt x="330" y="137"/>
                    </a:cubicBezTo>
                    <a:lnTo>
                      <a:pt x="337" y="137"/>
                    </a:lnTo>
                    <a:cubicBezTo>
                      <a:pt x="352" y="151"/>
                      <a:pt x="359" y="157"/>
                      <a:pt x="373" y="173"/>
                    </a:cubicBezTo>
                    <a:cubicBezTo>
                      <a:pt x="373" y="173"/>
                      <a:pt x="380" y="173"/>
                      <a:pt x="380" y="180"/>
                    </a:cubicBezTo>
                    <a:cubicBezTo>
                      <a:pt x="389" y="187"/>
                      <a:pt x="396" y="194"/>
                      <a:pt x="402" y="201"/>
                    </a:cubicBezTo>
                    <a:lnTo>
                      <a:pt x="409" y="201"/>
                    </a:lnTo>
                    <a:cubicBezTo>
                      <a:pt x="416" y="216"/>
                      <a:pt x="432" y="223"/>
                      <a:pt x="439" y="237"/>
                    </a:cubicBezTo>
                    <a:cubicBezTo>
                      <a:pt x="446" y="251"/>
                      <a:pt x="452" y="259"/>
                      <a:pt x="466" y="266"/>
                    </a:cubicBezTo>
                    <a:lnTo>
                      <a:pt x="466" y="194"/>
                    </a:lnTo>
                    <a:lnTo>
                      <a:pt x="439" y="180"/>
                    </a:lnTo>
                    <a:lnTo>
                      <a:pt x="366" y="137"/>
                    </a:lnTo>
                    <a:lnTo>
                      <a:pt x="302" y="101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41">
                <a:extLst>
                  <a:ext uri="{FF2B5EF4-FFF2-40B4-BE49-F238E27FC236}">
                    <a16:creationId xmlns:a16="http://schemas.microsoft.com/office/drawing/2014/main" id="{30DCAEA4-D5B4-BD84-8AFC-BF177406BBC5}"/>
                  </a:ext>
                </a:extLst>
              </p:cNvPr>
              <p:cNvSpPr/>
              <p:nvPr/>
            </p:nvSpPr>
            <p:spPr>
              <a:xfrm>
                <a:off x="1131114" y="3895806"/>
                <a:ext cx="58841" cy="39156"/>
              </a:xfrm>
              <a:custGeom>
                <a:avLst/>
                <a:gdLst/>
                <a:ahLst/>
                <a:cxnLst/>
                <a:rect l="l" t="t" r="r" b="b"/>
                <a:pathLst>
                  <a:path w="553" h="368" extrusionOk="0">
                    <a:moveTo>
                      <a:pt x="187" y="0"/>
                    </a:moveTo>
                    <a:cubicBezTo>
                      <a:pt x="180" y="0"/>
                      <a:pt x="173" y="9"/>
                      <a:pt x="157" y="9"/>
                    </a:cubicBezTo>
                    <a:lnTo>
                      <a:pt x="137" y="9"/>
                    </a:lnTo>
                    <a:cubicBezTo>
                      <a:pt x="137" y="9"/>
                      <a:pt x="130" y="9"/>
                      <a:pt x="130" y="16"/>
                    </a:cubicBezTo>
                    <a:lnTo>
                      <a:pt x="121" y="16"/>
                    </a:lnTo>
                    <a:cubicBezTo>
                      <a:pt x="114" y="16"/>
                      <a:pt x="107" y="22"/>
                      <a:pt x="107" y="22"/>
                    </a:cubicBezTo>
                    <a:cubicBezTo>
                      <a:pt x="100" y="22"/>
                      <a:pt x="93" y="29"/>
                      <a:pt x="87" y="29"/>
                    </a:cubicBezTo>
                    <a:cubicBezTo>
                      <a:pt x="50" y="52"/>
                      <a:pt x="21" y="86"/>
                      <a:pt x="0" y="138"/>
                    </a:cubicBezTo>
                    <a:cubicBezTo>
                      <a:pt x="43" y="145"/>
                      <a:pt x="87" y="159"/>
                      <a:pt x="130" y="188"/>
                    </a:cubicBezTo>
                    <a:cubicBezTo>
                      <a:pt x="137" y="188"/>
                      <a:pt x="143" y="195"/>
                      <a:pt x="157" y="202"/>
                    </a:cubicBezTo>
                    <a:cubicBezTo>
                      <a:pt x="157" y="202"/>
                      <a:pt x="157" y="195"/>
                      <a:pt x="164" y="195"/>
                    </a:cubicBezTo>
                    <a:cubicBezTo>
                      <a:pt x="164" y="195"/>
                      <a:pt x="173" y="188"/>
                      <a:pt x="180" y="188"/>
                    </a:cubicBezTo>
                    <a:cubicBezTo>
                      <a:pt x="200" y="174"/>
                      <a:pt x="224" y="167"/>
                      <a:pt x="250" y="167"/>
                    </a:cubicBezTo>
                    <a:cubicBezTo>
                      <a:pt x="279" y="167"/>
                      <a:pt x="311" y="176"/>
                      <a:pt x="345" y="195"/>
                    </a:cubicBezTo>
                    <a:lnTo>
                      <a:pt x="352" y="202"/>
                    </a:lnTo>
                    <a:cubicBezTo>
                      <a:pt x="366" y="209"/>
                      <a:pt x="380" y="216"/>
                      <a:pt x="388" y="224"/>
                    </a:cubicBezTo>
                    <a:cubicBezTo>
                      <a:pt x="423" y="252"/>
                      <a:pt x="459" y="288"/>
                      <a:pt x="488" y="331"/>
                    </a:cubicBezTo>
                    <a:lnTo>
                      <a:pt x="552" y="367"/>
                    </a:lnTo>
                    <a:lnTo>
                      <a:pt x="552" y="231"/>
                    </a:lnTo>
                    <a:cubicBezTo>
                      <a:pt x="538" y="224"/>
                      <a:pt x="532" y="216"/>
                      <a:pt x="525" y="202"/>
                    </a:cubicBezTo>
                    <a:cubicBezTo>
                      <a:pt x="518" y="188"/>
                      <a:pt x="502" y="181"/>
                      <a:pt x="495" y="166"/>
                    </a:cubicBezTo>
                    <a:lnTo>
                      <a:pt x="488" y="166"/>
                    </a:lnTo>
                    <a:cubicBezTo>
                      <a:pt x="482" y="159"/>
                      <a:pt x="475" y="152"/>
                      <a:pt x="466" y="145"/>
                    </a:cubicBezTo>
                    <a:cubicBezTo>
                      <a:pt x="466" y="138"/>
                      <a:pt x="459" y="138"/>
                      <a:pt x="459" y="138"/>
                    </a:cubicBezTo>
                    <a:cubicBezTo>
                      <a:pt x="445" y="122"/>
                      <a:pt x="438" y="116"/>
                      <a:pt x="423" y="102"/>
                    </a:cubicBezTo>
                    <a:lnTo>
                      <a:pt x="416" y="102"/>
                    </a:lnTo>
                    <a:cubicBezTo>
                      <a:pt x="409" y="95"/>
                      <a:pt x="402" y="86"/>
                      <a:pt x="388" y="79"/>
                    </a:cubicBezTo>
                    <a:cubicBezTo>
                      <a:pt x="388" y="72"/>
                      <a:pt x="388" y="72"/>
                      <a:pt x="380" y="72"/>
                    </a:cubicBezTo>
                    <a:lnTo>
                      <a:pt x="373" y="72"/>
                    </a:lnTo>
                    <a:cubicBezTo>
                      <a:pt x="366" y="66"/>
                      <a:pt x="359" y="59"/>
                      <a:pt x="352" y="59"/>
                    </a:cubicBezTo>
                    <a:cubicBezTo>
                      <a:pt x="294" y="22"/>
                      <a:pt x="237" y="0"/>
                      <a:pt x="1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41">
                <a:extLst>
                  <a:ext uri="{FF2B5EF4-FFF2-40B4-BE49-F238E27FC236}">
                    <a16:creationId xmlns:a16="http://schemas.microsoft.com/office/drawing/2014/main" id="{985BA230-1F80-8B98-8BD1-04BC7DC651EC}"/>
                  </a:ext>
                </a:extLst>
              </p:cNvPr>
              <p:cNvSpPr/>
              <p:nvPr/>
            </p:nvSpPr>
            <p:spPr>
              <a:xfrm>
                <a:off x="1091213" y="3910064"/>
                <a:ext cx="86612" cy="60117"/>
              </a:xfrm>
              <a:custGeom>
                <a:avLst/>
                <a:gdLst/>
                <a:ahLst/>
                <a:cxnLst/>
                <a:rect l="l" t="t" r="r" b="b"/>
                <a:pathLst>
                  <a:path w="814" h="565" extrusionOk="0">
                    <a:moveTo>
                      <a:pt x="335" y="1"/>
                    </a:moveTo>
                    <a:cubicBezTo>
                      <a:pt x="298" y="1"/>
                      <a:pt x="264" y="9"/>
                      <a:pt x="237" y="25"/>
                    </a:cubicBezTo>
                    <a:cubicBezTo>
                      <a:pt x="160" y="68"/>
                      <a:pt x="80" y="118"/>
                      <a:pt x="1" y="161"/>
                    </a:cubicBezTo>
                    <a:cubicBezTo>
                      <a:pt x="8" y="161"/>
                      <a:pt x="15" y="154"/>
                      <a:pt x="22" y="154"/>
                    </a:cubicBezTo>
                    <a:cubicBezTo>
                      <a:pt x="22" y="154"/>
                      <a:pt x="22" y="147"/>
                      <a:pt x="30" y="147"/>
                    </a:cubicBezTo>
                    <a:lnTo>
                      <a:pt x="44" y="147"/>
                    </a:lnTo>
                    <a:cubicBezTo>
                      <a:pt x="51" y="140"/>
                      <a:pt x="65" y="140"/>
                      <a:pt x="73" y="140"/>
                    </a:cubicBezTo>
                    <a:cubicBezTo>
                      <a:pt x="80" y="140"/>
                      <a:pt x="87" y="133"/>
                      <a:pt x="101" y="133"/>
                    </a:cubicBezTo>
                    <a:cubicBezTo>
                      <a:pt x="151" y="133"/>
                      <a:pt x="210" y="154"/>
                      <a:pt x="267" y="190"/>
                    </a:cubicBezTo>
                    <a:cubicBezTo>
                      <a:pt x="273" y="190"/>
                      <a:pt x="280" y="197"/>
                      <a:pt x="289" y="204"/>
                    </a:cubicBezTo>
                    <a:lnTo>
                      <a:pt x="296" y="204"/>
                    </a:lnTo>
                    <a:cubicBezTo>
                      <a:pt x="324" y="227"/>
                      <a:pt x="346" y="247"/>
                      <a:pt x="375" y="270"/>
                    </a:cubicBezTo>
                    <a:cubicBezTo>
                      <a:pt x="382" y="277"/>
                      <a:pt x="396" y="290"/>
                      <a:pt x="403" y="297"/>
                    </a:cubicBezTo>
                    <a:cubicBezTo>
                      <a:pt x="475" y="377"/>
                      <a:pt x="532" y="463"/>
                      <a:pt x="575" y="565"/>
                    </a:cubicBezTo>
                    <a:lnTo>
                      <a:pt x="813" y="427"/>
                    </a:lnTo>
                    <a:cubicBezTo>
                      <a:pt x="770" y="327"/>
                      <a:pt x="712" y="240"/>
                      <a:pt x="641" y="161"/>
                    </a:cubicBezTo>
                    <a:cubicBezTo>
                      <a:pt x="605" y="125"/>
                      <a:pt x="568" y="97"/>
                      <a:pt x="532" y="68"/>
                    </a:cubicBezTo>
                    <a:cubicBezTo>
                      <a:pt x="518" y="61"/>
                      <a:pt x="512" y="54"/>
                      <a:pt x="505" y="54"/>
                    </a:cubicBezTo>
                    <a:cubicBezTo>
                      <a:pt x="462" y="25"/>
                      <a:pt x="418" y="11"/>
                      <a:pt x="375" y="4"/>
                    </a:cubicBezTo>
                    <a:cubicBezTo>
                      <a:pt x="362" y="2"/>
                      <a:pt x="348" y="1"/>
                      <a:pt x="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41">
                <a:extLst>
                  <a:ext uri="{FF2B5EF4-FFF2-40B4-BE49-F238E27FC236}">
                    <a16:creationId xmlns:a16="http://schemas.microsoft.com/office/drawing/2014/main" id="{D763709A-A5CC-EB65-10A8-39EAB6A3506A}"/>
                  </a:ext>
                </a:extLst>
              </p:cNvPr>
              <p:cNvSpPr/>
              <p:nvPr/>
            </p:nvSpPr>
            <p:spPr>
              <a:xfrm>
                <a:off x="1093447" y="3941985"/>
                <a:ext cx="30006" cy="23621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22" extrusionOk="0">
                    <a:moveTo>
                      <a:pt x="138" y="1"/>
                    </a:moveTo>
                    <a:cubicBezTo>
                      <a:pt x="114" y="1"/>
                      <a:pt x="92" y="7"/>
                      <a:pt x="73" y="20"/>
                    </a:cubicBezTo>
                    <a:cubicBezTo>
                      <a:pt x="66" y="20"/>
                      <a:pt x="59" y="27"/>
                      <a:pt x="52" y="27"/>
                    </a:cubicBezTo>
                    <a:cubicBezTo>
                      <a:pt x="52" y="34"/>
                      <a:pt x="44" y="34"/>
                      <a:pt x="44" y="40"/>
                    </a:cubicBezTo>
                    <a:cubicBezTo>
                      <a:pt x="37" y="49"/>
                      <a:pt x="30" y="56"/>
                      <a:pt x="23" y="70"/>
                    </a:cubicBezTo>
                    <a:cubicBezTo>
                      <a:pt x="23" y="77"/>
                      <a:pt x="16" y="77"/>
                      <a:pt x="16" y="84"/>
                    </a:cubicBezTo>
                    <a:cubicBezTo>
                      <a:pt x="16" y="92"/>
                      <a:pt x="9" y="92"/>
                      <a:pt x="9" y="99"/>
                    </a:cubicBezTo>
                    <a:cubicBezTo>
                      <a:pt x="9" y="106"/>
                      <a:pt x="9" y="113"/>
                      <a:pt x="1" y="120"/>
                    </a:cubicBezTo>
                    <a:lnTo>
                      <a:pt x="1" y="142"/>
                    </a:lnTo>
                    <a:lnTo>
                      <a:pt x="1" y="170"/>
                    </a:lnTo>
                    <a:lnTo>
                      <a:pt x="1" y="222"/>
                    </a:lnTo>
                    <a:lnTo>
                      <a:pt x="239" y="84"/>
                    </a:lnTo>
                    <a:lnTo>
                      <a:pt x="282" y="56"/>
                    </a:lnTo>
                    <a:cubicBezTo>
                      <a:pt x="268" y="49"/>
                      <a:pt x="259" y="40"/>
                      <a:pt x="246" y="34"/>
                    </a:cubicBezTo>
                    <a:cubicBezTo>
                      <a:pt x="239" y="34"/>
                      <a:pt x="239" y="27"/>
                      <a:pt x="239" y="27"/>
                    </a:cubicBezTo>
                    <a:cubicBezTo>
                      <a:pt x="202" y="10"/>
                      <a:pt x="168" y="1"/>
                      <a:pt x="1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41">
                <a:extLst>
                  <a:ext uri="{FF2B5EF4-FFF2-40B4-BE49-F238E27FC236}">
                    <a16:creationId xmlns:a16="http://schemas.microsoft.com/office/drawing/2014/main" id="{8E74DB49-90A4-30B6-FE52-7037E72C45A1}"/>
                  </a:ext>
                </a:extLst>
              </p:cNvPr>
              <p:cNvSpPr/>
              <p:nvPr/>
            </p:nvSpPr>
            <p:spPr>
              <a:xfrm>
                <a:off x="1082807" y="3965500"/>
                <a:ext cx="10747" cy="6171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8" extrusionOk="0">
                    <a:moveTo>
                      <a:pt x="101" y="1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41">
                <a:extLst>
                  <a:ext uri="{FF2B5EF4-FFF2-40B4-BE49-F238E27FC236}">
                    <a16:creationId xmlns:a16="http://schemas.microsoft.com/office/drawing/2014/main" id="{2906D5E8-19A9-FAC9-8157-EF25E1D26116}"/>
                  </a:ext>
                </a:extLst>
              </p:cNvPr>
              <p:cNvSpPr/>
              <p:nvPr/>
            </p:nvSpPr>
            <p:spPr>
              <a:xfrm>
                <a:off x="1079721" y="3924215"/>
                <a:ext cx="72779" cy="4745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446" extrusionOk="0">
                    <a:moveTo>
                      <a:pt x="209" y="0"/>
                    </a:moveTo>
                    <a:cubicBezTo>
                      <a:pt x="195" y="0"/>
                      <a:pt x="188" y="7"/>
                      <a:pt x="181" y="7"/>
                    </a:cubicBezTo>
                    <a:cubicBezTo>
                      <a:pt x="173" y="7"/>
                      <a:pt x="159" y="7"/>
                      <a:pt x="152" y="14"/>
                    </a:cubicBezTo>
                    <a:lnTo>
                      <a:pt x="138" y="14"/>
                    </a:lnTo>
                    <a:cubicBezTo>
                      <a:pt x="130" y="14"/>
                      <a:pt x="130" y="21"/>
                      <a:pt x="130" y="21"/>
                    </a:cubicBezTo>
                    <a:cubicBezTo>
                      <a:pt x="123" y="21"/>
                      <a:pt x="116" y="28"/>
                      <a:pt x="109" y="28"/>
                    </a:cubicBezTo>
                    <a:cubicBezTo>
                      <a:pt x="43" y="64"/>
                      <a:pt x="0" y="150"/>
                      <a:pt x="0" y="266"/>
                    </a:cubicBezTo>
                    <a:cubicBezTo>
                      <a:pt x="0" y="323"/>
                      <a:pt x="16" y="389"/>
                      <a:pt x="30" y="445"/>
                    </a:cubicBezTo>
                    <a:lnTo>
                      <a:pt x="130" y="389"/>
                    </a:lnTo>
                    <a:lnTo>
                      <a:pt x="130" y="337"/>
                    </a:lnTo>
                    <a:lnTo>
                      <a:pt x="130" y="309"/>
                    </a:lnTo>
                    <a:lnTo>
                      <a:pt x="130" y="287"/>
                    </a:lnTo>
                    <a:cubicBezTo>
                      <a:pt x="138" y="280"/>
                      <a:pt x="138" y="273"/>
                      <a:pt x="138" y="266"/>
                    </a:cubicBezTo>
                    <a:cubicBezTo>
                      <a:pt x="138" y="259"/>
                      <a:pt x="145" y="259"/>
                      <a:pt x="145" y="251"/>
                    </a:cubicBezTo>
                    <a:cubicBezTo>
                      <a:pt x="145" y="244"/>
                      <a:pt x="152" y="244"/>
                      <a:pt x="152" y="237"/>
                    </a:cubicBezTo>
                    <a:cubicBezTo>
                      <a:pt x="159" y="223"/>
                      <a:pt x="166" y="216"/>
                      <a:pt x="173" y="207"/>
                    </a:cubicBezTo>
                    <a:cubicBezTo>
                      <a:pt x="173" y="201"/>
                      <a:pt x="181" y="201"/>
                      <a:pt x="181" y="194"/>
                    </a:cubicBezTo>
                    <a:cubicBezTo>
                      <a:pt x="188" y="194"/>
                      <a:pt x="195" y="187"/>
                      <a:pt x="202" y="187"/>
                    </a:cubicBezTo>
                    <a:cubicBezTo>
                      <a:pt x="221" y="174"/>
                      <a:pt x="243" y="168"/>
                      <a:pt x="267" y="168"/>
                    </a:cubicBezTo>
                    <a:cubicBezTo>
                      <a:pt x="297" y="168"/>
                      <a:pt x="331" y="177"/>
                      <a:pt x="368" y="194"/>
                    </a:cubicBezTo>
                    <a:cubicBezTo>
                      <a:pt x="368" y="194"/>
                      <a:pt x="368" y="201"/>
                      <a:pt x="375" y="201"/>
                    </a:cubicBezTo>
                    <a:cubicBezTo>
                      <a:pt x="388" y="207"/>
                      <a:pt x="397" y="216"/>
                      <a:pt x="411" y="223"/>
                    </a:cubicBezTo>
                    <a:cubicBezTo>
                      <a:pt x="447" y="251"/>
                      <a:pt x="483" y="287"/>
                      <a:pt x="511" y="330"/>
                    </a:cubicBezTo>
                    <a:lnTo>
                      <a:pt x="683" y="432"/>
                    </a:lnTo>
                    <a:cubicBezTo>
                      <a:pt x="640" y="330"/>
                      <a:pt x="583" y="244"/>
                      <a:pt x="511" y="164"/>
                    </a:cubicBezTo>
                    <a:cubicBezTo>
                      <a:pt x="504" y="157"/>
                      <a:pt x="490" y="144"/>
                      <a:pt x="483" y="137"/>
                    </a:cubicBezTo>
                    <a:cubicBezTo>
                      <a:pt x="454" y="114"/>
                      <a:pt x="432" y="94"/>
                      <a:pt x="404" y="71"/>
                    </a:cubicBezTo>
                    <a:lnTo>
                      <a:pt x="397" y="71"/>
                    </a:lnTo>
                    <a:cubicBezTo>
                      <a:pt x="388" y="64"/>
                      <a:pt x="381" y="57"/>
                      <a:pt x="375" y="57"/>
                    </a:cubicBezTo>
                    <a:cubicBezTo>
                      <a:pt x="318" y="21"/>
                      <a:pt x="259" y="0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41">
                <a:extLst>
                  <a:ext uri="{FF2B5EF4-FFF2-40B4-BE49-F238E27FC236}">
                    <a16:creationId xmlns:a16="http://schemas.microsoft.com/office/drawing/2014/main" id="{E13CFF35-726A-696E-6D08-CA96B81A9110}"/>
                  </a:ext>
                </a:extLst>
              </p:cNvPr>
              <p:cNvSpPr/>
              <p:nvPr/>
            </p:nvSpPr>
            <p:spPr>
              <a:xfrm>
                <a:off x="1600672" y="3913362"/>
                <a:ext cx="15322" cy="79802"/>
              </a:xfrm>
              <a:custGeom>
                <a:avLst/>
                <a:gdLst/>
                <a:ahLst/>
                <a:cxnLst/>
                <a:rect l="l" t="t" r="r" b="b"/>
                <a:pathLst>
                  <a:path w="144" h="750" extrusionOk="0">
                    <a:moveTo>
                      <a:pt x="143" y="1"/>
                    </a:moveTo>
                    <a:lnTo>
                      <a:pt x="0" y="87"/>
                    </a:lnTo>
                    <a:cubicBezTo>
                      <a:pt x="7" y="152"/>
                      <a:pt x="14" y="239"/>
                      <a:pt x="29" y="325"/>
                    </a:cubicBezTo>
                    <a:cubicBezTo>
                      <a:pt x="43" y="454"/>
                      <a:pt x="73" y="598"/>
                      <a:pt x="107" y="749"/>
                    </a:cubicBezTo>
                    <a:cubicBezTo>
                      <a:pt x="129" y="670"/>
                      <a:pt x="143" y="598"/>
                      <a:pt x="143" y="518"/>
                    </a:cubicBez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41">
                <a:extLst>
                  <a:ext uri="{FF2B5EF4-FFF2-40B4-BE49-F238E27FC236}">
                    <a16:creationId xmlns:a16="http://schemas.microsoft.com/office/drawing/2014/main" id="{EC055D3B-E1EB-98E3-F9AE-F51DEB5DDFC6}"/>
                  </a:ext>
                </a:extLst>
              </p:cNvPr>
              <p:cNvSpPr/>
              <p:nvPr/>
            </p:nvSpPr>
            <p:spPr>
              <a:xfrm>
                <a:off x="1189848" y="3912617"/>
                <a:ext cx="383368" cy="180033"/>
              </a:xfrm>
              <a:custGeom>
                <a:avLst/>
                <a:gdLst/>
                <a:ahLst/>
                <a:cxnLst/>
                <a:rect l="l" t="t" r="r" b="b"/>
                <a:pathLst>
                  <a:path w="3603" h="1692" extrusionOk="0">
                    <a:moveTo>
                      <a:pt x="0" y="1"/>
                    </a:moveTo>
                    <a:lnTo>
                      <a:pt x="0" y="525"/>
                    </a:lnTo>
                    <a:cubicBezTo>
                      <a:pt x="0" y="827"/>
                      <a:pt x="195" y="1122"/>
                      <a:pt x="590" y="1351"/>
                    </a:cubicBezTo>
                    <a:cubicBezTo>
                      <a:pt x="982" y="1578"/>
                      <a:pt x="1494" y="1692"/>
                      <a:pt x="2007" y="1692"/>
                    </a:cubicBezTo>
                    <a:cubicBezTo>
                      <a:pt x="2519" y="1692"/>
                      <a:pt x="3031" y="1578"/>
                      <a:pt x="3423" y="1351"/>
                    </a:cubicBezTo>
                    <a:cubicBezTo>
                      <a:pt x="3487" y="1308"/>
                      <a:pt x="3545" y="1274"/>
                      <a:pt x="3602" y="1231"/>
                    </a:cubicBezTo>
                    <a:cubicBezTo>
                      <a:pt x="3502" y="886"/>
                      <a:pt x="3451" y="548"/>
                      <a:pt x="3437" y="339"/>
                    </a:cubicBezTo>
                    <a:lnTo>
                      <a:pt x="2014" y="1165"/>
                    </a:lnTo>
                    <a:lnTo>
                      <a:pt x="1582" y="913"/>
                    </a:lnTo>
                    <a:lnTo>
                      <a:pt x="547" y="316"/>
                    </a:lnTo>
                    <a:lnTo>
                      <a:pt x="288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41">
                <a:extLst>
                  <a:ext uri="{FF2B5EF4-FFF2-40B4-BE49-F238E27FC236}">
                    <a16:creationId xmlns:a16="http://schemas.microsoft.com/office/drawing/2014/main" id="{28E8DC71-4B66-E5A1-EEF7-392B5D989F25}"/>
                  </a:ext>
                </a:extLst>
              </p:cNvPr>
              <p:cNvSpPr/>
              <p:nvPr/>
            </p:nvSpPr>
            <p:spPr>
              <a:xfrm>
                <a:off x="1022370" y="3791850"/>
                <a:ext cx="381772" cy="244832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2301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1229" y="943"/>
                    </a:lnTo>
                    <a:lnTo>
                      <a:pt x="1410" y="1043"/>
                    </a:lnTo>
                    <a:lnTo>
                      <a:pt x="1474" y="1079"/>
                    </a:lnTo>
                    <a:lnTo>
                      <a:pt x="1547" y="1122"/>
                    </a:lnTo>
                    <a:lnTo>
                      <a:pt x="1574" y="1136"/>
                    </a:lnTo>
                    <a:lnTo>
                      <a:pt x="1862" y="1301"/>
                    </a:lnTo>
                    <a:lnTo>
                      <a:pt x="2121" y="1451"/>
                    </a:lnTo>
                    <a:lnTo>
                      <a:pt x="3156" y="2048"/>
                    </a:lnTo>
                    <a:lnTo>
                      <a:pt x="3588" y="2300"/>
                    </a:lnTo>
                    <a:lnTo>
                      <a:pt x="3588" y="2071"/>
                    </a:lnTo>
                    <a:lnTo>
                      <a:pt x="3351" y="1934"/>
                    </a:lnTo>
                    <a:lnTo>
                      <a:pt x="2323" y="1338"/>
                    </a:lnTo>
                    <a:lnTo>
                      <a:pt x="1755" y="1013"/>
                    </a:lnTo>
                    <a:lnTo>
                      <a:pt x="1747" y="1006"/>
                    </a:lnTo>
                    <a:lnTo>
                      <a:pt x="1617" y="934"/>
                    </a:lnTo>
                    <a:lnTo>
                      <a:pt x="1574" y="906"/>
                    </a:lnTo>
                    <a:lnTo>
                      <a:pt x="1481" y="856"/>
                    </a:lnTo>
                    <a:lnTo>
                      <a:pt x="1467" y="84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41">
                <a:extLst>
                  <a:ext uri="{FF2B5EF4-FFF2-40B4-BE49-F238E27FC236}">
                    <a16:creationId xmlns:a16="http://schemas.microsoft.com/office/drawing/2014/main" id="{FB7F1F4B-FEDB-74D2-C1FA-7E95F6ACF137}"/>
                  </a:ext>
                </a:extLst>
              </p:cNvPr>
              <p:cNvSpPr/>
              <p:nvPr/>
            </p:nvSpPr>
            <p:spPr>
              <a:xfrm>
                <a:off x="1404038" y="3924960"/>
                <a:ext cx="151517" cy="111723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1050" extrusionOk="0">
                    <a:moveTo>
                      <a:pt x="1403" y="0"/>
                    </a:moveTo>
                    <a:lnTo>
                      <a:pt x="1" y="820"/>
                    </a:lnTo>
                    <a:lnTo>
                      <a:pt x="1" y="1049"/>
                    </a:lnTo>
                    <a:lnTo>
                      <a:pt x="1424" y="223"/>
                    </a:lnTo>
                    <a:cubicBezTo>
                      <a:pt x="1410" y="87"/>
                      <a:pt x="1403" y="0"/>
                      <a:pt x="1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41">
                <a:extLst>
                  <a:ext uri="{FF2B5EF4-FFF2-40B4-BE49-F238E27FC236}">
                    <a16:creationId xmlns:a16="http://schemas.microsoft.com/office/drawing/2014/main" id="{302E0526-483B-BD5C-2F3B-2B0CC09E8621}"/>
                  </a:ext>
                </a:extLst>
              </p:cNvPr>
              <p:cNvSpPr/>
              <p:nvPr/>
            </p:nvSpPr>
            <p:spPr>
              <a:xfrm>
                <a:off x="1597479" y="3791850"/>
                <a:ext cx="185353" cy="130769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229" extrusionOk="0">
                    <a:moveTo>
                      <a:pt x="1741" y="1"/>
                    </a:moveTo>
                    <a:lnTo>
                      <a:pt x="173" y="913"/>
                    </a:lnTo>
                    <a:lnTo>
                      <a:pt x="1" y="1013"/>
                    </a:lnTo>
                    <a:lnTo>
                      <a:pt x="16" y="1020"/>
                    </a:lnTo>
                    <a:cubicBezTo>
                      <a:pt x="16" y="1020"/>
                      <a:pt x="16" y="1099"/>
                      <a:pt x="30" y="1229"/>
                    </a:cubicBezTo>
                    <a:lnTo>
                      <a:pt x="173" y="1143"/>
                    </a:lnTo>
                    <a:lnTo>
                      <a:pt x="1741" y="230"/>
                    </a:lnTo>
                    <a:lnTo>
                      <a:pt x="174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41">
                <a:extLst>
                  <a:ext uri="{FF2B5EF4-FFF2-40B4-BE49-F238E27FC236}">
                    <a16:creationId xmlns:a16="http://schemas.microsoft.com/office/drawing/2014/main" id="{3CE7A933-0BA2-DCD0-CE1C-2FAB94B940CD}"/>
                  </a:ext>
                </a:extLst>
              </p:cNvPr>
              <p:cNvSpPr/>
              <p:nvPr/>
            </p:nvSpPr>
            <p:spPr>
              <a:xfrm>
                <a:off x="1383502" y="3756630"/>
                <a:ext cx="307503" cy="397839"/>
              </a:xfrm>
              <a:custGeom>
                <a:avLst/>
                <a:gdLst/>
                <a:ahLst/>
                <a:cxnLst/>
                <a:rect l="l" t="t" r="r" b="b"/>
                <a:pathLst>
                  <a:path w="2890" h="3739" extrusionOk="0">
                    <a:moveTo>
                      <a:pt x="423" y="0"/>
                    </a:moveTo>
                    <a:lnTo>
                      <a:pt x="0" y="230"/>
                    </a:lnTo>
                    <a:lnTo>
                      <a:pt x="1380" y="1403"/>
                    </a:lnTo>
                    <a:lnTo>
                      <a:pt x="1596" y="1582"/>
                    </a:lnTo>
                    <a:cubicBezTo>
                      <a:pt x="1596" y="1582"/>
                      <a:pt x="1603" y="1669"/>
                      <a:pt x="1617" y="1805"/>
                    </a:cubicBezTo>
                    <a:cubicBezTo>
                      <a:pt x="1631" y="2014"/>
                      <a:pt x="1682" y="2352"/>
                      <a:pt x="1782" y="2697"/>
                    </a:cubicBezTo>
                    <a:cubicBezTo>
                      <a:pt x="1889" y="3062"/>
                      <a:pt x="2055" y="3430"/>
                      <a:pt x="2329" y="3646"/>
                    </a:cubicBezTo>
                    <a:cubicBezTo>
                      <a:pt x="2372" y="3680"/>
                      <a:pt x="2415" y="3716"/>
                      <a:pt x="2465" y="3739"/>
                    </a:cubicBezTo>
                    <a:lnTo>
                      <a:pt x="2529" y="3559"/>
                    </a:lnTo>
                    <a:lnTo>
                      <a:pt x="2890" y="3508"/>
                    </a:lnTo>
                    <a:cubicBezTo>
                      <a:pt x="2838" y="3480"/>
                      <a:pt x="2788" y="3444"/>
                      <a:pt x="2745" y="3407"/>
                    </a:cubicBezTo>
                    <a:cubicBezTo>
                      <a:pt x="2422" y="3142"/>
                      <a:pt x="2243" y="2654"/>
                      <a:pt x="2148" y="2222"/>
                    </a:cubicBezTo>
                    <a:cubicBezTo>
                      <a:pt x="2114" y="2071"/>
                      <a:pt x="2084" y="1927"/>
                      <a:pt x="2070" y="1798"/>
                    </a:cubicBezTo>
                    <a:cubicBezTo>
                      <a:pt x="2055" y="1712"/>
                      <a:pt x="2048" y="1625"/>
                      <a:pt x="2041" y="1560"/>
                    </a:cubicBezTo>
                    <a:cubicBezTo>
                      <a:pt x="2027" y="1430"/>
                      <a:pt x="2027" y="1351"/>
                      <a:pt x="2027" y="1351"/>
                    </a:cubicBezTo>
                    <a:lnTo>
                      <a:pt x="2012" y="1344"/>
                    </a:lnTo>
                    <a:lnTo>
                      <a:pt x="4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6" name="Google Shape;1276;p41">
              <a:extLst>
                <a:ext uri="{FF2B5EF4-FFF2-40B4-BE49-F238E27FC236}">
                  <a16:creationId xmlns:a16="http://schemas.microsoft.com/office/drawing/2014/main" id="{AAB07C85-DA27-8FCA-BFEC-5F638D66814F}"/>
                </a:ext>
              </a:extLst>
            </p:cNvPr>
            <p:cNvGrpSpPr/>
            <p:nvPr/>
          </p:nvGrpSpPr>
          <p:grpSpPr>
            <a:xfrm>
              <a:off x="1348450" y="1369360"/>
              <a:ext cx="2801449" cy="1664403"/>
              <a:chOff x="1348450" y="1369360"/>
              <a:chExt cx="2801449" cy="1664403"/>
            </a:xfrm>
          </p:grpSpPr>
          <p:sp>
            <p:nvSpPr>
              <p:cNvPr id="1277" name="Google Shape;1277;p41">
                <a:extLst>
                  <a:ext uri="{FF2B5EF4-FFF2-40B4-BE49-F238E27FC236}">
                    <a16:creationId xmlns:a16="http://schemas.microsoft.com/office/drawing/2014/main" id="{1CD43AAD-292E-5761-6014-13509ACE9FE7}"/>
                  </a:ext>
                </a:extLst>
              </p:cNvPr>
              <p:cNvSpPr/>
              <p:nvPr/>
            </p:nvSpPr>
            <p:spPr>
              <a:xfrm>
                <a:off x="2110453" y="165944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78" name="Google Shape;1278;p41">
                <a:extLst>
                  <a:ext uri="{FF2B5EF4-FFF2-40B4-BE49-F238E27FC236}">
                    <a16:creationId xmlns:a16="http://schemas.microsoft.com/office/drawing/2014/main" id="{7C8FDFE5-D5C9-BEC4-C222-FD39EF8F1DD0}"/>
                  </a:ext>
                </a:extLst>
              </p:cNvPr>
              <p:cNvGrpSpPr/>
              <p:nvPr/>
            </p:nvGrpSpPr>
            <p:grpSpPr>
              <a:xfrm>
                <a:off x="1348450" y="1369360"/>
                <a:ext cx="2440677" cy="1290783"/>
                <a:chOff x="1348450" y="1369360"/>
                <a:chExt cx="2440677" cy="1290783"/>
              </a:xfrm>
            </p:grpSpPr>
            <p:sp>
              <p:nvSpPr>
                <p:cNvPr id="1279" name="Google Shape;1279;p41">
                  <a:extLst>
                    <a:ext uri="{FF2B5EF4-FFF2-40B4-BE49-F238E27FC236}">
                      <a16:creationId xmlns:a16="http://schemas.microsoft.com/office/drawing/2014/main" id="{B5F10140-CB07-9F18-FE0A-67AB91F0E18C}"/>
                    </a:ext>
                  </a:extLst>
                </p:cNvPr>
                <p:cNvSpPr/>
                <p:nvPr/>
              </p:nvSpPr>
              <p:spPr>
                <a:xfrm>
                  <a:off x="1348450" y="1954200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80" name="Google Shape;1280;p41">
                  <a:extLst>
                    <a:ext uri="{FF2B5EF4-FFF2-40B4-BE49-F238E27FC236}">
                      <a16:creationId xmlns:a16="http://schemas.microsoft.com/office/drawing/2014/main" id="{DCA21A92-3123-0C84-1106-07B802028021}"/>
                    </a:ext>
                  </a:extLst>
                </p:cNvPr>
                <p:cNvGrpSpPr/>
                <p:nvPr/>
              </p:nvGrpSpPr>
              <p:grpSpPr>
                <a:xfrm>
                  <a:off x="3674978" y="254594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281" name="Google Shape;1281;p41">
                    <a:extLst>
                      <a:ext uri="{FF2B5EF4-FFF2-40B4-BE49-F238E27FC236}">
                        <a16:creationId xmlns:a16="http://schemas.microsoft.com/office/drawing/2014/main" id="{B5610CE1-53F7-319A-FCD3-E8CF788F1496}"/>
                      </a:ext>
                    </a:extLst>
                  </p:cNvPr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2" name="Google Shape;1282;p41">
                    <a:extLst>
                      <a:ext uri="{FF2B5EF4-FFF2-40B4-BE49-F238E27FC236}">
                        <a16:creationId xmlns:a16="http://schemas.microsoft.com/office/drawing/2014/main" id="{92C72AB8-9BC7-1427-33A9-49A54E7870E7}"/>
                      </a:ext>
                    </a:extLst>
                  </p:cNvPr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83" name="Google Shape;1283;p41">
                  <a:extLst>
                    <a:ext uri="{FF2B5EF4-FFF2-40B4-BE49-F238E27FC236}">
                      <a16:creationId xmlns:a16="http://schemas.microsoft.com/office/drawing/2014/main" id="{3F06FF7D-8634-7A37-06AD-833D7D5A76C3}"/>
                    </a:ext>
                  </a:extLst>
                </p:cNvPr>
                <p:cNvSpPr/>
                <p:nvPr/>
              </p:nvSpPr>
              <p:spPr>
                <a:xfrm>
                  <a:off x="1548185" y="1369360"/>
                  <a:ext cx="105061" cy="10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35" extrusionOk="0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84" name="Google Shape;1284;p41">
                <a:extLst>
                  <a:ext uri="{FF2B5EF4-FFF2-40B4-BE49-F238E27FC236}">
                    <a16:creationId xmlns:a16="http://schemas.microsoft.com/office/drawing/2014/main" id="{6A56101C-3166-7EC4-9052-54F5D458963E}"/>
                  </a:ext>
                </a:extLst>
              </p:cNvPr>
              <p:cNvSpPr/>
              <p:nvPr/>
            </p:nvSpPr>
            <p:spPr>
              <a:xfrm>
                <a:off x="3730765" y="300725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85" name="Google Shape;1285;p41">
            <a:extLst>
              <a:ext uri="{FF2B5EF4-FFF2-40B4-BE49-F238E27FC236}">
                <a16:creationId xmlns:a16="http://schemas.microsoft.com/office/drawing/2014/main" id="{22EB497C-8AC1-58FB-E286-5439E02089AD}"/>
              </a:ext>
            </a:extLst>
          </p:cNvPr>
          <p:cNvGrpSpPr/>
          <p:nvPr/>
        </p:nvGrpSpPr>
        <p:grpSpPr>
          <a:xfrm>
            <a:off x="7338227" y="692266"/>
            <a:ext cx="914796" cy="413726"/>
            <a:chOff x="6246802" y="4035541"/>
            <a:chExt cx="914796" cy="413726"/>
          </a:xfrm>
        </p:grpSpPr>
        <p:grpSp>
          <p:nvGrpSpPr>
            <p:cNvPr id="1286" name="Google Shape;1286;p41">
              <a:extLst>
                <a:ext uri="{FF2B5EF4-FFF2-40B4-BE49-F238E27FC236}">
                  <a16:creationId xmlns:a16="http://schemas.microsoft.com/office/drawing/2014/main" id="{9CAEB11B-059E-398A-BF61-39A015CE0780}"/>
                </a:ext>
              </a:extLst>
            </p:cNvPr>
            <p:cNvGrpSpPr/>
            <p:nvPr/>
          </p:nvGrpSpPr>
          <p:grpSpPr>
            <a:xfrm>
              <a:off x="6246802" y="4035541"/>
              <a:ext cx="495681" cy="413726"/>
              <a:chOff x="6246802" y="4035541"/>
              <a:chExt cx="495681" cy="413726"/>
            </a:xfrm>
          </p:grpSpPr>
          <p:sp>
            <p:nvSpPr>
              <p:cNvPr id="1287" name="Google Shape;1287;p41">
                <a:extLst>
                  <a:ext uri="{FF2B5EF4-FFF2-40B4-BE49-F238E27FC236}">
                    <a16:creationId xmlns:a16="http://schemas.microsoft.com/office/drawing/2014/main" id="{3AE2E696-0273-8B29-413C-EF6998529A9C}"/>
                  </a:ext>
                </a:extLst>
              </p:cNvPr>
              <p:cNvSpPr/>
              <p:nvPr/>
            </p:nvSpPr>
            <p:spPr>
              <a:xfrm>
                <a:off x="6637422" y="4035541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1">
                <a:extLst>
                  <a:ext uri="{FF2B5EF4-FFF2-40B4-BE49-F238E27FC236}">
                    <a16:creationId xmlns:a16="http://schemas.microsoft.com/office/drawing/2014/main" id="{8F6AFE13-96E7-7181-CC03-291118CDDA04}"/>
                  </a:ext>
                </a:extLst>
              </p:cNvPr>
              <p:cNvSpPr/>
              <p:nvPr/>
            </p:nvSpPr>
            <p:spPr>
              <a:xfrm>
                <a:off x="6246802" y="4314017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9" name="Google Shape;1289;p41">
              <a:extLst>
                <a:ext uri="{FF2B5EF4-FFF2-40B4-BE49-F238E27FC236}">
                  <a16:creationId xmlns:a16="http://schemas.microsoft.com/office/drawing/2014/main" id="{C118C1E0-F268-8611-2CAA-4B2DE8A76BE0}"/>
                </a:ext>
              </a:extLst>
            </p:cNvPr>
            <p:cNvSpPr/>
            <p:nvPr/>
          </p:nvSpPr>
          <p:spPr>
            <a:xfrm>
              <a:off x="6742465" y="44227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79;p41">
            <a:extLst>
              <a:ext uri="{FF2B5EF4-FFF2-40B4-BE49-F238E27FC236}">
                <a16:creationId xmlns:a16="http://schemas.microsoft.com/office/drawing/2014/main" id="{34F1D3E4-0E4D-D736-4603-5D7C1AA410B3}"/>
              </a:ext>
            </a:extLst>
          </p:cNvPr>
          <p:cNvSpPr txBox="1">
            <a:spLocks/>
          </p:cNvSpPr>
          <p:nvPr/>
        </p:nvSpPr>
        <p:spPr>
          <a:xfrm>
            <a:off x="472440" y="281522"/>
            <a:ext cx="3230880" cy="549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6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pt-BR" sz="2000" dirty="0"/>
              <a:t>Primeiro Diamante</a:t>
            </a:r>
          </a:p>
        </p:txBody>
      </p:sp>
    </p:spTree>
    <p:extLst>
      <p:ext uri="{BB962C8B-B14F-4D97-AF65-F5344CB8AC3E}">
        <p14:creationId xmlns:p14="http://schemas.microsoft.com/office/powerpoint/2010/main" val="3499462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>
          <a:extLst>
            <a:ext uri="{FF2B5EF4-FFF2-40B4-BE49-F238E27FC236}">
              <a16:creationId xmlns:a16="http://schemas.microsoft.com/office/drawing/2014/main" id="{8A0E2B2A-A7C4-CC6B-BD74-FC93290C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1">
            <a:extLst>
              <a:ext uri="{FF2B5EF4-FFF2-40B4-BE49-F238E27FC236}">
                <a16:creationId xmlns:a16="http://schemas.microsoft.com/office/drawing/2014/main" id="{27E25C1E-304F-EBA3-95CE-C5E742349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260" y="473569"/>
            <a:ext cx="472483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Definindo</a:t>
            </a:r>
            <a:endParaRPr dirty="0"/>
          </a:p>
        </p:txBody>
      </p:sp>
      <p:sp>
        <p:nvSpPr>
          <p:cNvPr id="780" name="Google Shape;780;p41">
            <a:extLst>
              <a:ext uri="{FF2B5EF4-FFF2-40B4-BE49-F238E27FC236}">
                <a16:creationId xmlns:a16="http://schemas.microsoft.com/office/drawing/2014/main" id="{35D320EE-D1D7-9F9D-CCCA-22223A66321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1377132"/>
            <a:ext cx="4192250" cy="1012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pt-BR" sz="1400" b="1" dirty="0">
                <a:solidFill>
                  <a:schemeClr val="tx2"/>
                </a:solidFill>
              </a:rPr>
              <a:t>O diagnóstico:</a:t>
            </a:r>
            <a:r>
              <a:rPr lang="pt-BR" sz="1400" dirty="0">
                <a:solidFill>
                  <a:schemeClr val="tx2"/>
                </a:solidFill>
              </a:rPr>
              <a:t> </a:t>
            </a:r>
            <a:r>
              <a:rPr lang="pt-BR" sz="1400" dirty="0"/>
              <a:t>O gargalo não é a ausência de oportunidades educacionais ou de verbas, mas sim a fragmentação e a falta de visibilidade.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endParaRPr lang="pt-BR" sz="1400" dirty="0"/>
          </a:p>
          <a:p>
            <a:pPr marL="0" lvl="0" indent="0" algn="ctr"/>
            <a:r>
              <a:rPr lang="pt-BR" sz="1400" b="1" dirty="0">
                <a:solidFill>
                  <a:schemeClr val="tx2"/>
                </a:solidFill>
              </a:rPr>
              <a:t>O foco do projeto:</a:t>
            </a:r>
            <a:r>
              <a:rPr lang="pt-BR" sz="1400" dirty="0">
                <a:solidFill>
                  <a:schemeClr val="tx2"/>
                </a:solidFill>
              </a:rPr>
              <a:t> </a:t>
            </a:r>
            <a:r>
              <a:rPr lang="pt-BR" sz="1400" dirty="0"/>
              <a:t>Abandonamos abordagens genéricas e focamos em </a:t>
            </a:r>
            <a:r>
              <a:rPr lang="pt-BR" sz="1400" b="1" dirty="0"/>
              <a:t>Fiscalização</a:t>
            </a:r>
            <a:r>
              <a:rPr lang="pt-BR" sz="1400" dirty="0"/>
              <a:t> e centralização. O objetivo central passa a ser organizar, dar transparência e facilitar o acesso a esses recursos.</a:t>
            </a:r>
          </a:p>
        </p:txBody>
      </p:sp>
      <p:grpSp>
        <p:nvGrpSpPr>
          <p:cNvPr id="781" name="Google Shape;781;p41">
            <a:extLst>
              <a:ext uri="{FF2B5EF4-FFF2-40B4-BE49-F238E27FC236}">
                <a16:creationId xmlns:a16="http://schemas.microsoft.com/office/drawing/2014/main" id="{506E9FC1-1C68-815C-D43F-929587401011}"/>
              </a:ext>
            </a:extLst>
          </p:cNvPr>
          <p:cNvGrpSpPr/>
          <p:nvPr/>
        </p:nvGrpSpPr>
        <p:grpSpPr>
          <a:xfrm>
            <a:off x="-117900" y="1369360"/>
            <a:ext cx="8039600" cy="4403965"/>
            <a:chOff x="-41700" y="1369360"/>
            <a:chExt cx="8039600" cy="4403965"/>
          </a:xfrm>
        </p:grpSpPr>
        <p:sp>
          <p:nvSpPr>
            <p:cNvPr id="782" name="Google Shape;782;p41">
              <a:extLst>
                <a:ext uri="{FF2B5EF4-FFF2-40B4-BE49-F238E27FC236}">
                  <a16:creationId xmlns:a16="http://schemas.microsoft.com/office/drawing/2014/main" id="{DED4B664-AF54-AC55-1DFF-7D47C9609B64}"/>
                </a:ext>
              </a:extLst>
            </p:cNvPr>
            <p:cNvSpPr/>
            <p:nvPr/>
          </p:nvSpPr>
          <p:spPr>
            <a:xfrm>
              <a:off x="-41700" y="2753625"/>
              <a:ext cx="8039600" cy="3019700"/>
            </a:xfrm>
            <a:custGeom>
              <a:avLst/>
              <a:gdLst/>
              <a:ahLst/>
              <a:cxnLst/>
              <a:rect l="l" t="t" r="r" b="b"/>
              <a:pathLst>
                <a:path w="321584" h="120788" extrusionOk="0">
                  <a:moveTo>
                    <a:pt x="0" y="65800"/>
                  </a:moveTo>
                  <a:lnTo>
                    <a:pt x="112755" y="0"/>
                  </a:lnTo>
                  <a:lnTo>
                    <a:pt x="321584" y="120788"/>
                  </a:lnTo>
                  <a:lnTo>
                    <a:pt x="1853" y="120788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783" name="Google Shape;783;p41">
              <a:extLst>
                <a:ext uri="{FF2B5EF4-FFF2-40B4-BE49-F238E27FC236}">
                  <a16:creationId xmlns:a16="http://schemas.microsoft.com/office/drawing/2014/main" id="{BE293F28-03BA-5D17-DE20-DEB05B4CDE6C}"/>
                </a:ext>
              </a:extLst>
            </p:cNvPr>
            <p:cNvGrpSpPr/>
            <p:nvPr/>
          </p:nvGrpSpPr>
          <p:grpSpPr>
            <a:xfrm>
              <a:off x="429385" y="1835802"/>
              <a:ext cx="3597433" cy="3118551"/>
              <a:chOff x="1022370" y="2273688"/>
              <a:chExt cx="2308414" cy="2001124"/>
            </a:xfrm>
          </p:grpSpPr>
          <p:sp>
            <p:nvSpPr>
              <p:cNvPr id="784" name="Google Shape;784;p41">
                <a:extLst>
                  <a:ext uri="{FF2B5EF4-FFF2-40B4-BE49-F238E27FC236}">
                    <a16:creationId xmlns:a16="http://schemas.microsoft.com/office/drawing/2014/main" id="{E0C890AB-6C73-C31F-42FB-976188998F57}"/>
                  </a:ext>
                </a:extLst>
              </p:cNvPr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37" y="22"/>
                    </a:moveTo>
                    <a:cubicBezTo>
                      <a:pt x="23" y="15"/>
                      <a:pt x="16" y="8"/>
                      <a:pt x="1" y="1"/>
                    </a:cubicBezTo>
                    <a:lnTo>
                      <a:pt x="1" y="1"/>
                    </a:lnTo>
                    <a:cubicBezTo>
                      <a:pt x="16" y="8"/>
                      <a:pt x="23" y="15"/>
                      <a:pt x="37" y="2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41">
                <a:extLst>
                  <a:ext uri="{FF2B5EF4-FFF2-40B4-BE49-F238E27FC236}">
                    <a16:creationId xmlns:a16="http://schemas.microsoft.com/office/drawing/2014/main" id="{4AE2D5AE-51C1-8451-085E-96D00510407C}"/>
                  </a:ext>
                </a:extLst>
              </p:cNvPr>
              <p:cNvSpPr/>
              <p:nvPr/>
            </p:nvSpPr>
            <p:spPr>
              <a:xfrm>
                <a:off x="2597883" y="3101824"/>
                <a:ext cx="355172" cy="185460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1743" extrusionOk="0">
                    <a:moveTo>
                      <a:pt x="1453" y="1"/>
                    </a:moveTo>
                    <a:lnTo>
                      <a:pt x="1453" y="1"/>
                    </a:lnTo>
                    <a:cubicBezTo>
                      <a:pt x="1151" y="23"/>
                      <a:pt x="849" y="103"/>
                      <a:pt x="611" y="239"/>
                    </a:cubicBezTo>
                    <a:cubicBezTo>
                      <a:pt x="16" y="570"/>
                      <a:pt x="1" y="1122"/>
                      <a:pt x="584" y="1476"/>
                    </a:cubicBezTo>
                    <a:cubicBezTo>
                      <a:pt x="882" y="1653"/>
                      <a:pt x="1278" y="1743"/>
                      <a:pt x="1675" y="1743"/>
                    </a:cubicBezTo>
                    <a:cubicBezTo>
                      <a:pt x="2052" y="1743"/>
                      <a:pt x="2430" y="1661"/>
                      <a:pt x="2725" y="1497"/>
                    </a:cubicBezTo>
                    <a:cubicBezTo>
                      <a:pt x="3322" y="1158"/>
                      <a:pt x="3337" y="605"/>
                      <a:pt x="2754" y="260"/>
                    </a:cubicBezTo>
                    <a:cubicBezTo>
                      <a:pt x="2740" y="253"/>
                      <a:pt x="2733" y="246"/>
                      <a:pt x="2718" y="239"/>
                    </a:cubicBezTo>
                    <a:cubicBezTo>
                      <a:pt x="2588" y="167"/>
                      <a:pt x="2438" y="110"/>
                      <a:pt x="2286" y="66"/>
                    </a:cubicBezTo>
                    <a:lnTo>
                      <a:pt x="2266" y="123"/>
                    </a:lnTo>
                    <a:cubicBezTo>
                      <a:pt x="2388" y="160"/>
                      <a:pt x="2495" y="210"/>
                      <a:pt x="2595" y="268"/>
                    </a:cubicBezTo>
                    <a:cubicBezTo>
                      <a:pt x="3099" y="570"/>
                      <a:pt x="3085" y="1045"/>
                      <a:pt x="2575" y="1331"/>
                    </a:cubicBezTo>
                    <a:cubicBezTo>
                      <a:pt x="2320" y="1472"/>
                      <a:pt x="1993" y="1543"/>
                      <a:pt x="1668" y="1543"/>
                    </a:cubicBezTo>
                    <a:cubicBezTo>
                      <a:pt x="1330" y="1543"/>
                      <a:pt x="994" y="1467"/>
                      <a:pt x="741" y="1317"/>
                    </a:cubicBezTo>
                    <a:cubicBezTo>
                      <a:pt x="239" y="1015"/>
                      <a:pt x="253" y="541"/>
                      <a:pt x="763" y="253"/>
                    </a:cubicBezTo>
                    <a:cubicBezTo>
                      <a:pt x="956" y="146"/>
                      <a:pt x="1188" y="80"/>
                      <a:pt x="1431" y="53"/>
                    </a:cubicBezTo>
                    <a:lnTo>
                      <a:pt x="145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41">
                <a:extLst>
                  <a:ext uri="{FF2B5EF4-FFF2-40B4-BE49-F238E27FC236}">
                    <a16:creationId xmlns:a16="http://schemas.microsoft.com/office/drawing/2014/main" id="{AFA0F6A3-E426-7AEC-FF90-A8704B2D68A6}"/>
                  </a:ext>
                </a:extLst>
              </p:cNvPr>
              <p:cNvSpPr/>
              <p:nvPr/>
            </p:nvSpPr>
            <p:spPr>
              <a:xfrm>
                <a:off x="2623207" y="3107357"/>
                <a:ext cx="304418" cy="158646"/>
              </a:xfrm>
              <a:custGeom>
                <a:avLst/>
                <a:gdLst/>
                <a:ahLst/>
                <a:cxnLst/>
                <a:rect l="l" t="t" r="r" b="b"/>
                <a:pathLst>
                  <a:path w="2861" h="1491" extrusionOk="0">
                    <a:moveTo>
                      <a:pt x="1193" y="1"/>
                    </a:moveTo>
                    <a:cubicBezTo>
                      <a:pt x="950" y="28"/>
                      <a:pt x="718" y="94"/>
                      <a:pt x="525" y="201"/>
                    </a:cubicBezTo>
                    <a:cubicBezTo>
                      <a:pt x="15" y="489"/>
                      <a:pt x="1" y="963"/>
                      <a:pt x="503" y="1265"/>
                    </a:cubicBezTo>
                    <a:cubicBezTo>
                      <a:pt x="756" y="1415"/>
                      <a:pt x="1092" y="1491"/>
                      <a:pt x="1430" y="1491"/>
                    </a:cubicBezTo>
                    <a:cubicBezTo>
                      <a:pt x="1755" y="1491"/>
                      <a:pt x="2082" y="1420"/>
                      <a:pt x="2337" y="1279"/>
                    </a:cubicBezTo>
                    <a:cubicBezTo>
                      <a:pt x="2847" y="993"/>
                      <a:pt x="2861" y="518"/>
                      <a:pt x="2357" y="216"/>
                    </a:cubicBezTo>
                    <a:cubicBezTo>
                      <a:pt x="2257" y="158"/>
                      <a:pt x="2150" y="108"/>
                      <a:pt x="2028" y="71"/>
                    </a:cubicBezTo>
                    <a:lnTo>
                      <a:pt x="1833" y="582"/>
                    </a:lnTo>
                    <a:lnTo>
                      <a:pt x="1452" y="805"/>
                    </a:lnTo>
                    <a:lnTo>
                      <a:pt x="993" y="539"/>
                    </a:lnTo>
                    <a:lnTo>
                      <a:pt x="119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41">
                <a:extLst>
                  <a:ext uri="{FF2B5EF4-FFF2-40B4-BE49-F238E27FC236}">
                    <a16:creationId xmlns:a16="http://schemas.microsoft.com/office/drawing/2014/main" id="{6830201B-292C-ABED-3B38-868EFFD673AD}"/>
                  </a:ext>
                </a:extLst>
              </p:cNvPr>
              <p:cNvSpPr/>
              <p:nvPr/>
            </p:nvSpPr>
            <p:spPr>
              <a:xfrm>
                <a:off x="2589477" y="3213654"/>
                <a:ext cx="371770" cy="125236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1177" extrusionOk="0">
                    <a:moveTo>
                      <a:pt x="3494" y="7"/>
                    </a:moveTo>
                    <a:cubicBezTo>
                      <a:pt x="3491" y="31"/>
                      <a:pt x="3489" y="54"/>
                      <a:pt x="3488" y="76"/>
                    </a:cubicBezTo>
                    <a:lnTo>
                      <a:pt x="3488" y="76"/>
                    </a:lnTo>
                    <a:cubicBezTo>
                      <a:pt x="3491" y="53"/>
                      <a:pt x="3493" y="30"/>
                      <a:pt x="3494" y="7"/>
                    </a:cubicBezTo>
                    <a:close/>
                    <a:moveTo>
                      <a:pt x="0" y="1"/>
                    </a:moveTo>
                    <a:lnTo>
                      <a:pt x="0" y="166"/>
                    </a:lnTo>
                    <a:cubicBezTo>
                      <a:pt x="0" y="416"/>
                      <a:pt x="166" y="675"/>
                      <a:pt x="497" y="870"/>
                    </a:cubicBezTo>
                    <a:cubicBezTo>
                      <a:pt x="837" y="1074"/>
                      <a:pt x="1290" y="1177"/>
                      <a:pt x="1745" y="1177"/>
                    </a:cubicBezTo>
                    <a:cubicBezTo>
                      <a:pt x="2184" y="1177"/>
                      <a:pt x="2623" y="1081"/>
                      <a:pt x="2962" y="891"/>
                    </a:cubicBezTo>
                    <a:cubicBezTo>
                      <a:pt x="3314" y="697"/>
                      <a:pt x="3487" y="439"/>
                      <a:pt x="3487" y="173"/>
                    </a:cubicBezTo>
                    <a:cubicBezTo>
                      <a:pt x="3487" y="139"/>
                      <a:pt x="3487" y="108"/>
                      <a:pt x="3488" y="76"/>
                    </a:cubicBezTo>
                    <a:lnTo>
                      <a:pt x="3488" y="76"/>
                    </a:lnTo>
                    <a:cubicBezTo>
                      <a:pt x="3455" y="317"/>
                      <a:pt x="3284" y="549"/>
                      <a:pt x="2962" y="727"/>
                    </a:cubicBezTo>
                    <a:cubicBezTo>
                      <a:pt x="2624" y="917"/>
                      <a:pt x="2186" y="1012"/>
                      <a:pt x="1748" y="1012"/>
                    </a:cubicBezTo>
                    <a:cubicBezTo>
                      <a:pt x="1292" y="1012"/>
                      <a:pt x="838" y="909"/>
                      <a:pt x="497" y="704"/>
                    </a:cubicBezTo>
                    <a:cubicBezTo>
                      <a:pt x="166" y="511"/>
                      <a:pt x="0" y="252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41">
                <a:extLst>
                  <a:ext uri="{FF2B5EF4-FFF2-40B4-BE49-F238E27FC236}">
                    <a16:creationId xmlns:a16="http://schemas.microsoft.com/office/drawing/2014/main" id="{4597C971-6E0E-F9F4-AE03-AA10C6D2B92C}"/>
                  </a:ext>
                </a:extLst>
              </p:cNvPr>
              <p:cNvSpPr/>
              <p:nvPr/>
            </p:nvSpPr>
            <p:spPr>
              <a:xfrm>
                <a:off x="2589477" y="3127148"/>
                <a:ext cx="371770" cy="194185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1825" extrusionOk="0">
                    <a:moveTo>
                      <a:pt x="2833" y="22"/>
                    </a:moveTo>
                    <a:lnTo>
                      <a:pt x="2833" y="22"/>
                    </a:lnTo>
                    <a:cubicBezTo>
                      <a:pt x="2835" y="23"/>
                      <a:pt x="2837" y="24"/>
                      <a:pt x="2840" y="26"/>
                    </a:cubicBezTo>
                    <a:lnTo>
                      <a:pt x="2840" y="26"/>
                    </a:lnTo>
                    <a:cubicBezTo>
                      <a:pt x="2837" y="24"/>
                      <a:pt x="2835" y="23"/>
                      <a:pt x="2833" y="22"/>
                    </a:cubicBezTo>
                    <a:close/>
                    <a:moveTo>
                      <a:pt x="690" y="1"/>
                    </a:moveTo>
                    <a:lnTo>
                      <a:pt x="533" y="87"/>
                    </a:lnTo>
                    <a:cubicBezTo>
                      <a:pt x="181" y="289"/>
                      <a:pt x="0" y="548"/>
                      <a:pt x="0" y="814"/>
                    </a:cubicBezTo>
                    <a:cubicBezTo>
                      <a:pt x="0" y="1065"/>
                      <a:pt x="166" y="1324"/>
                      <a:pt x="497" y="1517"/>
                    </a:cubicBezTo>
                    <a:cubicBezTo>
                      <a:pt x="838" y="1722"/>
                      <a:pt x="1292" y="1825"/>
                      <a:pt x="1748" y="1825"/>
                    </a:cubicBezTo>
                    <a:cubicBezTo>
                      <a:pt x="2186" y="1825"/>
                      <a:pt x="2624" y="1730"/>
                      <a:pt x="2962" y="1540"/>
                    </a:cubicBezTo>
                    <a:cubicBezTo>
                      <a:pt x="3314" y="1345"/>
                      <a:pt x="3487" y="1086"/>
                      <a:pt x="3494" y="820"/>
                    </a:cubicBezTo>
                    <a:cubicBezTo>
                      <a:pt x="3494" y="569"/>
                      <a:pt x="3330" y="310"/>
                      <a:pt x="2999" y="117"/>
                    </a:cubicBezTo>
                    <a:cubicBezTo>
                      <a:pt x="2985" y="108"/>
                      <a:pt x="2969" y="101"/>
                      <a:pt x="2962" y="94"/>
                    </a:cubicBezTo>
                    <a:cubicBezTo>
                      <a:pt x="2942" y="80"/>
                      <a:pt x="2919" y="73"/>
                      <a:pt x="2905" y="58"/>
                    </a:cubicBezTo>
                    <a:cubicBezTo>
                      <a:pt x="2899" y="58"/>
                      <a:pt x="2883" y="51"/>
                      <a:pt x="2876" y="44"/>
                    </a:cubicBezTo>
                    <a:cubicBezTo>
                      <a:pt x="2864" y="38"/>
                      <a:pt x="2852" y="33"/>
                      <a:pt x="2840" y="26"/>
                    </a:cubicBezTo>
                    <a:lnTo>
                      <a:pt x="2840" y="26"/>
                    </a:lnTo>
                    <a:cubicBezTo>
                      <a:pt x="3416" y="371"/>
                      <a:pt x="3398" y="922"/>
                      <a:pt x="2804" y="1259"/>
                    </a:cubicBezTo>
                    <a:cubicBezTo>
                      <a:pt x="2509" y="1423"/>
                      <a:pt x="2131" y="1505"/>
                      <a:pt x="1754" y="1505"/>
                    </a:cubicBezTo>
                    <a:cubicBezTo>
                      <a:pt x="1357" y="1505"/>
                      <a:pt x="961" y="1415"/>
                      <a:pt x="663" y="1238"/>
                    </a:cubicBezTo>
                    <a:cubicBezTo>
                      <a:pt x="80" y="884"/>
                      <a:pt x="95" y="332"/>
                      <a:pt x="6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41">
                <a:extLst>
                  <a:ext uri="{FF2B5EF4-FFF2-40B4-BE49-F238E27FC236}">
                    <a16:creationId xmlns:a16="http://schemas.microsoft.com/office/drawing/2014/main" id="{547E013A-FE86-720B-9EB4-222E2719E93D}"/>
                  </a:ext>
                </a:extLst>
              </p:cNvPr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1" y="1"/>
                    </a:moveTo>
                    <a:lnTo>
                      <a:pt x="25" y="15"/>
                    </a:lnTo>
                    <a:lnTo>
                      <a:pt x="25" y="15"/>
                    </a:lnTo>
                    <a:cubicBezTo>
                      <a:pt x="18" y="10"/>
                      <a:pt x="11" y="6"/>
                      <a:pt x="1" y="1"/>
                    </a:cubicBezTo>
                    <a:close/>
                    <a:moveTo>
                      <a:pt x="25" y="15"/>
                    </a:moveTo>
                    <a:cubicBezTo>
                      <a:pt x="29" y="17"/>
                      <a:pt x="32" y="19"/>
                      <a:pt x="37" y="22"/>
                    </a:cubicBezTo>
                    <a:lnTo>
                      <a:pt x="25" y="1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41">
                <a:extLst>
                  <a:ext uri="{FF2B5EF4-FFF2-40B4-BE49-F238E27FC236}">
                    <a16:creationId xmlns:a16="http://schemas.microsoft.com/office/drawing/2014/main" id="{23E8E9B5-C4A3-00CB-DAC6-0C3F206EAC1E}"/>
                  </a:ext>
                </a:extLst>
              </p:cNvPr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fill="none" extrusionOk="0">
                    <a:moveTo>
                      <a:pt x="37" y="22"/>
                    </a:moveTo>
                    <a:cubicBezTo>
                      <a:pt x="23" y="15"/>
                      <a:pt x="16" y="8"/>
                      <a:pt x="1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41">
                <a:extLst>
                  <a:ext uri="{FF2B5EF4-FFF2-40B4-BE49-F238E27FC236}">
                    <a16:creationId xmlns:a16="http://schemas.microsoft.com/office/drawing/2014/main" id="{44FCFFA9-394C-B380-0D53-BFAB675E5767}"/>
                  </a:ext>
                </a:extLst>
              </p:cNvPr>
              <p:cNvSpPr/>
              <p:nvPr/>
            </p:nvSpPr>
            <p:spPr>
              <a:xfrm>
                <a:off x="2746422" y="2373919"/>
                <a:ext cx="22983" cy="3756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53" extrusionOk="0">
                    <a:moveTo>
                      <a:pt x="0" y="0"/>
                    </a:moveTo>
                    <a:lnTo>
                      <a:pt x="216" y="352"/>
                    </a:lnTo>
                    <a:cubicBezTo>
                      <a:pt x="216" y="338"/>
                      <a:pt x="207" y="330"/>
                      <a:pt x="207" y="323"/>
                    </a:cubicBezTo>
                    <a:cubicBezTo>
                      <a:pt x="180" y="252"/>
                      <a:pt x="157" y="216"/>
                      <a:pt x="130" y="166"/>
                    </a:cubicBezTo>
                    <a:cubicBezTo>
                      <a:pt x="114" y="143"/>
                      <a:pt x="100" y="123"/>
                      <a:pt x="87" y="93"/>
                    </a:cubicBezTo>
                    <a:cubicBezTo>
                      <a:pt x="78" y="86"/>
                      <a:pt x="71" y="79"/>
                      <a:pt x="64" y="71"/>
                    </a:cubicBezTo>
                    <a:cubicBezTo>
                      <a:pt x="50" y="50"/>
                      <a:pt x="28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41">
                <a:extLst>
                  <a:ext uri="{FF2B5EF4-FFF2-40B4-BE49-F238E27FC236}">
                    <a16:creationId xmlns:a16="http://schemas.microsoft.com/office/drawing/2014/main" id="{FA435A04-E83F-689F-E1AC-9FFCE74819EF}"/>
                  </a:ext>
                </a:extLst>
              </p:cNvPr>
              <p:cNvSpPr/>
              <p:nvPr/>
            </p:nvSpPr>
            <p:spPr>
              <a:xfrm>
                <a:off x="2760148" y="2382325"/>
                <a:ext cx="207378" cy="300587"/>
              </a:xfrm>
              <a:custGeom>
                <a:avLst/>
                <a:gdLst/>
                <a:ahLst/>
                <a:cxnLst/>
                <a:rect l="l" t="t" r="r" b="b"/>
                <a:pathLst>
                  <a:path w="1949" h="2825" extrusionOk="0">
                    <a:moveTo>
                      <a:pt x="58" y="0"/>
                    </a:moveTo>
                    <a:lnTo>
                      <a:pt x="1" y="87"/>
                    </a:lnTo>
                    <a:cubicBezTo>
                      <a:pt x="28" y="137"/>
                      <a:pt x="51" y="173"/>
                      <a:pt x="78" y="244"/>
                    </a:cubicBezTo>
                    <a:cubicBezTo>
                      <a:pt x="78" y="251"/>
                      <a:pt x="87" y="259"/>
                      <a:pt x="87" y="273"/>
                    </a:cubicBezTo>
                    <a:lnTo>
                      <a:pt x="1495" y="2566"/>
                    </a:lnTo>
                    <a:lnTo>
                      <a:pt x="1948" y="2824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41">
                <a:extLst>
                  <a:ext uri="{FF2B5EF4-FFF2-40B4-BE49-F238E27FC236}">
                    <a16:creationId xmlns:a16="http://schemas.microsoft.com/office/drawing/2014/main" id="{C1364B44-EBDB-F3F6-ACDE-208DD511BB11}"/>
                  </a:ext>
                </a:extLst>
              </p:cNvPr>
              <p:cNvSpPr/>
              <p:nvPr/>
            </p:nvSpPr>
            <p:spPr>
              <a:xfrm>
                <a:off x="2766213" y="2361577"/>
                <a:ext cx="237278" cy="831429"/>
              </a:xfrm>
              <a:custGeom>
                <a:avLst/>
                <a:gdLst/>
                <a:ahLst/>
                <a:cxnLst/>
                <a:rect l="l" t="t" r="r" b="b"/>
                <a:pathLst>
                  <a:path w="2230" h="7814" extrusionOk="0">
                    <a:moveTo>
                      <a:pt x="130" y="1"/>
                    </a:moveTo>
                    <a:lnTo>
                      <a:pt x="130" y="7"/>
                    </a:lnTo>
                    <a:lnTo>
                      <a:pt x="1" y="195"/>
                    </a:lnTo>
                    <a:lnTo>
                      <a:pt x="1891" y="3019"/>
                    </a:lnTo>
                    <a:lnTo>
                      <a:pt x="425" y="6973"/>
                    </a:lnTo>
                    <a:lnTo>
                      <a:pt x="403" y="7023"/>
                    </a:lnTo>
                    <a:lnTo>
                      <a:pt x="108" y="7814"/>
                    </a:lnTo>
                    <a:lnTo>
                      <a:pt x="489" y="7591"/>
                    </a:lnTo>
                    <a:lnTo>
                      <a:pt x="684" y="7080"/>
                    </a:lnTo>
                    <a:lnTo>
                      <a:pt x="704" y="7023"/>
                    </a:lnTo>
                    <a:lnTo>
                      <a:pt x="2229" y="2890"/>
                    </a:lnTo>
                    <a:lnTo>
                      <a:pt x="2207" y="2688"/>
                    </a:lnTo>
                    <a:lnTo>
                      <a:pt x="13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41">
                <a:extLst>
                  <a:ext uri="{FF2B5EF4-FFF2-40B4-BE49-F238E27FC236}">
                    <a16:creationId xmlns:a16="http://schemas.microsoft.com/office/drawing/2014/main" id="{2DB8B36E-6589-AC98-E617-5720292B0BF2}"/>
                  </a:ext>
                </a:extLst>
              </p:cNvPr>
              <p:cNvSpPr/>
              <p:nvPr/>
            </p:nvSpPr>
            <p:spPr>
              <a:xfrm>
                <a:off x="2728759" y="2655250"/>
                <a:ext cx="238767" cy="537758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5054" extrusionOk="0">
                    <a:moveTo>
                      <a:pt x="1790" y="1"/>
                    </a:moveTo>
                    <a:lnTo>
                      <a:pt x="223" y="4198"/>
                    </a:lnTo>
                    <a:lnTo>
                      <a:pt x="201" y="4250"/>
                    </a:lnTo>
                    <a:lnTo>
                      <a:pt x="1" y="4788"/>
                    </a:lnTo>
                    <a:lnTo>
                      <a:pt x="460" y="5054"/>
                    </a:lnTo>
                    <a:lnTo>
                      <a:pt x="755" y="4263"/>
                    </a:lnTo>
                    <a:lnTo>
                      <a:pt x="777" y="4213"/>
                    </a:lnTo>
                    <a:lnTo>
                      <a:pt x="2243" y="259"/>
                    </a:lnTo>
                    <a:lnTo>
                      <a:pt x="179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41">
                <a:extLst>
                  <a:ext uri="{FF2B5EF4-FFF2-40B4-BE49-F238E27FC236}">
                    <a16:creationId xmlns:a16="http://schemas.microsoft.com/office/drawing/2014/main" id="{FBBBB162-7661-5F91-0D9E-956E728B1A22}"/>
                  </a:ext>
                </a:extLst>
              </p:cNvPr>
              <p:cNvSpPr/>
              <p:nvPr/>
            </p:nvSpPr>
            <p:spPr>
              <a:xfrm>
                <a:off x="2665237" y="2273688"/>
                <a:ext cx="124065" cy="117894"/>
              </a:xfrm>
              <a:custGeom>
                <a:avLst/>
                <a:gdLst/>
                <a:ahLst/>
                <a:cxnLst/>
                <a:rect l="l" t="t" r="r" b="b"/>
                <a:pathLst>
                  <a:path w="1166" h="1108" extrusionOk="0">
                    <a:moveTo>
                      <a:pt x="623" y="0"/>
                    </a:moveTo>
                    <a:cubicBezTo>
                      <a:pt x="524" y="0"/>
                      <a:pt x="454" y="27"/>
                      <a:pt x="418" y="43"/>
                    </a:cubicBezTo>
                    <a:cubicBezTo>
                      <a:pt x="418" y="43"/>
                      <a:pt x="382" y="57"/>
                      <a:pt x="339" y="86"/>
                    </a:cubicBezTo>
                    <a:cubicBezTo>
                      <a:pt x="310" y="100"/>
                      <a:pt x="310" y="100"/>
                      <a:pt x="266" y="137"/>
                    </a:cubicBezTo>
                    <a:cubicBezTo>
                      <a:pt x="260" y="150"/>
                      <a:pt x="246" y="159"/>
                      <a:pt x="237" y="173"/>
                    </a:cubicBezTo>
                    <a:cubicBezTo>
                      <a:pt x="223" y="193"/>
                      <a:pt x="203" y="216"/>
                      <a:pt x="180" y="237"/>
                    </a:cubicBezTo>
                    <a:lnTo>
                      <a:pt x="1" y="518"/>
                    </a:lnTo>
                    <a:cubicBezTo>
                      <a:pt x="30" y="518"/>
                      <a:pt x="58" y="525"/>
                      <a:pt x="87" y="532"/>
                    </a:cubicBezTo>
                    <a:cubicBezTo>
                      <a:pt x="123" y="538"/>
                      <a:pt x="166" y="554"/>
                      <a:pt x="223" y="575"/>
                    </a:cubicBezTo>
                    <a:cubicBezTo>
                      <a:pt x="260" y="590"/>
                      <a:pt x="303" y="611"/>
                      <a:pt x="346" y="640"/>
                    </a:cubicBezTo>
                    <a:cubicBezTo>
                      <a:pt x="367" y="647"/>
                      <a:pt x="382" y="654"/>
                      <a:pt x="396" y="661"/>
                    </a:cubicBezTo>
                    <a:cubicBezTo>
                      <a:pt x="496" y="720"/>
                      <a:pt x="598" y="790"/>
                      <a:pt x="684" y="863"/>
                    </a:cubicBezTo>
                    <a:cubicBezTo>
                      <a:pt x="691" y="870"/>
                      <a:pt x="705" y="883"/>
                      <a:pt x="720" y="892"/>
                    </a:cubicBezTo>
                    <a:cubicBezTo>
                      <a:pt x="734" y="913"/>
                      <a:pt x="748" y="927"/>
                      <a:pt x="763" y="942"/>
                    </a:cubicBezTo>
                    <a:cubicBezTo>
                      <a:pt x="791" y="963"/>
                      <a:pt x="813" y="992"/>
                      <a:pt x="827" y="1013"/>
                    </a:cubicBezTo>
                    <a:cubicBezTo>
                      <a:pt x="834" y="1021"/>
                      <a:pt x="841" y="1028"/>
                      <a:pt x="850" y="1035"/>
                    </a:cubicBezTo>
                    <a:cubicBezTo>
                      <a:pt x="863" y="1065"/>
                      <a:pt x="877" y="1085"/>
                      <a:pt x="893" y="1108"/>
                    </a:cubicBezTo>
                    <a:lnTo>
                      <a:pt x="950" y="1021"/>
                    </a:lnTo>
                    <a:lnTo>
                      <a:pt x="1079" y="833"/>
                    </a:lnTo>
                    <a:lnTo>
                      <a:pt x="1079" y="827"/>
                    </a:lnTo>
                    <a:cubicBezTo>
                      <a:pt x="1086" y="813"/>
                      <a:pt x="1093" y="797"/>
                      <a:pt x="1100" y="783"/>
                    </a:cubicBezTo>
                    <a:cubicBezTo>
                      <a:pt x="1108" y="777"/>
                      <a:pt x="1108" y="770"/>
                      <a:pt x="1115" y="763"/>
                    </a:cubicBezTo>
                    <a:cubicBezTo>
                      <a:pt x="1129" y="726"/>
                      <a:pt x="1143" y="690"/>
                      <a:pt x="1151" y="654"/>
                    </a:cubicBezTo>
                    <a:cubicBezTo>
                      <a:pt x="1151" y="640"/>
                      <a:pt x="1158" y="633"/>
                      <a:pt x="1158" y="618"/>
                    </a:cubicBezTo>
                    <a:cubicBezTo>
                      <a:pt x="1165" y="568"/>
                      <a:pt x="1165" y="504"/>
                      <a:pt x="1158" y="452"/>
                    </a:cubicBezTo>
                    <a:cubicBezTo>
                      <a:pt x="1122" y="237"/>
                      <a:pt x="956" y="57"/>
                      <a:pt x="748" y="14"/>
                    </a:cubicBezTo>
                    <a:cubicBezTo>
                      <a:pt x="702" y="4"/>
                      <a:pt x="660" y="0"/>
                      <a:pt x="6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41">
                <a:extLst>
                  <a:ext uri="{FF2B5EF4-FFF2-40B4-BE49-F238E27FC236}">
                    <a16:creationId xmlns:a16="http://schemas.microsoft.com/office/drawing/2014/main" id="{6C1B217D-609A-EB91-650F-241BF15755FA}"/>
                  </a:ext>
                </a:extLst>
              </p:cNvPr>
              <p:cNvSpPr/>
              <p:nvPr/>
            </p:nvSpPr>
            <p:spPr>
              <a:xfrm>
                <a:off x="2746422" y="2373919"/>
                <a:ext cx="22983" cy="3756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53" extrusionOk="0">
                    <a:moveTo>
                      <a:pt x="0" y="0"/>
                    </a:moveTo>
                    <a:lnTo>
                      <a:pt x="216" y="352"/>
                    </a:lnTo>
                    <a:cubicBezTo>
                      <a:pt x="216" y="338"/>
                      <a:pt x="207" y="330"/>
                      <a:pt x="207" y="323"/>
                    </a:cubicBezTo>
                    <a:cubicBezTo>
                      <a:pt x="180" y="252"/>
                      <a:pt x="157" y="216"/>
                      <a:pt x="130" y="166"/>
                    </a:cubicBezTo>
                    <a:cubicBezTo>
                      <a:pt x="114" y="143"/>
                      <a:pt x="100" y="123"/>
                      <a:pt x="87" y="93"/>
                    </a:cubicBezTo>
                    <a:cubicBezTo>
                      <a:pt x="78" y="86"/>
                      <a:pt x="71" y="79"/>
                      <a:pt x="64" y="71"/>
                    </a:cubicBezTo>
                    <a:cubicBezTo>
                      <a:pt x="50" y="50"/>
                      <a:pt x="28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41">
                <a:extLst>
                  <a:ext uri="{FF2B5EF4-FFF2-40B4-BE49-F238E27FC236}">
                    <a16:creationId xmlns:a16="http://schemas.microsoft.com/office/drawing/2014/main" id="{5056EBC1-EFDF-83C2-8FB6-595848A1D541}"/>
                  </a:ext>
                </a:extLst>
              </p:cNvPr>
              <p:cNvSpPr/>
              <p:nvPr/>
            </p:nvSpPr>
            <p:spPr>
              <a:xfrm>
                <a:off x="2432745" y="2458510"/>
                <a:ext cx="294522" cy="202378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1902" extrusionOk="0">
                    <a:moveTo>
                      <a:pt x="504" y="232"/>
                    </a:moveTo>
                    <a:cubicBezTo>
                      <a:pt x="601" y="232"/>
                      <a:pt x="742" y="267"/>
                      <a:pt x="921" y="340"/>
                    </a:cubicBezTo>
                    <a:cubicBezTo>
                      <a:pt x="1121" y="427"/>
                      <a:pt x="1344" y="556"/>
                      <a:pt x="1560" y="692"/>
                    </a:cubicBezTo>
                    <a:cubicBezTo>
                      <a:pt x="1870" y="901"/>
                      <a:pt x="2150" y="1139"/>
                      <a:pt x="2301" y="1339"/>
                    </a:cubicBezTo>
                    <a:cubicBezTo>
                      <a:pt x="2468" y="1556"/>
                      <a:pt x="2447" y="1675"/>
                      <a:pt x="2275" y="1675"/>
                    </a:cubicBezTo>
                    <a:cubicBezTo>
                      <a:pt x="2179" y="1675"/>
                      <a:pt x="2037" y="1639"/>
                      <a:pt x="1855" y="1562"/>
                    </a:cubicBezTo>
                    <a:cubicBezTo>
                      <a:pt x="1646" y="1475"/>
                      <a:pt x="1423" y="1355"/>
                      <a:pt x="1215" y="1210"/>
                    </a:cubicBezTo>
                    <a:cubicBezTo>
                      <a:pt x="906" y="1010"/>
                      <a:pt x="619" y="765"/>
                      <a:pt x="468" y="570"/>
                    </a:cubicBezTo>
                    <a:cubicBezTo>
                      <a:pt x="300" y="351"/>
                      <a:pt x="326" y="232"/>
                      <a:pt x="504" y="232"/>
                    </a:cubicBezTo>
                    <a:close/>
                    <a:moveTo>
                      <a:pt x="222" y="1"/>
                    </a:moveTo>
                    <a:cubicBezTo>
                      <a:pt x="135" y="1"/>
                      <a:pt x="77" y="23"/>
                      <a:pt x="50" y="68"/>
                    </a:cubicBezTo>
                    <a:cubicBezTo>
                      <a:pt x="0" y="138"/>
                      <a:pt x="43" y="268"/>
                      <a:pt x="179" y="449"/>
                    </a:cubicBezTo>
                    <a:cubicBezTo>
                      <a:pt x="381" y="708"/>
                      <a:pt x="756" y="1023"/>
                      <a:pt x="1158" y="1296"/>
                    </a:cubicBezTo>
                    <a:cubicBezTo>
                      <a:pt x="1439" y="1475"/>
                      <a:pt x="1732" y="1641"/>
                      <a:pt x="2006" y="1757"/>
                    </a:cubicBezTo>
                    <a:cubicBezTo>
                      <a:pt x="2240" y="1855"/>
                      <a:pt x="2424" y="1902"/>
                      <a:pt x="2550" y="1902"/>
                    </a:cubicBezTo>
                    <a:cubicBezTo>
                      <a:pt x="2636" y="1902"/>
                      <a:pt x="2695" y="1880"/>
                      <a:pt x="2724" y="1836"/>
                    </a:cubicBezTo>
                    <a:cubicBezTo>
                      <a:pt x="2767" y="1770"/>
                      <a:pt x="2733" y="1641"/>
                      <a:pt x="2595" y="1462"/>
                    </a:cubicBezTo>
                    <a:cubicBezTo>
                      <a:pt x="2395" y="1196"/>
                      <a:pt x="2020" y="880"/>
                      <a:pt x="1611" y="613"/>
                    </a:cubicBezTo>
                    <a:cubicBezTo>
                      <a:pt x="1337" y="427"/>
                      <a:pt x="1042" y="261"/>
                      <a:pt x="769" y="147"/>
                    </a:cubicBezTo>
                    <a:cubicBezTo>
                      <a:pt x="535" y="49"/>
                      <a:pt x="349" y="1"/>
                      <a:pt x="2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41">
                <a:extLst>
                  <a:ext uri="{FF2B5EF4-FFF2-40B4-BE49-F238E27FC236}">
                    <a16:creationId xmlns:a16="http://schemas.microsoft.com/office/drawing/2014/main" id="{D0A78B67-0313-94FF-5BAB-72855455A72B}"/>
                  </a:ext>
                </a:extLst>
              </p:cNvPr>
              <p:cNvSpPr/>
              <p:nvPr/>
            </p:nvSpPr>
            <p:spPr>
              <a:xfrm>
                <a:off x="2464560" y="2483089"/>
                <a:ext cx="230787" cy="153752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445" extrusionOk="0">
                    <a:moveTo>
                      <a:pt x="205" y="1"/>
                    </a:moveTo>
                    <a:cubicBezTo>
                      <a:pt x="27" y="1"/>
                      <a:pt x="1" y="120"/>
                      <a:pt x="169" y="339"/>
                    </a:cubicBezTo>
                    <a:cubicBezTo>
                      <a:pt x="320" y="534"/>
                      <a:pt x="607" y="779"/>
                      <a:pt x="916" y="979"/>
                    </a:cubicBezTo>
                    <a:cubicBezTo>
                      <a:pt x="1124" y="1124"/>
                      <a:pt x="1347" y="1244"/>
                      <a:pt x="1556" y="1331"/>
                    </a:cubicBezTo>
                    <a:cubicBezTo>
                      <a:pt x="1738" y="1408"/>
                      <a:pt x="1880" y="1444"/>
                      <a:pt x="1976" y="1444"/>
                    </a:cubicBezTo>
                    <a:cubicBezTo>
                      <a:pt x="2148" y="1444"/>
                      <a:pt x="2169" y="1325"/>
                      <a:pt x="2002" y="1108"/>
                    </a:cubicBezTo>
                    <a:cubicBezTo>
                      <a:pt x="1851" y="908"/>
                      <a:pt x="1571" y="670"/>
                      <a:pt x="1261" y="461"/>
                    </a:cubicBezTo>
                    <a:cubicBezTo>
                      <a:pt x="1045" y="325"/>
                      <a:pt x="822" y="196"/>
                      <a:pt x="622" y="109"/>
                    </a:cubicBezTo>
                    <a:cubicBezTo>
                      <a:pt x="443" y="36"/>
                      <a:pt x="302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41">
                <a:extLst>
                  <a:ext uri="{FF2B5EF4-FFF2-40B4-BE49-F238E27FC236}">
                    <a16:creationId xmlns:a16="http://schemas.microsoft.com/office/drawing/2014/main" id="{849A2EDB-1E89-3570-CF49-4A2CE20F4DE0}"/>
                  </a:ext>
                </a:extLst>
              </p:cNvPr>
              <p:cNvSpPr/>
              <p:nvPr/>
            </p:nvSpPr>
            <p:spPr>
              <a:xfrm>
                <a:off x="2438065" y="2327528"/>
                <a:ext cx="345170" cy="326336"/>
              </a:xfrm>
              <a:custGeom>
                <a:avLst/>
                <a:gdLst/>
                <a:ahLst/>
                <a:cxnLst/>
                <a:rect l="l" t="t" r="r" b="b"/>
                <a:pathLst>
                  <a:path w="3244" h="3067" extrusionOk="0">
                    <a:moveTo>
                      <a:pt x="3" y="1293"/>
                    </a:moveTo>
                    <a:cubicBezTo>
                      <a:pt x="2" y="1295"/>
                      <a:pt x="1" y="1297"/>
                      <a:pt x="0" y="1299"/>
                    </a:cubicBezTo>
                    <a:cubicBezTo>
                      <a:pt x="1" y="1297"/>
                      <a:pt x="2" y="1295"/>
                      <a:pt x="3" y="1293"/>
                    </a:cubicBezTo>
                    <a:close/>
                    <a:moveTo>
                      <a:pt x="1962" y="1"/>
                    </a:moveTo>
                    <a:cubicBezTo>
                      <a:pt x="1859" y="1"/>
                      <a:pt x="1767" y="12"/>
                      <a:pt x="1698" y="26"/>
                    </a:cubicBezTo>
                    <a:cubicBezTo>
                      <a:pt x="1423" y="69"/>
                      <a:pt x="1208" y="177"/>
                      <a:pt x="1130" y="214"/>
                    </a:cubicBezTo>
                    <a:cubicBezTo>
                      <a:pt x="914" y="314"/>
                      <a:pt x="706" y="472"/>
                      <a:pt x="626" y="536"/>
                    </a:cubicBezTo>
                    <a:cubicBezTo>
                      <a:pt x="554" y="593"/>
                      <a:pt x="474" y="666"/>
                      <a:pt x="388" y="759"/>
                    </a:cubicBezTo>
                    <a:cubicBezTo>
                      <a:pt x="368" y="781"/>
                      <a:pt x="338" y="817"/>
                      <a:pt x="318" y="838"/>
                    </a:cubicBezTo>
                    <a:cubicBezTo>
                      <a:pt x="281" y="881"/>
                      <a:pt x="238" y="947"/>
                      <a:pt x="202" y="990"/>
                    </a:cubicBezTo>
                    <a:cubicBezTo>
                      <a:pt x="139" y="1088"/>
                      <a:pt x="68" y="1193"/>
                      <a:pt x="3" y="1293"/>
                    </a:cubicBezTo>
                    <a:lnTo>
                      <a:pt x="3" y="1293"/>
                    </a:lnTo>
                    <a:cubicBezTo>
                      <a:pt x="31" y="1253"/>
                      <a:pt x="89" y="1232"/>
                      <a:pt x="172" y="1232"/>
                    </a:cubicBezTo>
                    <a:cubicBezTo>
                      <a:pt x="299" y="1232"/>
                      <a:pt x="485" y="1280"/>
                      <a:pt x="719" y="1378"/>
                    </a:cubicBezTo>
                    <a:cubicBezTo>
                      <a:pt x="992" y="1492"/>
                      <a:pt x="1287" y="1658"/>
                      <a:pt x="1561" y="1844"/>
                    </a:cubicBezTo>
                    <a:cubicBezTo>
                      <a:pt x="1970" y="2111"/>
                      <a:pt x="2345" y="2427"/>
                      <a:pt x="2545" y="2693"/>
                    </a:cubicBezTo>
                    <a:cubicBezTo>
                      <a:pt x="2682" y="2871"/>
                      <a:pt x="2717" y="2999"/>
                      <a:pt x="2675" y="3065"/>
                    </a:cubicBezTo>
                    <a:lnTo>
                      <a:pt x="2675" y="3065"/>
                    </a:lnTo>
                    <a:cubicBezTo>
                      <a:pt x="2740" y="2964"/>
                      <a:pt x="2812" y="2865"/>
                      <a:pt x="2876" y="2765"/>
                    </a:cubicBezTo>
                    <a:cubicBezTo>
                      <a:pt x="3028" y="2542"/>
                      <a:pt x="3098" y="2304"/>
                      <a:pt x="3128" y="2189"/>
                    </a:cubicBezTo>
                    <a:cubicBezTo>
                      <a:pt x="3135" y="2182"/>
                      <a:pt x="3214" y="1902"/>
                      <a:pt x="3235" y="1601"/>
                    </a:cubicBezTo>
                    <a:cubicBezTo>
                      <a:pt x="3243" y="1406"/>
                      <a:pt x="3235" y="1226"/>
                      <a:pt x="3178" y="997"/>
                    </a:cubicBezTo>
                    <a:cubicBezTo>
                      <a:pt x="3178" y="997"/>
                      <a:pt x="3157" y="888"/>
                      <a:pt x="3114" y="788"/>
                    </a:cubicBezTo>
                    <a:lnTo>
                      <a:pt x="2898" y="436"/>
                    </a:lnTo>
                    <a:cubicBezTo>
                      <a:pt x="2883" y="421"/>
                      <a:pt x="2869" y="407"/>
                      <a:pt x="2855" y="386"/>
                    </a:cubicBezTo>
                    <a:cubicBezTo>
                      <a:pt x="2840" y="377"/>
                      <a:pt x="2826" y="364"/>
                      <a:pt x="2819" y="357"/>
                    </a:cubicBezTo>
                    <a:cubicBezTo>
                      <a:pt x="2733" y="284"/>
                      <a:pt x="2631" y="214"/>
                      <a:pt x="2531" y="155"/>
                    </a:cubicBezTo>
                    <a:cubicBezTo>
                      <a:pt x="2517" y="148"/>
                      <a:pt x="2502" y="141"/>
                      <a:pt x="2481" y="134"/>
                    </a:cubicBezTo>
                    <a:cubicBezTo>
                      <a:pt x="2438" y="105"/>
                      <a:pt x="2395" y="84"/>
                      <a:pt x="2358" y="69"/>
                    </a:cubicBezTo>
                    <a:cubicBezTo>
                      <a:pt x="2301" y="48"/>
                      <a:pt x="2258" y="32"/>
                      <a:pt x="2222" y="26"/>
                    </a:cubicBezTo>
                    <a:cubicBezTo>
                      <a:pt x="2193" y="19"/>
                      <a:pt x="2165" y="12"/>
                      <a:pt x="2136" y="12"/>
                    </a:cubicBezTo>
                    <a:cubicBezTo>
                      <a:pt x="2076" y="4"/>
                      <a:pt x="2018" y="1"/>
                      <a:pt x="1962" y="1"/>
                    </a:cubicBezTo>
                    <a:close/>
                    <a:moveTo>
                      <a:pt x="2675" y="3065"/>
                    </a:moveTo>
                    <a:cubicBezTo>
                      <a:pt x="2675" y="3066"/>
                      <a:pt x="2674" y="3066"/>
                      <a:pt x="2674" y="3067"/>
                    </a:cubicBezTo>
                    <a:cubicBezTo>
                      <a:pt x="2674" y="3066"/>
                      <a:pt x="2675" y="3066"/>
                      <a:pt x="2675" y="3065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41">
                <a:extLst>
                  <a:ext uri="{FF2B5EF4-FFF2-40B4-BE49-F238E27FC236}">
                    <a16:creationId xmlns:a16="http://schemas.microsoft.com/office/drawing/2014/main" id="{0964EDDA-5FF1-61C8-B5F7-5B6974D8DB77}"/>
                  </a:ext>
                </a:extLst>
              </p:cNvPr>
              <p:cNvSpPr/>
              <p:nvPr/>
            </p:nvSpPr>
            <p:spPr>
              <a:xfrm>
                <a:off x="2910709" y="3395604"/>
                <a:ext cx="332082" cy="307929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894" extrusionOk="0">
                    <a:moveTo>
                      <a:pt x="3121" y="0"/>
                    </a:moveTo>
                    <a:cubicBezTo>
                      <a:pt x="3071" y="195"/>
                      <a:pt x="2912" y="381"/>
                      <a:pt x="2653" y="526"/>
                    </a:cubicBezTo>
                    <a:cubicBezTo>
                      <a:pt x="2381" y="676"/>
                      <a:pt x="2036" y="763"/>
                      <a:pt x="1682" y="776"/>
                    </a:cubicBezTo>
                    <a:cubicBezTo>
                      <a:pt x="1638" y="779"/>
                      <a:pt x="1594" y="780"/>
                      <a:pt x="1550" y="780"/>
                    </a:cubicBezTo>
                    <a:cubicBezTo>
                      <a:pt x="1141" y="780"/>
                      <a:pt x="730" y="686"/>
                      <a:pt x="425" y="504"/>
                    </a:cubicBezTo>
                    <a:cubicBezTo>
                      <a:pt x="188" y="361"/>
                      <a:pt x="43" y="181"/>
                      <a:pt x="0" y="0"/>
                    </a:cubicBezTo>
                    <a:lnTo>
                      <a:pt x="0" y="0"/>
                    </a:lnTo>
                    <a:cubicBezTo>
                      <a:pt x="188" y="792"/>
                      <a:pt x="368" y="1589"/>
                      <a:pt x="554" y="2381"/>
                    </a:cubicBezTo>
                    <a:cubicBezTo>
                      <a:pt x="583" y="2501"/>
                      <a:pt x="677" y="2617"/>
                      <a:pt x="828" y="2710"/>
                    </a:cubicBezTo>
                    <a:cubicBezTo>
                      <a:pt x="1031" y="2832"/>
                      <a:pt x="1299" y="2893"/>
                      <a:pt x="1566" y="2893"/>
                    </a:cubicBezTo>
                    <a:cubicBezTo>
                      <a:pt x="1822" y="2893"/>
                      <a:pt x="2076" y="2838"/>
                      <a:pt x="2272" y="2726"/>
                    </a:cubicBezTo>
                    <a:cubicBezTo>
                      <a:pt x="2286" y="2717"/>
                      <a:pt x="2295" y="2710"/>
                      <a:pt x="2308" y="2703"/>
                    </a:cubicBezTo>
                    <a:cubicBezTo>
                      <a:pt x="2338" y="2690"/>
                      <a:pt x="2365" y="2667"/>
                      <a:pt x="2388" y="2653"/>
                    </a:cubicBezTo>
                    <a:cubicBezTo>
                      <a:pt x="2395" y="2646"/>
                      <a:pt x="2402" y="2640"/>
                      <a:pt x="2409" y="2640"/>
                    </a:cubicBezTo>
                    <a:cubicBezTo>
                      <a:pt x="2409" y="2631"/>
                      <a:pt x="2415" y="2631"/>
                      <a:pt x="2415" y="2624"/>
                    </a:cubicBezTo>
                    <a:cubicBezTo>
                      <a:pt x="2424" y="2617"/>
                      <a:pt x="2431" y="2610"/>
                      <a:pt x="2438" y="2603"/>
                    </a:cubicBezTo>
                    <a:cubicBezTo>
                      <a:pt x="2474" y="2574"/>
                      <a:pt x="2495" y="2545"/>
                      <a:pt x="2517" y="2517"/>
                    </a:cubicBezTo>
                    <a:cubicBezTo>
                      <a:pt x="2524" y="2510"/>
                      <a:pt x="2524" y="2501"/>
                      <a:pt x="2531" y="2495"/>
                    </a:cubicBezTo>
                    <a:cubicBezTo>
                      <a:pt x="2538" y="2488"/>
                      <a:pt x="2538" y="2481"/>
                      <a:pt x="2545" y="2467"/>
                    </a:cubicBezTo>
                    <a:cubicBezTo>
                      <a:pt x="2545" y="2467"/>
                      <a:pt x="2553" y="2458"/>
                      <a:pt x="2553" y="2451"/>
                    </a:cubicBezTo>
                    <a:cubicBezTo>
                      <a:pt x="2560" y="2438"/>
                      <a:pt x="2567" y="2424"/>
                      <a:pt x="2567" y="2408"/>
                    </a:cubicBezTo>
                    <a:cubicBezTo>
                      <a:pt x="2574" y="2408"/>
                      <a:pt x="2574" y="2401"/>
                      <a:pt x="2574" y="2395"/>
                    </a:cubicBezTo>
                    <a:cubicBezTo>
                      <a:pt x="2574" y="2388"/>
                      <a:pt x="2581" y="2388"/>
                      <a:pt x="2581" y="2381"/>
                    </a:cubicBezTo>
                    <a:cubicBezTo>
                      <a:pt x="2567" y="2381"/>
                      <a:pt x="2553" y="2372"/>
                      <a:pt x="2545" y="2372"/>
                    </a:cubicBezTo>
                    <a:cubicBezTo>
                      <a:pt x="2531" y="2365"/>
                      <a:pt x="2517" y="2365"/>
                      <a:pt x="2502" y="2358"/>
                    </a:cubicBezTo>
                    <a:cubicBezTo>
                      <a:pt x="2467" y="2345"/>
                      <a:pt x="2431" y="2322"/>
                      <a:pt x="2402" y="2308"/>
                    </a:cubicBezTo>
                    <a:lnTo>
                      <a:pt x="2402" y="2172"/>
                    </a:lnTo>
                    <a:lnTo>
                      <a:pt x="2409" y="2027"/>
                    </a:lnTo>
                    <a:lnTo>
                      <a:pt x="2690" y="1863"/>
                    </a:lnTo>
                    <a:cubicBezTo>
                      <a:pt x="2690" y="1870"/>
                      <a:pt x="2690" y="1870"/>
                      <a:pt x="2697" y="1870"/>
                    </a:cubicBezTo>
                    <a:cubicBezTo>
                      <a:pt x="2754" y="1604"/>
                      <a:pt x="2819" y="1337"/>
                      <a:pt x="2876" y="1071"/>
                    </a:cubicBezTo>
                    <a:cubicBezTo>
                      <a:pt x="2847" y="1044"/>
                      <a:pt x="2819" y="1021"/>
                      <a:pt x="2797" y="1008"/>
                    </a:cubicBezTo>
                    <a:lnTo>
                      <a:pt x="2610" y="906"/>
                    </a:lnTo>
                    <a:lnTo>
                      <a:pt x="2610" y="763"/>
                    </a:lnTo>
                    <a:lnTo>
                      <a:pt x="2617" y="619"/>
                    </a:lnTo>
                    <a:lnTo>
                      <a:pt x="2898" y="454"/>
                    </a:lnTo>
                    <a:lnTo>
                      <a:pt x="2999" y="518"/>
                    </a:lnTo>
                    <a:lnTo>
                      <a:pt x="3005" y="518"/>
                    </a:lnTo>
                    <a:cubicBezTo>
                      <a:pt x="3042" y="345"/>
                      <a:pt x="3078" y="173"/>
                      <a:pt x="3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41">
                <a:extLst>
                  <a:ext uri="{FF2B5EF4-FFF2-40B4-BE49-F238E27FC236}">
                    <a16:creationId xmlns:a16="http://schemas.microsoft.com/office/drawing/2014/main" id="{7B4E21AA-8204-6AC5-FE37-A6C6DCCE5A38}"/>
                  </a:ext>
                </a:extLst>
              </p:cNvPr>
              <p:cNvSpPr/>
              <p:nvPr/>
            </p:nvSpPr>
            <p:spPr>
              <a:xfrm>
                <a:off x="2910709" y="3395604"/>
                <a:ext cx="273986" cy="314526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2956" fill="none" extrusionOk="0">
                    <a:moveTo>
                      <a:pt x="0" y="0"/>
                    </a:moveTo>
                    <a:cubicBezTo>
                      <a:pt x="188" y="792"/>
                      <a:pt x="368" y="1589"/>
                      <a:pt x="554" y="2381"/>
                    </a:cubicBezTo>
                    <a:cubicBezTo>
                      <a:pt x="583" y="2501"/>
                      <a:pt x="677" y="2617"/>
                      <a:pt x="828" y="2710"/>
                    </a:cubicBezTo>
                    <a:cubicBezTo>
                      <a:pt x="1223" y="2948"/>
                      <a:pt x="1870" y="2955"/>
                      <a:pt x="2272" y="2726"/>
                    </a:cubicBezTo>
                    <a:cubicBezTo>
                      <a:pt x="2286" y="2717"/>
                      <a:pt x="2295" y="2710"/>
                      <a:pt x="2308" y="2703"/>
                    </a:cubicBezTo>
                    <a:cubicBezTo>
                      <a:pt x="2338" y="2690"/>
                      <a:pt x="2365" y="2667"/>
                      <a:pt x="2388" y="2653"/>
                    </a:cubicBezTo>
                    <a:cubicBezTo>
                      <a:pt x="2395" y="2646"/>
                      <a:pt x="2402" y="2640"/>
                      <a:pt x="2409" y="2640"/>
                    </a:cubicBezTo>
                    <a:cubicBezTo>
                      <a:pt x="2409" y="2631"/>
                      <a:pt x="2415" y="2631"/>
                      <a:pt x="2415" y="2624"/>
                    </a:cubicBezTo>
                    <a:cubicBezTo>
                      <a:pt x="2424" y="2617"/>
                      <a:pt x="2431" y="2610"/>
                      <a:pt x="2438" y="2603"/>
                    </a:cubicBezTo>
                    <a:cubicBezTo>
                      <a:pt x="2474" y="2574"/>
                      <a:pt x="2495" y="2545"/>
                      <a:pt x="2517" y="2517"/>
                    </a:cubicBezTo>
                    <a:cubicBezTo>
                      <a:pt x="2524" y="2510"/>
                      <a:pt x="2524" y="2501"/>
                      <a:pt x="2531" y="2495"/>
                    </a:cubicBezTo>
                    <a:cubicBezTo>
                      <a:pt x="2538" y="2488"/>
                      <a:pt x="2538" y="2481"/>
                      <a:pt x="2545" y="2467"/>
                    </a:cubicBezTo>
                    <a:cubicBezTo>
                      <a:pt x="2545" y="2467"/>
                      <a:pt x="2553" y="2458"/>
                      <a:pt x="2553" y="2451"/>
                    </a:cubicBezTo>
                    <a:cubicBezTo>
                      <a:pt x="2560" y="2438"/>
                      <a:pt x="2567" y="2424"/>
                      <a:pt x="2567" y="2408"/>
                    </a:cubicBezTo>
                    <a:cubicBezTo>
                      <a:pt x="2574" y="2401"/>
                      <a:pt x="2574" y="2401"/>
                      <a:pt x="2574" y="2395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41">
                <a:extLst>
                  <a:ext uri="{FF2B5EF4-FFF2-40B4-BE49-F238E27FC236}">
                    <a16:creationId xmlns:a16="http://schemas.microsoft.com/office/drawing/2014/main" id="{FDCC6417-6687-0AA0-BF98-4DF028F22949}"/>
                  </a:ext>
                </a:extLst>
              </p:cNvPr>
              <p:cNvSpPr/>
              <p:nvPr/>
            </p:nvSpPr>
            <p:spPr>
              <a:xfrm>
                <a:off x="3197572" y="3509562"/>
                <a:ext cx="19259" cy="8512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800" extrusionOk="0">
                    <a:moveTo>
                      <a:pt x="180" y="0"/>
                    </a:moveTo>
                    <a:lnTo>
                      <a:pt x="90" y="400"/>
                    </a:lnTo>
                    <a:lnTo>
                      <a:pt x="90" y="400"/>
                    </a:lnTo>
                    <a:cubicBezTo>
                      <a:pt x="121" y="266"/>
                      <a:pt x="152" y="133"/>
                      <a:pt x="180" y="0"/>
                    </a:cubicBezTo>
                    <a:close/>
                    <a:moveTo>
                      <a:pt x="90" y="400"/>
                    </a:moveTo>
                    <a:cubicBezTo>
                      <a:pt x="60" y="533"/>
                      <a:pt x="29" y="666"/>
                      <a:pt x="1" y="799"/>
                    </a:cubicBezTo>
                    <a:lnTo>
                      <a:pt x="90" y="40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41">
                <a:extLst>
                  <a:ext uri="{FF2B5EF4-FFF2-40B4-BE49-F238E27FC236}">
                    <a16:creationId xmlns:a16="http://schemas.microsoft.com/office/drawing/2014/main" id="{C2A42D74-66DD-4EE9-C70D-04221588C38D}"/>
                  </a:ext>
                </a:extLst>
              </p:cNvPr>
              <p:cNvSpPr/>
              <p:nvPr/>
            </p:nvSpPr>
            <p:spPr>
              <a:xfrm>
                <a:off x="3197572" y="3509562"/>
                <a:ext cx="19259" cy="8512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800" fill="none" extrusionOk="0">
                    <a:moveTo>
                      <a:pt x="180" y="0"/>
                    </a:moveTo>
                    <a:cubicBezTo>
                      <a:pt x="123" y="266"/>
                      <a:pt x="58" y="533"/>
                      <a:pt x="1" y="79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41">
                <a:extLst>
                  <a:ext uri="{FF2B5EF4-FFF2-40B4-BE49-F238E27FC236}">
                    <a16:creationId xmlns:a16="http://schemas.microsoft.com/office/drawing/2014/main" id="{BDC2EAF4-FC7E-05FA-FD9E-CBC13A2846BC}"/>
                  </a:ext>
                </a:extLst>
              </p:cNvPr>
              <p:cNvSpPr/>
              <p:nvPr/>
            </p:nvSpPr>
            <p:spPr>
              <a:xfrm>
                <a:off x="3229706" y="3395604"/>
                <a:ext cx="13088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18" extrusionOk="0">
                    <a:moveTo>
                      <a:pt x="123" y="0"/>
                    </a:moveTo>
                    <a:cubicBezTo>
                      <a:pt x="107" y="66"/>
                      <a:pt x="91" y="132"/>
                      <a:pt x="76" y="198"/>
                    </a:cubicBezTo>
                    <a:lnTo>
                      <a:pt x="76" y="198"/>
                    </a:lnTo>
                    <a:lnTo>
                      <a:pt x="123" y="0"/>
                    </a:lnTo>
                    <a:close/>
                    <a:moveTo>
                      <a:pt x="76" y="198"/>
                    </a:moveTo>
                    <a:lnTo>
                      <a:pt x="1" y="518"/>
                    </a:lnTo>
                    <a:lnTo>
                      <a:pt x="7" y="518"/>
                    </a:lnTo>
                    <a:cubicBezTo>
                      <a:pt x="30" y="411"/>
                      <a:pt x="52" y="304"/>
                      <a:pt x="76" y="19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1">
                <a:extLst>
                  <a:ext uri="{FF2B5EF4-FFF2-40B4-BE49-F238E27FC236}">
                    <a16:creationId xmlns:a16="http://schemas.microsoft.com/office/drawing/2014/main" id="{3DA74156-B672-1231-AD91-3ADDAB48BEE6}"/>
                  </a:ext>
                </a:extLst>
              </p:cNvPr>
              <p:cNvSpPr/>
              <p:nvPr/>
            </p:nvSpPr>
            <p:spPr>
              <a:xfrm>
                <a:off x="3229706" y="3395604"/>
                <a:ext cx="13088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18" fill="none" extrusionOk="0">
                    <a:moveTo>
                      <a:pt x="123" y="0"/>
                    </a:moveTo>
                    <a:cubicBezTo>
                      <a:pt x="80" y="173"/>
                      <a:pt x="44" y="345"/>
                      <a:pt x="7" y="518"/>
                    </a:cubicBezTo>
                    <a:lnTo>
                      <a:pt x="1" y="51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41">
                <a:extLst>
                  <a:ext uri="{FF2B5EF4-FFF2-40B4-BE49-F238E27FC236}">
                    <a16:creationId xmlns:a16="http://schemas.microsoft.com/office/drawing/2014/main" id="{3FE7E103-9269-1F7D-F90F-F02EC68F6CB2}"/>
                  </a:ext>
                </a:extLst>
              </p:cNvPr>
              <p:cNvSpPr/>
              <p:nvPr/>
            </p:nvSpPr>
            <p:spPr>
              <a:xfrm>
                <a:off x="2903899" y="3284412"/>
                <a:ext cx="345702" cy="194185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1825" extrusionOk="0">
                    <a:moveTo>
                      <a:pt x="1632" y="151"/>
                    </a:moveTo>
                    <a:cubicBezTo>
                      <a:pt x="1977" y="151"/>
                      <a:pt x="2318" y="231"/>
                      <a:pt x="2574" y="384"/>
                    </a:cubicBezTo>
                    <a:cubicBezTo>
                      <a:pt x="2990" y="636"/>
                      <a:pt x="3049" y="1011"/>
                      <a:pt x="2761" y="1297"/>
                    </a:cubicBezTo>
                    <a:cubicBezTo>
                      <a:pt x="2747" y="1304"/>
                      <a:pt x="2731" y="1319"/>
                      <a:pt x="2717" y="1326"/>
                    </a:cubicBezTo>
                    <a:cubicBezTo>
                      <a:pt x="2695" y="1356"/>
                      <a:pt x="2667" y="1376"/>
                      <a:pt x="2631" y="1399"/>
                    </a:cubicBezTo>
                    <a:cubicBezTo>
                      <a:pt x="2624" y="1406"/>
                      <a:pt x="2609" y="1413"/>
                      <a:pt x="2602" y="1419"/>
                    </a:cubicBezTo>
                    <a:cubicBezTo>
                      <a:pt x="2595" y="1419"/>
                      <a:pt x="2588" y="1426"/>
                      <a:pt x="2581" y="1426"/>
                    </a:cubicBezTo>
                    <a:cubicBezTo>
                      <a:pt x="2566" y="1442"/>
                      <a:pt x="2552" y="1449"/>
                      <a:pt x="2531" y="1456"/>
                    </a:cubicBezTo>
                    <a:cubicBezTo>
                      <a:pt x="2307" y="1585"/>
                      <a:pt x="2027" y="1658"/>
                      <a:pt x="1739" y="1671"/>
                    </a:cubicBezTo>
                    <a:cubicBezTo>
                      <a:pt x="1699" y="1673"/>
                      <a:pt x="1659" y="1675"/>
                      <a:pt x="1618" y="1675"/>
                    </a:cubicBezTo>
                    <a:cubicBezTo>
                      <a:pt x="1276" y="1675"/>
                      <a:pt x="933" y="1596"/>
                      <a:pt x="677" y="1442"/>
                    </a:cubicBezTo>
                    <a:cubicBezTo>
                      <a:pt x="611" y="1399"/>
                      <a:pt x="554" y="1356"/>
                      <a:pt x="504" y="1304"/>
                    </a:cubicBezTo>
                    <a:cubicBezTo>
                      <a:pt x="496" y="1304"/>
                      <a:pt x="489" y="1297"/>
                      <a:pt x="482" y="1290"/>
                    </a:cubicBezTo>
                    <a:cubicBezTo>
                      <a:pt x="475" y="1276"/>
                      <a:pt x="461" y="1269"/>
                      <a:pt x="452" y="1254"/>
                    </a:cubicBezTo>
                    <a:cubicBezTo>
                      <a:pt x="439" y="1247"/>
                      <a:pt x="432" y="1233"/>
                      <a:pt x="425" y="1226"/>
                    </a:cubicBezTo>
                    <a:cubicBezTo>
                      <a:pt x="418" y="1211"/>
                      <a:pt x="409" y="1204"/>
                      <a:pt x="402" y="1190"/>
                    </a:cubicBezTo>
                    <a:cubicBezTo>
                      <a:pt x="216" y="909"/>
                      <a:pt x="323" y="586"/>
                      <a:pt x="720" y="364"/>
                    </a:cubicBezTo>
                    <a:cubicBezTo>
                      <a:pt x="942" y="241"/>
                      <a:pt x="1222" y="169"/>
                      <a:pt x="1503" y="155"/>
                    </a:cubicBezTo>
                    <a:cubicBezTo>
                      <a:pt x="1546" y="152"/>
                      <a:pt x="1589" y="151"/>
                      <a:pt x="1632" y="151"/>
                    </a:cubicBezTo>
                    <a:close/>
                    <a:moveTo>
                      <a:pt x="1627" y="0"/>
                    </a:moveTo>
                    <a:cubicBezTo>
                      <a:pt x="1585" y="0"/>
                      <a:pt x="1544" y="1"/>
                      <a:pt x="1503" y="3"/>
                    </a:cubicBezTo>
                    <a:cubicBezTo>
                      <a:pt x="1151" y="19"/>
                      <a:pt x="806" y="105"/>
                      <a:pt x="532" y="255"/>
                    </a:cubicBezTo>
                    <a:cubicBezTo>
                      <a:pt x="159" y="464"/>
                      <a:pt x="0" y="759"/>
                      <a:pt x="64" y="1038"/>
                    </a:cubicBezTo>
                    <a:lnTo>
                      <a:pt x="64" y="1045"/>
                    </a:lnTo>
                    <a:cubicBezTo>
                      <a:pt x="107" y="1226"/>
                      <a:pt x="252" y="1406"/>
                      <a:pt x="489" y="1549"/>
                    </a:cubicBezTo>
                    <a:cubicBezTo>
                      <a:pt x="794" y="1731"/>
                      <a:pt x="1205" y="1825"/>
                      <a:pt x="1614" y="1825"/>
                    </a:cubicBezTo>
                    <a:cubicBezTo>
                      <a:pt x="1658" y="1825"/>
                      <a:pt x="1702" y="1824"/>
                      <a:pt x="1746" y="1821"/>
                    </a:cubicBezTo>
                    <a:cubicBezTo>
                      <a:pt x="2100" y="1808"/>
                      <a:pt x="2445" y="1721"/>
                      <a:pt x="2717" y="1571"/>
                    </a:cubicBezTo>
                    <a:cubicBezTo>
                      <a:pt x="2976" y="1426"/>
                      <a:pt x="3135" y="1240"/>
                      <a:pt x="3185" y="1045"/>
                    </a:cubicBezTo>
                    <a:lnTo>
                      <a:pt x="3185" y="1031"/>
                    </a:lnTo>
                    <a:cubicBezTo>
                      <a:pt x="3249" y="766"/>
                      <a:pt x="3106" y="484"/>
                      <a:pt x="2761" y="277"/>
                    </a:cubicBezTo>
                    <a:cubicBezTo>
                      <a:pt x="2453" y="94"/>
                      <a:pt x="2039" y="0"/>
                      <a:pt x="1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41">
                <a:extLst>
                  <a:ext uri="{FF2B5EF4-FFF2-40B4-BE49-F238E27FC236}">
                    <a16:creationId xmlns:a16="http://schemas.microsoft.com/office/drawing/2014/main" id="{2AD79E8D-9421-6C65-1B9F-F3854968FAA9}"/>
                  </a:ext>
                </a:extLst>
              </p:cNvPr>
              <p:cNvSpPr/>
              <p:nvPr/>
            </p:nvSpPr>
            <p:spPr>
              <a:xfrm>
                <a:off x="2946673" y="3358682"/>
                <a:ext cx="260154" cy="103955"/>
              </a:xfrm>
              <a:custGeom>
                <a:avLst/>
                <a:gdLst/>
                <a:ahLst/>
                <a:cxnLst/>
                <a:rect l="l" t="t" r="r" b="b"/>
                <a:pathLst>
                  <a:path w="2445" h="977" extrusionOk="0">
                    <a:moveTo>
                      <a:pt x="1194" y="0"/>
                    </a:moveTo>
                    <a:cubicBezTo>
                      <a:pt x="1163" y="0"/>
                      <a:pt x="1132" y="1"/>
                      <a:pt x="1101" y="2"/>
                    </a:cubicBezTo>
                    <a:cubicBezTo>
                      <a:pt x="820" y="24"/>
                      <a:pt x="540" y="88"/>
                      <a:pt x="318" y="218"/>
                    </a:cubicBezTo>
                    <a:cubicBezTo>
                      <a:pt x="173" y="297"/>
                      <a:pt x="66" y="390"/>
                      <a:pt x="0" y="492"/>
                    </a:cubicBezTo>
                    <a:cubicBezTo>
                      <a:pt x="7" y="506"/>
                      <a:pt x="16" y="513"/>
                      <a:pt x="23" y="528"/>
                    </a:cubicBezTo>
                    <a:cubicBezTo>
                      <a:pt x="30" y="535"/>
                      <a:pt x="44" y="549"/>
                      <a:pt x="50" y="556"/>
                    </a:cubicBezTo>
                    <a:cubicBezTo>
                      <a:pt x="59" y="571"/>
                      <a:pt x="73" y="578"/>
                      <a:pt x="80" y="592"/>
                    </a:cubicBezTo>
                    <a:cubicBezTo>
                      <a:pt x="87" y="599"/>
                      <a:pt x="94" y="606"/>
                      <a:pt x="102" y="606"/>
                    </a:cubicBezTo>
                    <a:cubicBezTo>
                      <a:pt x="152" y="658"/>
                      <a:pt x="209" y="701"/>
                      <a:pt x="275" y="744"/>
                    </a:cubicBezTo>
                    <a:cubicBezTo>
                      <a:pt x="531" y="898"/>
                      <a:pt x="874" y="977"/>
                      <a:pt x="1216" y="977"/>
                    </a:cubicBezTo>
                    <a:cubicBezTo>
                      <a:pt x="1257" y="977"/>
                      <a:pt x="1297" y="975"/>
                      <a:pt x="1337" y="973"/>
                    </a:cubicBezTo>
                    <a:cubicBezTo>
                      <a:pt x="1625" y="960"/>
                      <a:pt x="1905" y="887"/>
                      <a:pt x="2129" y="758"/>
                    </a:cubicBezTo>
                    <a:cubicBezTo>
                      <a:pt x="2150" y="751"/>
                      <a:pt x="2164" y="744"/>
                      <a:pt x="2179" y="728"/>
                    </a:cubicBezTo>
                    <a:cubicBezTo>
                      <a:pt x="2186" y="728"/>
                      <a:pt x="2193" y="721"/>
                      <a:pt x="2200" y="721"/>
                    </a:cubicBezTo>
                    <a:cubicBezTo>
                      <a:pt x="2207" y="715"/>
                      <a:pt x="2222" y="708"/>
                      <a:pt x="2229" y="701"/>
                    </a:cubicBezTo>
                    <a:cubicBezTo>
                      <a:pt x="2265" y="678"/>
                      <a:pt x="2293" y="658"/>
                      <a:pt x="2315" y="628"/>
                    </a:cubicBezTo>
                    <a:cubicBezTo>
                      <a:pt x="2329" y="621"/>
                      <a:pt x="2345" y="606"/>
                      <a:pt x="2359" y="599"/>
                    </a:cubicBezTo>
                    <a:cubicBezTo>
                      <a:pt x="2388" y="563"/>
                      <a:pt x="2422" y="520"/>
                      <a:pt x="2445" y="485"/>
                    </a:cubicBezTo>
                    <a:cubicBezTo>
                      <a:pt x="2388" y="390"/>
                      <a:pt x="2293" y="313"/>
                      <a:pt x="2172" y="233"/>
                    </a:cubicBezTo>
                    <a:cubicBezTo>
                      <a:pt x="1907" y="74"/>
                      <a:pt x="1551" y="0"/>
                      <a:pt x="11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41">
                <a:extLst>
                  <a:ext uri="{FF2B5EF4-FFF2-40B4-BE49-F238E27FC236}">
                    <a16:creationId xmlns:a16="http://schemas.microsoft.com/office/drawing/2014/main" id="{40B302DF-6953-93AB-3B05-C23879F2E4C5}"/>
                  </a:ext>
                </a:extLst>
              </p:cNvPr>
              <p:cNvSpPr/>
              <p:nvPr/>
            </p:nvSpPr>
            <p:spPr>
              <a:xfrm>
                <a:off x="2926882" y="3300479"/>
                <a:ext cx="301438" cy="121937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1146" extrusionOk="0">
                    <a:moveTo>
                      <a:pt x="1416" y="0"/>
                    </a:moveTo>
                    <a:cubicBezTo>
                      <a:pt x="1373" y="0"/>
                      <a:pt x="1330" y="1"/>
                      <a:pt x="1287" y="4"/>
                    </a:cubicBezTo>
                    <a:cubicBezTo>
                      <a:pt x="1006" y="18"/>
                      <a:pt x="726" y="90"/>
                      <a:pt x="504" y="213"/>
                    </a:cubicBezTo>
                    <a:cubicBezTo>
                      <a:pt x="107" y="435"/>
                      <a:pt x="0" y="758"/>
                      <a:pt x="186" y="1039"/>
                    </a:cubicBezTo>
                    <a:cubicBezTo>
                      <a:pt x="252" y="937"/>
                      <a:pt x="359" y="844"/>
                      <a:pt x="504" y="765"/>
                    </a:cubicBezTo>
                    <a:cubicBezTo>
                      <a:pt x="726" y="635"/>
                      <a:pt x="1006" y="571"/>
                      <a:pt x="1287" y="549"/>
                    </a:cubicBezTo>
                    <a:cubicBezTo>
                      <a:pt x="1318" y="548"/>
                      <a:pt x="1349" y="547"/>
                      <a:pt x="1380" y="547"/>
                    </a:cubicBezTo>
                    <a:cubicBezTo>
                      <a:pt x="1737" y="547"/>
                      <a:pt x="2093" y="621"/>
                      <a:pt x="2358" y="780"/>
                    </a:cubicBezTo>
                    <a:cubicBezTo>
                      <a:pt x="2479" y="860"/>
                      <a:pt x="2574" y="937"/>
                      <a:pt x="2631" y="1032"/>
                    </a:cubicBezTo>
                    <a:cubicBezTo>
                      <a:pt x="2608" y="1067"/>
                      <a:pt x="2574" y="1110"/>
                      <a:pt x="2545" y="1146"/>
                    </a:cubicBezTo>
                    <a:cubicBezTo>
                      <a:pt x="2833" y="860"/>
                      <a:pt x="2774" y="485"/>
                      <a:pt x="2358" y="233"/>
                    </a:cubicBezTo>
                    <a:cubicBezTo>
                      <a:pt x="2102" y="80"/>
                      <a:pt x="1761" y="0"/>
                      <a:pt x="14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41">
                <a:extLst>
                  <a:ext uri="{FF2B5EF4-FFF2-40B4-BE49-F238E27FC236}">
                    <a16:creationId xmlns:a16="http://schemas.microsoft.com/office/drawing/2014/main" id="{3CC38EBA-4B2A-2614-C18E-04E612564B7A}"/>
                  </a:ext>
                </a:extLst>
              </p:cNvPr>
              <p:cNvSpPr/>
              <p:nvPr/>
            </p:nvSpPr>
            <p:spPr>
              <a:xfrm>
                <a:off x="3176824" y="3646503"/>
                <a:ext cx="8619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81" h="37" extrusionOk="0">
                    <a:moveTo>
                      <a:pt x="1" y="0"/>
                    </a:moveTo>
                    <a:cubicBezTo>
                      <a:pt x="23" y="14"/>
                      <a:pt x="52" y="23"/>
                      <a:pt x="73" y="37"/>
                    </a:cubicBezTo>
                    <a:cubicBezTo>
                      <a:pt x="73" y="30"/>
                      <a:pt x="80" y="30"/>
                      <a:pt x="80" y="23"/>
                    </a:cubicBezTo>
                    <a:cubicBezTo>
                      <a:pt x="66" y="23"/>
                      <a:pt x="52" y="14"/>
                      <a:pt x="44" y="14"/>
                    </a:cubicBezTo>
                    <a:cubicBezTo>
                      <a:pt x="30" y="7"/>
                      <a:pt x="16" y="7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41">
                <a:extLst>
                  <a:ext uri="{FF2B5EF4-FFF2-40B4-BE49-F238E27FC236}">
                    <a16:creationId xmlns:a16="http://schemas.microsoft.com/office/drawing/2014/main" id="{9E4CC755-CC46-40DC-F4FE-E2361813FDFB}"/>
                  </a:ext>
                </a:extLst>
              </p:cNvPr>
              <p:cNvSpPr/>
              <p:nvPr/>
            </p:nvSpPr>
            <p:spPr>
              <a:xfrm>
                <a:off x="3219066" y="3443805"/>
                <a:ext cx="32985" cy="19259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81" extrusionOk="0">
                    <a:moveTo>
                      <a:pt x="0" y="1"/>
                    </a:moveTo>
                    <a:lnTo>
                      <a:pt x="101" y="65"/>
                    </a:lnTo>
                    <a:lnTo>
                      <a:pt x="244" y="144"/>
                    </a:lnTo>
                    <a:lnTo>
                      <a:pt x="309" y="180"/>
                    </a:lnTo>
                    <a:lnTo>
                      <a:pt x="121" y="73"/>
                    </a:lnTo>
                    <a:lnTo>
                      <a:pt x="107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41">
                <a:extLst>
                  <a:ext uri="{FF2B5EF4-FFF2-40B4-BE49-F238E27FC236}">
                    <a16:creationId xmlns:a16="http://schemas.microsoft.com/office/drawing/2014/main" id="{F2720957-82DE-24C6-AAE1-264B5CC7C876}"/>
                  </a:ext>
                </a:extLst>
              </p:cNvPr>
              <p:cNvSpPr/>
              <p:nvPr/>
            </p:nvSpPr>
            <p:spPr>
              <a:xfrm>
                <a:off x="3166928" y="3593833"/>
                <a:ext cx="35326" cy="2553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40" extrusionOk="0">
                    <a:moveTo>
                      <a:pt x="282" y="0"/>
                    </a:moveTo>
                    <a:lnTo>
                      <a:pt x="1" y="164"/>
                    </a:lnTo>
                    <a:cubicBezTo>
                      <a:pt x="97" y="219"/>
                      <a:pt x="159" y="239"/>
                      <a:pt x="196" y="239"/>
                    </a:cubicBezTo>
                    <a:cubicBezTo>
                      <a:pt x="217" y="239"/>
                      <a:pt x="230" y="233"/>
                      <a:pt x="239" y="223"/>
                    </a:cubicBezTo>
                    <a:cubicBezTo>
                      <a:pt x="259" y="187"/>
                      <a:pt x="289" y="114"/>
                      <a:pt x="332" y="28"/>
                    </a:cubicBezTo>
                    <a:cubicBezTo>
                      <a:pt x="309" y="21"/>
                      <a:pt x="309" y="21"/>
                      <a:pt x="302" y="14"/>
                    </a:cubicBezTo>
                    <a:lnTo>
                      <a:pt x="296" y="14"/>
                    </a:lnTo>
                    <a:cubicBezTo>
                      <a:pt x="296" y="7"/>
                      <a:pt x="289" y="7"/>
                      <a:pt x="289" y="7"/>
                    </a:cubicBezTo>
                    <a:cubicBezTo>
                      <a:pt x="282" y="7"/>
                      <a:pt x="282" y="7"/>
                      <a:pt x="2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41">
                <a:extLst>
                  <a:ext uri="{FF2B5EF4-FFF2-40B4-BE49-F238E27FC236}">
                    <a16:creationId xmlns:a16="http://schemas.microsoft.com/office/drawing/2014/main" id="{311BBFED-FC54-CBC9-C509-822C3ABB5B91}"/>
                  </a:ext>
                </a:extLst>
              </p:cNvPr>
              <p:cNvSpPr/>
              <p:nvPr/>
            </p:nvSpPr>
            <p:spPr>
              <a:xfrm>
                <a:off x="3166183" y="3521160"/>
                <a:ext cx="65863" cy="112361"/>
              </a:xfrm>
              <a:custGeom>
                <a:avLst/>
                <a:gdLst/>
                <a:ahLst/>
                <a:cxnLst/>
                <a:rect l="l" t="t" r="r" b="b"/>
                <a:pathLst>
                  <a:path w="619" h="1056" extrusionOk="0">
                    <a:moveTo>
                      <a:pt x="554" y="0"/>
                    </a:moveTo>
                    <a:cubicBezTo>
                      <a:pt x="554" y="7"/>
                      <a:pt x="561" y="43"/>
                      <a:pt x="561" y="86"/>
                    </a:cubicBezTo>
                    <a:cubicBezTo>
                      <a:pt x="541" y="216"/>
                      <a:pt x="425" y="511"/>
                      <a:pt x="339" y="711"/>
                    </a:cubicBezTo>
                    <a:cubicBezTo>
                      <a:pt x="296" y="797"/>
                      <a:pt x="266" y="870"/>
                      <a:pt x="246" y="906"/>
                    </a:cubicBezTo>
                    <a:cubicBezTo>
                      <a:pt x="237" y="916"/>
                      <a:pt x="224" y="922"/>
                      <a:pt x="203" y="922"/>
                    </a:cubicBezTo>
                    <a:cubicBezTo>
                      <a:pt x="166" y="922"/>
                      <a:pt x="104" y="902"/>
                      <a:pt x="8" y="847"/>
                    </a:cubicBezTo>
                    <a:lnTo>
                      <a:pt x="1" y="992"/>
                    </a:lnTo>
                    <a:cubicBezTo>
                      <a:pt x="73" y="1028"/>
                      <a:pt x="152" y="1056"/>
                      <a:pt x="209" y="1056"/>
                    </a:cubicBezTo>
                    <a:cubicBezTo>
                      <a:pt x="246" y="1056"/>
                      <a:pt x="273" y="1042"/>
                      <a:pt x="289" y="1020"/>
                    </a:cubicBezTo>
                    <a:cubicBezTo>
                      <a:pt x="346" y="906"/>
                      <a:pt x="575" y="388"/>
                      <a:pt x="604" y="186"/>
                    </a:cubicBezTo>
                    <a:cubicBezTo>
                      <a:pt x="618" y="114"/>
                      <a:pt x="618" y="107"/>
                      <a:pt x="561" y="14"/>
                    </a:cubicBezTo>
                    <a:cubicBezTo>
                      <a:pt x="561" y="7"/>
                      <a:pt x="561" y="7"/>
                      <a:pt x="5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41">
                <a:extLst>
                  <a:ext uri="{FF2B5EF4-FFF2-40B4-BE49-F238E27FC236}">
                    <a16:creationId xmlns:a16="http://schemas.microsoft.com/office/drawing/2014/main" id="{08E32E32-DC92-3B57-998F-4F1D85442D44}"/>
                  </a:ext>
                </a:extLst>
              </p:cNvPr>
              <p:cNvSpPr/>
              <p:nvPr/>
            </p:nvSpPr>
            <p:spPr>
              <a:xfrm>
                <a:off x="3225131" y="3521160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41">
                <a:extLst>
                  <a:ext uri="{FF2B5EF4-FFF2-40B4-BE49-F238E27FC236}">
                    <a16:creationId xmlns:a16="http://schemas.microsoft.com/office/drawing/2014/main" id="{1323C45E-663B-B5FE-23F6-C551B52A3187}"/>
                  </a:ext>
                </a:extLst>
              </p:cNvPr>
              <p:cNvSpPr/>
              <p:nvPr/>
            </p:nvSpPr>
            <p:spPr>
              <a:xfrm>
                <a:off x="3225131" y="3521160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41">
                <a:extLst>
                  <a:ext uri="{FF2B5EF4-FFF2-40B4-BE49-F238E27FC236}">
                    <a16:creationId xmlns:a16="http://schemas.microsoft.com/office/drawing/2014/main" id="{BDCF9FFF-C3AF-7C57-4214-D7038CA6DFB0}"/>
                  </a:ext>
                </a:extLst>
              </p:cNvPr>
              <p:cNvSpPr/>
              <p:nvPr/>
            </p:nvSpPr>
            <p:spPr>
              <a:xfrm>
                <a:off x="3166183" y="3476683"/>
                <a:ext cx="77355" cy="17375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1633" extrusionOk="0">
                    <a:moveTo>
                      <a:pt x="209" y="1"/>
                    </a:moveTo>
                    <a:lnTo>
                      <a:pt x="209" y="144"/>
                    </a:lnTo>
                    <a:lnTo>
                      <a:pt x="396" y="246"/>
                    </a:lnTo>
                    <a:cubicBezTo>
                      <a:pt x="418" y="259"/>
                      <a:pt x="446" y="282"/>
                      <a:pt x="475" y="309"/>
                    </a:cubicBezTo>
                    <a:cubicBezTo>
                      <a:pt x="504" y="339"/>
                      <a:pt x="532" y="375"/>
                      <a:pt x="554" y="418"/>
                    </a:cubicBezTo>
                    <a:cubicBezTo>
                      <a:pt x="561" y="425"/>
                      <a:pt x="561" y="425"/>
                      <a:pt x="561" y="432"/>
                    </a:cubicBezTo>
                    <a:cubicBezTo>
                      <a:pt x="618" y="525"/>
                      <a:pt x="618" y="532"/>
                      <a:pt x="604" y="604"/>
                    </a:cubicBezTo>
                    <a:cubicBezTo>
                      <a:pt x="575" y="806"/>
                      <a:pt x="346" y="1324"/>
                      <a:pt x="289" y="1438"/>
                    </a:cubicBezTo>
                    <a:cubicBezTo>
                      <a:pt x="273" y="1460"/>
                      <a:pt x="246" y="1474"/>
                      <a:pt x="209" y="1474"/>
                    </a:cubicBezTo>
                    <a:cubicBezTo>
                      <a:pt x="152" y="1474"/>
                      <a:pt x="73" y="1446"/>
                      <a:pt x="1" y="1410"/>
                    </a:cubicBezTo>
                    <a:lnTo>
                      <a:pt x="1" y="1546"/>
                    </a:lnTo>
                    <a:cubicBezTo>
                      <a:pt x="30" y="1560"/>
                      <a:pt x="66" y="1583"/>
                      <a:pt x="101" y="1596"/>
                    </a:cubicBezTo>
                    <a:cubicBezTo>
                      <a:pt x="116" y="1603"/>
                      <a:pt x="130" y="1603"/>
                      <a:pt x="144" y="1610"/>
                    </a:cubicBezTo>
                    <a:cubicBezTo>
                      <a:pt x="152" y="1610"/>
                      <a:pt x="166" y="1619"/>
                      <a:pt x="180" y="1619"/>
                    </a:cubicBezTo>
                    <a:cubicBezTo>
                      <a:pt x="196" y="1626"/>
                      <a:pt x="209" y="1626"/>
                      <a:pt x="223" y="1633"/>
                    </a:cubicBezTo>
                    <a:lnTo>
                      <a:pt x="266" y="1633"/>
                    </a:lnTo>
                    <a:cubicBezTo>
                      <a:pt x="325" y="1633"/>
                      <a:pt x="375" y="1619"/>
                      <a:pt x="396" y="1567"/>
                    </a:cubicBezTo>
                    <a:cubicBezTo>
                      <a:pt x="439" y="1481"/>
                      <a:pt x="698" y="929"/>
                      <a:pt x="720" y="691"/>
                    </a:cubicBezTo>
                    <a:cubicBezTo>
                      <a:pt x="727" y="627"/>
                      <a:pt x="713" y="497"/>
                      <a:pt x="654" y="396"/>
                    </a:cubicBezTo>
                    <a:cubicBezTo>
                      <a:pt x="648" y="375"/>
                      <a:pt x="641" y="359"/>
                      <a:pt x="634" y="346"/>
                    </a:cubicBezTo>
                    <a:cubicBezTo>
                      <a:pt x="627" y="346"/>
                      <a:pt x="627" y="339"/>
                      <a:pt x="618" y="332"/>
                    </a:cubicBezTo>
                    <a:cubicBezTo>
                      <a:pt x="611" y="325"/>
                      <a:pt x="604" y="309"/>
                      <a:pt x="598" y="296"/>
                    </a:cubicBezTo>
                    <a:cubicBezTo>
                      <a:pt x="584" y="282"/>
                      <a:pt x="575" y="266"/>
                      <a:pt x="561" y="252"/>
                    </a:cubicBezTo>
                    <a:cubicBezTo>
                      <a:pt x="561" y="252"/>
                      <a:pt x="554" y="246"/>
                      <a:pt x="554" y="239"/>
                    </a:cubicBezTo>
                    <a:cubicBezTo>
                      <a:pt x="532" y="223"/>
                      <a:pt x="518" y="202"/>
                      <a:pt x="504" y="187"/>
                    </a:cubicBezTo>
                    <a:cubicBezTo>
                      <a:pt x="461" y="152"/>
                      <a:pt x="425" y="123"/>
                      <a:pt x="396" y="109"/>
                    </a:cubicBezTo>
                    <a:lnTo>
                      <a:pt x="20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41">
                <a:extLst>
                  <a:ext uri="{FF2B5EF4-FFF2-40B4-BE49-F238E27FC236}">
                    <a16:creationId xmlns:a16="http://schemas.microsoft.com/office/drawing/2014/main" id="{B87BFFB8-1528-B073-43B5-1E99533277EB}"/>
                  </a:ext>
                </a:extLst>
              </p:cNvPr>
              <p:cNvSpPr/>
              <p:nvPr/>
            </p:nvSpPr>
            <p:spPr>
              <a:xfrm>
                <a:off x="3189166" y="3443805"/>
                <a:ext cx="98848" cy="208868"/>
              </a:xfrm>
              <a:custGeom>
                <a:avLst/>
                <a:gdLst/>
                <a:ahLst/>
                <a:cxnLst/>
                <a:rect l="l" t="t" r="r" b="b"/>
                <a:pathLst>
                  <a:path w="929" h="1963" extrusionOk="0">
                    <a:moveTo>
                      <a:pt x="281" y="1"/>
                    </a:moveTo>
                    <a:lnTo>
                      <a:pt x="0" y="166"/>
                    </a:lnTo>
                    <a:lnTo>
                      <a:pt x="245" y="310"/>
                    </a:lnTo>
                    <a:cubicBezTo>
                      <a:pt x="266" y="323"/>
                      <a:pt x="295" y="339"/>
                      <a:pt x="316" y="360"/>
                    </a:cubicBezTo>
                    <a:cubicBezTo>
                      <a:pt x="325" y="367"/>
                      <a:pt x="331" y="367"/>
                      <a:pt x="338" y="375"/>
                    </a:cubicBezTo>
                    <a:lnTo>
                      <a:pt x="345" y="382"/>
                    </a:lnTo>
                    <a:cubicBezTo>
                      <a:pt x="359" y="396"/>
                      <a:pt x="368" y="403"/>
                      <a:pt x="375" y="410"/>
                    </a:cubicBezTo>
                    <a:cubicBezTo>
                      <a:pt x="411" y="439"/>
                      <a:pt x="438" y="475"/>
                      <a:pt x="475" y="518"/>
                    </a:cubicBezTo>
                    <a:cubicBezTo>
                      <a:pt x="482" y="532"/>
                      <a:pt x="488" y="539"/>
                      <a:pt x="497" y="555"/>
                    </a:cubicBezTo>
                    <a:cubicBezTo>
                      <a:pt x="504" y="568"/>
                      <a:pt x="511" y="575"/>
                      <a:pt x="518" y="591"/>
                    </a:cubicBezTo>
                    <a:cubicBezTo>
                      <a:pt x="525" y="598"/>
                      <a:pt x="525" y="605"/>
                      <a:pt x="532" y="611"/>
                    </a:cubicBezTo>
                    <a:cubicBezTo>
                      <a:pt x="540" y="625"/>
                      <a:pt x="547" y="634"/>
                      <a:pt x="554" y="648"/>
                    </a:cubicBezTo>
                    <a:cubicBezTo>
                      <a:pt x="618" y="770"/>
                      <a:pt x="647" y="900"/>
                      <a:pt x="633" y="1007"/>
                    </a:cubicBezTo>
                    <a:cubicBezTo>
                      <a:pt x="604" y="1251"/>
                      <a:pt x="345" y="1819"/>
                      <a:pt x="302" y="1898"/>
                    </a:cubicBezTo>
                    <a:cubicBezTo>
                      <a:pt x="288" y="1928"/>
                      <a:pt x="266" y="1948"/>
                      <a:pt x="245" y="1962"/>
                    </a:cubicBezTo>
                    <a:lnTo>
                      <a:pt x="525" y="1798"/>
                    </a:lnTo>
                    <a:cubicBezTo>
                      <a:pt x="547" y="1783"/>
                      <a:pt x="568" y="1762"/>
                      <a:pt x="583" y="1733"/>
                    </a:cubicBezTo>
                    <a:cubicBezTo>
                      <a:pt x="626" y="1653"/>
                      <a:pt x="877" y="1093"/>
                      <a:pt x="913" y="850"/>
                    </a:cubicBezTo>
                    <a:cubicBezTo>
                      <a:pt x="928" y="734"/>
                      <a:pt x="899" y="611"/>
                      <a:pt x="833" y="482"/>
                    </a:cubicBezTo>
                    <a:cubicBezTo>
                      <a:pt x="740" y="316"/>
                      <a:pt x="611" y="194"/>
                      <a:pt x="525" y="144"/>
                    </a:cubicBezTo>
                    <a:lnTo>
                      <a:pt x="382" y="65"/>
                    </a:lnTo>
                    <a:lnTo>
                      <a:pt x="28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41">
                <a:extLst>
                  <a:ext uri="{FF2B5EF4-FFF2-40B4-BE49-F238E27FC236}">
                    <a16:creationId xmlns:a16="http://schemas.microsoft.com/office/drawing/2014/main" id="{B374F49C-9C64-4BDD-A422-8F8E2C4C3429}"/>
                  </a:ext>
                </a:extLst>
              </p:cNvPr>
              <p:cNvSpPr/>
              <p:nvPr/>
            </p:nvSpPr>
            <p:spPr>
              <a:xfrm>
                <a:off x="3176824" y="3646503"/>
                <a:ext cx="7874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74" h="37" extrusionOk="0">
                    <a:moveTo>
                      <a:pt x="1" y="0"/>
                    </a:moveTo>
                    <a:cubicBezTo>
                      <a:pt x="10" y="6"/>
                      <a:pt x="21" y="11"/>
                      <a:pt x="32" y="16"/>
                    </a:cubicBezTo>
                    <a:lnTo>
                      <a:pt x="32" y="16"/>
                    </a:lnTo>
                    <a:lnTo>
                      <a:pt x="1" y="0"/>
                    </a:lnTo>
                    <a:close/>
                    <a:moveTo>
                      <a:pt x="32" y="16"/>
                    </a:moveTo>
                    <a:lnTo>
                      <a:pt x="73" y="37"/>
                    </a:lnTo>
                    <a:cubicBezTo>
                      <a:pt x="61" y="29"/>
                      <a:pt x="47" y="22"/>
                      <a:pt x="32" y="1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41">
                <a:extLst>
                  <a:ext uri="{FF2B5EF4-FFF2-40B4-BE49-F238E27FC236}">
                    <a16:creationId xmlns:a16="http://schemas.microsoft.com/office/drawing/2014/main" id="{4E5CC657-775C-43CC-7E20-3DD7DD70895D}"/>
                  </a:ext>
                </a:extLst>
              </p:cNvPr>
              <p:cNvSpPr/>
              <p:nvPr/>
            </p:nvSpPr>
            <p:spPr>
              <a:xfrm>
                <a:off x="3176824" y="3646503"/>
                <a:ext cx="7874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74" h="37" fill="none" extrusionOk="0">
                    <a:moveTo>
                      <a:pt x="73" y="37"/>
                    </a:moveTo>
                    <a:cubicBezTo>
                      <a:pt x="52" y="23"/>
                      <a:pt x="23" y="14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41">
                <a:extLst>
                  <a:ext uri="{FF2B5EF4-FFF2-40B4-BE49-F238E27FC236}">
                    <a16:creationId xmlns:a16="http://schemas.microsoft.com/office/drawing/2014/main" id="{A4D0C330-0035-432A-ADA6-D8393CE3F129}"/>
                  </a:ext>
                </a:extLst>
              </p:cNvPr>
              <p:cNvSpPr/>
              <p:nvPr/>
            </p:nvSpPr>
            <p:spPr>
              <a:xfrm>
                <a:off x="3184591" y="3461467"/>
                <a:ext cx="73524" cy="193227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816" extrusionOk="0">
                    <a:moveTo>
                      <a:pt x="43" y="0"/>
                    </a:moveTo>
                    <a:lnTo>
                      <a:pt x="36" y="144"/>
                    </a:lnTo>
                    <a:lnTo>
                      <a:pt x="223" y="252"/>
                    </a:lnTo>
                    <a:cubicBezTo>
                      <a:pt x="252" y="266"/>
                      <a:pt x="288" y="295"/>
                      <a:pt x="331" y="330"/>
                    </a:cubicBezTo>
                    <a:cubicBezTo>
                      <a:pt x="345" y="345"/>
                      <a:pt x="359" y="366"/>
                      <a:pt x="381" y="382"/>
                    </a:cubicBezTo>
                    <a:cubicBezTo>
                      <a:pt x="381" y="389"/>
                      <a:pt x="388" y="395"/>
                      <a:pt x="388" y="395"/>
                    </a:cubicBezTo>
                    <a:cubicBezTo>
                      <a:pt x="402" y="409"/>
                      <a:pt x="411" y="425"/>
                      <a:pt x="425" y="439"/>
                    </a:cubicBezTo>
                    <a:cubicBezTo>
                      <a:pt x="431" y="452"/>
                      <a:pt x="438" y="468"/>
                      <a:pt x="445" y="475"/>
                    </a:cubicBezTo>
                    <a:cubicBezTo>
                      <a:pt x="454" y="482"/>
                      <a:pt x="454" y="489"/>
                      <a:pt x="461" y="489"/>
                    </a:cubicBezTo>
                    <a:cubicBezTo>
                      <a:pt x="468" y="502"/>
                      <a:pt x="475" y="518"/>
                      <a:pt x="481" y="539"/>
                    </a:cubicBezTo>
                    <a:cubicBezTo>
                      <a:pt x="540" y="640"/>
                      <a:pt x="554" y="770"/>
                      <a:pt x="547" y="834"/>
                    </a:cubicBezTo>
                    <a:cubicBezTo>
                      <a:pt x="525" y="1072"/>
                      <a:pt x="266" y="1624"/>
                      <a:pt x="223" y="1710"/>
                    </a:cubicBezTo>
                    <a:cubicBezTo>
                      <a:pt x="202" y="1762"/>
                      <a:pt x="152" y="1776"/>
                      <a:pt x="93" y="1776"/>
                    </a:cubicBezTo>
                    <a:lnTo>
                      <a:pt x="50" y="1776"/>
                    </a:lnTo>
                    <a:cubicBezTo>
                      <a:pt x="36" y="1769"/>
                      <a:pt x="23" y="1769"/>
                      <a:pt x="7" y="1762"/>
                    </a:cubicBezTo>
                    <a:cubicBezTo>
                      <a:pt x="7" y="1769"/>
                      <a:pt x="0" y="1769"/>
                      <a:pt x="0" y="1776"/>
                    </a:cubicBezTo>
                    <a:cubicBezTo>
                      <a:pt x="69" y="1798"/>
                      <a:pt x="137" y="1815"/>
                      <a:pt x="196" y="1815"/>
                    </a:cubicBezTo>
                    <a:cubicBezTo>
                      <a:pt x="230" y="1815"/>
                      <a:pt x="262" y="1810"/>
                      <a:pt x="288" y="1796"/>
                    </a:cubicBezTo>
                    <a:cubicBezTo>
                      <a:pt x="309" y="1782"/>
                      <a:pt x="331" y="1762"/>
                      <a:pt x="345" y="1732"/>
                    </a:cubicBezTo>
                    <a:cubicBezTo>
                      <a:pt x="388" y="1653"/>
                      <a:pt x="647" y="1085"/>
                      <a:pt x="676" y="841"/>
                    </a:cubicBezTo>
                    <a:cubicBezTo>
                      <a:pt x="690" y="734"/>
                      <a:pt x="661" y="604"/>
                      <a:pt x="597" y="482"/>
                    </a:cubicBezTo>
                    <a:cubicBezTo>
                      <a:pt x="590" y="468"/>
                      <a:pt x="583" y="459"/>
                      <a:pt x="575" y="445"/>
                    </a:cubicBezTo>
                    <a:cubicBezTo>
                      <a:pt x="568" y="439"/>
                      <a:pt x="568" y="432"/>
                      <a:pt x="561" y="425"/>
                    </a:cubicBezTo>
                    <a:cubicBezTo>
                      <a:pt x="554" y="409"/>
                      <a:pt x="547" y="402"/>
                      <a:pt x="540" y="389"/>
                    </a:cubicBezTo>
                    <a:cubicBezTo>
                      <a:pt x="531" y="373"/>
                      <a:pt x="525" y="366"/>
                      <a:pt x="518" y="352"/>
                    </a:cubicBezTo>
                    <a:cubicBezTo>
                      <a:pt x="481" y="309"/>
                      <a:pt x="454" y="273"/>
                      <a:pt x="418" y="244"/>
                    </a:cubicBezTo>
                    <a:cubicBezTo>
                      <a:pt x="411" y="237"/>
                      <a:pt x="402" y="230"/>
                      <a:pt x="388" y="216"/>
                    </a:cubicBezTo>
                    <a:lnTo>
                      <a:pt x="381" y="209"/>
                    </a:lnTo>
                    <a:cubicBezTo>
                      <a:pt x="374" y="201"/>
                      <a:pt x="368" y="201"/>
                      <a:pt x="359" y="194"/>
                    </a:cubicBezTo>
                    <a:cubicBezTo>
                      <a:pt x="338" y="173"/>
                      <a:pt x="309" y="157"/>
                      <a:pt x="288" y="144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41">
                <a:extLst>
                  <a:ext uri="{FF2B5EF4-FFF2-40B4-BE49-F238E27FC236}">
                    <a16:creationId xmlns:a16="http://schemas.microsoft.com/office/drawing/2014/main" id="{FCCA0986-097D-E7B6-703C-9E38BB1FA2EE}"/>
                  </a:ext>
                </a:extLst>
              </p:cNvPr>
              <p:cNvSpPr/>
              <p:nvPr/>
            </p:nvSpPr>
            <p:spPr>
              <a:xfrm>
                <a:off x="2686730" y="3876653"/>
                <a:ext cx="23834" cy="19259"/>
              </a:xfrm>
              <a:custGeom>
                <a:avLst/>
                <a:gdLst/>
                <a:ahLst/>
                <a:cxnLst/>
                <a:rect l="l" t="t" r="r" b="b"/>
                <a:pathLst>
                  <a:path w="224" h="181" extrusionOk="0">
                    <a:moveTo>
                      <a:pt x="144" y="1"/>
                    </a:moveTo>
                    <a:lnTo>
                      <a:pt x="1" y="80"/>
                    </a:lnTo>
                    <a:cubicBezTo>
                      <a:pt x="28" y="116"/>
                      <a:pt x="28" y="152"/>
                      <a:pt x="1" y="180"/>
                    </a:cubicBezTo>
                    <a:lnTo>
                      <a:pt x="223" y="51"/>
                    </a:lnTo>
                    <a:lnTo>
                      <a:pt x="14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41">
                <a:extLst>
                  <a:ext uri="{FF2B5EF4-FFF2-40B4-BE49-F238E27FC236}">
                    <a16:creationId xmlns:a16="http://schemas.microsoft.com/office/drawing/2014/main" id="{776FC366-40FA-335A-101B-8B7A0A290D53}"/>
                  </a:ext>
                </a:extLst>
              </p:cNvPr>
              <p:cNvSpPr/>
              <p:nvPr/>
            </p:nvSpPr>
            <p:spPr>
              <a:xfrm>
                <a:off x="2248455" y="3779081"/>
                <a:ext cx="619582" cy="288244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2709" extrusionOk="0">
                    <a:moveTo>
                      <a:pt x="2612" y="0"/>
                    </a:moveTo>
                    <a:cubicBezTo>
                      <a:pt x="2570" y="0"/>
                      <a:pt x="2526" y="9"/>
                      <a:pt x="2495" y="27"/>
                    </a:cubicBezTo>
                    <a:lnTo>
                      <a:pt x="66" y="1428"/>
                    </a:lnTo>
                    <a:cubicBezTo>
                      <a:pt x="0" y="1471"/>
                      <a:pt x="0" y="1528"/>
                      <a:pt x="66" y="1565"/>
                    </a:cubicBezTo>
                    <a:lnTo>
                      <a:pt x="719" y="1946"/>
                    </a:lnTo>
                    <a:lnTo>
                      <a:pt x="2315" y="1019"/>
                    </a:lnTo>
                    <a:cubicBezTo>
                      <a:pt x="2347" y="1001"/>
                      <a:pt x="2390" y="992"/>
                      <a:pt x="2433" y="992"/>
                    </a:cubicBezTo>
                    <a:cubicBezTo>
                      <a:pt x="2476" y="992"/>
                      <a:pt x="2520" y="1001"/>
                      <a:pt x="2551" y="1019"/>
                    </a:cubicBezTo>
                    <a:lnTo>
                      <a:pt x="2610" y="1054"/>
                    </a:lnTo>
                    <a:lnTo>
                      <a:pt x="2883" y="1213"/>
                    </a:lnTo>
                    <a:lnTo>
                      <a:pt x="3162" y="1371"/>
                    </a:lnTo>
                    <a:lnTo>
                      <a:pt x="3436" y="1528"/>
                    </a:lnTo>
                    <a:lnTo>
                      <a:pt x="3709" y="1687"/>
                    </a:lnTo>
                    <a:lnTo>
                      <a:pt x="3982" y="1846"/>
                    </a:lnTo>
                    <a:lnTo>
                      <a:pt x="4256" y="2003"/>
                    </a:lnTo>
                    <a:lnTo>
                      <a:pt x="4528" y="2161"/>
                    </a:lnTo>
                    <a:lnTo>
                      <a:pt x="4801" y="2320"/>
                    </a:lnTo>
                    <a:lnTo>
                      <a:pt x="5075" y="2477"/>
                    </a:lnTo>
                    <a:lnTo>
                      <a:pt x="5477" y="2708"/>
                    </a:lnTo>
                    <a:lnTo>
                      <a:pt x="5822" y="2506"/>
                    </a:lnTo>
                    <a:lnTo>
                      <a:pt x="5427" y="2277"/>
                    </a:lnTo>
                    <a:lnTo>
                      <a:pt x="5413" y="2270"/>
                    </a:lnTo>
                    <a:lnTo>
                      <a:pt x="5550" y="2191"/>
                    </a:lnTo>
                    <a:cubicBezTo>
                      <a:pt x="5575" y="2198"/>
                      <a:pt x="5601" y="2201"/>
                      <a:pt x="5629" y="2201"/>
                    </a:cubicBezTo>
                    <a:cubicBezTo>
                      <a:pt x="5657" y="2201"/>
                      <a:pt x="5686" y="2198"/>
                      <a:pt x="5715" y="2191"/>
                    </a:cubicBezTo>
                    <a:cubicBezTo>
                      <a:pt x="5664" y="2191"/>
                      <a:pt x="5620" y="2175"/>
                      <a:pt x="5586" y="2155"/>
                    </a:cubicBezTo>
                    <a:cubicBezTo>
                      <a:pt x="5514" y="2111"/>
                      <a:pt x="5514" y="2039"/>
                      <a:pt x="5593" y="2003"/>
                    </a:cubicBezTo>
                    <a:cubicBezTo>
                      <a:pt x="5607" y="1989"/>
                      <a:pt x="5620" y="1982"/>
                      <a:pt x="5643" y="1975"/>
                    </a:cubicBezTo>
                    <a:cubicBezTo>
                      <a:pt x="5593" y="1975"/>
                      <a:pt x="5534" y="1989"/>
                      <a:pt x="5500" y="2011"/>
                    </a:cubicBezTo>
                    <a:cubicBezTo>
                      <a:pt x="5434" y="2046"/>
                      <a:pt x="5427" y="2098"/>
                      <a:pt x="5463" y="2132"/>
                    </a:cubicBezTo>
                    <a:lnTo>
                      <a:pt x="5319" y="2218"/>
                    </a:lnTo>
                    <a:lnTo>
                      <a:pt x="5155" y="2118"/>
                    </a:lnTo>
                    <a:lnTo>
                      <a:pt x="4880" y="1960"/>
                    </a:lnTo>
                    <a:lnTo>
                      <a:pt x="4817" y="1925"/>
                    </a:lnTo>
                    <a:lnTo>
                      <a:pt x="4953" y="1846"/>
                    </a:lnTo>
                    <a:cubicBezTo>
                      <a:pt x="4978" y="1853"/>
                      <a:pt x="5007" y="1856"/>
                      <a:pt x="5036" y="1856"/>
                    </a:cubicBezTo>
                    <a:cubicBezTo>
                      <a:pt x="5065" y="1856"/>
                      <a:pt x="5093" y="1853"/>
                      <a:pt x="5118" y="1846"/>
                    </a:cubicBezTo>
                    <a:cubicBezTo>
                      <a:pt x="5075" y="1846"/>
                      <a:pt x="5032" y="1830"/>
                      <a:pt x="4996" y="1816"/>
                    </a:cubicBezTo>
                    <a:cubicBezTo>
                      <a:pt x="4924" y="1766"/>
                      <a:pt x="4924" y="1701"/>
                      <a:pt x="4996" y="1658"/>
                    </a:cubicBezTo>
                    <a:cubicBezTo>
                      <a:pt x="5010" y="1644"/>
                      <a:pt x="5032" y="1637"/>
                      <a:pt x="5053" y="1637"/>
                    </a:cubicBezTo>
                    <a:cubicBezTo>
                      <a:pt x="5043" y="1636"/>
                      <a:pt x="5033" y="1635"/>
                      <a:pt x="5023" y="1635"/>
                    </a:cubicBezTo>
                    <a:cubicBezTo>
                      <a:pt x="4977" y="1635"/>
                      <a:pt x="4933" y="1648"/>
                      <a:pt x="4903" y="1666"/>
                    </a:cubicBezTo>
                    <a:cubicBezTo>
                      <a:pt x="4844" y="1701"/>
                      <a:pt x="4830" y="1753"/>
                      <a:pt x="4867" y="1796"/>
                    </a:cubicBezTo>
                    <a:lnTo>
                      <a:pt x="4730" y="1873"/>
                    </a:lnTo>
                    <a:lnTo>
                      <a:pt x="4608" y="1803"/>
                    </a:lnTo>
                    <a:lnTo>
                      <a:pt x="4327" y="1644"/>
                    </a:lnTo>
                    <a:lnTo>
                      <a:pt x="4220" y="1580"/>
                    </a:lnTo>
                    <a:lnTo>
                      <a:pt x="4356" y="1501"/>
                    </a:lnTo>
                    <a:cubicBezTo>
                      <a:pt x="4384" y="1508"/>
                      <a:pt x="4413" y="1511"/>
                      <a:pt x="4441" y="1511"/>
                    </a:cubicBezTo>
                    <a:cubicBezTo>
                      <a:pt x="4469" y="1511"/>
                      <a:pt x="4497" y="1508"/>
                      <a:pt x="4522" y="1501"/>
                    </a:cubicBezTo>
                    <a:cubicBezTo>
                      <a:pt x="4478" y="1501"/>
                      <a:pt x="4435" y="1485"/>
                      <a:pt x="4406" y="1471"/>
                    </a:cubicBezTo>
                    <a:cubicBezTo>
                      <a:pt x="4327" y="1428"/>
                      <a:pt x="4335" y="1356"/>
                      <a:pt x="4406" y="1313"/>
                    </a:cubicBezTo>
                    <a:cubicBezTo>
                      <a:pt x="4422" y="1306"/>
                      <a:pt x="4442" y="1299"/>
                      <a:pt x="4456" y="1292"/>
                    </a:cubicBezTo>
                    <a:cubicBezTo>
                      <a:pt x="4447" y="1291"/>
                      <a:pt x="4438" y="1290"/>
                      <a:pt x="4429" y="1290"/>
                    </a:cubicBezTo>
                    <a:cubicBezTo>
                      <a:pt x="4386" y="1290"/>
                      <a:pt x="4341" y="1303"/>
                      <a:pt x="4306" y="1321"/>
                    </a:cubicBezTo>
                    <a:cubicBezTo>
                      <a:pt x="4249" y="1356"/>
                      <a:pt x="4233" y="1408"/>
                      <a:pt x="4270" y="1451"/>
                    </a:cubicBezTo>
                    <a:lnTo>
                      <a:pt x="4133" y="1528"/>
                    </a:lnTo>
                    <a:lnTo>
                      <a:pt x="4054" y="1485"/>
                    </a:lnTo>
                    <a:lnTo>
                      <a:pt x="3868" y="1378"/>
                    </a:lnTo>
                    <a:cubicBezTo>
                      <a:pt x="3802" y="1342"/>
                      <a:pt x="3802" y="1278"/>
                      <a:pt x="3868" y="1242"/>
                    </a:cubicBezTo>
                    <a:lnTo>
                      <a:pt x="4040" y="1140"/>
                    </a:lnTo>
                    <a:lnTo>
                      <a:pt x="4040" y="1140"/>
                    </a:lnTo>
                    <a:cubicBezTo>
                      <a:pt x="4010" y="1153"/>
                      <a:pt x="3975" y="1158"/>
                      <a:pt x="3941" y="1158"/>
                    </a:cubicBezTo>
                    <a:cubicBezTo>
                      <a:pt x="3894" y="1158"/>
                      <a:pt x="3847" y="1147"/>
                      <a:pt x="3809" y="1126"/>
                    </a:cubicBezTo>
                    <a:cubicBezTo>
                      <a:pt x="3738" y="1083"/>
                      <a:pt x="3738" y="1011"/>
                      <a:pt x="3818" y="968"/>
                    </a:cubicBezTo>
                    <a:cubicBezTo>
                      <a:pt x="3853" y="946"/>
                      <a:pt x="3901" y="935"/>
                      <a:pt x="3949" y="935"/>
                    </a:cubicBezTo>
                    <a:cubicBezTo>
                      <a:pt x="3977" y="935"/>
                      <a:pt x="4006" y="939"/>
                      <a:pt x="4033" y="947"/>
                    </a:cubicBezTo>
                    <a:lnTo>
                      <a:pt x="4170" y="868"/>
                    </a:lnTo>
                    <a:lnTo>
                      <a:pt x="3666" y="573"/>
                    </a:lnTo>
                    <a:lnTo>
                      <a:pt x="3530" y="652"/>
                    </a:lnTo>
                    <a:cubicBezTo>
                      <a:pt x="3566" y="695"/>
                      <a:pt x="3550" y="745"/>
                      <a:pt x="3493" y="781"/>
                    </a:cubicBezTo>
                    <a:cubicBezTo>
                      <a:pt x="3454" y="803"/>
                      <a:pt x="3405" y="814"/>
                      <a:pt x="3357" y="814"/>
                    </a:cubicBezTo>
                    <a:cubicBezTo>
                      <a:pt x="3309" y="814"/>
                      <a:pt x="3261" y="803"/>
                      <a:pt x="3221" y="781"/>
                    </a:cubicBezTo>
                    <a:cubicBezTo>
                      <a:pt x="3148" y="738"/>
                      <a:pt x="3148" y="666"/>
                      <a:pt x="3221" y="623"/>
                    </a:cubicBezTo>
                    <a:cubicBezTo>
                      <a:pt x="3260" y="601"/>
                      <a:pt x="3307" y="593"/>
                      <a:pt x="3355" y="593"/>
                    </a:cubicBezTo>
                    <a:cubicBezTo>
                      <a:pt x="3385" y="593"/>
                      <a:pt x="3415" y="597"/>
                      <a:pt x="3443" y="602"/>
                    </a:cubicBezTo>
                    <a:lnTo>
                      <a:pt x="3580" y="523"/>
                    </a:lnTo>
                    <a:lnTo>
                      <a:pt x="3076" y="228"/>
                    </a:lnTo>
                    <a:lnTo>
                      <a:pt x="2940" y="314"/>
                    </a:lnTo>
                    <a:cubicBezTo>
                      <a:pt x="2969" y="350"/>
                      <a:pt x="2962" y="400"/>
                      <a:pt x="2903" y="436"/>
                    </a:cubicBezTo>
                    <a:cubicBezTo>
                      <a:pt x="2865" y="458"/>
                      <a:pt x="2815" y="469"/>
                      <a:pt x="2765" y="469"/>
                    </a:cubicBezTo>
                    <a:cubicBezTo>
                      <a:pt x="2716" y="469"/>
                      <a:pt x="2667" y="458"/>
                      <a:pt x="2631" y="436"/>
                    </a:cubicBezTo>
                    <a:cubicBezTo>
                      <a:pt x="2558" y="393"/>
                      <a:pt x="2558" y="321"/>
                      <a:pt x="2631" y="278"/>
                    </a:cubicBezTo>
                    <a:cubicBezTo>
                      <a:pt x="2669" y="259"/>
                      <a:pt x="2724" y="250"/>
                      <a:pt x="2775" y="250"/>
                    </a:cubicBezTo>
                    <a:cubicBezTo>
                      <a:pt x="2800" y="250"/>
                      <a:pt x="2825" y="252"/>
                      <a:pt x="2846" y="257"/>
                    </a:cubicBezTo>
                    <a:lnTo>
                      <a:pt x="2990" y="178"/>
                    </a:lnTo>
                    <a:lnTo>
                      <a:pt x="2724" y="27"/>
                    </a:lnTo>
                    <a:cubicBezTo>
                      <a:pt x="2696" y="9"/>
                      <a:pt x="2654" y="0"/>
                      <a:pt x="26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41">
                <a:extLst>
                  <a:ext uri="{FF2B5EF4-FFF2-40B4-BE49-F238E27FC236}">
                    <a16:creationId xmlns:a16="http://schemas.microsoft.com/office/drawing/2014/main" id="{2A280E80-C80B-96E9-C3F4-2192E00C041C}"/>
                  </a:ext>
                </a:extLst>
              </p:cNvPr>
              <p:cNvSpPr/>
              <p:nvPr/>
            </p:nvSpPr>
            <p:spPr>
              <a:xfrm>
                <a:off x="2321128" y="3833879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extrusionOk="0">
                    <a:moveTo>
                      <a:pt x="0" y="1022"/>
                    </a:moveTo>
                    <a:lnTo>
                      <a:pt x="177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41">
                <a:extLst>
                  <a:ext uri="{FF2B5EF4-FFF2-40B4-BE49-F238E27FC236}">
                    <a16:creationId xmlns:a16="http://schemas.microsoft.com/office/drawing/2014/main" id="{D2EA268D-0A63-971C-F550-98D09A348677}"/>
                  </a:ext>
                </a:extLst>
              </p:cNvPr>
              <p:cNvSpPr/>
              <p:nvPr/>
            </p:nvSpPr>
            <p:spPr>
              <a:xfrm>
                <a:off x="2321128" y="3833879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fill="none" extrusionOk="0">
                    <a:moveTo>
                      <a:pt x="0" y="1022"/>
                    </a:moveTo>
                    <a:lnTo>
                      <a:pt x="1775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41">
                <a:extLst>
                  <a:ext uri="{FF2B5EF4-FFF2-40B4-BE49-F238E27FC236}">
                    <a16:creationId xmlns:a16="http://schemas.microsoft.com/office/drawing/2014/main" id="{0C1B7099-4DC1-DD86-2191-542EB2D692D0}"/>
                  </a:ext>
                </a:extLst>
              </p:cNvPr>
              <p:cNvSpPr/>
              <p:nvPr/>
            </p:nvSpPr>
            <p:spPr>
              <a:xfrm>
                <a:off x="2350070" y="3850797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41">
                <a:extLst>
                  <a:ext uri="{FF2B5EF4-FFF2-40B4-BE49-F238E27FC236}">
                    <a16:creationId xmlns:a16="http://schemas.microsoft.com/office/drawing/2014/main" id="{652806FE-F2B1-9551-186E-D0F7FE82F9CB}"/>
                  </a:ext>
                </a:extLst>
              </p:cNvPr>
              <p:cNvSpPr/>
              <p:nvPr/>
            </p:nvSpPr>
            <p:spPr>
              <a:xfrm>
                <a:off x="2350070" y="3850797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1">
                <a:extLst>
                  <a:ext uri="{FF2B5EF4-FFF2-40B4-BE49-F238E27FC236}">
                    <a16:creationId xmlns:a16="http://schemas.microsoft.com/office/drawing/2014/main" id="{C36B10D6-AA56-A405-AEF9-5C7781D372B9}"/>
                  </a:ext>
                </a:extLst>
              </p:cNvPr>
              <p:cNvSpPr/>
              <p:nvPr/>
            </p:nvSpPr>
            <p:spPr>
              <a:xfrm>
                <a:off x="2379331" y="386750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1">
                <a:extLst>
                  <a:ext uri="{FF2B5EF4-FFF2-40B4-BE49-F238E27FC236}">
                    <a16:creationId xmlns:a16="http://schemas.microsoft.com/office/drawing/2014/main" id="{DC4CD69E-B919-029C-E425-E0FD95B3D596}"/>
                  </a:ext>
                </a:extLst>
              </p:cNvPr>
              <p:cNvSpPr/>
              <p:nvPr/>
            </p:nvSpPr>
            <p:spPr>
              <a:xfrm>
                <a:off x="2379331" y="386750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1">
                <a:extLst>
                  <a:ext uri="{FF2B5EF4-FFF2-40B4-BE49-F238E27FC236}">
                    <a16:creationId xmlns:a16="http://schemas.microsoft.com/office/drawing/2014/main" id="{052C8026-046C-018F-B62F-7F8F52031B77}"/>
                  </a:ext>
                </a:extLst>
              </p:cNvPr>
              <p:cNvSpPr/>
              <p:nvPr/>
            </p:nvSpPr>
            <p:spPr>
              <a:xfrm>
                <a:off x="2408273" y="3884421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1">
                <a:extLst>
                  <a:ext uri="{FF2B5EF4-FFF2-40B4-BE49-F238E27FC236}">
                    <a16:creationId xmlns:a16="http://schemas.microsoft.com/office/drawing/2014/main" id="{10008039-5981-E5CB-BC7A-723F58C079F1}"/>
                  </a:ext>
                </a:extLst>
              </p:cNvPr>
              <p:cNvSpPr/>
              <p:nvPr/>
            </p:nvSpPr>
            <p:spPr>
              <a:xfrm>
                <a:off x="2408273" y="3884421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1">
                <a:extLst>
                  <a:ext uri="{FF2B5EF4-FFF2-40B4-BE49-F238E27FC236}">
                    <a16:creationId xmlns:a16="http://schemas.microsoft.com/office/drawing/2014/main" id="{B29C3733-F3F6-D49D-4385-1878BD4042D7}"/>
                  </a:ext>
                </a:extLst>
              </p:cNvPr>
              <p:cNvSpPr/>
              <p:nvPr/>
            </p:nvSpPr>
            <p:spPr>
              <a:xfrm>
                <a:off x="2437321" y="3901232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extrusionOk="0">
                    <a:moveTo>
                      <a:pt x="0" y="1020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1">
                <a:extLst>
                  <a:ext uri="{FF2B5EF4-FFF2-40B4-BE49-F238E27FC236}">
                    <a16:creationId xmlns:a16="http://schemas.microsoft.com/office/drawing/2014/main" id="{89A70562-6A23-3BD1-46B7-F953F597EB6C}"/>
                  </a:ext>
                </a:extLst>
              </p:cNvPr>
              <p:cNvSpPr/>
              <p:nvPr/>
            </p:nvSpPr>
            <p:spPr>
              <a:xfrm>
                <a:off x="2437321" y="3901232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fill="none" extrusionOk="0">
                    <a:moveTo>
                      <a:pt x="0" y="1020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1">
                <a:extLst>
                  <a:ext uri="{FF2B5EF4-FFF2-40B4-BE49-F238E27FC236}">
                    <a16:creationId xmlns:a16="http://schemas.microsoft.com/office/drawing/2014/main" id="{CF2BBA70-2A25-2251-C0B7-5DD3C75F1028}"/>
                  </a:ext>
                </a:extLst>
              </p:cNvPr>
              <p:cNvSpPr/>
              <p:nvPr/>
            </p:nvSpPr>
            <p:spPr>
              <a:xfrm>
                <a:off x="2466475" y="3917938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1">
                <a:extLst>
                  <a:ext uri="{FF2B5EF4-FFF2-40B4-BE49-F238E27FC236}">
                    <a16:creationId xmlns:a16="http://schemas.microsoft.com/office/drawing/2014/main" id="{EF3EABD6-F4C9-3612-C636-2E9E9038DBE1}"/>
                  </a:ext>
                </a:extLst>
              </p:cNvPr>
              <p:cNvSpPr/>
              <p:nvPr/>
            </p:nvSpPr>
            <p:spPr>
              <a:xfrm>
                <a:off x="2466475" y="3917938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1">
                <a:extLst>
                  <a:ext uri="{FF2B5EF4-FFF2-40B4-BE49-F238E27FC236}">
                    <a16:creationId xmlns:a16="http://schemas.microsoft.com/office/drawing/2014/main" id="{C84206B7-AC84-0D23-DB6B-140785A14DCE}"/>
                  </a:ext>
                </a:extLst>
              </p:cNvPr>
              <p:cNvSpPr/>
              <p:nvPr/>
            </p:nvSpPr>
            <p:spPr>
              <a:xfrm>
                <a:off x="2495523" y="3934856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1">
                <a:extLst>
                  <a:ext uri="{FF2B5EF4-FFF2-40B4-BE49-F238E27FC236}">
                    <a16:creationId xmlns:a16="http://schemas.microsoft.com/office/drawing/2014/main" id="{86512132-54B8-44F7-73B5-71A4FCD4B0CF}"/>
                  </a:ext>
                </a:extLst>
              </p:cNvPr>
              <p:cNvSpPr/>
              <p:nvPr/>
            </p:nvSpPr>
            <p:spPr>
              <a:xfrm>
                <a:off x="2495523" y="3934856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1">
                <a:extLst>
                  <a:ext uri="{FF2B5EF4-FFF2-40B4-BE49-F238E27FC236}">
                    <a16:creationId xmlns:a16="http://schemas.microsoft.com/office/drawing/2014/main" id="{28A846DF-9E2C-9E39-1805-DE6FEAC594B0}"/>
                  </a:ext>
                </a:extLst>
              </p:cNvPr>
              <p:cNvSpPr/>
              <p:nvPr/>
            </p:nvSpPr>
            <p:spPr>
              <a:xfrm>
                <a:off x="2524465" y="3951774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41">
                <a:extLst>
                  <a:ext uri="{FF2B5EF4-FFF2-40B4-BE49-F238E27FC236}">
                    <a16:creationId xmlns:a16="http://schemas.microsoft.com/office/drawing/2014/main" id="{864ED95B-BD1B-7637-48D3-298045F5250E}"/>
                  </a:ext>
                </a:extLst>
              </p:cNvPr>
              <p:cNvSpPr/>
              <p:nvPr/>
            </p:nvSpPr>
            <p:spPr>
              <a:xfrm>
                <a:off x="2524465" y="3951774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41">
                <a:extLst>
                  <a:ext uri="{FF2B5EF4-FFF2-40B4-BE49-F238E27FC236}">
                    <a16:creationId xmlns:a16="http://schemas.microsoft.com/office/drawing/2014/main" id="{14C1C7AE-FF1C-3FBF-679B-DCFE75A6FEDD}"/>
                  </a:ext>
                </a:extLst>
              </p:cNvPr>
              <p:cNvSpPr/>
              <p:nvPr/>
            </p:nvSpPr>
            <p:spPr>
              <a:xfrm>
                <a:off x="2553619" y="3968479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1">
                <a:extLst>
                  <a:ext uri="{FF2B5EF4-FFF2-40B4-BE49-F238E27FC236}">
                    <a16:creationId xmlns:a16="http://schemas.microsoft.com/office/drawing/2014/main" id="{3D30A9A6-5F39-9DDE-A706-C31FD46C1AAD}"/>
                  </a:ext>
                </a:extLst>
              </p:cNvPr>
              <p:cNvSpPr/>
              <p:nvPr/>
            </p:nvSpPr>
            <p:spPr>
              <a:xfrm>
                <a:off x="2553619" y="3968479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1">
                <a:extLst>
                  <a:ext uri="{FF2B5EF4-FFF2-40B4-BE49-F238E27FC236}">
                    <a16:creationId xmlns:a16="http://schemas.microsoft.com/office/drawing/2014/main" id="{561A80B4-2239-AEED-B822-B4072D018F1D}"/>
                  </a:ext>
                </a:extLst>
              </p:cNvPr>
              <p:cNvSpPr/>
              <p:nvPr/>
            </p:nvSpPr>
            <p:spPr>
              <a:xfrm>
                <a:off x="2582668" y="398529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1">
                <a:extLst>
                  <a:ext uri="{FF2B5EF4-FFF2-40B4-BE49-F238E27FC236}">
                    <a16:creationId xmlns:a16="http://schemas.microsoft.com/office/drawing/2014/main" id="{43C22907-E31E-BA5D-60D1-81A0CB79FF6D}"/>
                  </a:ext>
                </a:extLst>
              </p:cNvPr>
              <p:cNvSpPr/>
              <p:nvPr/>
            </p:nvSpPr>
            <p:spPr>
              <a:xfrm>
                <a:off x="2582668" y="398529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1">
                <a:extLst>
                  <a:ext uri="{FF2B5EF4-FFF2-40B4-BE49-F238E27FC236}">
                    <a16:creationId xmlns:a16="http://schemas.microsoft.com/office/drawing/2014/main" id="{6E1E22B5-D69C-D493-8FCC-8308E1CCCC2A}"/>
                  </a:ext>
                </a:extLst>
              </p:cNvPr>
              <p:cNvSpPr/>
              <p:nvPr/>
            </p:nvSpPr>
            <p:spPr>
              <a:xfrm>
                <a:off x="2611716" y="4002209"/>
                <a:ext cx="188226" cy="109382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8" extrusionOk="0">
                    <a:moveTo>
                      <a:pt x="0" y="1027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1">
                <a:extLst>
                  <a:ext uri="{FF2B5EF4-FFF2-40B4-BE49-F238E27FC236}">
                    <a16:creationId xmlns:a16="http://schemas.microsoft.com/office/drawing/2014/main" id="{035409EB-3D5C-B246-0FC0-97BFA535F76A}"/>
                  </a:ext>
                </a:extLst>
              </p:cNvPr>
              <p:cNvSpPr/>
              <p:nvPr/>
            </p:nvSpPr>
            <p:spPr>
              <a:xfrm>
                <a:off x="2611716" y="4002209"/>
                <a:ext cx="188226" cy="109382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8" fill="none" extrusionOk="0">
                    <a:moveTo>
                      <a:pt x="0" y="1027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1">
                <a:extLst>
                  <a:ext uri="{FF2B5EF4-FFF2-40B4-BE49-F238E27FC236}">
                    <a16:creationId xmlns:a16="http://schemas.microsoft.com/office/drawing/2014/main" id="{7448F6F5-8277-CF74-E5F3-9692375C8767}"/>
                  </a:ext>
                </a:extLst>
              </p:cNvPr>
              <p:cNvSpPr/>
              <p:nvPr/>
            </p:nvSpPr>
            <p:spPr>
              <a:xfrm>
                <a:off x="2640870" y="4018914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9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1">
                <a:extLst>
                  <a:ext uri="{FF2B5EF4-FFF2-40B4-BE49-F238E27FC236}">
                    <a16:creationId xmlns:a16="http://schemas.microsoft.com/office/drawing/2014/main" id="{5712C122-B6CB-8F6A-1FE4-348B44710A39}"/>
                  </a:ext>
                </a:extLst>
              </p:cNvPr>
              <p:cNvSpPr/>
              <p:nvPr/>
            </p:nvSpPr>
            <p:spPr>
              <a:xfrm>
                <a:off x="2640870" y="4018914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9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1">
                <a:extLst>
                  <a:ext uri="{FF2B5EF4-FFF2-40B4-BE49-F238E27FC236}">
                    <a16:creationId xmlns:a16="http://schemas.microsoft.com/office/drawing/2014/main" id="{9ACEBA2C-D342-97B7-FAAC-041992F785AF}"/>
                  </a:ext>
                </a:extLst>
              </p:cNvPr>
              <p:cNvSpPr/>
              <p:nvPr/>
            </p:nvSpPr>
            <p:spPr>
              <a:xfrm>
                <a:off x="2231537" y="3884633"/>
                <a:ext cx="677039" cy="390178"/>
              </a:xfrm>
              <a:custGeom>
                <a:avLst/>
                <a:gdLst/>
                <a:ahLst/>
                <a:cxnLst/>
                <a:rect l="l" t="t" r="r" b="b"/>
                <a:pathLst>
                  <a:path w="6363" h="3667" extrusionOk="0">
                    <a:moveTo>
                      <a:pt x="2592" y="0"/>
                    </a:moveTo>
                    <a:cubicBezTo>
                      <a:pt x="2549" y="0"/>
                      <a:pt x="2506" y="9"/>
                      <a:pt x="2474" y="27"/>
                    </a:cubicBezTo>
                    <a:lnTo>
                      <a:pt x="878" y="954"/>
                    </a:lnTo>
                    <a:lnTo>
                      <a:pt x="66" y="1428"/>
                    </a:lnTo>
                    <a:cubicBezTo>
                      <a:pt x="0" y="1464"/>
                      <a:pt x="0" y="1528"/>
                      <a:pt x="66" y="1564"/>
                    </a:cubicBezTo>
                    <a:lnTo>
                      <a:pt x="325" y="1716"/>
                    </a:lnTo>
                    <a:lnTo>
                      <a:pt x="461" y="1637"/>
                    </a:lnTo>
                    <a:cubicBezTo>
                      <a:pt x="432" y="1594"/>
                      <a:pt x="440" y="1544"/>
                      <a:pt x="497" y="1508"/>
                    </a:cubicBezTo>
                    <a:cubicBezTo>
                      <a:pt x="537" y="1486"/>
                      <a:pt x="585" y="1475"/>
                      <a:pt x="633" y="1475"/>
                    </a:cubicBezTo>
                    <a:cubicBezTo>
                      <a:pt x="682" y="1475"/>
                      <a:pt x="730" y="1486"/>
                      <a:pt x="770" y="1508"/>
                    </a:cubicBezTo>
                    <a:cubicBezTo>
                      <a:pt x="842" y="1551"/>
                      <a:pt x="842" y="1623"/>
                      <a:pt x="770" y="1666"/>
                    </a:cubicBezTo>
                    <a:cubicBezTo>
                      <a:pt x="734" y="1688"/>
                      <a:pt x="687" y="1699"/>
                      <a:pt x="639" y="1699"/>
                    </a:cubicBezTo>
                    <a:cubicBezTo>
                      <a:pt x="610" y="1699"/>
                      <a:pt x="581" y="1695"/>
                      <a:pt x="554" y="1687"/>
                    </a:cubicBezTo>
                    <a:lnTo>
                      <a:pt x="411" y="1766"/>
                    </a:lnTo>
                    <a:lnTo>
                      <a:pt x="922" y="2061"/>
                    </a:lnTo>
                    <a:lnTo>
                      <a:pt x="1058" y="1982"/>
                    </a:lnTo>
                    <a:cubicBezTo>
                      <a:pt x="1022" y="1939"/>
                      <a:pt x="1035" y="1889"/>
                      <a:pt x="1094" y="1853"/>
                    </a:cubicBezTo>
                    <a:cubicBezTo>
                      <a:pt x="1129" y="1831"/>
                      <a:pt x="1178" y="1820"/>
                      <a:pt x="1227" y="1820"/>
                    </a:cubicBezTo>
                    <a:cubicBezTo>
                      <a:pt x="1276" y="1820"/>
                      <a:pt x="1327" y="1831"/>
                      <a:pt x="1367" y="1853"/>
                    </a:cubicBezTo>
                    <a:cubicBezTo>
                      <a:pt x="1439" y="1896"/>
                      <a:pt x="1439" y="1968"/>
                      <a:pt x="1367" y="2011"/>
                    </a:cubicBezTo>
                    <a:cubicBezTo>
                      <a:pt x="1331" y="2033"/>
                      <a:pt x="1281" y="2044"/>
                      <a:pt x="1231" y="2044"/>
                    </a:cubicBezTo>
                    <a:cubicBezTo>
                      <a:pt x="1201" y="2044"/>
                      <a:pt x="1171" y="2040"/>
                      <a:pt x="1144" y="2032"/>
                    </a:cubicBezTo>
                    <a:lnTo>
                      <a:pt x="1008" y="2111"/>
                    </a:lnTo>
                    <a:lnTo>
                      <a:pt x="1518" y="2406"/>
                    </a:lnTo>
                    <a:lnTo>
                      <a:pt x="1655" y="2327"/>
                    </a:lnTo>
                    <a:cubicBezTo>
                      <a:pt x="1618" y="2284"/>
                      <a:pt x="1632" y="2234"/>
                      <a:pt x="1691" y="2198"/>
                    </a:cubicBezTo>
                    <a:cubicBezTo>
                      <a:pt x="1726" y="2176"/>
                      <a:pt x="1775" y="2165"/>
                      <a:pt x="1823" y="2165"/>
                    </a:cubicBezTo>
                    <a:cubicBezTo>
                      <a:pt x="1872" y="2165"/>
                      <a:pt x="1920" y="2176"/>
                      <a:pt x="1957" y="2198"/>
                    </a:cubicBezTo>
                    <a:cubicBezTo>
                      <a:pt x="2036" y="2241"/>
                      <a:pt x="2036" y="2313"/>
                      <a:pt x="1964" y="2356"/>
                    </a:cubicBezTo>
                    <a:cubicBezTo>
                      <a:pt x="1923" y="2377"/>
                      <a:pt x="1875" y="2386"/>
                      <a:pt x="1828" y="2386"/>
                    </a:cubicBezTo>
                    <a:cubicBezTo>
                      <a:pt x="1798" y="2386"/>
                      <a:pt x="1768" y="2382"/>
                      <a:pt x="1741" y="2377"/>
                    </a:cubicBezTo>
                    <a:lnTo>
                      <a:pt x="1605" y="2456"/>
                    </a:lnTo>
                    <a:lnTo>
                      <a:pt x="2114" y="2751"/>
                    </a:lnTo>
                    <a:lnTo>
                      <a:pt x="2252" y="2665"/>
                    </a:lnTo>
                    <a:cubicBezTo>
                      <a:pt x="2215" y="2629"/>
                      <a:pt x="2229" y="2579"/>
                      <a:pt x="2286" y="2543"/>
                    </a:cubicBezTo>
                    <a:cubicBezTo>
                      <a:pt x="2322" y="2521"/>
                      <a:pt x="2371" y="2510"/>
                      <a:pt x="2420" y="2510"/>
                    </a:cubicBezTo>
                    <a:cubicBezTo>
                      <a:pt x="2469" y="2510"/>
                      <a:pt x="2517" y="2521"/>
                      <a:pt x="2554" y="2543"/>
                    </a:cubicBezTo>
                    <a:cubicBezTo>
                      <a:pt x="2631" y="2586"/>
                      <a:pt x="2631" y="2658"/>
                      <a:pt x="2554" y="2701"/>
                    </a:cubicBezTo>
                    <a:cubicBezTo>
                      <a:pt x="2518" y="2718"/>
                      <a:pt x="2472" y="2727"/>
                      <a:pt x="2426" y="2727"/>
                    </a:cubicBezTo>
                    <a:cubicBezTo>
                      <a:pt x="2396" y="2727"/>
                      <a:pt x="2366" y="2723"/>
                      <a:pt x="2338" y="2715"/>
                    </a:cubicBezTo>
                    <a:lnTo>
                      <a:pt x="2200" y="2801"/>
                    </a:lnTo>
                    <a:lnTo>
                      <a:pt x="2704" y="3089"/>
                    </a:lnTo>
                    <a:lnTo>
                      <a:pt x="2847" y="3010"/>
                    </a:lnTo>
                    <a:cubicBezTo>
                      <a:pt x="2812" y="2967"/>
                      <a:pt x="2819" y="2917"/>
                      <a:pt x="2883" y="2888"/>
                    </a:cubicBezTo>
                    <a:cubicBezTo>
                      <a:pt x="2919" y="2866"/>
                      <a:pt x="2968" y="2855"/>
                      <a:pt x="3016" y="2855"/>
                    </a:cubicBezTo>
                    <a:cubicBezTo>
                      <a:pt x="3065" y="2855"/>
                      <a:pt x="3113" y="2866"/>
                      <a:pt x="3149" y="2888"/>
                    </a:cubicBezTo>
                    <a:cubicBezTo>
                      <a:pt x="3228" y="2931"/>
                      <a:pt x="3228" y="2995"/>
                      <a:pt x="3149" y="3038"/>
                    </a:cubicBezTo>
                    <a:cubicBezTo>
                      <a:pt x="3113" y="3060"/>
                      <a:pt x="3065" y="3072"/>
                      <a:pt x="3017" y="3072"/>
                    </a:cubicBezTo>
                    <a:cubicBezTo>
                      <a:pt x="2989" y="3072"/>
                      <a:pt x="2960" y="3068"/>
                      <a:pt x="2933" y="3060"/>
                    </a:cubicBezTo>
                    <a:lnTo>
                      <a:pt x="2797" y="3139"/>
                    </a:lnTo>
                    <a:lnTo>
                      <a:pt x="3300" y="3434"/>
                    </a:lnTo>
                    <a:lnTo>
                      <a:pt x="3437" y="3355"/>
                    </a:lnTo>
                    <a:cubicBezTo>
                      <a:pt x="3407" y="3312"/>
                      <a:pt x="3416" y="3262"/>
                      <a:pt x="3473" y="3226"/>
                    </a:cubicBezTo>
                    <a:cubicBezTo>
                      <a:pt x="3513" y="3204"/>
                      <a:pt x="3563" y="3193"/>
                      <a:pt x="3613" y="3193"/>
                    </a:cubicBezTo>
                    <a:cubicBezTo>
                      <a:pt x="3662" y="3193"/>
                      <a:pt x="3710" y="3204"/>
                      <a:pt x="3746" y="3226"/>
                    </a:cubicBezTo>
                    <a:cubicBezTo>
                      <a:pt x="3818" y="3269"/>
                      <a:pt x="3818" y="3340"/>
                      <a:pt x="3746" y="3383"/>
                    </a:cubicBezTo>
                    <a:cubicBezTo>
                      <a:pt x="3710" y="3406"/>
                      <a:pt x="3662" y="3417"/>
                      <a:pt x="3614" y="3417"/>
                    </a:cubicBezTo>
                    <a:cubicBezTo>
                      <a:pt x="3586" y="3417"/>
                      <a:pt x="3557" y="3413"/>
                      <a:pt x="3530" y="3405"/>
                    </a:cubicBezTo>
                    <a:lnTo>
                      <a:pt x="3394" y="3484"/>
                    </a:lnTo>
                    <a:lnTo>
                      <a:pt x="3652" y="3635"/>
                    </a:lnTo>
                    <a:cubicBezTo>
                      <a:pt x="3685" y="3656"/>
                      <a:pt x="3727" y="3667"/>
                      <a:pt x="3768" y="3667"/>
                    </a:cubicBezTo>
                    <a:cubicBezTo>
                      <a:pt x="3809" y="3667"/>
                      <a:pt x="3850" y="3656"/>
                      <a:pt x="3882" y="3635"/>
                    </a:cubicBezTo>
                    <a:lnTo>
                      <a:pt x="6297" y="2234"/>
                    </a:lnTo>
                    <a:cubicBezTo>
                      <a:pt x="6363" y="2198"/>
                      <a:pt x="6363" y="2141"/>
                      <a:pt x="6297" y="2098"/>
                    </a:cubicBezTo>
                    <a:lnTo>
                      <a:pt x="5636" y="1716"/>
                    </a:lnTo>
                    <a:lnTo>
                      <a:pt x="5234" y="1485"/>
                    </a:lnTo>
                    <a:lnTo>
                      <a:pt x="4960" y="1328"/>
                    </a:lnTo>
                    <a:lnTo>
                      <a:pt x="4687" y="1169"/>
                    </a:lnTo>
                    <a:lnTo>
                      <a:pt x="4415" y="1011"/>
                    </a:lnTo>
                    <a:lnTo>
                      <a:pt x="4141" y="854"/>
                    </a:lnTo>
                    <a:lnTo>
                      <a:pt x="3868" y="695"/>
                    </a:lnTo>
                    <a:lnTo>
                      <a:pt x="3595" y="536"/>
                    </a:lnTo>
                    <a:lnTo>
                      <a:pt x="3321" y="379"/>
                    </a:lnTo>
                    <a:lnTo>
                      <a:pt x="3042" y="221"/>
                    </a:lnTo>
                    <a:lnTo>
                      <a:pt x="2769" y="62"/>
                    </a:lnTo>
                    <a:lnTo>
                      <a:pt x="2710" y="27"/>
                    </a:lnTo>
                    <a:cubicBezTo>
                      <a:pt x="2679" y="9"/>
                      <a:pt x="2635" y="0"/>
                      <a:pt x="25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1">
                <a:extLst>
                  <a:ext uri="{FF2B5EF4-FFF2-40B4-BE49-F238E27FC236}">
                    <a16:creationId xmlns:a16="http://schemas.microsoft.com/office/drawing/2014/main" id="{A44C5330-998D-A5FE-2F6B-7A2C666843DB}"/>
                  </a:ext>
                </a:extLst>
              </p:cNvPr>
              <p:cNvSpPr/>
              <p:nvPr/>
            </p:nvSpPr>
            <p:spPr>
              <a:xfrm>
                <a:off x="2337089" y="3920385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0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1">
                <a:extLst>
                  <a:ext uri="{FF2B5EF4-FFF2-40B4-BE49-F238E27FC236}">
                    <a16:creationId xmlns:a16="http://schemas.microsoft.com/office/drawing/2014/main" id="{7EE34534-DDD8-378C-0611-FFC06378A90A}"/>
                  </a:ext>
                </a:extLst>
              </p:cNvPr>
              <p:cNvSpPr/>
              <p:nvPr/>
            </p:nvSpPr>
            <p:spPr>
              <a:xfrm>
                <a:off x="2337089" y="3920385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0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1">
                <a:extLst>
                  <a:ext uri="{FF2B5EF4-FFF2-40B4-BE49-F238E27FC236}">
                    <a16:creationId xmlns:a16="http://schemas.microsoft.com/office/drawing/2014/main" id="{BE332DD2-E4A6-FC8A-AB2A-168A64F779A0}"/>
                  </a:ext>
                </a:extLst>
              </p:cNvPr>
              <p:cNvSpPr/>
              <p:nvPr/>
            </p:nvSpPr>
            <p:spPr>
              <a:xfrm>
                <a:off x="2366243" y="393709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41">
                <a:extLst>
                  <a:ext uri="{FF2B5EF4-FFF2-40B4-BE49-F238E27FC236}">
                    <a16:creationId xmlns:a16="http://schemas.microsoft.com/office/drawing/2014/main" id="{87D5A52F-A385-8725-96C8-5E293CC351C1}"/>
                  </a:ext>
                </a:extLst>
              </p:cNvPr>
              <p:cNvSpPr/>
              <p:nvPr/>
            </p:nvSpPr>
            <p:spPr>
              <a:xfrm>
                <a:off x="2366243" y="393709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41">
                <a:extLst>
                  <a:ext uri="{FF2B5EF4-FFF2-40B4-BE49-F238E27FC236}">
                    <a16:creationId xmlns:a16="http://schemas.microsoft.com/office/drawing/2014/main" id="{B4B873C6-849A-863C-D4EA-916D3B96FD68}"/>
                  </a:ext>
                </a:extLst>
              </p:cNvPr>
              <p:cNvSpPr/>
              <p:nvPr/>
            </p:nvSpPr>
            <p:spPr>
              <a:xfrm>
                <a:off x="2395291" y="3953902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1">
                <a:extLst>
                  <a:ext uri="{FF2B5EF4-FFF2-40B4-BE49-F238E27FC236}">
                    <a16:creationId xmlns:a16="http://schemas.microsoft.com/office/drawing/2014/main" id="{24A6B3E7-F9FF-FEC9-B845-40606CC50852}"/>
                  </a:ext>
                </a:extLst>
              </p:cNvPr>
              <p:cNvSpPr/>
              <p:nvPr/>
            </p:nvSpPr>
            <p:spPr>
              <a:xfrm>
                <a:off x="2395291" y="3953902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1">
                <a:extLst>
                  <a:ext uri="{FF2B5EF4-FFF2-40B4-BE49-F238E27FC236}">
                    <a16:creationId xmlns:a16="http://schemas.microsoft.com/office/drawing/2014/main" id="{C16AC8D9-0ED6-2B08-0ED6-1CFE8899835E}"/>
                  </a:ext>
                </a:extLst>
              </p:cNvPr>
              <p:cNvSpPr/>
              <p:nvPr/>
            </p:nvSpPr>
            <p:spPr>
              <a:xfrm>
                <a:off x="2424233" y="397082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9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1">
                <a:extLst>
                  <a:ext uri="{FF2B5EF4-FFF2-40B4-BE49-F238E27FC236}">
                    <a16:creationId xmlns:a16="http://schemas.microsoft.com/office/drawing/2014/main" id="{23870958-B5F5-23F1-3E1D-AE4E20B650C5}"/>
                  </a:ext>
                </a:extLst>
              </p:cNvPr>
              <p:cNvSpPr/>
              <p:nvPr/>
            </p:nvSpPr>
            <p:spPr>
              <a:xfrm>
                <a:off x="2424233" y="397082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9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1">
                <a:extLst>
                  <a:ext uri="{FF2B5EF4-FFF2-40B4-BE49-F238E27FC236}">
                    <a16:creationId xmlns:a16="http://schemas.microsoft.com/office/drawing/2014/main" id="{8606B42D-0429-B0D0-8F9F-F62B5EE41116}"/>
                  </a:ext>
                </a:extLst>
              </p:cNvPr>
              <p:cNvSpPr/>
              <p:nvPr/>
            </p:nvSpPr>
            <p:spPr>
              <a:xfrm>
                <a:off x="2484777" y="3987525"/>
                <a:ext cx="156944" cy="91187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857" extrusionOk="0">
                    <a:moveTo>
                      <a:pt x="1474" y="1"/>
                    </a:moveTo>
                    <a:lnTo>
                      <a:pt x="1" y="856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41">
                <a:extLst>
                  <a:ext uri="{FF2B5EF4-FFF2-40B4-BE49-F238E27FC236}">
                    <a16:creationId xmlns:a16="http://schemas.microsoft.com/office/drawing/2014/main" id="{58EE6C97-3A6D-A454-94E2-4757E32F41F2}"/>
                  </a:ext>
                </a:extLst>
              </p:cNvPr>
              <p:cNvSpPr/>
              <p:nvPr/>
            </p:nvSpPr>
            <p:spPr>
              <a:xfrm>
                <a:off x="2484777" y="3987525"/>
                <a:ext cx="156944" cy="91187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857" fill="none" extrusionOk="0">
                    <a:moveTo>
                      <a:pt x="1474" y="1"/>
                    </a:moveTo>
                    <a:lnTo>
                      <a:pt x="1" y="856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41">
                <a:extLst>
                  <a:ext uri="{FF2B5EF4-FFF2-40B4-BE49-F238E27FC236}">
                    <a16:creationId xmlns:a16="http://schemas.microsoft.com/office/drawing/2014/main" id="{EEE61256-6651-5298-3090-2C8EBE4D758E}"/>
                  </a:ext>
                </a:extLst>
              </p:cNvPr>
              <p:cNvSpPr/>
              <p:nvPr/>
            </p:nvSpPr>
            <p:spPr>
              <a:xfrm>
                <a:off x="2453388" y="4078607"/>
                <a:ext cx="31495" cy="18408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3" extrusionOk="0">
                    <a:moveTo>
                      <a:pt x="296" y="0"/>
                    </a:moveTo>
                    <a:lnTo>
                      <a:pt x="1" y="173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41">
                <a:extLst>
                  <a:ext uri="{FF2B5EF4-FFF2-40B4-BE49-F238E27FC236}">
                    <a16:creationId xmlns:a16="http://schemas.microsoft.com/office/drawing/2014/main" id="{70D5E11B-3273-6242-A445-876445B31DF9}"/>
                  </a:ext>
                </a:extLst>
              </p:cNvPr>
              <p:cNvSpPr/>
              <p:nvPr/>
            </p:nvSpPr>
            <p:spPr>
              <a:xfrm>
                <a:off x="2453388" y="4078607"/>
                <a:ext cx="31495" cy="18408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3" fill="none" extrusionOk="0">
                    <a:moveTo>
                      <a:pt x="296" y="0"/>
                    </a:moveTo>
                    <a:lnTo>
                      <a:pt x="1" y="173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41">
                <a:extLst>
                  <a:ext uri="{FF2B5EF4-FFF2-40B4-BE49-F238E27FC236}">
                    <a16:creationId xmlns:a16="http://schemas.microsoft.com/office/drawing/2014/main" id="{FC5B786E-6CAA-D086-AD43-AB2C51591A51}"/>
                  </a:ext>
                </a:extLst>
              </p:cNvPr>
              <p:cNvSpPr/>
              <p:nvPr/>
            </p:nvSpPr>
            <p:spPr>
              <a:xfrm>
                <a:off x="2482436" y="4004443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41">
                <a:extLst>
                  <a:ext uri="{FF2B5EF4-FFF2-40B4-BE49-F238E27FC236}">
                    <a16:creationId xmlns:a16="http://schemas.microsoft.com/office/drawing/2014/main" id="{DD16FF9C-2C4F-F4B8-08CB-E9CD0FC9B6BD}"/>
                  </a:ext>
                </a:extLst>
              </p:cNvPr>
              <p:cNvSpPr/>
              <p:nvPr/>
            </p:nvSpPr>
            <p:spPr>
              <a:xfrm>
                <a:off x="2482436" y="4004443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41">
                <a:extLst>
                  <a:ext uri="{FF2B5EF4-FFF2-40B4-BE49-F238E27FC236}">
                    <a16:creationId xmlns:a16="http://schemas.microsoft.com/office/drawing/2014/main" id="{189A0443-05CD-92DC-3B6E-A8E1D59C56B2}"/>
                  </a:ext>
                </a:extLst>
              </p:cNvPr>
              <p:cNvSpPr/>
              <p:nvPr/>
            </p:nvSpPr>
            <p:spPr>
              <a:xfrm>
                <a:off x="2511484" y="4022000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41">
                <a:extLst>
                  <a:ext uri="{FF2B5EF4-FFF2-40B4-BE49-F238E27FC236}">
                    <a16:creationId xmlns:a16="http://schemas.microsoft.com/office/drawing/2014/main" id="{F559C7E9-A438-676D-55FA-691839293CB4}"/>
                  </a:ext>
                </a:extLst>
              </p:cNvPr>
              <p:cNvSpPr/>
              <p:nvPr/>
            </p:nvSpPr>
            <p:spPr>
              <a:xfrm>
                <a:off x="2511484" y="4022000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41">
                <a:extLst>
                  <a:ext uri="{FF2B5EF4-FFF2-40B4-BE49-F238E27FC236}">
                    <a16:creationId xmlns:a16="http://schemas.microsoft.com/office/drawing/2014/main" id="{F45BFE63-B93C-0F52-E0DD-C815152734A2}"/>
                  </a:ext>
                </a:extLst>
              </p:cNvPr>
              <p:cNvSpPr/>
              <p:nvPr/>
            </p:nvSpPr>
            <p:spPr>
              <a:xfrm>
                <a:off x="2540638" y="4038918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extrusionOk="0">
                    <a:moveTo>
                      <a:pt x="0" y="1020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41">
                <a:extLst>
                  <a:ext uri="{FF2B5EF4-FFF2-40B4-BE49-F238E27FC236}">
                    <a16:creationId xmlns:a16="http://schemas.microsoft.com/office/drawing/2014/main" id="{C992467F-B75E-497C-9012-B679207F979D}"/>
                  </a:ext>
                </a:extLst>
              </p:cNvPr>
              <p:cNvSpPr/>
              <p:nvPr/>
            </p:nvSpPr>
            <p:spPr>
              <a:xfrm>
                <a:off x="2540638" y="4038918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fill="none" extrusionOk="0">
                    <a:moveTo>
                      <a:pt x="0" y="1020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41">
                <a:extLst>
                  <a:ext uri="{FF2B5EF4-FFF2-40B4-BE49-F238E27FC236}">
                    <a16:creationId xmlns:a16="http://schemas.microsoft.com/office/drawing/2014/main" id="{0280A8F9-C2AD-AA32-6802-DAAC9D1B18A2}"/>
                  </a:ext>
                </a:extLst>
              </p:cNvPr>
              <p:cNvSpPr/>
              <p:nvPr/>
            </p:nvSpPr>
            <p:spPr>
              <a:xfrm>
                <a:off x="2569580" y="4055623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extrusionOk="0">
                    <a:moveTo>
                      <a:pt x="1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41">
                <a:extLst>
                  <a:ext uri="{FF2B5EF4-FFF2-40B4-BE49-F238E27FC236}">
                    <a16:creationId xmlns:a16="http://schemas.microsoft.com/office/drawing/2014/main" id="{5C58621F-9276-C23C-158C-4122AC8C1F47}"/>
                  </a:ext>
                </a:extLst>
              </p:cNvPr>
              <p:cNvSpPr/>
              <p:nvPr/>
            </p:nvSpPr>
            <p:spPr>
              <a:xfrm>
                <a:off x="2569580" y="4055623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fill="none" extrusionOk="0">
                    <a:moveTo>
                      <a:pt x="1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41">
                <a:extLst>
                  <a:ext uri="{FF2B5EF4-FFF2-40B4-BE49-F238E27FC236}">
                    <a16:creationId xmlns:a16="http://schemas.microsoft.com/office/drawing/2014/main" id="{2B8EFABE-86FC-0B8A-694D-28DB49E3EDFB}"/>
                  </a:ext>
                </a:extLst>
              </p:cNvPr>
              <p:cNvSpPr/>
              <p:nvPr/>
            </p:nvSpPr>
            <p:spPr>
              <a:xfrm>
                <a:off x="2598628" y="407254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2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41">
                <a:extLst>
                  <a:ext uri="{FF2B5EF4-FFF2-40B4-BE49-F238E27FC236}">
                    <a16:creationId xmlns:a16="http://schemas.microsoft.com/office/drawing/2014/main" id="{D9A9D95D-53D8-5A26-5FEB-39933FE8895C}"/>
                  </a:ext>
                </a:extLst>
              </p:cNvPr>
              <p:cNvSpPr/>
              <p:nvPr/>
            </p:nvSpPr>
            <p:spPr>
              <a:xfrm>
                <a:off x="2598628" y="407254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2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41">
                <a:extLst>
                  <a:ext uri="{FF2B5EF4-FFF2-40B4-BE49-F238E27FC236}">
                    <a16:creationId xmlns:a16="http://schemas.microsoft.com/office/drawing/2014/main" id="{4BE6B1C6-25CF-468E-D975-8C377932C6E6}"/>
                  </a:ext>
                </a:extLst>
              </p:cNvPr>
              <p:cNvSpPr/>
              <p:nvPr/>
            </p:nvSpPr>
            <p:spPr>
              <a:xfrm>
                <a:off x="2627783" y="4089460"/>
                <a:ext cx="188332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41">
                <a:extLst>
                  <a:ext uri="{FF2B5EF4-FFF2-40B4-BE49-F238E27FC236}">
                    <a16:creationId xmlns:a16="http://schemas.microsoft.com/office/drawing/2014/main" id="{B586AABF-D625-E4FA-0342-5B1C92A5D4ED}"/>
                  </a:ext>
                </a:extLst>
              </p:cNvPr>
              <p:cNvSpPr/>
              <p:nvPr/>
            </p:nvSpPr>
            <p:spPr>
              <a:xfrm>
                <a:off x="2627783" y="4089460"/>
                <a:ext cx="188332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41">
                <a:extLst>
                  <a:ext uri="{FF2B5EF4-FFF2-40B4-BE49-F238E27FC236}">
                    <a16:creationId xmlns:a16="http://schemas.microsoft.com/office/drawing/2014/main" id="{000269F1-AE50-FC38-1C17-64B4D7B0547D}"/>
                  </a:ext>
                </a:extLst>
              </p:cNvPr>
              <p:cNvSpPr/>
              <p:nvPr/>
            </p:nvSpPr>
            <p:spPr>
              <a:xfrm>
                <a:off x="2656831" y="4106059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41">
                <a:extLst>
                  <a:ext uri="{FF2B5EF4-FFF2-40B4-BE49-F238E27FC236}">
                    <a16:creationId xmlns:a16="http://schemas.microsoft.com/office/drawing/2014/main" id="{8D51FE50-4AFB-8CEF-06B3-EC2225459C8E}"/>
                  </a:ext>
                </a:extLst>
              </p:cNvPr>
              <p:cNvSpPr/>
              <p:nvPr/>
            </p:nvSpPr>
            <p:spPr>
              <a:xfrm>
                <a:off x="2656831" y="4106059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41">
                <a:extLst>
                  <a:ext uri="{FF2B5EF4-FFF2-40B4-BE49-F238E27FC236}">
                    <a16:creationId xmlns:a16="http://schemas.microsoft.com/office/drawing/2014/main" id="{02576447-BB5F-373F-40C4-BAD2D0020CE1}"/>
                  </a:ext>
                </a:extLst>
              </p:cNvPr>
              <p:cNvSpPr/>
              <p:nvPr/>
            </p:nvSpPr>
            <p:spPr>
              <a:xfrm>
                <a:off x="2653000" y="3759078"/>
                <a:ext cx="677784" cy="389859"/>
              </a:xfrm>
              <a:custGeom>
                <a:avLst/>
                <a:gdLst/>
                <a:ahLst/>
                <a:cxnLst/>
                <a:rect l="l" t="t" r="r" b="b"/>
                <a:pathLst>
                  <a:path w="6370" h="3664" extrusionOk="0">
                    <a:moveTo>
                      <a:pt x="2596" y="0"/>
                    </a:moveTo>
                    <a:cubicBezTo>
                      <a:pt x="2554" y="0"/>
                      <a:pt x="2513" y="9"/>
                      <a:pt x="2481" y="27"/>
                    </a:cubicBezTo>
                    <a:lnTo>
                      <a:pt x="540" y="1156"/>
                    </a:lnTo>
                    <a:lnTo>
                      <a:pt x="318" y="1285"/>
                    </a:lnTo>
                    <a:cubicBezTo>
                      <a:pt x="302" y="1301"/>
                      <a:pt x="295" y="1307"/>
                      <a:pt x="281" y="1314"/>
                    </a:cubicBezTo>
                    <a:cubicBezTo>
                      <a:pt x="266" y="1321"/>
                      <a:pt x="259" y="1328"/>
                      <a:pt x="238" y="1328"/>
                    </a:cubicBezTo>
                    <a:lnTo>
                      <a:pt x="66" y="1430"/>
                    </a:lnTo>
                    <a:cubicBezTo>
                      <a:pt x="0" y="1466"/>
                      <a:pt x="0" y="1530"/>
                      <a:pt x="66" y="1566"/>
                    </a:cubicBezTo>
                    <a:lnTo>
                      <a:pt x="252" y="1673"/>
                    </a:lnTo>
                    <a:lnTo>
                      <a:pt x="331" y="1716"/>
                    </a:lnTo>
                    <a:lnTo>
                      <a:pt x="468" y="1639"/>
                    </a:lnTo>
                    <a:cubicBezTo>
                      <a:pt x="431" y="1596"/>
                      <a:pt x="447" y="1544"/>
                      <a:pt x="504" y="1509"/>
                    </a:cubicBezTo>
                    <a:cubicBezTo>
                      <a:pt x="539" y="1491"/>
                      <a:pt x="584" y="1478"/>
                      <a:pt x="627" y="1478"/>
                    </a:cubicBezTo>
                    <a:cubicBezTo>
                      <a:pt x="636" y="1478"/>
                      <a:pt x="645" y="1479"/>
                      <a:pt x="654" y="1480"/>
                    </a:cubicBezTo>
                    <a:cubicBezTo>
                      <a:pt x="697" y="1480"/>
                      <a:pt x="740" y="1494"/>
                      <a:pt x="770" y="1509"/>
                    </a:cubicBezTo>
                    <a:cubicBezTo>
                      <a:pt x="849" y="1552"/>
                      <a:pt x="849" y="1623"/>
                      <a:pt x="777" y="1666"/>
                    </a:cubicBezTo>
                    <a:cubicBezTo>
                      <a:pt x="756" y="1673"/>
                      <a:pt x="740" y="1682"/>
                      <a:pt x="720" y="1689"/>
                    </a:cubicBezTo>
                    <a:cubicBezTo>
                      <a:pt x="695" y="1696"/>
                      <a:pt x="667" y="1699"/>
                      <a:pt x="639" y="1699"/>
                    </a:cubicBezTo>
                    <a:cubicBezTo>
                      <a:pt x="611" y="1699"/>
                      <a:pt x="582" y="1696"/>
                      <a:pt x="554" y="1689"/>
                    </a:cubicBezTo>
                    <a:lnTo>
                      <a:pt x="418" y="1768"/>
                    </a:lnTo>
                    <a:lnTo>
                      <a:pt x="525" y="1832"/>
                    </a:lnTo>
                    <a:lnTo>
                      <a:pt x="806" y="1991"/>
                    </a:lnTo>
                    <a:lnTo>
                      <a:pt x="928" y="2061"/>
                    </a:lnTo>
                    <a:lnTo>
                      <a:pt x="1065" y="1984"/>
                    </a:lnTo>
                    <a:cubicBezTo>
                      <a:pt x="1028" y="1941"/>
                      <a:pt x="1042" y="1889"/>
                      <a:pt x="1101" y="1854"/>
                    </a:cubicBezTo>
                    <a:cubicBezTo>
                      <a:pt x="1131" y="1836"/>
                      <a:pt x="1175" y="1823"/>
                      <a:pt x="1221" y="1823"/>
                    </a:cubicBezTo>
                    <a:cubicBezTo>
                      <a:pt x="1231" y="1823"/>
                      <a:pt x="1241" y="1824"/>
                      <a:pt x="1251" y="1825"/>
                    </a:cubicBezTo>
                    <a:cubicBezTo>
                      <a:pt x="1294" y="1825"/>
                      <a:pt x="1337" y="1832"/>
                      <a:pt x="1366" y="1854"/>
                    </a:cubicBezTo>
                    <a:cubicBezTo>
                      <a:pt x="1446" y="1897"/>
                      <a:pt x="1446" y="1968"/>
                      <a:pt x="1366" y="2011"/>
                    </a:cubicBezTo>
                    <a:cubicBezTo>
                      <a:pt x="1353" y="2018"/>
                      <a:pt x="1337" y="2027"/>
                      <a:pt x="1316" y="2034"/>
                    </a:cubicBezTo>
                    <a:cubicBezTo>
                      <a:pt x="1291" y="2041"/>
                      <a:pt x="1263" y="2044"/>
                      <a:pt x="1234" y="2044"/>
                    </a:cubicBezTo>
                    <a:cubicBezTo>
                      <a:pt x="1205" y="2044"/>
                      <a:pt x="1176" y="2041"/>
                      <a:pt x="1151" y="2034"/>
                    </a:cubicBezTo>
                    <a:lnTo>
                      <a:pt x="1015" y="2113"/>
                    </a:lnTo>
                    <a:lnTo>
                      <a:pt x="1078" y="2148"/>
                    </a:lnTo>
                    <a:lnTo>
                      <a:pt x="1353" y="2306"/>
                    </a:lnTo>
                    <a:lnTo>
                      <a:pt x="1517" y="2406"/>
                    </a:lnTo>
                    <a:lnTo>
                      <a:pt x="1661" y="2320"/>
                    </a:lnTo>
                    <a:cubicBezTo>
                      <a:pt x="1625" y="2286"/>
                      <a:pt x="1632" y="2234"/>
                      <a:pt x="1698" y="2199"/>
                    </a:cubicBezTo>
                    <a:cubicBezTo>
                      <a:pt x="1732" y="2177"/>
                      <a:pt x="1791" y="2163"/>
                      <a:pt x="1841" y="2163"/>
                    </a:cubicBezTo>
                    <a:cubicBezTo>
                      <a:pt x="1884" y="2170"/>
                      <a:pt x="1927" y="2177"/>
                      <a:pt x="1963" y="2199"/>
                    </a:cubicBezTo>
                    <a:cubicBezTo>
                      <a:pt x="2043" y="2242"/>
                      <a:pt x="2043" y="2313"/>
                      <a:pt x="1963" y="2356"/>
                    </a:cubicBezTo>
                    <a:cubicBezTo>
                      <a:pt x="1948" y="2363"/>
                      <a:pt x="1927" y="2372"/>
                      <a:pt x="1913" y="2379"/>
                    </a:cubicBezTo>
                    <a:cubicBezTo>
                      <a:pt x="1884" y="2386"/>
                      <a:pt x="1855" y="2389"/>
                      <a:pt x="1827" y="2389"/>
                    </a:cubicBezTo>
                    <a:cubicBezTo>
                      <a:pt x="1799" y="2389"/>
                      <a:pt x="1773" y="2386"/>
                      <a:pt x="1748" y="2379"/>
                    </a:cubicBezTo>
                    <a:lnTo>
                      <a:pt x="1611" y="2458"/>
                    </a:lnTo>
                    <a:lnTo>
                      <a:pt x="1625" y="2465"/>
                    </a:lnTo>
                    <a:lnTo>
                      <a:pt x="2020" y="2694"/>
                    </a:lnTo>
                    <a:lnTo>
                      <a:pt x="2113" y="2744"/>
                    </a:lnTo>
                    <a:lnTo>
                      <a:pt x="2250" y="2665"/>
                    </a:lnTo>
                    <a:cubicBezTo>
                      <a:pt x="2222" y="2631"/>
                      <a:pt x="2229" y="2579"/>
                      <a:pt x="2286" y="2544"/>
                    </a:cubicBezTo>
                    <a:cubicBezTo>
                      <a:pt x="2326" y="2523"/>
                      <a:pt x="2376" y="2512"/>
                      <a:pt x="2426" y="2512"/>
                    </a:cubicBezTo>
                    <a:cubicBezTo>
                      <a:pt x="2475" y="2512"/>
                      <a:pt x="2524" y="2523"/>
                      <a:pt x="2560" y="2544"/>
                    </a:cubicBezTo>
                    <a:cubicBezTo>
                      <a:pt x="2631" y="2587"/>
                      <a:pt x="2631" y="2651"/>
                      <a:pt x="2560" y="2701"/>
                    </a:cubicBezTo>
                    <a:cubicBezTo>
                      <a:pt x="2524" y="2719"/>
                      <a:pt x="2478" y="2729"/>
                      <a:pt x="2432" y="2729"/>
                    </a:cubicBezTo>
                    <a:cubicBezTo>
                      <a:pt x="2402" y="2729"/>
                      <a:pt x="2372" y="2725"/>
                      <a:pt x="2345" y="2717"/>
                    </a:cubicBezTo>
                    <a:lnTo>
                      <a:pt x="2207" y="2803"/>
                    </a:lnTo>
                    <a:lnTo>
                      <a:pt x="2710" y="3089"/>
                    </a:lnTo>
                    <a:lnTo>
                      <a:pt x="2847" y="3010"/>
                    </a:lnTo>
                    <a:cubicBezTo>
                      <a:pt x="2810" y="2967"/>
                      <a:pt x="2826" y="2917"/>
                      <a:pt x="2883" y="2889"/>
                    </a:cubicBezTo>
                    <a:cubicBezTo>
                      <a:pt x="2923" y="2868"/>
                      <a:pt x="2971" y="2857"/>
                      <a:pt x="3020" y="2857"/>
                    </a:cubicBezTo>
                    <a:cubicBezTo>
                      <a:pt x="3068" y="2857"/>
                      <a:pt x="3117" y="2868"/>
                      <a:pt x="3155" y="2889"/>
                    </a:cubicBezTo>
                    <a:cubicBezTo>
                      <a:pt x="3228" y="2932"/>
                      <a:pt x="3228" y="2996"/>
                      <a:pt x="3155" y="3039"/>
                    </a:cubicBezTo>
                    <a:cubicBezTo>
                      <a:pt x="3120" y="3062"/>
                      <a:pt x="3072" y="3073"/>
                      <a:pt x="3024" y="3073"/>
                    </a:cubicBezTo>
                    <a:cubicBezTo>
                      <a:pt x="2995" y="3073"/>
                      <a:pt x="2967" y="3070"/>
                      <a:pt x="2940" y="3062"/>
                    </a:cubicBezTo>
                    <a:lnTo>
                      <a:pt x="2797" y="3140"/>
                    </a:lnTo>
                    <a:lnTo>
                      <a:pt x="3307" y="3434"/>
                    </a:lnTo>
                    <a:lnTo>
                      <a:pt x="3444" y="3355"/>
                    </a:lnTo>
                    <a:cubicBezTo>
                      <a:pt x="3407" y="3312"/>
                      <a:pt x="3423" y="3262"/>
                      <a:pt x="3480" y="3226"/>
                    </a:cubicBezTo>
                    <a:cubicBezTo>
                      <a:pt x="3516" y="3204"/>
                      <a:pt x="3564" y="3193"/>
                      <a:pt x="3613" y="3193"/>
                    </a:cubicBezTo>
                    <a:cubicBezTo>
                      <a:pt x="3663" y="3193"/>
                      <a:pt x="3713" y="3204"/>
                      <a:pt x="3752" y="3226"/>
                    </a:cubicBezTo>
                    <a:cubicBezTo>
                      <a:pt x="3825" y="3269"/>
                      <a:pt x="3825" y="3341"/>
                      <a:pt x="3752" y="3384"/>
                    </a:cubicBezTo>
                    <a:cubicBezTo>
                      <a:pt x="3717" y="3407"/>
                      <a:pt x="3666" y="3418"/>
                      <a:pt x="3616" y="3418"/>
                    </a:cubicBezTo>
                    <a:cubicBezTo>
                      <a:pt x="3586" y="3418"/>
                      <a:pt x="3557" y="3415"/>
                      <a:pt x="3530" y="3407"/>
                    </a:cubicBezTo>
                    <a:lnTo>
                      <a:pt x="3394" y="3485"/>
                    </a:lnTo>
                    <a:lnTo>
                      <a:pt x="3659" y="3636"/>
                    </a:lnTo>
                    <a:cubicBezTo>
                      <a:pt x="3692" y="3654"/>
                      <a:pt x="3733" y="3664"/>
                      <a:pt x="3775" y="3664"/>
                    </a:cubicBezTo>
                    <a:cubicBezTo>
                      <a:pt x="3816" y="3664"/>
                      <a:pt x="3857" y="3654"/>
                      <a:pt x="3889" y="3636"/>
                    </a:cubicBezTo>
                    <a:lnTo>
                      <a:pt x="6304" y="2234"/>
                    </a:lnTo>
                    <a:cubicBezTo>
                      <a:pt x="6369" y="2199"/>
                      <a:pt x="6369" y="2141"/>
                      <a:pt x="6304" y="2098"/>
                    </a:cubicBezTo>
                    <a:lnTo>
                      <a:pt x="2710" y="27"/>
                    </a:lnTo>
                    <a:cubicBezTo>
                      <a:pt x="2678" y="9"/>
                      <a:pt x="2637" y="0"/>
                      <a:pt x="2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1">
                <a:extLst>
                  <a:ext uri="{FF2B5EF4-FFF2-40B4-BE49-F238E27FC236}">
                    <a16:creationId xmlns:a16="http://schemas.microsoft.com/office/drawing/2014/main" id="{C0BFB3DA-BA66-51AD-87FB-53BC2C282DFB}"/>
                  </a:ext>
                </a:extLst>
              </p:cNvPr>
              <p:cNvSpPr/>
              <p:nvPr/>
            </p:nvSpPr>
            <p:spPr>
              <a:xfrm>
                <a:off x="2678324" y="3895806"/>
                <a:ext cx="851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80" h="44" extrusionOk="0">
                    <a:moveTo>
                      <a:pt x="80" y="0"/>
                    </a:moveTo>
                    <a:lnTo>
                      <a:pt x="0" y="43"/>
                    </a:lnTo>
                    <a:cubicBezTo>
                      <a:pt x="21" y="43"/>
                      <a:pt x="28" y="36"/>
                      <a:pt x="43" y="29"/>
                    </a:cubicBezTo>
                    <a:cubicBezTo>
                      <a:pt x="57" y="22"/>
                      <a:pt x="64" y="16"/>
                      <a:pt x="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41">
                <a:extLst>
                  <a:ext uri="{FF2B5EF4-FFF2-40B4-BE49-F238E27FC236}">
                    <a16:creationId xmlns:a16="http://schemas.microsoft.com/office/drawing/2014/main" id="{FD55ED0B-F9C6-6EA5-F232-39B6652A5F13}"/>
                  </a:ext>
                </a:extLst>
              </p:cNvPr>
              <p:cNvSpPr/>
              <p:nvPr/>
            </p:nvSpPr>
            <p:spPr>
              <a:xfrm>
                <a:off x="2759297" y="3794829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1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41">
                <a:extLst>
                  <a:ext uri="{FF2B5EF4-FFF2-40B4-BE49-F238E27FC236}">
                    <a16:creationId xmlns:a16="http://schemas.microsoft.com/office/drawing/2014/main" id="{871AA920-FB94-347E-8436-9250EDF60966}"/>
                  </a:ext>
                </a:extLst>
              </p:cNvPr>
              <p:cNvSpPr/>
              <p:nvPr/>
            </p:nvSpPr>
            <p:spPr>
              <a:xfrm>
                <a:off x="2759297" y="3794829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1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1">
                <a:extLst>
                  <a:ext uri="{FF2B5EF4-FFF2-40B4-BE49-F238E27FC236}">
                    <a16:creationId xmlns:a16="http://schemas.microsoft.com/office/drawing/2014/main" id="{FD7C47A9-6A90-6451-41D7-FFDBAA93EC17}"/>
                  </a:ext>
                </a:extLst>
              </p:cNvPr>
              <p:cNvSpPr/>
              <p:nvPr/>
            </p:nvSpPr>
            <p:spPr>
              <a:xfrm>
                <a:off x="2788452" y="381164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1">
                <a:extLst>
                  <a:ext uri="{FF2B5EF4-FFF2-40B4-BE49-F238E27FC236}">
                    <a16:creationId xmlns:a16="http://schemas.microsoft.com/office/drawing/2014/main" id="{5AABF9E9-A735-216D-6E46-072F53F7B9B1}"/>
                  </a:ext>
                </a:extLst>
              </p:cNvPr>
              <p:cNvSpPr/>
              <p:nvPr/>
            </p:nvSpPr>
            <p:spPr>
              <a:xfrm>
                <a:off x="2788452" y="381164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41">
                <a:extLst>
                  <a:ext uri="{FF2B5EF4-FFF2-40B4-BE49-F238E27FC236}">
                    <a16:creationId xmlns:a16="http://schemas.microsoft.com/office/drawing/2014/main" id="{391DC043-2A70-B31F-1844-28EAA8693FD0}"/>
                  </a:ext>
                </a:extLst>
              </p:cNvPr>
              <p:cNvSpPr/>
              <p:nvPr/>
            </p:nvSpPr>
            <p:spPr>
              <a:xfrm>
                <a:off x="2817393" y="3828559"/>
                <a:ext cx="188332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1" extrusionOk="0">
                    <a:moveTo>
                      <a:pt x="1" y="1020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41">
                <a:extLst>
                  <a:ext uri="{FF2B5EF4-FFF2-40B4-BE49-F238E27FC236}">
                    <a16:creationId xmlns:a16="http://schemas.microsoft.com/office/drawing/2014/main" id="{0573F7F2-8F67-BF8F-EA56-0437060E4BE8}"/>
                  </a:ext>
                </a:extLst>
              </p:cNvPr>
              <p:cNvSpPr/>
              <p:nvPr/>
            </p:nvSpPr>
            <p:spPr>
              <a:xfrm>
                <a:off x="2817393" y="3828559"/>
                <a:ext cx="188332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1" fill="none" extrusionOk="0">
                    <a:moveTo>
                      <a:pt x="1" y="1020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1">
                <a:extLst>
                  <a:ext uri="{FF2B5EF4-FFF2-40B4-BE49-F238E27FC236}">
                    <a16:creationId xmlns:a16="http://schemas.microsoft.com/office/drawing/2014/main" id="{7617F157-950B-5222-3871-39DF1B3808E3}"/>
                  </a:ext>
                </a:extLst>
              </p:cNvPr>
              <p:cNvSpPr/>
              <p:nvPr/>
            </p:nvSpPr>
            <p:spPr>
              <a:xfrm>
                <a:off x="2846441" y="384526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1">
                <a:extLst>
                  <a:ext uri="{FF2B5EF4-FFF2-40B4-BE49-F238E27FC236}">
                    <a16:creationId xmlns:a16="http://schemas.microsoft.com/office/drawing/2014/main" id="{3552DBC7-874F-40E4-64EF-B38069A79C4B}"/>
                  </a:ext>
                </a:extLst>
              </p:cNvPr>
              <p:cNvSpPr/>
              <p:nvPr/>
            </p:nvSpPr>
            <p:spPr>
              <a:xfrm>
                <a:off x="2846441" y="384526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41">
                <a:extLst>
                  <a:ext uri="{FF2B5EF4-FFF2-40B4-BE49-F238E27FC236}">
                    <a16:creationId xmlns:a16="http://schemas.microsoft.com/office/drawing/2014/main" id="{379E4D6F-CA2F-1D53-B044-95980AE5D0F5}"/>
                  </a:ext>
                </a:extLst>
              </p:cNvPr>
              <p:cNvSpPr/>
              <p:nvPr/>
            </p:nvSpPr>
            <p:spPr>
              <a:xfrm>
                <a:off x="2875596" y="3862182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41">
                <a:extLst>
                  <a:ext uri="{FF2B5EF4-FFF2-40B4-BE49-F238E27FC236}">
                    <a16:creationId xmlns:a16="http://schemas.microsoft.com/office/drawing/2014/main" id="{74175279-9A09-9D6C-9743-C39B19CB24C9}"/>
                  </a:ext>
                </a:extLst>
              </p:cNvPr>
              <p:cNvSpPr/>
              <p:nvPr/>
            </p:nvSpPr>
            <p:spPr>
              <a:xfrm>
                <a:off x="2875596" y="3862182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1">
                <a:extLst>
                  <a:ext uri="{FF2B5EF4-FFF2-40B4-BE49-F238E27FC236}">
                    <a16:creationId xmlns:a16="http://schemas.microsoft.com/office/drawing/2014/main" id="{DED5A37A-8F1A-5B2F-5CEF-0D431476BC5F}"/>
                  </a:ext>
                </a:extLst>
              </p:cNvPr>
              <p:cNvSpPr/>
              <p:nvPr/>
            </p:nvSpPr>
            <p:spPr>
              <a:xfrm>
                <a:off x="2904644" y="387910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41">
                <a:extLst>
                  <a:ext uri="{FF2B5EF4-FFF2-40B4-BE49-F238E27FC236}">
                    <a16:creationId xmlns:a16="http://schemas.microsoft.com/office/drawing/2014/main" id="{820CF734-32DC-F04D-DE3E-84709A668A6D}"/>
                  </a:ext>
                </a:extLst>
              </p:cNvPr>
              <p:cNvSpPr/>
              <p:nvPr/>
            </p:nvSpPr>
            <p:spPr>
              <a:xfrm>
                <a:off x="2904644" y="387910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41">
                <a:extLst>
                  <a:ext uri="{FF2B5EF4-FFF2-40B4-BE49-F238E27FC236}">
                    <a16:creationId xmlns:a16="http://schemas.microsoft.com/office/drawing/2014/main" id="{7E4821B2-F9E1-1711-3089-9BE2128E7F07}"/>
                  </a:ext>
                </a:extLst>
              </p:cNvPr>
              <p:cNvSpPr/>
              <p:nvPr/>
            </p:nvSpPr>
            <p:spPr>
              <a:xfrm>
                <a:off x="2933586" y="3895806"/>
                <a:ext cx="188332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41">
                <a:extLst>
                  <a:ext uri="{FF2B5EF4-FFF2-40B4-BE49-F238E27FC236}">
                    <a16:creationId xmlns:a16="http://schemas.microsoft.com/office/drawing/2014/main" id="{4DC3443D-D35B-2AB5-6B59-7A87F536C245}"/>
                  </a:ext>
                </a:extLst>
              </p:cNvPr>
              <p:cNvSpPr/>
              <p:nvPr/>
            </p:nvSpPr>
            <p:spPr>
              <a:xfrm>
                <a:off x="2933586" y="3895806"/>
                <a:ext cx="188332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41">
                <a:extLst>
                  <a:ext uri="{FF2B5EF4-FFF2-40B4-BE49-F238E27FC236}">
                    <a16:creationId xmlns:a16="http://schemas.microsoft.com/office/drawing/2014/main" id="{8442C777-654E-FAFC-2849-F3D5FE24CE0C}"/>
                  </a:ext>
                </a:extLst>
              </p:cNvPr>
              <p:cNvSpPr/>
              <p:nvPr/>
            </p:nvSpPr>
            <p:spPr>
              <a:xfrm>
                <a:off x="2962847" y="3912617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9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41">
                <a:extLst>
                  <a:ext uri="{FF2B5EF4-FFF2-40B4-BE49-F238E27FC236}">
                    <a16:creationId xmlns:a16="http://schemas.microsoft.com/office/drawing/2014/main" id="{91E68997-B62C-A22A-536E-56525B6F1122}"/>
                  </a:ext>
                </a:extLst>
              </p:cNvPr>
              <p:cNvSpPr/>
              <p:nvPr/>
            </p:nvSpPr>
            <p:spPr>
              <a:xfrm>
                <a:off x="2962847" y="3912617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9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41">
                <a:extLst>
                  <a:ext uri="{FF2B5EF4-FFF2-40B4-BE49-F238E27FC236}">
                    <a16:creationId xmlns:a16="http://schemas.microsoft.com/office/drawing/2014/main" id="{587D2973-A6EB-B6F3-8009-43CF84A3F148}"/>
                  </a:ext>
                </a:extLst>
              </p:cNvPr>
              <p:cNvSpPr/>
              <p:nvPr/>
            </p:nvSpPr>
            <p:spPr>
              <a:xfrm>
                <a:off x="2991788" y="393028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2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41">
                <a:extLst>
                  <a:ext uri="{FF2B5EF4-FFF2-40B4-BE49-F238E27FC236}">
                    <a16:creationId xmlns:a16="http://schemas.microsoft.com/office/drawing/2014/main" id="{78E82DF7-3231-2B3D-B8FF-113E0D28F5A2}"/>
                  </a:ext>
                </a:extLst>
              </p:cNvPr>
              <p:cNvSpPr/>
              <p:nvPr/>
            </p:nvSpPr>
            <p:spPr>
              <a:xfrm>
                <a:off x="2991788" y="393028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2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41">
                <a:extLst>
                  <a:ext uri="{FF2B5EF4-FFF2-40B4-BE49-F238E27FC236}">
                    <a16:creationId xmlns:a16="http://schemas.microsoft.com/office/drawing/2014/main" id="{A1815894-090F-62DE-9D9A-FC06AF4296CE}"/>
                  </a:ext>
                </a:extLst>
              </p:cNvPr>
              <p:cNvSpPr/>
              <p:nvPr/>
            </p:nvSpPr>
            <p:spPr>
              <a:xfrm>
                <a:off x="3020836" y="3947199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0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41">
                <a:extLst>
                  <a:ext uri="{FF2B5EF4-FFF2-40B4-BE49-F238E27FC236}">
                    <a16:creationId xmlns:a16="http://schemas.microsoft.com/office/drawing/2014/main" id="{7D9B6399-1169-2457-8AD0-C4F9382AA541}"/>
                  </a:ext>
                </a:extLst>
              </p:cNvPr>
              <p:cNvSpPr/>
              <p:nvPr/>
            </p:nvSpPr>
            <p:spPr>
              <a:xfrm>
                <a:off x="3020836" y="3947199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0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41">
                <a:extLst>
                  <a:ext uri="{FF2B5EF4-FFF2-40B4-BE49-F238E27FC236}">
                    <a16:creationId xmlns:a16="http://schemas.microsoft.com/office/drawing/2014/main" id="{0652AFEF-61E6-C71A-5B2B-3680C07CBCD2}"/>
                  </a:ext>
                </a:extLst>
              </p:cNvPr>
              <p:cNvSpPr/>
              <p:nvPr/>
            </p:nvSpPr>
            <p:spPr>
              <a:xfrm>
                <a:off x="3049991" y="396390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41">
                <a:extLst>
                  <a:ext uri="{FF2B5EF4-FFF2-40B4-BE49-F238E27FC236}">
                    <a16:creationId xmlns:a16="http://schemas.microsoft.com/office/drawing/2014/main" id="{21562711-4C87-2BFA-F090-D656DA92C30C}"/>
                  </a:ext>
                </a:extLst>
              </p:cNvPr>
              <p:cNvSpPr/>
              <p:nvPr/>
            </p:nvSpPr>
            <p:spPr>
              <a:xfrm>
                <a:off x="3049991" y="396390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41">
                <a:extLst>
                  <a:ext uri="{FF2B5EF4-FFF2-40B4-BE49-F238E27FC236}">
                    <a16:creationId xmlns:a16="http://schemas.microsoft.com/office/drawing/2014/main" id="{DC57981A-CED4-9984-7252-1E811E15F262}"/>
                  </a:ext>
                </a:extLst>
              </p:cNvPr>
              <p:cNvSpPr/>
              <p:nvPr/>
            </p:nvSpPr>
            <p:spPr>
              <a:xfrm>
                <a:off x="3078294" y="3980716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extrusionOk="0">
                    <a:moveTo>
                      <a:pt x="0" y="1022"/>
                    </a:moveTo>
                    <a:lnTo>
                      <a:pt x="177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41">
                <a:extLst>
                  <a:ext uri="{FF2B5EF4-FFF2-40B4-BE49-F238E27FC236}">
                    <a16:creationId xmlns:a16="http://schemas.microsoft.com/office/drawing/2014/main" id="{5E22A36D-A8F5-39C1-83D0-D66A7722EB6D}"/>
                  </a:ext>
                </a:extLst>
              </p:cNvPr>
              <p:cNvSpPr/>
              <p:nvPr/>
            </p:nvSpPr>
            <p:spPr>
              <a:xfrm>
                <a:off x="3078294" y="3980716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fill="none" extrusionOk="0">
                    <a:moveTo>
                      <a:pt x="0" y="1022"/>
                    </a:moveTo>
                    <a:lnTo>
                      <a:pt x="1775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41">
                <a:extLst>
                  <a:ext uri="{FF2B5EF4-FFF2-40B4-BE49-F238E27FC236}">
                    <a16:creationId xmlns:a16="http://schemas.microsoft.com/office/drawing/2014/main" id="{15D393B6-EAE5-34E0-E225-B41859C59BAC}"/>
                  </a:ext>
                </a:extLst>
              </p:cNvPr>
              <p:cNvSpPr/>
              <p:nvPr/>
            </p:nvSpPr>
            <p:spPr>
              <a:xfrm>
                <a:off x="2142903" y="2496177"/>
                <a:ext cx="3192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30" h="9" extrusionOk="0">
                    <a:moveTo>
                      <a:pt x="0" y="0"/>
                    </a:moveTo>
                    <a:cubicBezTo>
                      <a:pt x="7" y="0"/>
                      <a:pt x="23" y="0"/>
                      <a:pt x="29" y="9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41">
                <a:extLst>
                  <a:ext uri="{FF2B5EF4-FFF2-40B4-BE49-F238E27FC236}">
                    <a16:creationId xmlns:a16="http://schemas.microsoft.com/office/drawing/2014/main" id="{E0F80476-DF5C-5110-8EAA-638A37D7A778}"/>
                  </a:ext>
                </a:extLst>
              </p:cNvPr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41">
                <a:extLst>
                  <a:ext uri="{FF2B5EF4-FFF2-40B4-BE49-F238E27FC236}">
                    <a16:creationId xmlns:a16="http://schemas.microsoft.com/office/drawing/2014/main" id="{C5F9F312-346D-47F3-87DE-B8125C16C7DB}"/>
                  </a:ext>
                </a:extLst>
              </p:cNvPr>
              <p:cNvSpPr/>
              <p:nvPr/>
            </p:nvSpPr>
            <p:spPr>
              <a:xfrm>
                <a:off x="2145244" y="2496177"/>
                <a:ext cx="1596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" y="0"/>
                    </a:moveTo>
                    <a:cubicBezTo>
                      <a:pt x="1" y="6"/>
                      <a:pt x="3" y="8"/>
                      <a:pt x="7" y="8"/>
                    </a:cubicBezTo>
                    <a:lnTo>
                      <a:pt x="7" y="8"/>
                    </a:lnTo>
                    <a:lnTo>
                      <a:pt x="1" y="0"/>
                    </a:lnTo>
                    <a:close/>
                    <a:moveTo>
                      <a:pt x="7" y="8"/>
                    </a:moveTo>
                    <a:lnTo>
                      <a:pt x="7" y="9"/>
                    </a:lnTo>
                    <a:lnTo>
                      <a:pt x="14" y="9"/>
                    </a:lnTo>
                    <a:cubicBezTo>
                      <a:pt x="12" y="9"/>
                      <a:pt x="9" y="9"/>
                      <a:pt x="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1">
                <a:extLst>
                  <a:ext uri="{FF2B5EF4-FFF2-40B4-BE49-F238E27FC236}">
                    <a16:creationId xmlns:a16="http://schemas.microsoft.com/office/drawing/2014/main" id="{FF45D0E8-56AF-220A-24A4-FCCDEA066A2A}"/>
                  </a:ext>
                </a:extLst>
              </p:cNvPr>
              <p:cNvSpPr/>
              <p:nvPr/>
            </p:nvSpPr>
            <p:spPr>
              <a:xfrm>
                <a:off x="1264863" y="2496177"/>
                <a:ext cx="1055619" cy="1184898"/>
              </a:xfrm>
              <a:custGeom>
                <a:avLst/>
                <a:gdLst/>
                <a:ahLst/>
                <a:cxnLst/>
                <a:rect l="l" t="t" r="r" b="b"/>
                <a:pathLst>
                  <a:path w="9921" h="11136" extrusionOk="0">
                    <a:moveTo>
                      <a:pt x="8230" y="366"/>
                    </a:moveTo>
                    <a:cubicBezTo>
                      <a:pt x="8252" y="366"/>
                      <a:pt x="8270" y="384"/>
                      <a:pt x="8281" y="411"/>
                    </a:cubicBezTo>
                    <a:lnTo>
                      <a:pt x="9611" y="5736"/>
                    </a:lnTo>
                    <a:cubicBezTo>
                      <a:pt x="9618" y="5772"/>
                      <a:pt x="9603" y="5822"/>
                      <a:pt x="9568" y="5845"/>
                    </a:cubicBezTo>
                    <a:lnTo>
                      <a:pt x="1647" y="10416"/>
                    </a:lnTo>
                    <a:cubicBezTo>
                      <a:pt x="1639" y="10422"/>
                      <a:pt x="1631" y="10424"/>
                      <a:pt x="1622" y="10424"/>
                    </a:cubicBezTo>
                    <a:cubicBezTo>
                      <a:pt x="1600" y="10424"/>
                      <a:pt x="1577" y="10405"/>
                      <a:pt x="1567" y="10373"/>
                    </a:cubicBezTo>
                    <a:lnTo>
                      <a:pt x="244" y="5055"/>
                    </a:lnTo>
                    <a:cubicBezTo>
                      <a:pt x="230" y="5012"/>
                      <a:pt x="253" y="4968"/>
                      <a:pt x="280" y="4946"/>
                    </a:cubicBezTo>
                    <a:lnTo>
                      <a:pt x="8202" y="374"/>
                    </a:lnTo>
                    <a:cubicBezTo>
                      <a:pt x="8212" y="369"/>
                      <a:pt x="8221" y="366"/>
                      <a:pt x="8230" y="366"/>
                    </a:cubicBezTo>
                    <a:close/>
                    <a:moveTo>
                      <a:pt x="8266" y="0"/>
                    </a:moveTo>
                    <a:cubicBezTo>
                      <a:pt x="8238" y="0"/>
                      <a:pt x="8209" y="9"/>
                      <a:pt x="8180" y="22"/>
                    </a:cubicBezTo>
                    <a:lnTo>
                      <a:pt x="144" y="4658"/>
                    </a:lnTo>
                    <a:cubicBezTo>
                      <a:pt x="51" y="4717"/>
                      <a:pt x="1" y="4860"/>
                      <a:pt x="28" y="4975"/>
                    </a:cubicBezTo>
                    <a:lnTo>
                      <a:pt x="1531" y="10998"/>
                    </a:lnTo>
                    <a:cubicBezTo>
                      <a:pt x="1531" y="11006"/>
                      <a:pt x="1538" y="11013"/>
                      <a:pt x="1538" y="11020"/>
                    </a:cubicBezTo>
                    <a:lnTo>
                      <a:pt x="1538" y="11027"/>
                    </a:lnTo>
                    <a:cubicBezTo>
                      <a:pt x="1547" y="11041"/>
                      <a:pt x="1553" y="11056"/>
                      <a:pt x="1560" y="11070"/>
                    </a:cubicBezTo>
                    <a:lnTo>
                      <a:pt x="1567" y="11070"/>
                    </a:lnTo>
                    <a:cubicBezTo>
                      <a:pt x="1567" y="11077"/>
                      <a:pt x="1574" y="11084"/>
                      <a:pt x="1581" y="11093"/>
                    </a:cubicBezTo>
                    <a:cubicBezTo>
                      <a:pt x="1581" y="11093"/>
                      <a:pt x="1590" y="11099"/>
                      <a:pt x="1597" y="11106"/>
                    </a:cubicBezTo>
                    <a:cubicBezTo>
                      <a:pt x="1604" y="11106"/>
                      <a:pt x="1604" y="11113"/>
                      <a:pt x="1610" y="11113"/>
                    </a:cubicBezTo>
                    <a:lnTo>
                      <a:pt x="1617" y="11120"/>
                    </a:lnTo>
                    <a:lnTo>
                      <a:pt x="1624" y="11120"/>
                    </a:lnTo>
                    <a:cubicBezTo>
                      <a:pt x="1633" y="11127"/>
                      <a:pt x="1633" y="11127"/>
                      <a:pt x="1640" y="11127"/>
                    </a:cubicBezTo>
                    <a:cubicBezTo>
                      <a:pt x="1647" y="11127"/>
                      <a:pt x="1654" y="11136"/>
                      <a:pt x="1654" y="11136"/>
                    </a:cubicBezTo>
                    <a:lnTo>
                      <a:pt x="1667" y="11136"/>
                    </a:lnTo>
                    <a:lnTo>
                      <a:pt x="1667" y="11093"/>
                    </a:lnTo>
                    <a:cubicBezTo>
                      <a:pt x="1667" y="11056"/>
                      <a:pt x="1690" y="11020"/>
                      <a:pt x="1740" y="10991"/>
                    </a:cubicBezTo>
                    <a:lnTo>
                      <a:pt x="9775" y="6355"/>
                    </a:lnTo>
                    <a:cubicBezTo>
                      <a:pt x="9812" y="6333"/>
                      <a:pt x="9855" y="6319"/>
                      <a:pt x="9905" y="6312"/>
                    </a:cubicBezTo>
                    <a:cubicBezTo>
                      <a:pt x="9920" y="6262"/>
                      <a:pt x="9920" y="6210"/>
                      <a:pt x="9905" y="6160"/>
                    </a:cubicBezTo>
                    <a:lnTo>
                      <a:pt x="8404" y="145"/>
                    </a:lnTo>
                    <a:cubicBezTo>
                      <a:pt x="8388" y="66"/>
                      <a:pt x="8338" y="16"/>
                      <a:pt x="8288" y="9"/>
                    </a:cubicBezTo>
                    <a:cubicBezTo>
                      <a:pt x="8281" y="9"/>
                      <a:pt x="8275" y="9"/>
                      <a:pt x="82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41">
                <a:extLst>
                  <a:ext uri="{FF2B5EF4-FFF2-40B4-BE49-F238E27FC236}">
                    <a16:creationId xmlns:a16="http://schemas.microsoft.com/office/drawing/2014/main" id="{18B83FBE-5E2D-938F-890E-13F2A99AD6C2}"/>
                  </a:ext>
                </a:extLst>
              </p:cNvPr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41">
                <a:extLst>
                  <a:ext uri="{FF2B5EF4-FFF2-40B4-BE49-F238E27FC236}">
                    <a16:creationId xmlns:a16="http://schemas.microsoft.com/office/drawing/2014/main" id="{C03615D6-33F0-3F09-002C-0E6D638613E8}"/>
                  </a:ext>
                </a:extLst>
              </p:cNvPr>
              <p:cNvSpPr/>
              <p:nvPr/>
            </p:nvSpPr>
            <p:spPr>
              <a:xfrm>
                <a:off x="2145244" y="2496177"/>
                <a:ext cx="1596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" y="0"/>
                    </a:moveTo>
                    <a:cubicBezTo>
                      <a:pt x="1" y="6"/>
                      <a:pt x="3" y="8"/>
                      <a:pt x="7" y="8"/>
                    </a:cubicBezTo>
                    <a:lnTo>
                      <a:pt x="7" y="8"/>
                    </a:lnTo>
                    <a:lnTo>
                      <a:pt x="1" y="0"/>
                    </a:lnTo>
                    <a:close/>
                    <a:moveTo>
                      <a:pt x="7" y="8"/>
                    </a:moveTo>
                    <a:lnTo>
                      <a:pt x="7" y="9"/>
                    </a:lnTo>
                    <a:lnTo>
                      <a:pt x="14" y="9"/>
                    </a:lnTo>
                    <a:cubicBezTo>
                      <a:pt x="12" y="9"/>
                      <a:pt x="9" y="9"/>
                      <a:pt x="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41">
                <a:extLst>
                  <a:ext uri="{FF2B5EF4-FFF2-40B4-BE49-F238E27FC236}">
                    <a16:creationId xmlns:a16="http://schemas.microsoft.com/office/drawing/2014/main" id="{65F2A298-B49E-48FB-9D3B-A7D4019FDBD1}"/>
                  </a:ext>
                </a:extLst>
              </p:cNvPr>
              <p:cNvSpPr/>
              <p:nvPr/>
            </p:nvSpPr>
            <p:spPr>
              <a:xfrm>
                <a:off x="1250392" y="2493623"/>
                <a:ext cx="893994" cy="1187452"/>
              </a:xfrm>
              <a:custGeom>
                <a:avLst/>
                <a:gdLst/>
                <a:ahLst/>
                <a:cxnLst/>
                <a:rect l="l" t="t" r="r" b="b"/>
                <a:pathLst>
                  <a:path w="8402" h="11160" extrusionOk="0">
                    <a:moveTo>
                      <a:pt x="8258" y="1"/>
                    </a:moveTo>
                    <a:cubicBezTo>
                      <a:pt x="8234" y="1"/>
                      <a:pt x="8207" y="9"/>
                      <a:pt x="8179" y="24"/>
                    </a:cubicBezTo>
                    <a:lnTo>
                      <a:pt x="151" y="4661"/>
                    </a:lnTo>
                    <a:cubicBezTo>
                      <a:pt x="51" y="4711"/>
                      <a:pt x="1" y="4854"/>
                      <a:pt x="28" y="4977"/>
                    </a:cubicBezTo>
                    <a:lnTo>
                      <a:pt x="1531" y="10994"/>
                    </a:lnTo>
                    <a:cubicBezTo>
                      <a:pt x="1553" y="11073"/>
                      <a:pt x="1603" y="11123"/>
                      <a:pt x="1660" y="11130"/>
                    </a:cubicBezTo>
                    <a:cubicBezTo>
                      <a:pt x="1703" y="11137"/>
                      <a:pt x="1746" y="11151"/>
                      <a:pt x="1790" y="11160"/>
                    </a:cubicBezTo>
                    <a:cubicBezTo>
                      <a:pt x="1790" y="11160"/>
                      <a:pt x="1783" y="11151"/>
                      <a:pt x="1776" y="11151"/>
                    </a:cubicBezTo>
                    <a:cubicBezTo>
                      <a:pt x="1769" y="11151"/>
                      <a:pt x="1769" y="11151"/>
                      <a:pt x="1760" y="11144"/>
                    </a:cubicBezTo>
                    <a:lnTo>
                      <a:pt x="1753" y="11144"/>
                    </a:lnTo>
                    <a:lnTo>
                      <a:pt x="1746" y="11137"/>
                    </a:lnTo>
                    <a:cubicBezTo>
                      <a:pt x="1740" y="11137"/>
                      <a:pt x="1740" y="11130"/>
                      <a:pt x="1733" y="11130"/>
                    </a:cubicBezTo>
                    <a:cubicBezTo>
                      <a:pt x="1726" y="11123"/>
                      <a:pt x="1717" y="11117"/>
                      <a:pt x="1717" y="11117"/>
                    </a:cubicBezTo>
                    <a:cubicBezTo>
                      <a:pt x="1710" y="11108"/>
                      <a:pt x="1703" y="11101"/>
                      <a:pt x="1703" y="11094"/>
                    </a:cubicBezTo>
                    <a:lnTo>
                      <a:pt x="1696" y="11094"/>
                    </a:lnTo>
                    <a:cubicBezTo>
                      <a:pt x="1689" y="11080"/>
                      <a:pt x="1683" y="11065"/>
                      <a:pt x="1674" y="11051"/>
                    </a:cubicBezTo>
                    <a:lnTo>
                      <a:pt x="1674" y="11044"/>
                    </a:lnTo>
                    <a:cubicBezTo>
                      <a:pt x="1674" y="11037"/>
                      <a:pt x="1667" y="11030"/>
                      <a:pt x="1667" y="11022"/>
                    </a:cubicBezTo>
                    <a:lnTo>
                      <a:pt x="164" y="4999"/>
                    </a:lnTo>
                    <a:cubicBezTo>
                      <a:pt x="137" y="4884"/>
                      <a:pt x="187" y="4741"/>
                      <a:pt x="280" y="4682"/>
                    </a:cubicBezTo>
                    <a:lnTo>
                      <a:pt x="8316" y="46"/>
                    </a:lnTo>
                    <a:cubicBezTo>
                      <a:pt x="8345" y="33"/>
                      <a:pt x="8374" y="24"/>
                      <a:pt x="8402" y="24"/>
                    </a:cubicBezTo>
                    <a:lnTo>
                      <a:pt x="8381" y="24"/>
                    </a:lnTo>
                    <a:cubicBezTo>
                      <a:pt x="8374" y="17"/>
                      <a:pt x="8359" y="17"/>
                      <a:pt x="8352" y="17"/>
                    </a:cubicBezTo>
                    <a:cubicBezTo>
                      <a:pt x="8324" y="10"/>
                      <a:pt x="8302" y="3"/>
                      <a:pt x="8281" y="3"/>
                    </a:cubicBezTo>
                    <a:cubicBezTo>
                      <a:pt x="8274" y="2"/>
                      <a:pt x="8266" y="1"/>
                      <a:pt x="82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1">
                <a:extLst>
                  <a:ext uri="{FF2B5EF4-FFF2-40B4-BE49-F238E27FC236}">
                    <a16:creationId xmlns:a16="http://schemas.microsoft.com/office/drawing/2014/main" id="{EA6761F0-784A-533C-0F6F-85CF29056258}"/>
                  </a:ext>
                </a:extLst>
              </p:cNvPr>
              <p:cNvSpPr/>
              <p:nvPr/>
            </p:nvSpPr>
            <p:spPr>
              <a:xfrm>
                <a:off x="1289336" y="2535120"/>
                <a:ext cx="999013" cy="1070303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10059" extrusionOk="0">
                    <a:moveTo>
                      <a:pt x="8000" y="0"/>
                    </a:moveTo>
                    <a:cubicBezTo>
                      <a:pt x="7991" y="0"/>
                      <a:pt x="7982" y="3"/>
                      <a:pt x="7972" y="8"/>
                    </a:cubicBezTo>
                    <a:lnTo>
                      <a:pt x="50" y="4580"/>
                    </a:lnTo>
                    <a:cubicBezTo>
                      <a:pt x="23" y="4602"/>
                      <a:pt x="0" y="4646"/>
                      <a:pt x="14" y="4689"/>
                    </a:cubicBezTo>
                    <a:lnTo>
                      <a:pt x="1337" y="10007"/>
                    </a:lnTo>
                    <a:cubicBezTo>
                      <a:pt x="1347" y="10039"/>
                      <a:pt x="1370" y="10058"/>
                      <a:pt x="1392" y="10058"/>
                    </a:cubicBezTo>
                    <a:cubicBezTo>
                      <a:pt x="1401" y="10058"/>
                      <a:pt x="1409" y="10056"/>
                      <a:pt x="1417" y="10050"/>
                    </a:cubicBezTo>
                    <a:lnTo>
                      <a:pt x="9338" y="5479"/>
                    </a:lnTo>
                    <a:cubicBezTo>
                      <a:pt x="9373" y="5456"/>
                      <a:pt x="9388" y="5406"/>
                      <a:pt x="9381" y="5370"/>
                    </a:cubicBezTo>
                    <a:lnTo>
                      <a:pt x="8051" y="45"/>
                    </a:lnTo>
                    <a:cubicBezTo>
                      <a:pt x="8040" y="18"/>
                      <a:pt x="8022" y="0"/>
                      <a:pt x="80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41">
                <a:extLst>
                  <a:ext uri="{FF2B5EF4-FFF2-40B4-BE49-F238E27FC236}">
                    <a16:creationId xmlns:a16="http://schemas.microsoft.com/office/drawing/2014/main" id="{6183AB28-F6EC-6F76-C408-247CAC8E463E}"/>
                  </a:ext>
                </a:extLst>
              </p:cNvPr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41">
                <a:extLst>
                  <a:ext uri="{FF2B5EF4-FFF2-40B4-BE49-F238E27FC236}">
                    <a16:creationId xmlns:a16="http://schemas.microsoft.com/office/drawing/2014/main" id="{DD990A1A-6BFA-440D-92B9-BE5DBEF6435A}"/>
                  </a:ext>
                </a:extLst>
              </p:cNvPr>
              <p:cNvSpPr/>
              <p:nvPr/>
            </p:nvSpPr>
            <p:spPr>
              <a:xfrm>
                <a:off x="1442237" y="3488281"/>
                <a:ext cx="1405896" cy="527969"/>
              </a:xfrm>
              <a:custGeom>
                <a:avLst/>
                <a:gdLst/>
                <a:ahLst/>
                <a:cxnLst/>
                <a:rect l="l" t="t" r="r" b="b"/>
                <a:pathLst>
                  <a:path w="13213" h="4962" extrusionOk="0">
                    <a:moveTo>
                      <a:pt x="13213" y="0"/>
                    </a:moveTo>
                    <a:cubicBezTo>
                      <a:pt x="13213" y="28"/>
                      <a:pt x="13206" y="50"/>
                      <a:pt x="13184" y="71"/>
                    </a:cubicBezTo>
                    <a:cubicBezTo>
                      <a:pt x="13177" y="78"/>
                      <a:pt x="13170" y="87"/>
                      <a:pt x="13154" y="93"/>
                    </a:cubicBezTo>
                    <a:cubicBezTo>
                      <a:pt x="13154" y="93"/>
                      <a:pt x="13147" y="100"/>
                      <a:pt x="13141" y="100"/>
                    </a:cubicBezTo>
                    <a:lnTo>
                      <a:pt x="5105" y="4736"/>
                    </a:lnTo>
                    <a:cubicBezTo>
                      <a:pt x="5057" y="4766"/>
                      <a:pt x="4992" y="4781"/>
                      <a:pt x="4929" y="4781"/>
                    </a:cubicBezTo>
                    <a:cubicBezTo>
                      <a:pt x="4870" y="4781"/>
                      <a:pt x="4812" y="4768"/>
                      <a:pt x="4767" y="4744"/>
                    </a:cubicBezTo>
                    <a:lnTo>
                      <a:pt x="73" y="1869"/>
                    </a:lnTo>
                    <a:cubicBezTo>
                      <a:pt x="43" y="1846"/>
                      <a:pt x="23" y="1832"/>
                      <a:pt x="16" y="1812"/>
                    </a:cubicBezTo>
                    <a:lnTo>
                      <a:pt x="0" y="1812"/>
                    </a:lnTo>
                    <a:lnTo>
                      <a:pt x="0" y="2091"/>
                    </a:lnTo>
                    <a:cubicBezTo>
                      <a:pt x="0" y="2127"/>
                      <a:pt x="23" y="2164"/>
                      <a:pt x="73" y="2191"/>
                    </a:cubicBezTo>
                    <a:lnTo>
                      <a:pt x="4767" y="4924"/>
                    </a:lnTo>
                    <a:cubicBezTo>
                      <a:pt x="4813" y="4949"/>
                      <a:pt x="4876" y="4961"/>
                      <a:pt x="4939" y="4961"/>
                    </a:cubicBezTo>
                    <a:cubicBezTo>
                      <a:pt x="5002" y="4961"/>
                      <a:pt x="5065" y="4949"/>
                      <a:pt x="5112" y="4924"/>
                    </a:cubicBezTo>
                    <a:lnTo>
                      <a:pt x="13141" y="280"/>
                    </a:lnTo>
                    <a:cubicBezTo>
                      <a:pt x="13191" y="259"/>
                      <a:pt x="13213" y="223"/>
                      <a:pt x="13213" y="187"/>
                    </a:cubicBezTo>
                    <a:lnTo>
                      <a:pt x="1321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41">
                <a:extLst>
                  <a:ext uri="{FF2B5EF4-FFF2-40B4-BE49-F238E27FC236}">
                    <a16:creationId xmlns:a16="http://schemas.microsoft.com/office/drawing/2014/main" id="{B52CE7C7-AA0E-E885-062B-B7BF3183F07B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41">
                <a:extLst>
                  <a:ext uri="{FF2B5EF4-FFF2-40B4-BE49-F238E27FC236}">
                    <a16:creationId xmlns:a16="http://schemas.microsoft.com/office/drawing/2014/main" id="{4C80E5FB-6DC2-DDC1-1239-831EC0C4E016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41">
                <a:extLst>
                  <a:ext uri="{FF2B5EF4-FFF2-40B4-BE49-F238E27FC236}">
                    <a16:creationId xmlns:a16="http://schemas.microsoft.com/office/drawing/2014/main" id="{AC9FCAB2-EEE5-3F56-AB7F-56863333806F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41">
                <a:extLst>
                  <a:ext uri="{FF2B5EF4-FFF2-40B4-BE49-F238E27FC236}">
                    <a16:creationId xmlns:a16="http://schemas.microsoft.com/office/drawing/2014/main" id="{6CF8DAD2-13F5-1613-202F-FD1BF298C1DE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41">
                <a:extLst>
                  <a:ext uri="{FF2B5EF4-FFF2-40B4-BE49-F238E27FC236}">
                    <a16:creationId xmlns:a16="http://schemas.microsoft.com/office/drawing/2014/main" id="{BCE6C1A8-3885-65E0-5BBD-D096F921C003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41">
                <a:extLst>
                  <a:ext uri="{FF2B5EF4-FFF2-40B4-BE49-F238E27FC236}">
                    <a16:creationId xmlns:a16="http://schemas.microsoft.com/office/drawing/2014/main" id="{8FF8F063-13A8-18F7-F4E0-CB0931C97B47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41">
                <a:extLst>
                  <a:ext uri="{FF2B5EF4-FFF2-40B4-BE49-F238E27FC236}">
                    <a16:creationId xmlns:a16="http://schemas.microsoft.com/office/drawing/2014/main" id="{8B4C1434-D82D-AF14-1C60-A560E4105ECF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41">
                <a:extLst>
                  <a:ext uri="{FF2B5EF4-FFF2-40B4-BE49-F238E27FC236}">
                    <a16:creationId xmlns:a16="http://schemas.microsoft.com/office/drawing/2014/main" id="{B08AF777-9A68-A011-00FA-5FD70DB6C0BE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41">
                <a:extLst>
                  <a:ext uri="{FF2B5EF4-FFF2-40B4-BE49-F238E27FC236}">
                    <a16:creationId xmlns:a16="http://schemas.microsoft.com/office/drawing/2014/main" id="{1499321F-F9A2-3273-E402-3290E0292D68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41">
                <a:extLst>
                  <a:ext uri="{FF2B5EF4-FFF2-40B4-BE49-F238E27FC236}">
                    <a16:creationId xmlns:a16="http://schemas.microsoft.com/office/drawing/2014/main" id="{1A0564D2-3059-6B69-B865-9770BE9EC5CC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1">
                <a:extLst>
                  <a:ext uri="{FF2B5EF4-FFF2-40B4-BE49-F238E27FC236}">
                    <a16:creationId xmlns:a16="http://schemas.microsoft.com/office/drawing/2014/main" id="{014E51E8-2B1C-27BB-79E6-C09569C0F090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1">
                <a:extLst>
                  <a:ext uri="{FF2B5EF4-FFF2-40B4-BE49-F238E27FC236}">
                    <a16:creationId xmlns:a16="http://schemas.microsoft.com/office/drawing/2014/main" id="{234E9306-A5BC-9030-509F-D00C5513578C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>
                <a:extLst>
                  <a:ext uri="{FF2B5EF4-FFF2-40B4-BE49-F238E27FC236}">
                    <a16:creationId xmlns:a16="http://schemas.microsoft.com/office/drawing/2014/main" id="{68C64BA0-EA7F-CCC8-9F0E-2C2AF07DAF64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1">
                <a:extLst>
                  <a:ext uri="{FF2B5EF4-FFF2-40B4-BE49-F238E27FC236}">
                    <a16:creationId xmlns:a16="http://schemas.microsoft.com/office/drawing/2014/main" id="{53D9B3D9-ED14-45CD-4CEA-4A91703E0EDF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1">
                <a:extLst>
                  <a:ext uri="{FF2B5EF4-FFF2-40B4-BE49-F238E27FC236}">
                    <a16:creationId xmlns:a16="http://schemas.microsoft.com/office/drawing/2014/main" id="{0A032869-33FD-C0D2-A62F-CF80127411EC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>
                <a:extLst>
                  <a:ext uri="{FF2B5EF4-FFF2-40B4-BE49-F238E27FC236}">
                    <a16:creationId xmlns:a16="http://schemas.microsoft.com/office/drawing/2014/main" id="{4F227E29-320F-8656-644B-929EB681C4A9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1">
                <a:extLst>
                  <a:ext uri="{FF2B5EF4-FFF2-40B4-BE49-F238E27FC236}">
                    <a16:creationId xmlns:a16="http://schemas.microsoft.com/office/drawing/2014/main" id="{1C567BC9-025B-92FE-0E6B-0619BE46F640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1">
                <a:extLst>
                  <a:ext uri="{FF2B5EF4-FFF2-40B4-BE49-F238E27FC236}">
                    <a16:creationId xmlns:a16="http://schemas.microsoft.com/office/drawing/2014/main" id="{C7EBAB85-CC10-C418-A0BA-760A7C550D55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>
                <a:extLst>
                  <a:ext uri="{FF2B5EF4-FFF2-40B4-BE49-F238E27FC236}">
                    <a16:creationId xmlns:a16="http://schemas.microsoft.com/office/drawing/2014/main" id="{8269FECC-909A-7061-6954-39358C407BF6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>
                <a:extLst>
                  <a:ext uri="{FF2B5EF4-FFF2-40B4-BE49-F238E27FC236}">
                    <a16:creationId xmlns:a16="http://schemas.microsoft.com/office/drawing/2014/main" id="{536C8855-4C9A-620B-0ED9-7B328D0A0990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1">
                <a:extLst>
                  <a:ext uri="{FF2B5EF4-FFF2-40B4-BE49-F238E27FC236}">
                    <a16:creationId xmlns:a16="http://schemas.microsoft.com/office/drawing/2014/main" id="{AF68F768-8F3C-9B1F-EB90-567FA5F0FF4E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1">
                <a:extLst>
                  <a:ext uri="{FF2B5EF4-FFF2-40B4-BE49-F238E27FC236}">
                    <a16:creationId xmlns:a16="http://schemas.microsoft.com/office/drawing/2014/main" id="{A28885C6-C02C-CEFF-FE01-827F056E0AD9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>
                <a:extLst>
                  <a:ext uri="{FF2B5EF4-FFF2-40B4-BE49-F238E27FC236}">
                    <a16:creationId xmlns:a16="http://schemas.microsoft.com/office/drawing/2014/main" id="{B3A1EB9F-016A-342A-F1CC-068D2C312647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>
                <a:extLst>
                  <a:ext uri="{FF2B5EF4-FFF2-40B4-BE49-F238E27FC236}">
                    <a16:creationId xmlns:a16="http://schemas.microsoft.com/office/drawing/2014/main" id="{D9BCB434-C8F9-EADF-C26D-C54CE40C5A4A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>
                <a:extLst>
                  <a:ext uri="{FF2B5EF4-FFF2-40B4-BE49-F238E27FC236}">
                    <a16:creationId xmlns:a16="http://schemas.microsoft.com/office/drawing/2014/main" id="{5DAD33ED-3C7C-8FF3-019F-B55A5D150718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>
                <a:extLst>
                  <a:ext uri="{FF2B5EF4-FFF2-40B4-BE49-F238E27FC236}">
                    <a16:creationId xmlns:a16="http://schemas.microsoft.com/office/drawing/2014/main" id="{55EF1ABB-BD6E-B561-9D6D-53BA2E820BE6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>
                <a:extLst>
                  <a:ext uri="{FF2B5EF4-FFF2-40B4-BE49-F238E27FC236}">
                    <a16:creationId xmlns:a16="http://schemas.microsoft.com/office/drawing/2014/main" id="{935B56D1-BF81-B96A-5DAD-B5D32852CB69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>
                <a:extLst>
                  <a:ext uri="{FF2B5EF4-FFF2-40B4-BE49-F238E27FC236}">
                    <a16:creationId xmlns:a16="http://schemas.microsoft.com/office/drawing/2014/main" id="{169A3EFC-7F07-ED61-1AC6-E85B2CF27CC2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>
                <a:extLst>
                  <a:ext uri="{FF2B5EF4-FFF2-40B4-BE49-F238E27FC236}">
                    <a16:creationId xmlns:a16="http://schemas.microsoft.com/office/drawing/2014/main" id="{22CEA9BD-7576-CFA3-7A8C-5B9E610273CE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>
                <a:extLst>
                  <a:ext uri="{FF2B5EF4-FFF2-40B4-BE49-F238E27FC236}">
                    <a16:creationId xmlns:a16="http://schemas.microsoft.com/office/drawing/2014/main" id="{8F6AAF3A-6722-F926-F577-DBAF437C626F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>
                <a:extLst>
                  <a:ext uri="{FF2B5EF4-FFF2-40B4-BE49-F238E27FC236}">
                    <a16:creationId xmlns:a16="http://schemas.microsoft.com/office/drawing/2014/main" id="{2CE3F0CA-25A8-6C39-86EA-DCCD9533D6FF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>
                <a:extLst>
                  <a:ext uri="{FF2B5EF4-FFF2-40B4-BE49-F238E27FC236}">
                    <a16:creationId xmlns:a16="http://schemas.microsoft.com/office/drawing/2014/main" id="{17367490-8B09-814F-D088-349CB967E346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>
                <a:extLst>
                  <a:ext uri="{FF2B5EF4-FFF2-40B4-BE49-F238E27FC236}">
                    <a16:creationId xmlns:a16="http://schemas.microsoft.com/office/drawing/2014/main" id="{EDA13481-9D83-DE48-81FB-1F1DE79198F2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>
                <a:extLst>
                  <a:ext uri="{FF2B5EF4-FFF2-40B4-BE49-F238E27FC236}">
                    <a16:creationId xmlns:a16="http://schemas.microsoft.com/office/drawing/2014/main" id="{47F64E7F-EB07-E8FA-6ACA-6CB65EBD7005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>
                <a:extLst>
                  <a:ext uri="{FF2B5EF4-FFF2-40B4-BE49-F238E27FC236}">
                    <a16:creationId xmlns:a16="http://schemas.microsoft.com/office/drawing/2014/main" id="{9772AE52-8B6C-BF5C-41FA-1BA810705854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>
                <a:extLst>
                  <a:ext uri="{FF2B5EF4-FFF2-40B4-BE49-F238E27FC236}">
                    <a16:creationId xmlns:a16="http://schemas.microsoft.com/office/drawing/2014/main" id="{E31103B3-49AA-2695-1576-C73EF3D4DA4D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>
                <a:extLst>
                  <a:ext uri="{FF2B5EF4-FFF2-40B4-BE49-F238E27FC236}">
                    <a16:creationId xmlns:a16="http://schemas.microsoft.com/office/drawing/2014/main" id="{4004D1BD-2483-8EAE-B549-2699E8B8F116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>
                <a:extLst>
                  <a:ext uri="{FF2B5EF4-FFF2-40B4-BE49-F238E27FC236}">
                    <a16:creationId xmlns:a16="http://schemas.microsoft.com/office/drawing/2014/main" id="{C0D3101B-3DC1-3337-C9DC-F9BABFA961BD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>
                <a:extLst>
                  <a:ext uri="{FF2B5EF4-FFF2-40B4-BE49-F238E27FC236}">
                    <a16:creationId xmlns:a16="http://schemas.microsoft.com/office/drawing/2014/main" id="{DAFA94DB-C059-410C-E7CE-5D9B94694F37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>
                <a:extLst>
                  <a:ext uri="{FF2B5EF4-FFF2-40B4-BE49-F238E27FC236}">
                    <a16:creationId xmlns:a16="http://schemas.microsoft.com/office/drawing/2014/main" id="{4DCA84C6-A21E-2EDB-AB2C-AD9B1EAD23E0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>
                <a:extLst>
                  <a:ext uri="{FF2B5EF4-FFF2-40B4-BE49-F238E27FC236}">
                    <a16:creationId xmlns:a16="http://schemas.microsoft.com/office/drawing/2014/main" id="{A703ACC4-D41E-5B90-03AF-76040CC14DA1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>
                <a:extLst>
                  <a:ext uri="{FF2B5EF4-FFF2-40B4-BE49-F238E27FC236}">
                    <a16:creationId xmlns:a16="http://schemas.microsoft.com/office/drawing/2014/main" id="{27AF5C02-008A-9ABC-733C-475C9B48E91F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>
                <a:extLst>
                  <a:ext uri="{FF2B5EF4-FFF2-40B4-BE49-F238E27FC236}">
                    <a16:creationId xmlns:a16="http://schemas.microsoft.com/office/drawing/2014/main" id="{5E18C041-83C0-B0C4-688B-2E32AD985683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41">
                <a:extLst>
                  <a:ext uri="{FF2B5EF4-FFF2-40B4-BE49-F238E27FC236}">
                    <a16:creationId xmlns:a16="http://schemas.microsoft.com/office/drawing/2014/main" id="{960DC251-ACAD-FA7B-7AAE-A717508E7DA8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41">
                <a:extLst>
                  <a:ext uri="{FF2B5EF4-FFF2-40B4-BE49-F238E27FC236}">
                    <a16:creationId xmlns:a16="http://schemas.microsoft.com/office/drawing/2014/main" id="{7AC5DA26-B503-AC6F-9B08-03C6D4BFE452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41">
                <a:extLst>
                  <a:ext uri="{FF2B5EF4-FFF2-40B4-BE49-F238E27FC236}">
                    <a16:creationId xmlns:a16="http://schemas.microsoft.com/office/drawing/2014/main" id="{D21C0760-CE47-C623-02D3-F9A07E26E502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41">
                <a:extLst>
                  <a:ext uri="{FF2B5EF4-FFF2-40B4-BE49-F238E27FC236}">
                    <a16:creationId xmlns:a16="http://schemas.microsoft.com/office/drawing/2014/main" id="{3ACC544F-731C-2154-04B2-8C7FF7C433A4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41">
                <a:extLst>
                  <a:ext uri="{FF2B5EF4-FFF2-40B4-BE49-F238E27FC236}">
                    <a16:creationId xmlns:a16="http://schemas.microsoft.com/office/drawing/2014/main" id="{10131CC3-D0FC-6F12-F774-C19A0DB67044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41">
                <a:extLst>
                  <a:ext uri="{FF2B5EF4-FFF2-40B4-BE49-F238E27FC236}">
                    <a16:creationId xmlns:a16="http://schemas.microsoft.com/office/drawing/2014/main" id="{160F5D34-6CBB-DB9B-B976-3524DAD5EF01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41">
                <a:extLst>
                  <a:ext uri="{FF2B5EF4-FFF2-40B4-BE49-F238E27FC236}">
                    <a16:creationId xmlns:a16="http://schemas.microsoft.com/office/drawing/2014/main" id="{09D8A52E-610D-89EF-29FE-4A453411D408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41">
                <a:extLst>
                  <a:ext uri="{FF2B5EF4-FFF2-40B4-BE49-F238E27FC236}">
                    <a16:creationId xmlns:a16="http://schemas.microsoft.com/office/drawing/2014/main" id="{94B01983-BBAA-75F0-FACC-AE3191927803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41">
                <a:extLst>
                  <a:ext uri="{FF2B5EF4-FFF2-40B4-BE49-F238E27FC236}">
                    <a16:creationId xmlns:a16="http://schemas.microsoft.com/office/drawing/2014/main" id="{73B10D1C-7476-ECB8-E7A6-216A2BF4DBB1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>
                <a:extLst>
                  <a:ext uri="{FF2B5EF4-FFF2-40B4-BE49-F238E27FC236}">
                    <a16:creationId xmlns:a16="http://schemas.microsoft.com/office/drawing/2014/main" id="{34127E40-2D5C-D450-FFC0-644C3A294712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>
                <a:extLst>
                  <a:ext uri="{FF2B5EF4-FFF2-40B4-BE49-F238E27FC236}">
                    <a16:creationId xmlns:a16="http://schemas.microsoft.com/office/drawing/2014/main" id="{3C657523-FDB9-C27D-ED21-49BCCD97EA67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>
                <a:extLst>
                  <a:ext uri="{FF2B5EF4-FFF2-40B4-BE49-F238E27FC236}">
                    <a16:creationId xmlns:a16="http://schemas.microsoft.com/office/drawing/2014/main" id="{7501D377-8C1A-C866-EEEF-E54ACF91AE6F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>
                <a:extLst>
                  <a:ext uri="{FF2B5EF4-FFF2-40B4-BE49-F238E27FC236}">
                    <a16:creationId xmlns:a16="http://schemas.microsoft.com/office/drawing/2014/main" id="{AED0C906-7B2A-4F9B-BCEC-13CDCF5667B1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>
                <a:extLst>
                  <a:ext uri="{FF2B5EF4-FFF2-40B4-BE49-F238E27FC236}">
                    <a16:creationId xmlns:a16="http://schemas.microsoft.com/office/drawing/2014/main" id="{3991253D-1CBD-B469-CBBB-8DF87016CADC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>
                <a:extLst>
                  <a:ext uri="{FF2B5EF4-FFF2-40B4-BE49-F238E27FC236}">
                    <a16:creationId xmlns:a16="http://schemas.microsoft.com/office/drawing/2014/main" id="{F7815F67-4DDF-4BB5-0152-A2F0F73DCAE4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>
                <a:extLst>
                  <a:ext uri="{FF2B5EF4-FFF2-40B4-BE49-F238E27FC236}">
                    <a16:creationId xmlns:a16="http://schemas.microsoft.com/office/drawing/2014/main" id="{FEDCC3EB-67E0-0FA8-DA5C-FC4761DBE7F6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>
                <a:extLst>
                  <a:ext uri="{FF2B5EF4-FFF2-40B4-BE49-F238E27FC236}">
                    <a16:creationId xmlns:a16="http://schemas.microsoft.com/office/drawing/2014/main" id="{D542E309-902E-B1B3-9443-87DB47F0FCCB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>
                <a:extLst>
                  <a:ext uri="{FF2B5EF4-FFF2-40B4-BE49-F238E27FC236}">
                    <a16:creationId xmlns:a16="http://schemas.microsoft.com/office/drawing/2014/main" id="{B4872833-5CF7-AC3E-2B9F-F86E95BC0900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>
                <a:extLst>
                  <a:ext uri="{FF2B5EF4-FFF2-40B4-BE49-F238E27FC236}">
                    <a16:creationId xmlns:a16="http://schemas.microsoft.com/office/drawing/2014/main" id="{6D26C602-58D1-C0D9-B88F-74E18F1888B1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>
                <a:extLst>
                  <a:ext uri="{FF2B5EF4-FFF2-40B4-BE49-F238E27FC236}">
                    <a16:creationId xmlns:a16="http://schemas.microsoft.com/office/drawing/2014/main" id="{80E4ED0D-0398-3EBF-A62E-742FCA11BDBF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>
                <a:extLst>
                  <a:ext uri="{FF2B5EF4-FFF2-40B4-BE49-F238E27FC236}">
                    <a16:creationId xmlns:a16="http://schemas.microsoft.com/office/drawing/2014/main" id="{31546AF5-9770-DD83-6EDC-561756052E85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>
                <a:extLst>
                  <a:ext uri="{FF2B5EF4-FFF2-40B4-BE49-F238E27FC236}">
                    <a16:creationId xmlns:a16="http://schemas.microsoft.com/office/drawing/2014/main" id="{D95444E9-E35D-D723-BD36-FC2C7C98AF49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>
                <a:extLst>
                  <a:ext uri="{FF2B5EF4-FFF2-40B4-BE49-F238E27FC236}">
                    <a16:creationId xmlns:a16="http://schemas.microsoft.com/office/drawing/2014/main" id="{611B76BD-077E-C3B5-2CCD-5B51AF224F8D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>
                <a:extLst>
                  <a:ext uri="{FF2B5EF4-FFF2-40B4-BE49-F238E27FC236}">
                    <a16:creationId xmlns:a16="http://schemas.microsoft.com/office/drawing/2014/main" id="{892B4DBB-FE98-A6A1-349C-24ED53EB8DD4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>
                <a:extLst>
                  <a:ext uri="{FF2B5EF4-FFF2-40B4-BE49-F238E27FC236}">
                    <a16:creationId xmlns:a16="http://schemas.microsoft.com/office/drawing/2014/main" id="{089A0A6E-9CC3-333E-1862-F005C1BA2147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>
                <a:extLst>
                  <a:ext uri="{FF2B5EF4-FFF2-40B4-BE49-F238E27FC236}">
                    <a16:creationId xmlns:a16="http://schemas.microsoft.com/office/drawing/2014/main" id="{B14A8052-8196-A968-3651-48BB78286365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>
                <a:extLst>
                  <a:ext uri="{FF2B5EF4-FFF2-40B4-BE49-F238E27FC236}">
                    <a16:creationId xmlns:a16="http://schemas.microsoft.com/office/drawing/2014/main" id="{49AFCCF2-0129-7D3D-264B-954A30B0008C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>
                <a:extLst>
                  <a:ext uri="{FF2B5EF4-FFF2-40B4-BE49-F238E27FC236}">
                    <a16:creationId xmlns:a16="http://schemas.microsoft.com/office/drawing/2014/main" id="{E534CA24-8717-62F5-09FA-5B7BB82083E2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>
                <a:extLst>
                  <a:ext uri="{FF2B5EF4-FFF2-40B4-BE49-F238E27FC236}">
                    <a16:creationId xmlns:a16="http://schemas.microsoft.com/office/drawing/2014/main" id="{98F4CCC0-7EC9-127F-8514-C4B6C83889EC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>
                <a:extLst>
                  <a:ext uri="{FF2B5EF4-FFF2-40B4-BE49-F238E27FC236}">
                    <a16:creationId xmlns:a16="http://schemas.microsoft.com/office/drawing/2014/main" id="{EF449BF6-AA7F-08DA-409B-F2FDE9A4F8A2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>
                <a:extLst>
                  <a:ext uri="{FF2B5EF4-FFF2-40B4-BE49-F238E27FC236}">
                    <a16:creationId xmlns:a16="http://schemas.microsoft.com/office/drawing/2014/main" id="{F5E762D4-9351-47A7-76A7-7D055AA2FE72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>
                <a:extLst>
                  <a:ext uri="{FF2B5EF4-FFF2-40B4-BE49-F238E27FC236}">
                    <a16:creationId xmlns:a16="http://schemas.microsoft.com/office/drawing/2014/main" id="{518C7916-F4DB-0B16-B7A6-19759275E3D4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>
                <a:extLst>
                  <a:ext uri="{FF2B5EF4-FFF2-40B4-BE49-F238E27FC236}">
                    <a16:creationId xmlns:a16="http://schemas.microsoft.com/office/drawing/2014/main" id="{24F82A2E-873B-D739-915C-823F8787703F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>
                <a:extLst>
                  <a:ext uri="{FF2B5EF4-FFF2-40B4-BE49-F238E27FC236}">
                    <a16:creationId xmlns:a16="http://schemas.microsoft.com/office/drawing/2014/main" id="{78BCE5D9-9AB4-68ED-5C07-DD45897FB351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>
                <a:extLst>
                  <a:ext uri="{FF2B5EF4-FFF2-40B4-BE49-F238E27FC236}">
                    <a16:creationId xmlns:a16="http://schemas.microsoft.com/office/drawing/2014/main" id="{0FCD2736-EB99-2990-6560-211925DB0906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>
                <a:extLst>
                  <a:ext uri="{FF2B5EF4-FFF2-40B4-BE49-F238E27FC236}">
                    <a16:creationId xmlns:a16="http://schemas.microsoft.com/office/drawing/2014/main" id="{1CF1B85D-AAEF-1A81-535F-E5D79EDE8482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>
                <a:extLst>
                  <a:ext uri="{FF2B5EF4-FFF2-40B4-BE49-F238E27FC236}">
                    <a16:creationId xmlns:a16="http://schemas.microsoft.com/office/drawing/2014/main" id="{01CE1600-C647-1571-D288-E1103066C70D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>
                <a:extLst>
                  <a:ext uri="{FF2B5EF4-FFF2-40B4-BE49-F238E27FC236}">
                    <a16:creationId xmlns:a16="http://schemas.microsoft.com/office/drawing/2014/main" id="{B6F12111-328B-DEA6-368B-72DBDD94B25C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>
                <a:extLst>
                  <a:ext uri="{FF2B5EF4-FFF2-40B4-BE49-F238E27FC236}">
                    <a16:creationId xmlns:a16="http://schemas.microsoft.com/office/drawing/2014/main" id="{7B1744FA-7176-E94E-42B1-7FE65FB2D5B4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>
                <a:extLst>
                  <a:ext uri="{FF2B5EF4-FFF2-40B4-BE49-F238E27FC236}">
                    <a16:creationId xmlns:a16="http://schemas.microsoft.com/office/drawing/2014/main" id="{62B9408C-B7C1-F894-372E-95024AC4E143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>
                <a:extLst>
                  <a:ext uri="{FF2B5EF4-FFF2-40B4-BE49-F238E27FC236}">
                    <a16:creationId xmlns:a16="http://schemas.microsoft.com/office/drawing/2014/main" id="{6AA6327A-2AB4-972A-D6EF-D5B551C11BAE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>
                <a:extLst>
                  <a:ext uri="{FF2B5EF4-FFF2-40B4-BE49-F238E27FC236}">
                    <a16:creationId xmlns:a16="http://schemas.microsoft.com/office/drawing/2014/main" id="{91DCF229-48FC-B6B9-1300-0FC342B1C7B1}"/>
                  </a:ext>
                </a:extLst>
              </p:cNvPr>
              <p:cNvSpPr/>
              <p:nvPr/>
            </p:nvSpPr>
            <p:spPr>
              <a:xfrm>
                <a:off x="1442237" y="3167582"/>
                <a:ext cx="1405896" cy="829407"/>
              </a:xfrm>
              <a:custGeom>
                <a:avLst/>
                <a:gdLst/>
                <a:ahLst/>
                <a:cxnLst/>
                <a:rect l="l" t="t" r="r" b="b"/>
                <a:pathLst>
                  <a:path w="13213" h="7795" extrusionOk="0">
                    <a:moveTo>
                      <a:pt x="8426" y="368"/>
                    </a:moveTo>
                    <a:cubicBezTo>
                      <a:pt x="8460" y="368"/>
                      <a:pt x="8494" y="376"/>
                      <a:pt x="8519" y="390"/>
                    </a:cubicBezTo>
                    <a:lnTo>
                      <a:pt x="8555" y="411"/>
                    </a:lnTo>
                    <a:cubicBezTo>
                      <a:pt x="8605" y="440"/>
                      <a:pt x="8605" y="490"/>
                      <a:pt x="8555" y="520"/>
                    </a:cubicBezTo>
                    <a:lnTo>
                      <a:pt x="8296" y="670"/>
                    </a:lnTo>
                    <a:cubicBezTo>
                      <a:pt x="8271" y="685"/>
                      <a:pt x="8237" y="692"/>
                      <a:pt x="8203" y="692"/>
                    </a:cubicBezTo>
                    <a:cubicBezTo>
                      <a:pt x="8169" y="692"/>
                      <a:pt x="8134" y="685"/>
                      <a:pt x="8108" y="670"/>
                    </a:cubicBezTo>
                    <a:lnTo>
                      <a:pt x="8074" y="649"/>
                    </a:lnTo>
                    <a:cubicBezTo>
                      <a:pt x="8022" y="620"/>
                      <a:pt x="8022" y="570"/>
                      <a:pt x="8074" y="540"/>
                    </a:cubicBezTo>
                    <a:lnTo>
                      <a:pt x="8333" y="390"/>
                    </a:lnTo>
                    <a:cubicBezTo>
                      <a:pt x="8358" y="376"/>
                      <a:pt x="8392" y="368"/>
                      <a:pt x="8426" y="368"/>
                    </a:cubicBezTo>
                    <a:close/>
                    <a:moveTo>
                      <a:pt x="8735" y="548"/>
                    </a:moveTo>
                    <a:cubicBezTo>
                      <a:pt x="8769" y="548"/>
                      <a:pt x="8803" y="555"/>
                      <a:pt x="8828" y="570"/>
                    </a:cubicBezTo>
                    <a:lnTo>
                      <a:pt x="9043" y="692"/>
                    </a:lnTo>
                    <a:cubicBezTo>
                      <a:pt x="9093" y="729"/>
                      <a:pt x="9093" y="772"/>
                      <a:pt x="9036" y="799"/>
                    </a:cubicBezTo>
                    <a:lnTo>
                      <a:pt x="8778" y="951"/>
                    </a:lnTo>
                    <a:cubicBezTo>
                      <a:pt x="8753" y="965"/>
                      <a:pt x="8719" y="972"/>
                      <a:pt x="8685" y="972"/>
                    </a:cubicBezTo>
                    <a:cubicBezTo>
                      <a:pt x="8650" y="972"/>
                      <a:pt x="8616" y="965"/>
                      <a:pt x="8591" y="951"/>
                    </a:cubicBezTo>
                    <a:lnTo>
                      <a:pt x="8383" y="829"/>
                    </a:lnTo>
                    <a:cubicBezTo>
                      <a:pt x="8333" y="799"/>
                      <a:pt x="8333" y="749"/>
                      <a:pt x="8383" y="720"/>
                    </a:cubicBezTo>
                    <a:lnTo>
                      <a:pt x="8641" y="570"/>
                    </a:lnTo>
                    <a:cubicBezTo>
                      <a:pt x="8666" y="555"/>
                      <a:pt x="8701" y="548"/>
                      <a:pt x="8735" y="548"/>
                    </a:cubicBezTo>
                    <a:close/>
                    <a:moveTo>
                      <a:pt x="7896" y="677"/>
                    </a:moveTo>
                    <a:cubicBezTo>
                      <a:pt x="7929" y="677"/>
                      <a:pt x="7962" y="685"/>
                      <a:pt x="7988" y="699"/>
                    </a:cubicBezTo>
                    <a:lnTo>
                      <a:pt x="8022" y="720"/>
                    </a:lnTo>
                    <a:cubicBezTo>
                      <a:pt x="8074" y="749"/>
                      <a:pt x="8074" y="799"/>
                      <a:pt x="8022" y="829"/>
                    </a:cubicBezTo>
                    <a:lnTo>
                      <a:pt x="7786" y="965"/>
                    </a:lnTo>
                    <a:cubicBezTo>
                      <a:pt x="7761" y="980"/>
                      <a:pt x="7727" y="987"/>
                      <a:pt x="7693" y="987"/>
                    </a:cubicBezTo>
                    <a:cubicBezTo>
                      <a:pt x="7659" y="987"/>
                      <a:pt x="7624" y="980"/>
                      <a:pt x="7599" y="965"/>
                    </a:cubicBezTo>
                    <a:lnTo>
                      <a:pt x="7563" y="944"/>
                    </a:lnTo>
                    <a:cubicBezTo>
                      <a:pt x="7513" y="915"/>
                      <a:pt x="7513" y="865"/>
                      <a:pt x="7563" y="835"/>
                    </a:cubicBezTo>
                    <a:lnTo>
                      <a:pt x="7800" y="699"/>
                    </a:lnTo>
                    <a:cubicBezTo>
                      <a:pt x="7829" y="685"/>
                      <a:pt x="7863" y="677"/>
                      <a:pt x="7896" y="677"/>
                    </a:cubicBezTo>
                    <a:close/>
                    <a:moveTo>
                      <a:pt x="7386" y="972"/>
                    </a:moveTo>
                    <a:cubicBezTo>
                      <a:pt x="7420" y="972"/>
                      <a:pt x="7452" y="980"/>
                      <a:pt x="7477" y="994"/>
                    </a:cubicBezTo>
                    <a:lnTo>
                      <a:pt x="7513" y="1015"/>
                    </a:lnTo>
                    <a:cubicBezTo>
                      <a:pt x="7570" y="1044"/>
                      <a:pt x="7563" y="1094"/>
                      <a:pt x="7513" y="1124"/>
                    </a:cubicBezTo>
                    <a:lnTo>
                      <a:pt x="7304" y="1246"/>
                    </a:lnTo>
                    <a:cubicBezTo>
                      <a:pt x="7279" y="1260"/>
                      <a:pt x="7245" y="1267"/>
                      <a:pt x="7211" y="1267"/>
                    </a:cubicBezTo>
                    <a:cubicBezTo>
                      <a:pt x="7177" y="1267"/>
                      <a:pt x="7142" y="1260"/>
                      <a:pt x="7116" y="1246"/>
                    </a:cubicBezTo>
                    <a:lnTo>
                      <a:pt x="7082" y="1224"/>
                    </a:lnTo>
                    <a:cubicBezTo>
                      <a:pt x="7030" y="1194"/>
                      <a:pt x="7030" y="1144"/>
                      <a:pt x="7082" y="1117"/>
                    </a:cubicBezTo>
                    <a:lnTo>
                      <a:pt x="7289" y="994"/>
                    </a:lnTo>
                    <a:cubicBezTo>
                      <a:pt x="7318" y="980"/>
                      <a:pt x="7353" y="972"/>
                      <a:pt x="7386" y="972"/>
                    </a:cubicBezTo>
                    <a:close/>
                    <a:moveTo>
                      <a:pt x="8203" y="857"/>
                    </a:moveTo>
                    <a:cubicBezTo>
                      <a:pt x="8237" y="857"/>
                      <a:pt x="8271" y="864"/>
                      <a:pt x="8296" y="879"/>
                    </a:cubicBezTo>
                    <a:lnTo>
                      <a:pt x="8512" y="1001"/>
                    </a:lnTo>
                    <a:cubicBezTo>
                      <a:pt x="8562" y="1030"/>
                      <a:pt x="8562" y="1080"/>
                      <a:pt x="8512" y="1108"/>
                    </a:cubicBezTo>
                    <a:lnTo>
                      <a:pt x="8267" y="1246"/>
                    </a:lnTo>
                    <a:cubicBezTo>
                      <a:pt x="8242" y="1260"/>
                      <a:pt x="8208" y="1267"/>
                      <a:pt x="8174" y="1267"/>
                    </a:cubicBezTo>
                    <a:cubicBezTo>
                      <a:pt x="8140" y="1267"/>
                      <a:pt x="8106" y="1260"/>
                      <a:pt x="8081" y="1246"/>
                    </a:cubicBezTo>
                    <a:lnTo>
                      <a:pt x="7872" y="1124"/>
                    </a:lnTo>
                    <a:cubicBezTo>
                      <a:pt x="7822" y="1094"/>
                      <a:pt x="7822" y="1044"/>
                      <a:pt x="7872" y="1015"/>
                    </a:cubicBezTo>
                    <a:lnTo>
                      <a:pt x="8108" y="879"/>
                    </a:lnTo>
                    <a:cubicBezTo>
                      <a:pt x="8134" y="864"/>
                      <a:pt x="8169" y="857"/>
                      <a:pt x="8203" y="857"/>
                    </a:cubicBezTo>
                    <a:close/>
                    <a:moveTo>
                      <a:pt x="9216" y="829"/>
                    </a:moveTo>
                    <a:cubicBezTo>
                      <a:pt x="9250" y="829"/>
                      <a:pt x="9284" y="835"/>
                      <a:pt x="9309" y="849"/>
                    </a:cubicBezTo>
                    <a:lnTo>
                      <a:pt x="9547" y="987"/>
                    </a:lnTo>
                    <a:cubicBezTo>
                      <a:pt x="9597" y="1015"/>
                      <a:pt x="9597" y="1065"/>
                      <a:pt x="9547" y="1094"/>
                    </a:cubicBezTo>
                    <a:lnTo>
                      <a:pt x="9159" y="1324"/>
                    </a:lnTo>
                    <a:cubicBezTo>
                      <a:pt x="9134" y="1338"/>
                      <a:pt x="9100" y="1346"/>
                      <a:pt x="9066" y="1346"/>
                    </a:cubicBezTo>
                    <a:cubicBezTo>
                      <a:pt x="9031" y="1346"/>
                      <a:pt x="8997" y="1338"/>
                      <a:pt x="8971" y="1324"/>
                    </a:cubicBezTo>
                    <a:lnTo>
                      <a:pt x="8735" y="1180"/>
                    </a:lnTo>
                    <a:cubicBezTo>
                      <a:pt x="8685" y="1151"/>
                      <a:pt x="8685" y="1101"/>
                      <a:pt x="8735" y="1074"/>
                    </a:cubicBezTo>
                    <a:lnTo>
                      <a:pt x="9123" y="849"/>
                    </a:lnTo>
                    <a:cubicBezTo>
                      <a:pt x="9148" y="835"/>
                      <a:pt x="9182" y="829"/>
                      <a:pt x="9216" y="829"/>
                    </a:cubicBezTo>
                    <a:close/>
                    <a:moveTo>
                      <a:pt x="6901" y="1246"/>
                    </a:moveTo>
                    <a:cubicBezTo>
                      <a:pt x="6935" y="1246"/>
                      <a:pt x="6970" y="1256"/>
                      <a:pt x="6996" y="1274"/>
                    </a:cubicBezTo>
                    <a:lnTo>
                      <a:pt x="7030" y="1289"/>
                    </a:lnTo>
                    <a:cubicBezTo>
                      <a:pt x="7082" y="1317"/>
                      <a:pt x="7082" y="1367"/>
                      <a:pt x="7030" y="1396"/>
                    </a:cubicBezTo>
                    <a:lnTo>
                      <a:pt x="6808" y="1526"/>
                    </a:lnTo>
                    <a:cubicBezTo>
                      <a:pt x="6783" y="1540"/>
                      <a:pt x="6749" y="1547"/>
                      <a:pt x="6714" y="1547"/>
                    </a:cubicBezTo>
                    <a:cubicBezTo>
                      <a:pt x="6680" y="1547"/>
                      <a:pt x="6646" y="1540"/>
                      <a:pt x="6621" y="1526"/>
                    </a:cubicBezTo>
                    <a:lnTo>
                      <a:pt x="6592" y="1505"/>
                    </a:lnTo>
                    <a:cubicBezTo>
                      <a:pt x="6535" y="1475"/>
                      <a:pt x="6535" y="1425"/>
                      <a:pt x="6592" y="1396"/>
                    </a:cubicBezTo>
                    <a:lnTo>
                      <a:pt x="6808" y="1274"/>
                    </a:lnTo>
                    <a:cubicBezTo>
                      <a:pt x="6833" y="1256"/>
                      <a:pt x="6867" y="1246"/>
                      <a:pt x="6901" y="1246"/>
                    </a:cubicBezTo>
                    <a:close/>
                    <a:moveTo>
                      <a:pt x="7693" y="1152"/>
                    </a:moveTo>
                    <a:cubicBezTo>
                      <a:pt x="7727" y="1152"/>
                      <a:pt x="7761" y="1159"/>
                      <a:pt x="7786" y="1174"/>
                    </a:cubicBezTo>
                    <a:lnTo>
                      <a:pt x="8001" y="1296"/>
                    </a:lnTo>
                    <a:cubicBezTo>
                      <a:pt x="8051" y="1324"/>
                      <a:pt x="8051" y="1375"/>
                      <a:pt x="8001" y="1403"/>
                    </a:cubicBezTo>
                    <a:lnTo>
                      <a:pt x="7786" y="1526"/>
                    </a:lnTo>
                    <a:cubicBezTo>
                      <a:pt x="7761" y="1540"/>
                      <a:pt x="7727" y="1547"/>
                      <a:pt x="7693" y="1547"/>
                    </a:cubicBezTo>
                    <a:cubicBezTo>
                      <a:pt x="7659" y="1547"/>
                      <a:pt x="7624" y="1540"/>
                      <a:pt x="7599" y="1526"/>
                    </a:cubicBezTo>
                    <a:lnTo>
                      <a:pt x="7391" y="1403"/>
                    </a:lnTo>
                    <a:cubicBezTo>
                      <a:pt x="7341" y="1375"/>
                      <a:pt x="7341" y="1324"/>
                      <a:pt x="7391" y="1296"/>
                    </a:cubicBezTo>
                    <a:lnTo>
                      <a:pt x="7599" y="1174"/>
                    </a:lnTo>
                    <a:cubicBezTo>
                      <a:pt x="7624" y="1159"/>
                      <a:pt x="7659" y="1152"/>
                      <a:pt x="7693" y="1152"/>
                    </a:cubicBezTo>
                    <a:close/>
                    <a:moveTo>
                      <a:pt x="8555" y="1210"/>
                    </a:moveTo>
                    <a:cubicBezTo>
                      <a:pt x="8589" y="1210"/>
                      <a:pt x="8623" y="1217"/>
                      <a:pt x="8648" y="1231"/>
                    </a:cubicBezTo>
                    <a:lnTo>
                      <a:pt x="8885" y="1367"/>
                    </a:lnTo>
                    <a:cubicBezTo>
                      <a:pt x="8943" y="1396"/>
                      <a:pt x="8936" y="1446"/>
                      <a:pt x="8885" y="1475"/>
                    </a:cubicBezTo>
                    <a:lnTo>
                      <a:pt x="8648" y="1619"/>
                    </a:lnTo>
                    <a:cubicBezTo>
                      <a:pt x="8623" y="1633"/>
                      <a:pt x="8589" y="1641"/>
                      <a:pt x="8555" y="1641"/>
                    </a:cubicBezTo>
                    <a:cubicBezTo>
                      <a:pt x="8521" y="1641"/>
                      <a:pt x="8487" y="1633"/>
                      <a:pt x="8462" y="1619"/>
                    </a:cubicBezTo>
                    <a:lnTo>
                      <a:pt x="8224" y="1475"/>
                    </a:lnTo>
                    <a:cubicBezTo>
                      <a:pt x="8174" y="1446"/>
                      <a:pt x="8174" y="1396"/>
                      <a:pt x="8224" y="1367"/>
                    </a:cubicBezTo>
                    <a:lnTo>
                      <a:pt x="8462" y="1231"/>
                    </a:lnTo>
                    <a:cubicBezTo>
                      <a:pt x="8487" y="1217"/>
                      <a:pt x="8521" y="1210"/>
                      <a:pt x="8555" y="1210"/>
                    </a:cubicBezTo>
                    <a:close/>
                    <a:moveTo>
                      <a:pt x="9722" y="1124"/>
                    </a:moveTo>
                    <a:cubicBezTo>
                      <a:pt x="9755" y="1124"/>
                      <a:pt x="9788" y="1130"/>
                      <a:pt x="9813" y="1144"/>
                    </a:cubicBezTo>
                    <a:lnTo>
                      <a:pt x="10028" y="1267"/>
                    </a:lnTo>
                    <a:cubicBezTo>
                      <a:pt x="10078" y="1296"/>
                      <a:pt x="10078" y="1346"/>
                      <a:pt x="10028" y="1375"/>
                    </a:cubicBezTo>
                    <a:lnTo>
                      <a:pt x="9468" y="1698"/>
                    </a:lnTo>
                    <a:cubicBezTo>
                      <a:pt x="9443" y="1713"/>
                      <a:pt x="9409" y="1720"/>
                      <a:pt x="9375" y="1720"/>
                    </a:cubicBezTo>
                    <a:cubicBezTo>
                      <a:pt x="9341" y="1720"/>
                      <a:pt x="9306" y="1713"/>
                      <a:pt x="9281" y="1698"/>
                    </a:cubicBezTo>
                    <a:lnTo>
                      <a:pt x="9066" y="1576"/>
                    </a:lnTo>
                    <a:cubicBezTo>
                      <a:pt x="9014" y="1548"/>
                      <a:pt x="9014" y="1496"/>
                      <a:pt x="9073" y="1469"/>
                    </a:cubicBezTo>
                    <a:lnTo>
                      <a:pt x="9626" y="1144"/>
                    </a:lnTo>
                    <a:cubicBezTo>
                      <a:pt x="9655" y="1130"/>
                      <a:pt x="9689" y="1124"/>
                      <a:pt x="9722" y="1124"/>
                    </a:cubicBezTo>
                    <a:close/>
                    <a:moveTo>
                      <a:pt x="6413" y="1533"/>
                    </a:moveTo>
                    <a:cubicBezTo>
                      <a:pt x="6447" y="1533"/>
                      <a:pt x="6481" y="1540"/>
                      <a:pt x="6506" y="1555"/>
                    </a:cubicBezTo>
                    <a:lnTo>
                      <a:pt x="6542" y="1576"/>
                    </a:lnTo>
                    <a:cubicBezTo>
                      <a:pt x="6592" y="1605"/>
                      <a:pt x="6592" y="1655"/>
                      <a:pt x="6542" y="1684"/>
                    </a:cubicBezTo>
                    <a:lnTo>
                      <a:pt x="6319" y="1807"/>
                    </a:lnTo>
                    <a:cubicBezTo>
                      <a:pt x="6294" y="1824"/>
                      <a:pt x="6262" y="1833"/>
                      <a:pt x="6229" y="1833"/>
                    </a:cubicBezTo>
                    <a:cubicBezTo>
                      <a:pt x="6196" y="1833"/>
                      <a:pt x="6162" y="1824"/>
                      <a:pt x="6133" y="1807"/>
                    </a:cubicBezTo>
                    <a:lnTo>
                      <a:pt x="6104" y="1791"/>
                    </a:lnTo>
                    <a:cubicBezTo>
                      <a:pt x="6047" y="1755"/>
                      <a:pt x="6047" y="1712"/>
                      <a:pt x="6104" y="1684"/>
                    </a:cubicBezTo>
                    <a:lnTo>
                      <a:pt x="6319" y="1555"/>
                    </a:lnTo>
                    <a:cubicBezTo>
                      <a:pt x="6344" y="1540"/>
                      <a:pt x="6379" y="1533"/>
                      <a:pt x="6413" y="1533"/>
                    </a:cubicBezTo>
                    <a:close/>
                    <a:moveTo>
                      <a:pt x="7211" y="1425"/>
                    </a:moveTo>
                    <a:cubicBezTo>
                      <a:pt x="7245" y="1425"/>
                      <a:pt x="7279" y="1432"/>
                      <a:pt x="7304" y="1446"/>
                    </a:cubicBezTo>
                    <a:lnTo>
                      <a:pt x="7520" y="1576"/>
                    </a:lnTo>
                    <a:cubicBezTo>
                      <a:pt x="7570" y="1605"/>
                      <a:pt x="7570" y="1655"/>
                      <a:pt x="7520" y="1684"/>
                    </a:cubicBezTo>
                    <a:lnTo>
                      <a:pt x="7298" y="1807"/>
                    </a:lnTo>
                    <a:cubicBezTo>
                      <a:pt x="7272" y="1824"/>
                      <a:pt x="7237" y="1833"/>
                      <a:pt x="7203" y="1833"/>
                    </a:cubicBezTo>
                    <a:cubicBezTo>
                      <a:pt x="7169" y="1833"/>
                      <a:pt x="7135" y="1824"/>
                      <a:pt x="7110" y="1807"/>
                    </a:cubicBezTo>
                    <a:lnTo>
                      <a:pt x="6894" y="1684"/>
                    </a:lnTo>
                    <a:cubicBezTo>
                      <a:pt x="6844" y="1655"/>
                      <a:pt x="6844" y="1605"/>
                      <a:pt x="6894" y="1576"/>
                    </a:cubicBezTo>
                    <a:lnTo>
                      <a:pt x="7116" y="1446"/>
                    </a:lnTo>
                    <a:cubicBezTo>
                      <a:pt x="7142" y="1432"/>
                      <a:pt x="7177" y="1425"/>
                      <a:pt x="7211" y="1425"/>
                    </a:cubicBezTo>
                    <a:close/>
                    <a:moveTo>
                      <a:pt x="8045" y="1504"/>
                    </a:moveTo>
                    <a:cubicBezTo>
                      <a:pt x="8079" y="1504"/>
                      <a:pt x="8113" y="1511"/>
                      <a:pt x="8138" y="1526"/>
                    </a:cubicBezTo>
                    <a:lnTo>
                      <a:pt x="8376" y="1662"/>
                    </a:lnTo>
                    <a:cubicBezTo>
                      <a:pt x="8433" y="1691"/>
                      <a:pt x="8433" y="1741"/>
                      <a:pt x="8376" y="1770"/>
                    </a:cubicBezTo>
                    <a:lnTo>
                      <a:pt x="8167" y="1893"/>
                    </a:lnTo>
                    <a:cubicBezTo>
                      <a:pt x="8142" y="1907"/>
                      <a:pt x="8108" y="1914"/>
                      <a:pt x="8074" y="1914"/>
                    </a:cubicBezTo>
                    <a:cubicBezTo>
                      <a:pt x="8039" y="1914"/>
                      <a:pt x="8005" y="1907"/>
                      <a:pt x="7979" y="1893"/>
                    </a:cubicBezTo>
                    <a:lnTo>
                      <a:pt x="7743" y="1755"/>
                    </a:lnTo>
                    <a:cubicBezTo>
                      <a:pt x="7693" y="1727"/>
                      <a:pt x="7693" y="1677"/>
                      <a:pt x="7743" y="1648"/>
                    </a:cubicBezTo>
                    <a:lnTo>
                      <a:pt x="7951" y="1526"/>
                    </a:lnTo>
                    <a:cubicBezTo>
                      <a:pt x="7976" y="1511"/>
                      <a:pt x="8010" y="1504"/>
                      <a:pt x="8045" y="1504"/>
                    </a:cubicBezTo>
                    <a:close/>
                    <a:moveTo>
                      <a:pt x="8893" y="1600"/>
                    </a:moveTo>
                    <a:cubicBezTo>
                      <a:pt x="8927" y="1600"/>
                      <a:pt x="8961" y="1608"/>
                      <a:pt x="8986" y="1626"/>
                    </a:cubicBezTo>
                    <a:lnTo>
                      <a:pt x="9195" y="1748"/>
                    </a:lnTo>
                    <a:cubicBezTo>
                      <a:pt x="9245" y="1777"/>
                      <a:pt x="9245" y="1827"/>
                      <a:pt x="9195" y="1857"/>
                    </a:cubicBezTo>
                    <a:lnTo>
                      <a:pt x="8957" y="1993"/>
                    </a:lnTo>
                    <a:cubicBezTo>
                      <a:pt x="8932" y="2008"/>
                      <a:pt x="8898" y="2015"/>
                      <a:pt x="8864" y="2015"/>
                    </a:cubicBezTo>
                    <a:cubicBezTo>
                      <a:pt x="8830" y="2015"/>
                      <a:pt x="8796" y="2008"/>
                      <a:pt x="8771" y="1993"/>
                    </a:cubicBezTo>
                    <a:lnTo>
                      <a:pt x="8562" y="1871"/>
                    </a:lnTo>
                    <a:cubicBezTo>
                      <a:pt x="8505" y="1841"/>
                      <a:pt x="8505" y="1791"/>
                      <a:pt x="8562" y="1764"/>
                    </a:cubicBezTo>
                    <a:lnTo>
                      <a:pt x="8798" y="1626"/>
                    </a:lnTo>
                    <a:cubicBezTo>
                      <a:pt x="8824" y="1608"/>
                      <a:pt x="8859" y="1600"/>
                      <a:pt x="8893" y="1600"/>
                    </a:cubicBezTo>
                    <a:close/>
                    <a:moveTo>
                      <a:pt x="6721" y="1712"/>
                    </a:moveTo>
                    <a:cubicBezTo>
                      <a:pt x="6755" y="1712"/>
                      <a:pt x="6790" y="1720"/>
                      <a:pt x="6815" y="1734"/>
                    </a:cubicBezTo>
                    <a:lnTo>
                      <a:pt x="7023" y="1857"/>
                    </a:lnTo>
                    <a:cubicBezTo>
                      <a:pt x="7082" y="1884"/>
                      <a:pt x="7073" y="1936"/>
                      <a:pt x="7023" y="1964"/>
                    </a:cubicBezTo>
                    <a:lnTo>
                      <a:pt x="6808" y="2093"/>
                    </a:lnTo>
                    <a:cubicBezTo>
                      <a:pt x="6783" y="2108"/>
                      <a:pt x="6749" y="2115"/>
                      <a:pt x="6714" y="2115"/>
                    </a:cubicBezTo>
                    <a:cubicBezTo>
                      <a:pt x="6680" y="2115"/>
                      <a:pt x="6646" y="2108"/>
                      <a:pt x="6621" y="2093"/>
                    </a:cubicBezTo>
                    <a:lnTo>
                      <a:pt x="6406" y="1971"/>
                    </a:lnTo>
                    <a:cubicBezTo>
                      <a:pt x="6356" y="1936"/>
                      <a:pt x="6356" y="1893"/>
                      <a:pt x="6413" y="1857"/>
                    </a:cubicBezTo>
                    <a:lnTo>
                      <a:pt x="6628" y="1734"/>
                    </a:lnTo>
                    <a:cubicBezTo>
                      <a:pt x="6653" y="1720"/>
                      <a:pt x="6687" y="1712"/>
                      <a:pt x="6721" y="1712"/>
                    </a:cubicBezTo>
                    <a:close/>
                    <a:moveTo>
                      <a:pt x="10201" y="1403"/>
                    </a:moveTo>
                    <a:cubicBezTo>
                      <a:pt x="10235" y="1403"/>
                      <a:pt x="10269" y="1411"/>
                      <a:pt x="10294" y="1425"/>
                    </a:cubicBezTo>
                    <a:lnTo>
                      <a:pt x="10517" y="1555"/>
                    </a:lnTo>
                    <a:cubicBezTo>
                      <a:pt x="10567" y="1582"/>
                      <a:pt x="10567" y="1626"/>
                      <a:pt x="10517" y="1662"/>
                    </a:cubicBezTo>
                    <a:lnTo>
                      <a:pt x="9747" y="2100"/>
                    </a:lnTo>
                    <a:cubicBezTo>
                      <a:pt x="9722" y="2115"/>
                      <a:pt x="9688" y="2122"/>
                      <a:pt x="9654" y="2122"/>
                    </a:cubicBezTo>
                    <a:cubicBezTo>
                      <a:pt x="9620" y="2122"/>
                      <a:pt x="9586" y="2115"/>
                      <a:pt x="9561" y="2100"/>
                    </a:cubicBezTo>
                    <a:lnTo>
                      <a:pt x="9338" y="1971"/>
                    </a:lnTo>
                    <a:cubicBezTo>
                      <a:pt x="9288" y="1943"/>
                      <a:pt x="9288" y="1893"/>
                      <a:pt x="9338" y="1864"/>
                    </a:cubicBezTo>
                    <a:lnTo>
                      <a:pt x="10108" y="1425"/>
                    </a:lnTo>
                    <a:cubicBezTo>
                      <a:pt x="10133" y="1411"/>
                      <a:pt x="10167" y="1403"/>
                      <a:pt x="10201" y="1403"/>
                    </a:cubicBezTo>
                    <a:close/>
                    <a:moveTo>
                      <a:pt x="5924" y="1814"/>
                    </a:moveTo>
                    <a:cubicBezTo>
                      <a:pt x="5958" y="1814"/>
                      <a:pt x="5993" y="1820"/>
                      <a:pt x="6018" y="1834"/>
                    </a:cubicBezTo>
                    <a:lnTo>
                      <a:pt x="6054" y="1857"/>
                    </a:lnTo>
                    <a:cubicBezTo>
                      <a:pt x="6104" y="1884"/>
                      <a:pt x="6104" y="1936"/>
                      <a:pt x="6054" y="1964"/>
                    </a:cubicBezTo>
                    <a:lnTo>
                      <a:pt x="5809" y="2100"/>
                    </a:lnTo>
                    <a:cubicBezTo>
                      <a:pt x="5784" y="2118"/>
                      <a:pt x="5751" y="2127"/>
                      <a:pt x="5718" y="2127"/>
                    </a:cubicBezTo>
                    <a:cubicBezTo>
                      <a:pt x="5685" y="2127"/>
                      <a:pt x="5651" y="2118"/>
                      <a:pt x="5622" y="2100"/>
                    </a:cubicBezTo>
                    <a:lnTo>
                      <a:pt x="5593" y="2086"/>
                    </a:lnTo>
                    <a:cubicBezTo>
                      <a:pt x="5536" y="2050"/>
                      <a:pt x="5543" y="2007"/>
                      <a:pt x="5593" y="1979"/>
                    </a:cubicBezTo>
                    <a:lnTo>
                      <a:pt x="5831" y="1834"/>
                    </a:lnTo>
                    <a:cubicBezTo>
                      <a:pt x="5856" y="1820"/>
                      <a:pt x="5890" y="1814"/>
                      <a:pt x="5924" y="1814"/>
                    </a:cubicBezTo>
                    <a:close/>
                    <a:moveTo>
                      <a:pt x="10689" y="1684"/>
                    </a:moveTo>
                    <a:cubicBezTo>
                      <a:pt x="10723" y="1684"/>
                      <a:pt x="10757" y="1691"/>
                      <a:pt x="10782" y="1705"/>
                    </a:cubicBezTo>
                    <a:lnTo>
                      <a:pt x="10998" y="1834"/>
                    </a:lnTo>
                    <a:cubicBezTo>
                      <a:pt x="11057" y="1864"/>
                      <a:pt x="11057" y="1914"/>
                      <a:pt x="10998" y="1943"/>
                    </a:cubicBezTo>
                    <a:lnTo>
                      <a:pt x="10653" y="2143"/>
                    </a:lnTo>
                    <a:cubicBezTo>
                      <a:pt x="10628" y="2158"/>
                      <a:pt x="10594" y="2165"/>
                      <a:pt x="10560" y="2165"/>
                    </a:cubicBezTo>
                    <a:cubicBezTo>
                      <a:pt x="10526" y="2165"/>
                      <a:pt x="10492" y="2158"/>
                      <a:pt x="10467" y="2143"/>
                    </a:cubicBezTo>
                    <a:lnTo>
                      <a:pt x="10251" y="2014"/>
                    </a:lnTo>
                    <a:cubicBezTo>
                      <a:pt x="10194" y="1986"/>
                      <a:pt x="10194" y="1936"/>
                      <a:pt x="10251" y="1907"/>
                    </a:cubicBezTo>
                    <a:lnTo>
                      <a:pt x="10596" y="1705"/>
                    </a:lnTo>
                    <a:cubicBezTo>
                      <a:pt x="10621" y="1691"/>
                      <a:pt x="10655" y="1684"/>
                      <a:pt x="10689" y="1684"/>
                    </a:cubicBezTo>
                    <a:close/>
                    <a:moveTo>
                      <a:pt x="7563" y="1785"/>
                    </a:moveTo>
                    <a:cubicBezTo>
                      <a:pt x="7597" y="1785"/>
                      <a:pt x="7631" y="1792"/>
                      <a:pt x="7656" y="1807"/>
                    </a:cubicBezTo>
                    <a:lnTo>
                      <a:pt x="7893" y="1943"/>
                    </a:lnTo>
                    <a:cubicBezTo>
                      <a:pt x="7944" y="1971"/>
                      <a:pt x="7944" y="2022"/>
                      <a:pt x="7893" y="2050"/>
                    </a:cubicBezTo>
                    <a:lnTo>
                      <a:pt x="7670" y="2179"/>
                    </a:lnTo>
                    <a:cubicBezTo>
                      <a:pt x="7645" y="2194"/>
                      <a:pt x="7613" y="2201"/>
                      <a:pt x="7580" y="2201"/>
                    </a:cubicBezTo>
                    <a:cubicBezTo>
                      <a:pt x="7546" y="2201"/>
                      <a:pt x="7512" y="2194"/>
                      <a:pt x="7484" y="2179"/>
                    </a:cubicBezTo>
                    <a:lnTo>
                      <a:pt x="7246" y="2043"/>
                    </a:lnTo>
                    <a:cubicBezTo>
                      <a:pt x="7196" y="2007"/>
                      <a:pt x="7196" y="1964"/>
                      <a:pt x="7246" y="1927"/>
                    </a:cubicBezTo>
                    <a:lnTo>
                      <a:pt x="7470" y="1807"/>
                    </a:lnTo>
                    <a:cubicBezTo>
                      <a:pt x="7495" y="1792"/>
                      <a:pt x="7529" y="1785"/>
                      <a:pt x="7563" y="1785"/>
                    </a:cubicBezTo>
                    <a:close/>
                    <a:moveTo>
                      <a:pt x="8383" y="1893"/>
                    </a:moveTo>
                    <a:cubicBezTo>
                      <a:pt x="8417" y="1893"/>
                      <a:pt x="8451" y="1902"/>
                      <a:pt x="8476" y="1921"/>
                    </a:cubicBezTo>
                    <a:lnTo>
                      <a:pt x="8685" y="2043"/>
                    </a:lnTo>
                    <a:cubicBezTo>
                      <a:pt x="8735" y="2072"/>
                      <a:pt x="8735" y="2122"/>
                      <a:pt x="8685" y="2152"/>
                    </a:cubicBezTo>
                    <a:lnTo>
                      <a:pt x="8476" y="2272"/>
                    </a:lnTo>
                    <a:cubicBezTo>
                      <a:pt x="8451" y="2287"/>
                      <a:pt x="8417" y="2294"/>
                      <a:pt x="8383" y="2294"/>
                    </a:cubicBezTo>
                    <a:cubicBezTo>
                      <a:pt x="8349" y="2294"/>
                      <a:pt x="8315" y="2287"/>
                      <a:pt x="8290" y="2272"/>
                    </a:cubicBezTo>
                    <a:lnTo>
                      <a:pt x="8074" y="2152"/>
                    </a:lnTo>
                    <a:cubicBezTo>
                      <a:pt x="8022" y="2122"/>
                      <a:pt x="8022" y="2072"/>
                      <a:pt x="8081" y="2043"/>
                    </a:cubicBezTo>
                    <a:lnTo>
                      <a:pt x="8290" y="1921"/>
                    </a:lnTo>
                    <a:cubicBezTo>
                      <a:pt x="8315" y="1902"/>
                      <a:pt x="8349" y="1893"/>
                      <a:pt x="8383" y="1893"/>
                    </a:cubicBezTo>
                    <a:close/>
                    <a:moveTo>
                      <a:pt x="5414" y="2107"/>
                    </a:moveTo>
                    <a:cubicBezTo>
                      <a:pt x="5448" y="2107"/>
                      <a:pt x="5482" y="2115"/>
                      <a:pt x="5507" y="2129"/>
                    </a:cubicBezTo>
                    <a:lnTo>
                      <a:pt x="5543" y="2152"/>
                    </a:lnTo>
                    <a:cubicBezTo>
                      <a:pt x="5593" y="2179"/>
                      <a:pt x="5593" y="2229"/>
                      <a:pt x="5543" y="2259"/>
                    </a:cubicBezTo>
                    <a:lnTo>
                      <a:pt x="5327" y="2381"/>
                    </a:lnTo>
                    <a:cubicBezTo>
                      <a:pt x="5302" y="2396"/>
                      <a:pt x="5268" y="2403"/>
                      <a:pt x="5234" y="2403"/>
                    </a:cubicBezTo>
                    <a:cubicBezTo>
                      <a:pt x="5200" y="2403"/>
                      <a:pt x="5166" y="2396"/>
                      <a:pt x="5141" y="2381"/>
                    </a:cubicBezTo>
                    <a:lnTo>
                      <a:pt x="5112" y="2359"/>
                    </a:lnTo>
                    <a:cubicBezTo>
                      <a:pt x="5055" y="2331"/>
                      <a:pt x="5055" y="2281"/>
                      <a:pt x="5112" y="2252"/>
                    </a:cubicBezTo>
                    <a:lnTo>
                      <a:pt x="5321" y="2129"/>
                    </a:lnTo>
                    <a:cubicBezTo>
                      <a:pt x="5346" y="2115"/>
                      <a:pt x="5380" y="2107"/>
                      <a:pt x="5414" y="2107"/>
                    </a:cubicBezTo>
                    <a:close/>
                    <a:moveTo>
                      <a:pt x="6233" y="1993"/>
                    </a:moveTo>
                    <a:cubicBezTo>
                      <a:pt x="6267" y="1993"/>
                      <a:pt x="6301" y="2000"/>
                      <a:pt x="6326" y="2014"/>
                    </a:cubicBezTo>
                    <a:lnTo>
                      <a:pt x="6535" y="2136"/>
                    </a:lnTo>
                    <a:cubicBezTo>
                      <a:pt x="6592" y="2166"/>
                      <a:pt x="6592" y="2216"/>
                      <a:pt x="6535" y="2245"/>
                    </a:cubicBezTo>
                    <a:lnTo>
                      <a:pt x="6297" y="2388"/>
                    </a:lnTo>
                    <a:cubicBezTo>
                      <a:pt x="6272" y="2403"/>
                      <a:pt x="6238" y="2410"/>
                      <a:pt x="6204" y="2410"/>
                    </a:cubicBezTo>
                    <a:cubicBezTo>
                      <a:pt x="6170" y="2410"/>
                      <a:pt x="6136" y="2403"/>
                      <a:pt x="6111" y="2388"/>
                    </a:cubicBezTo>
                    <a:lnTo>
                      <a:pt x="5895" y="2259"/>
                    </a:lnTo>
                    <a:cubicBezTo>
                      <a:pt x="5845" y="2229"/>
                      <a:pt x="5845" y="2186"/>
                      <a:pt x="5895" y="2152"/>
                    </a:cubicBezTo>
                    <a:lnTo>
                      <a:pt x="6140" y="2014"/>
                    </a:lnTo>
                    <a:cubicBezTo>
                      <a:pt x="6165" y="2000"/>
                      <a:pt x="6199" y="1993"/>
                      <a:pt x="6233" y="1993"/>
                    </a:cubicBezTo>
                    <a:close/>
                    <a:moveTo>
                      <a:pt x="9166" y="2000"/>
                    </a:moveTo>
                    <a:cubicBezTo>
                      <a:pt x="9200" y="2000"/>
                      <a:pt x="9234" y="2008"/>
                      <a:pt x="9259" y="2022"/>
                    </a:cubicBezTo>
                    <a:lnTo>
                      <a:pt x="9475" y="2152"/>
                    </a:lnTo>
                    <a:cubicBezTo>
                      <a:pt x="9532" y="2179"/>
                      <a:pt x="9532" y="2229"/>
                      <a:pt x="9475" y="2259"/>
                    </a:cubicBezTo>
                    <a:lnTo>
                      <a:pt x="9238" y="2395"/>
                    </a:lnTo>
                    <a:cubicBezTo>
                      <a:pt x="9212" y="2410"/>
                      <a:pt x="9178" y="2417"/>
                      <a:pt x="9144" y="2417"/>
                    </a:cubicBezTo>
                    <a:cubicBezTo>
                      <a:pt x="9109" y="2417"/>
                      <a:pt x="9075" y="2410"/>
                      <a:pt x="9050" y="2395"/>
                    </a:cubicBezTo>
                    <a:lnTo>
                      <a:pt x="8828" y="2266"/>
                    </a:lnTo>
                    <a:cubicBezTo>
                      <a:pt x="8778" y="2238"/>
                      <a:pt x="8778" y="2186"/>
                      <a:pt x="8835" y="2159"/>
                    </a:cubicBezTo>
                    <a:lnTo>
                      <a:pt x="9073" y="2022"/>
                    </a:lnTo>
                    <a:cubicBezTo>
                      <a:pt x="9098" y="2008"/>
                      <a:pt x="9132" y="2000"/>
                      <a:pt x="9166" y="2000"/>
                    </a:cubicBezTo>
                    <a:close/>
                    <a:moveTo>
                      <a:pt x="10072" y="2043"/>
                    </a:moveTo>
                    <a:cubicBezTo>
                      <a:pt x="10106" y="2043"/>
                      <a:pt x="10140" y="2051"/>
                      <a:pt x="10165" y="2065"/>
                    </a:cubicBezTo>
                    <a:lnTo>
                      <a:pt x="10380" y="2195"/>
                    </a:lnTo>
                    <a:cubicBezTo>
                      <a:pt x="10437" y="2222"/>
                      <a:pt x="10437" y="2266"/>
                      <a:pt x="10380" y="2302"/>
                    </a:cubicBezTo>
                    <a:lnTo>
                      <a:pt x="10144" y="2438"/>
                    </a:lnTo>
                    <a:cubicBezTo>
                      <a:pt x="10118" y="2453"/>
                      <a:pt x="10084" y="2460"/>
                      <a:pt x="10049" y="2460"/>
                    </a:cubicBezTo>
                    <a:cubicBezTo>
                      <a:pt x="10015" y="2460"/>
                      <a:pt x="9981" y="2453"/>
                      <a:pt x="9956" y="2438"/>
                    </a:cubicBezTo>
                    <a:lnTo>
                      <a:pt x="9740" y="2309"/>
                    </a:lnTo>
                    <a:cubicBezTo>
                      <a:pt x="9683" y="2281"/>
                      <a:pt x="9683" y="2229"/>
                      <a:pt x="9740" y="2202"/>
                    </a:cubicBezTo>
                    <a:lnTo>
                      <a:pt x="9978" y="2065"/>
                    </a:lnTo>
                    <a:cubicBezTo>
                      <a:pt x="10003" y="2051"/>
                      <a:pt x="10037" y="2043"/>
                      <a:pt x="10072" y="2043"/>
                    </a:cubicBezTo>
                    <a:close/>
                    <a:moveTo>
                      <a:pt x="7074" y="2064"/>
                    </a:moveTo>
                    <a:cubicBezTo>
                      <a:pt x="7108" y="2064"/>
                      <a:pt x="7142" y="2071"/>
                      <a:pt x="7168" y="2086"/>
                    </a:cubicBezTo>
                    <a:lnTo>
                      <a:pt x="7405" y="2222"/>
                    </a:lnTo>
                    <a:cubicBezTo>
                      <a:pt x="7455" y="2259"/>
                      <a:pt x="7455" y="2302"/>
                      <a:pt x="7405" y="2331"/>
                    </a:cubicBezTo>
                    <a:lnTo>
                      <a:pt x="7189" y="2461"/>
                    </a:lnTo>
                    <a:cubicBezTo>
                      <a:pt x="7160" y="2474"/>
                      <a:pt x="7126" y="2481"/>
                      <a:pt x="7092" y="2481"/>
                    </a:cubicBezTo>
                    <a:cubicBezTo>
                      <a:pt x="7058" y="2481"/>
                      <a:pt x="7024" y="2474"/>
                      <a:pt x="6996" y="2461"/>
                    </a:cubicBezTo>
                    <a:lnTo>
                      <a:pt x="6758" y="2324"/>
                    </a:lnTo>
                    <a:cubicBezTo>
                      <a:pt x="6708" y="2295"/>
                      <a:pt x="6708" y="2245"/>
                      <a:pt x="6758" y="2216"/>
                    </a:cubicBezTo>
                    <a:lnTo>
                      <a:pt x="6980" y="2086"/>
                    </a:lnTo>
                    <a:cubicBezTo>
                      <a:pt x="7005" y="2071"/>
                      <a:pt x="7039" y="2064"/>
                      <a:pt x="7074" y="2064"/>
                    </a:cubicBezTo>
                    <a:close/>
                    <a:moveTo>
                      <a:pt x="7901" y="2173"/>
                    </a:moveTo>
                    <a:cubicBezTo>
                      <a:pt x="7935" y="2173"/>
                      <a:pt x="7970" y="2180"/>
                      <a:pt x="7995" y="2195"/>
                    </a:cubicBezTo>
                    <a:lnTo>
                      <a:pt x="8203" y="2316"/>
                    </a:lnTo>
                    <a:cubicBezTo>
                      <a:pt x="8253" y="2352"/>
                      <a:pt x="8253" y="2395"/>
                      <a:pt x="8203" y="2424"/>
                    </a:cubicBezTo>
                    <a:lnTo>
                      <a:pt x="7979" y="2554"/>
                    </a:lnTo>
                    <a:cubicBezTo>
                      <a:pt x="7954" y="2568"/>
                      <a:pt x="7920" y="2576"/>
                      <a:pt x="7886" y="2576"/>
                    </a:cubicBezTo>
                    <a:cubicBezTo>
                      <a:pt x="7852" y="2576"/>
                      <a:pt x="7818" y="2568"/>
                      <a:pt x="7793" y="2554"/>
                    </a:cubicBezTo>
                    <a:lnTo>
                      <a:pt x="7584" y="2431"/>
                    </a:lnTo>
                    <a:cubicBezTo>
                      <a:pt x="7534" y="2402"/>
                      <a:pt x="7534" y="2352"/>
                      <a:pt x="7584" y="2324"/>
                    </a:cubicBezTo>
                    <a:lnTo>
                      <a:pt x="7806" y="2195"/>
                    </a:lnTo>
                    <a:cubicBezTo>
                      <a:pt x="7832" y="2180"/>
                      <a:pt x="7867" y="2173"/>
                      <a:pt x="7901" y="2173"/>
                    </a:cubicBezTo>
                    <a:close/>
                    <a:moveTo>
                      <a:pt x="5723" y="2288"/>
                    </a:moveTo>
                    <a:cubicBezTo>
                      <a:pt x="5757" y="2288"/>
                      <a:pt x="5791" y="2295"/>
                      <a:pt x="5816" y="2309"/>
                    </a:cubicBezTo>
                    <a:lnTo>
                      <a:pt x="6024" y="2431"/>
                    </a:lnTo>
                    <a:cubicBezTo>
                      <a:pt x="6081" y="2461"/>
                      <a:pt x="6081" y="2511"/>
                      <a:pt x="6024" y="2540"/>
                    </a:cubicBezTo>
                    <a:lnTo>
                      <a:pt x="5816" y="2661"/>
                    </a:lnTo>
                    <a:cubicBezTo>
                      <a:pt x="5791" y="2675"/>
                      <a:pt x="5757" y="2683"/>
                      <a:pt x="5723" y="2683"/>
                    </a:cubicBezTo>
                    <a:cubicBezTo>
                      <a:pt x="5688" y="2683"/>
                      <a:pt x="5654" y="2675"/>
                      <a:pt x="5629" y="2661"/>
                    </a:cubicBezTo>
                    <a:lnTo>
                      <a:pt x="5414" y="2540"/>
                    </a:lnTo>
                    <a:cubicBezTo>
                      <a:pt x="5364" y="2511"/>
                      <a:pt x="5364" y="2461"/>
                      <a:pt x="5414" y="2431"/>
                    </a:cubicBezTo>
                    <a:lnTo>
                      <a:pt x="5629" y="2309"/>
                    </a:lnTo>
                    <a:cubicBezTo>
                      <a:pt x="5654" y="2295"/>
                      <a:pt x="5688" y="2288"/>
                      <a:pt x="5723" y="2288"/>
                    </a:cubicBezTo>
                    <a:close/>
                    <a:moveTo>
                      <a:pt x="4932" y="2388"/>
                    </a:moveTo>
                    <a:cubicBezTo>
                      <a:pt x="4967" y="2388"/>
                      <a:pt x="5001" y="2396"/>
                      <a:pt x="5026" y="2410"/>
                    </a:cubicBezTo>
                    <a:lnTo>
                      <a:pt x="5062" y="2431"/>
                    </a:lnTo>
                    <a:cubicBezTo>
                      <a:pt x="5112" y="2461"/>
                      <a:pt x="5112" y="2511"/>
                      <a:pt x="5062" y="2540"/>
                    </a:cubicBezTo>
                    <a:lnTo>
                      <a:pt x="4839" y="2669"/>
                    </a:lnTo>
                    <a:cubicBezTo>
                      <a:pt x="4813" y="2683"/>
                      <a:pt x="4779" y="2690"/>
                      <a:pt x="4745" y="2690"/>
                    </a:cubicBezTo>
                    <a:cubicBezTo>
                      <a:pt x="4710" y="2690"/>
                      <a:pt x="4676" y="2683"/>
                      <a:pt x="4651" y="2669"/>
                    </a:cubicBezTo>
                    <a:lnTo>
                      <a:pt x="4615" y="2647"/>
                    </a:lnTo>
                    <a:cubicBezTo>
                      <a:pt x="4565" y="2617"/>
                      <a:pt x="4565" y="2567"/>
                      <a:pt x="4615" y="2540"/>
                    </a:cubicBezTo>
                    <a:lnTo>
                      <a:pt x="4839" y="2410"/>
                    </a:lnTo>
                    <a:cubicBezTo>
                      <a:pt x="4864" y="2396"/>
                      <a:pt x="4898" y="2388"/>
                      <a:pt x="4932" y="2388"/>
                    </a:cubicBezTo>
                    <a:close/>
                    <a:moveTo>
                      <a:pt x="8655" y="2295"/>
                    </a:moveTo>
                    <a:cubicBezTo>
                      <a:pt x="8689" y="2295"/>
                      <a:pt x="8723" y="2302"/>
                      <a:pt x="8748" y="2316"/>
                    </a:cubicBezTo>
                    <a:lnTo>
                      <a:pt x="8971" y="2445"/>
                    </a:lnTo>
                    <a:cubicBezTo>
                      <a:pt x="9023" y="2474"/>
                      <a:pt x="9023" y="2524"/>
                      <a:pt x="8964" y="2554"/>
                    </a:cubicBezTo>
                    <a:lnTo>
                      <a:pt x="8755" y="2676"/>
                    </a:lnTo>
                    <a:cubicBezTo>
                      <a:pt x="8730" y="2690"/>
                      <a:pt x="8696" y="2697"/>
                      <a:pt x="8662" y="2697"/>
                    </a:cubicBezTo>
                    <a:cubicBezTo>
                      <a:pt x="8628" y="2697"/>
                      <a:pt x="8594" y="2690"/>
                      <a:pt x="8569" y="2676"/>
                    </a:cubicBezTo>
                    <a:lnTo>
                      <a:pt x="8346" y="2547"/>
                    </a:lnTo>
                    <a:cubicBezTo>
                      <a:pt x="8296" y="2517"/>
                      <a:pt x="8296" y="2467"/>
                      <a:pt x="8346" y="2438"/>
                    </a:cubicBezTo>
                    <a:lnTo>
                      <a:pt x="8562" y="2316"/>
                    </a:lnTo>
                    <a:cubicBezTo>
                      <a:pt x="8587" y="2302"/>
                      <a:pt x="8621" y="2295"/>
                      <a:pt x="8655" y="2295"/>
                    </a:cubicBezTo>
                    <a:close/>
                    <a:moveTo>
                      <a:pt x="9561" y="2338"/>
                    </a:moveTo>
                    <a:cubicBezTo>
                      <a:pt x="9595" y="2338"/>
                      <a:pt x="9629" y="2345"/>
                      <a:pt x="9654" y="2359"/>
                    </a:cubicBezTo>
                    <a:lnTo>
                      <a:pt x="9877" y="2488"/>
                    </a:lnTo>
                    <a:cubicBezTo>
                      <a:pt x="9928" y="2517"/>
                      <a:pt x="9928" y="2561"/>
                      <a:pt x="9870" y="2597"/>
                    </a:cubicBezTo>
                    <a:lnTo>
                      <a:pt x="9661" y="2719"/>
                    </a:lnTo>
                    <a:cubicBezTo>
                      <a:pt x="9636" y="2733"/>
                      <a:pt x="9602" y="2740"/>
                      <a:pt x="9568" y="2740"/>
                    </a:cubicBezTo>
                    <a:cubicBezTo>
                      <a:pt x="9534" y="2740"/>
                      <a:pt x="9500" y="2733"/>
                      <a:pt x="9475" y="2719"/>
                    </a:cubicBezTo>
                    <a:lnTo>
                      <a:pt x="9252" y="2590"/>
                    </a:lnTo>
                    <a:cubicBezTo>
                      <a:pt x="9202" y="2561"/>
                      <a:pt x="9202" y="2511"/>
                      <a:pt x="9259" y="2481"/>
                    </a:cubicBezTo>
                    <a:lnTo>
                      <a:pt x="9468" y="2359"/>
                    </a:lnTo>
                    <a:cubicBezTo>
                      <a:pt x="9493" y="2345"/>
                      <a:pt x="9527" y="2338"/>
                      <a:pt x="9561" y="2338"/>
                    </a:cubicBezTo>
                    <a:close/>
                    <a:moveTo>
                      <a:pt x="6585" y="2345"/>
                    </a:moveTo>
                    <a:cubicBezTo>
                      <a:pt x="6619" y="2345"/>
                      <a:pt x="6653" y="2353"/>
                      <a:pt x="6678" y="2367"/>
                    </a:cubicBezTo>
                    <a:lnTo>
                      <a:pt x="6916" y="2511"/>
                    </a:lnTo>
                    <a:cubicBezTo>
                      <a:pt x="6966" y="2540"/>
                      <a:pt x="6966" y="2590"/>
                      <a:pt x="6916" y="2617"/>
                    </a:cubicBezTo>
                    <a:lnTo>
                      <a:pt x="6678" y="2756"/>
                    </a:lnTo>
                    <a:cubicBezTo>
                      <a:pt x="6650" y="2769"/>
                      <a:pt x="6616" y="2776"/>
                      <a:pt x="6582" y="2776"/>
                    </a:cubicBezTo>
                    <a:cubicBezTo>
                      <a:pt x="6548" y="2776"/>
                      <a:pt x="6514" y="2769"/>
                      <a:pt x="6485" y="2756"/>
                    </a:cubicBezTo>
                    <a:lnTo>
                      <a:pt x="6247" y="2617"/>
                    </a:lnTo>
                    <a:cubicBezTo>
                      <a:pt x="6197" y="2590"/>
                      <a:pt x="6197" y="2540"/>
                      <a:pt x="6254" y="2511"/>
                    </a:cubicBezTo>
                    <a:lnTo>
                      <a:pt x="6492" y="2367"/>
                    </a:lnTo>
                    <a:cubicBezTo>
                      <a:pt x="6517" y="2353"/>
                      <a:pt x="6551" y="2345"/>
                      <a:pt x="6585" y="2345"/>
                    </a:cubicBezTo>
                    <a:close/>
                    <a:moveTo>
                      <a:pt x="7408" y="2461"/>
                    </a:moveTo>
                    <a:cubicBezTo>
                      <a:pt x="7442" y="2461"/>
                      <a:pt x="7476" y="2467"/>
                      <a:pt x="7505" y="2481"/>
                    </a:cubicBezTo>
                    <a:lnTo>
                      <a:pt x="7713" y="2604"/>
                    </a:lnTo>
                    <a:cubicBezTo>
                      <a:pt x="7763" y="2633"/>
                      <a:pt x="7763" y="2683"/>
                      <a:pt x="7713" y="2712"/>
                    </a:cubicBezTo>
                    <a:lnTo>
                      <a:pt x="7491" y="2833"/>
                    </a:lnTo>
                    <a:cubicBezTo>
                      <a:pt x="7466" y="2851"/>
                      <a:pt x="7432" y="2860"/>
                      <a:pt x="7398" y="2860"/>
                    </a:cubicBezTo>
                    <a:cubicBezTo>
                      <a:pt x="7364" y="2860"/>
                      <a:pt x="7329" y="2851"/>
                      <a:pt x="7304" y="2833"/>
                    </a:cubicBezTo>
                    <a:lnTo>
                      <a:pt x="7096" y="2712"/>
                    </a:lnTo>
                    <a:cubicBezTo>
                      <a:pt x="7046" y="2683"/>
                      <a:pt x="7046" y="2633"/>
                      <a:pt x="7096" y="2604"/>
                    </a:cubicBezTo>
                    <a:lnTo>
                      <a:pt x="7311" y="2481"/>
                    </a:lnTo>
                    <a:cubicBezTo>
                      <a:pt x="7340" y="2467"/>
                      <a:pt x="7374" y="2461"/>
                      <a:pt x="7408" y="2461"/>
                    </a:cubicBezTo>
                    <a:close/>
                    <a:moveTo>
                      <a:pt x="4440" y="2668"/>
                    </a:moveTo>
                    <a:cubicBezTo>
                      <a:pt x="4474" y="2668"/>
                      <a:pt x="4508" y="2675"/>
                      <a:pt x="4537" y="2690"/>
                    </a:cubicBezTo>
                    <a:lnTo>
                      <a:pt x="4565" y="2712"/>
                    </a:lnTo>
                    <a:cubicBezTo>
                      <a:pt x="4624" y="2740"/>
                      <a:pt x="4624" y="2790"/>
                      <a:pt x="4565" y="2819"/>
                    </a:cubicBezTo>
                    <a:lnTo>
                      <a:pt x="4386" y="2928"/>
                    </a:lnTo>
                    <a:cubicBezTo>
                      <a:pt x="4357" y="2942"/>
                      <a:pt x="4323" y="2949"/>
                      <a:pt x="4290" y="2949"/>
                    </a:cubicBezTo>
                    <a:cubicBezTo>
                      <a:pt x="4257" y="2949"/>
                      <a:pt x="4224" y="2942"/>
                      <a:pt x="4199" y="2928"/>
                    </a:cubicBezTo>
                    <a:lnTo>
                      <a:pt x="4163" y="2906"/>
                    </a:lnTo>
                    <a:cubicBezTo>
                      <a:pt x="4113" y="2876"/>
                      <a:pt x="4113" y="2826"/>
                      <a:pt x="4163" y="2799"/>
                    </a:cubicBezTo>
                    <a:lnTo>
                      <a:pt x="4349" y="2690"/>
                    </a:lnTo>
                    <a:cubicBezTo>
                      <a:pt x="4374" y="2675"/>
                      <a:pt x="4407" y="2668"/>
                      <a:pt x="4440" y="2668"/>
                    </a:cubicBezTo>
                    <a:close/>
                    <a:moveTo>
                      <a:pt x="5241" y="2568"/>
                    </a:moveTo>
                    <a:cubicBezTo>
                      <a:pt x="5275" y="2568"/>
                      <a:pt x="5309" y="2575"/>
                      <a:pt x="5334" y="2590"/>
                    </a:cubicBezTo>
                    <a:lnTo>
                      <a:pt x="5543" y="2712"/>
                    </a:lnTo>
                    <a:cubicBezTo>
                      <a:pt x="5600" y="2740"/>
                      <a:pt x="5593" y="2790"/>
                      <a:pt x="5543" y="2819"/>
                    </a:cubicBezTo>
                    <a:lnTo>
                      <a:pt x="5321" y="2949"/>
                    </a:lnTo>
                    <a:cubicBezTo>
                      <a:pt x="5296" y="2963"/>
                      <a:pt x="5263" y="2971"/>
                      <a:pt x="5230" y="2971"/>
                    </a:cubicBezTo>
                    <a:cubicBezTo>
                      <a:pt x="5196" y="2971"/>
                      <a:pt x="5162" y="2963"/>
                      <a:pt x="5133" y="2949"/>
                    </a:cubicBezTo>
                    <a:lnTo>
                      <a:pt x="4926" y="2826"/>
                    </a:lnTo>
                    <a:cubicBezTo>
                      <a:pt x="4874" y="2799"/>
                      <a:pt x="4874" y="2747"/>
                      <a:pt x="4926" y="2719"/>
                    </a:cubicBezTo>
                    <a:lnTo>
                      <a:pt x="5148" y="2590"/>
                    </a:lnTo>
                    <a:cubicBezTo>
                      <a:pt x="5173" y="2575"/>
                      <a:pt x="5207" y="2568"/>
                      <a:pt x="5241" y="2568"/>
                    </a:cubicBezTo>
                    <a:close/>
                    <a:moveTo>
                      <a:pt x="8179" y="2572"/>
                    </a:moveTo>
                    <a:cubicBezTo>
                      <a:pt x="8212" y="2572"/>
                      <a:pt x="8243" y="2580"/>
                      <a:pt x="8267" y="2597"/>
                    </a:cubicBezTo>
                    <a:lnTo>
                      <a:pt x="8483" y="2719"/>
                    </a:lnTo>
                    <a:cubicBezTo>
                      <a:pt x="8540" y="2756"/>
                      <a:pt x="8533" y="2799"/>
                      <a:pt x="8483" y="2833"/>
                    </a:cubicBezTo>
                    <a:lnTo>
                      <a:pt x="8267" y="2956"/>
                    </a:lnTo>
                    <a:cubicBezTo>
                      <a:pt x="8239" y="2970"/>
                      <a:pt x="8205" y="2978"/>
                      <a:pt x="8171" y="2978"/>
                    </a:cubicBezTo>
                    <a:cubicBezTo>
                      <a:pt x="8138" y="2978"/>
                      <a:pt x="8106" y="2970"/>
                      <a:pt x="8081" y="2956"/>
                    </a:cubicBezTo>
                    <a:lnTo>
                      <a:pt x="7858" y="2833"/>
                    </a:lnTo>
                    <a:cubicBezTo>
                      <a:pt x="7806" y="2799"/>
                      <a:pt x="7806" y="2756"/>
                      <a:pt x="7858" y="2719"/>
                    </a:cubicBezTo>
                    <a:lnTo>
                      <a:pt x="8081" y="2597"/>
                    </a:lnTo>
                    <a:cubicBezTo>
                      <a:pt x="8107" y="2581"/>
                      <a:pt x="8143" y="2572"/>
                      <a:pt x="8179" y="2572"/>
                    </a:cubicBezTo>
                    <a:close/>
                    <a:moveTo>
                      <a:pt x="9080" y="2613"/>
                    </a:moveTo>
                    <a:cubicBezTo>
                      <a:pt x="9114" y="2613"/>
                      <a:pt x="9148" y="2622"/>
                      <a:pt x="9173" y="2640"/>
                    </a:cubicBezTo>
                    <a:lnTo>
                      <a:pt x="9388" y="2762"/>
                    </a:lnTo>
                    <a:cubicBezTo>
                      <a:pt x="9438" y="2790"/>
                      <a:pt x="9438" y="2842"/>
                      <a:pt x="9388" y="2869"/>
                    </a:cubicBezTo>
                    <a:lnTo>
                      <a:pt x="9173" y="2999"/>
                    </a:lnTo>
                    <a:cubicBezTo>
                      <a:pt x="9144" y="3013"/>
                      <a:pt x="9110" y="3021"/>
                      <a:pt x="9076" y="3021"/>
                    </a:cubicBezTo>
                    <a:cubicBezTo>
                      <a:pt x="9042" y="3021"/>
                      <a:pt x="9008" y="3013"/>
                      <a:pt x="8980" y="2999"/>
                    </a:cubicBezTo>
                    <a:lnTo>
                      <a:pt x="8764" y="2869"/>
                    </a:lnTo>
                    <a:cubicBezTo>
                      <a:pt x="8712" y="2842"/>
                      <a:pt x="8712" y="2790"/>
                      <a:pt x="8764" y="2762"/>
                    </a:cubicBezTo>
                    <a:lnTo>
                      <a:pt x="8986" y="2640"/>
                    </a:lnTo>
                    <a:cubicBezTo>
                      <a:pt x="9011" y="2622"/>
                      <a:pt x="9046" y="2613"/>
                      <a:pt x="9080" y="2613"/>
                    </a:cubicBezTo>
                    <a:close/>
                    <a:moveTo>
                      <a:pt x="6074" y="2640"/>
                    </a:moveTo>
                    <a:cubicBezTo>
                      <a:pt x="6109" y="2640"/>
                      <a:pt x="6143" y="2647"/>
                      <a:pt x="6168" y="2661"/>
                    </a:cubicBezTo>
                    <a:lnTo>
                      <a:pt x="6406" y="2806"/>
                    </a:lnTo>
                    <a:cubicBezTo>
                      <a:pt x="6456" y="2833"/>
                      <a:pt x="6456" y="2876"/>
                      <a:pt x="6406" y="2912"/>
                    </a:cubicBezTo>
                    <a:lnTo>
                      <a:pt x="6190" y="3035"/>
                    </a:lnTo>
                    <a:cubicBezTo>
                      <a:pt x="6165" y="3050"/>
                      <a:pt x="6133" y="3057"/>
                      <a:pt x="6099" y="3057"/>
                    </a:cubicBezTo>
                    <a:cubicBezTo>
                      <a:pt x="6066" y="3057"/>
                      <a:pt x="6032" y="3050"/>
                      <a:pt x="6004" y="3035"/>
                    </a:cubicBezTo>
                    <a:lnTo>
                      <a:pt x="5766" y="2892"/>
                    </a:lnTo>
                    <a:cubicBezTo>
                      <a:pt x="5716" y="2862"/>
                      <a:pt x="5716" y="2812"/>
                      <a:pt x="5766" y="2783"/>
                    </a:cubicBezTo>
                    <a:lnTo>
                      <a:pt x="5981" y="2661"/>
                    </a:lnTo>
                    <a:cubicBezTo>
                      <a:pt x="6006" y="2647"/>
                      <a:pt x="6040" y="2640"/>
                      <a:pt x="6074" y="2640"/>
                    </a:cubicBezTo>
                    <a:close/>
                    <a:moveTo>
                      <a:pt x="6921" y="2740"/>
                    </a:moveTo>
                    <a:cubicBezTo>
                      <a:pt x="6954" y="2740"/>
                      <a:pt x="6988" y="2748"/>
                      <a:pt x="7016" y="2762"/>
                    </a:cubicBezTo>
                    <a:lnTo>
                      <a:pt x="7225" y="2885"/>
                    </a:lnTo>
                    <a:cubicBezTo>
                      <a:pt x="7275" y="2912"/>
                      <a:pt x="7275" y="2963"/>
                      <a:pt x="7225" y="2992"/>
                    </a:cubicBezTo>
                    <a:lnTo>
                      <a:pt x="6980" y="3128"/>
                    </a:lnTo>
                    <a:cubicBezTo>
                      <a:pt x="6955" y="3146"/>
                      <a:pt x="6923" y="3155"/>
                      <a:pt x="6890" y="3155"/>
                    </a:cubicBezTo>
                    <a:cubicBezTo>
                      <a:pt x="6856" y="3155"/>
                      <a:pt x="6822" y="3146"/>
                      <a:pt x="6794" y="3128"/>
                    </a:cubicBezTo>
                    <a:lnTo>
                      <a:pt x="6585" y="3006"/>
                    </a:lnTo>
                    <a:cubicBezTo>
                      <a:pt x="6535" y="2978"/>
                      <a:pt x="6535" y="2928"/>
                      <a:pt x="6585" y="2899"/>
                    </a:cubicBezTo>
                    <a:lnTo>
                      <a:pt x="6830" y="2762"/>
                    </a:lnTo>
                    <a:cubicBezTo>
                      <a:pt x="6855" y="2748"/>
                      <a:pt x="6887" y="2740"/>
                      <a:pt x="6921" y="2740"/>
                    </a:cubicBezTo>
                    <a:close/>
                    <a:moveTo>
                      <a:pt x="4748" y="2849"/>
                    </a:moveTo>
                    <a:cubicBezTo>
                      <a:pt x="4781" y="2849"/>
                      <a:pt x="4813" y="2856"/>
                      <a:pt x="4839" y="2869"/>
                    </a:cubicBezTo>
                    <a:lnTo>
                      <a:pt x="5055" y="2999"/>
                    </a:lnTo>
                    <a:cubicBezTo>
                      <a:pt x="5105" y="3028"/>
                      <a:pt x="5105" y="3071"/>
                      <a:pt x="5055" y="3107"/>
                    </a:cubicBezTo>
                    <a:lnTo>
                      <a:pt x="4867" y="3207"/>
                    </a:lnTo>
                    <a:cubicBezTo>
                      <a:pt x="4842" y="3226"/>
                      <a:pt x="4808" y="3235"/>
                      <a:pt x="4774" y="3235"/>
                    </a:cubicBezTo>
                    <a:cubicBezTo>
                      <a:pt x="4740" y="3235"/>
                      <a:pt x="4706" y="3226"/>
                      <a:pt x="4681" y="3207"/>
                    </a:cubicBezTo>
                    <a:lnTo>
                      <a:pt x="4465" y="3085"/>
                    </a:lnTo>
                    <a:cubicBezTo>
                      <a:pt x="4415" y="3057"/>
                      <a:pt x="4415" y="3006"/>
                      <a:pt x="4472" y="2978"/>
                    </a:cubicBezTo>
                    <a:lnTo>
                      <a:pt x="4651" y="2869"/>
                    </a:lnTo>
                    <a:cubicBezTo>
                      <a:pt x="4681" y="2856"/>
                      <a:pt x="4715" y="2849"/>
                      <a:pt x="4748" y="2849"/>
                    </a:cubicBezTo>
                    <a:close/>
                    <a:moveTo>
                      <a:pt x="3984" y="2935"/>
                    </a:moveTo>
                    <a:cubicBezTo>
                      <a:pt x="4018" y="2935"/>
                      <a:pt x="4052" y="2942"/>
                      <a:pt x="4077" y="2956"/>
                    </a:cubicBezTo>
                    <a:lnTo>
                      <a:pt x="4113" y="2978"/>
                    </a:lnTo>
                    <a:cubicBezTo>
                      <a:pt x="4163" y="3006"/>
                      <a:pt x="4163" y="3057"/>
                      <a:pt x="4113" y="3085"/>
                    </a:cubicBezTo>
                    <a:lnTo>
                      <a:pt x="3875" y="3221"/>
                    </a:lnTo>
                    <a:cubicBezTo>
                      <a:pt x="3846" y="3236"/>
                      <a:pt x="3812" y="3243"/>
                      <a:pt x="3779" y="3243"/>
                    </a:cubicBezTo>
                    <a:cubicBezTo>
                      <a:pt x="3746" y="3243"/>
                      <a:pt x="3714" y="3236"/>
                      <a:pt x="3689" y="3221"/>
                    </a:cubicBezTo>
                    <a:lnTo>
                      <a:pt x="3652" y="3201"/>
                    </a:lnTo>
                    <a:cubicBezTo>
                      <a:pt x="3602" y="3171"/>
                      <a:pt x="3602" y="3121"/>
                      <a:pt x="3652" y="3092"/>
                    </a:cubicBezTo>
                    <a:lnTo>
                      <a:pt x="3890" y="2956"/>
                    </a:lnTo>
                    <a:cubicBezTo>
                      <a:pt x="3915" y="2942"/>
                      <a:pt x="3950" y="2935"/>
                      <a:pt x="3984" y="2935"/>
                    </a:cubicBezTo>
                    <a:close/>
                    <a:moveTo>
                      <a:pt x="7681" y="2856"/>
                    </a:moveTo>
                    <a:cubicBezTo>
                      <a:pt x="7714" y="2856"/>
                      <a:pt x="7746" y="2862"/>
                      <a:pt x="7772" y="2876"/>
                    </a:cubicBezTo>
                    <a:lnTo>
                      <a:pt x="7995" y="3006"/>
                    </a:lnTo>
                    <a:cubicBezTo>
                      <a:pt x="8045" y="3035"/>
                      <a:pt x="8045" y="3085"/>
                      <a:pt x="7995" y="3114"/>
                    </a:cubicBezTo>
                    <a:lnTo>
                      <a:pt x="7779" y="3237"/>
                    </a:lnTo>
                    <a:cubicBezTo>
                      <a:pt x="7748" y="3256"/>
                      <a:pt x="7712" y="3265"/>
                      <a:pt x="7677" y="3265"/>
                    </a:cubicBezTo>
                    <a:cubicBezTo>
                      <a:pt x="7646" y="3265"/>
                      <a:pt x="7615" y="3258"/>
                      <a:pt x="7591" y="3244"/>
                    </a:cubicBezTo>
                    <a:lnTo>
                      <a:pt x="7368" y="3114"/>
                    </a:lnTo>
                    <a:cubicBezTo>
                      <a:pt x="7318" y="3085"/>
                      <a:pt x="7318" y="3035"/>
                      <a:pt x="7368" y="3006"/>
                    </a:cubicBezTo>
                    <a:lnTo>
                      <a:pt x="7584" y="2876"/>
                    </a:lnTo>
                    <a:cubicBezTo>
                      <a:pt x="7613" y="2862"/>
                      <a:pt x="7647" y="2856"/>
                      <a:pt x="7681" y="2856"/>
                    </a:cubicBezTo>
                    <a:close/>
                    <a:moveTo>
                      <a:pt x="8588" y="2899"/>
                    </a:moveTo>
                    <a:cubicBezTo>
                      <a:pt x="8621" y="2899"/>
                      <a:pt x="8655" y="2906"/>
                      <a:pt x="8685" y="2919"/>
                    </a:cubicBezTo>
                    <a:lnTo>
                      <a:pt x="8900" y="3049"/>
                    </a:lnTo>
                    <a:cubicBezTo>
                      <a:pt x="8950" y="3078"/>
                      <a:pt x="8950" y="3128"/>
                      <a:pt x="8900" y="3157"/>
                    </a:cubicBezTo>
                    <a:lnTo>
                      <a:pt x="8685" y="3280"/>
                    </a:lnTo>
                    <a:cubicBezTo>
                      <a:pt x="8655" y="3294"/>
                      <a:pt x="8621" y="3301"/>
                      <a:pt x="8588" y="3301"/>
                    </a:cubicBezTo>
                    <a:cubicBezTo>
                      <a:pt x="8555" y="3301"/>
                      <a:pt x="8522" y="3294"/>
                      <a:pt x="8497" y="3280"/>
                    </a:cubicBezTo>
                    <a:lnTo>
                      <a:pt x="8274" y="3157"/>
                    </a:lnTo>
                    <a:cubicBezTo>
                      <a:pt x="8224" y="3128"/>
                      <a:pt x="8224" y="3078"/>
                      <a:pt x="8274" y="3049"/>
                    </a:cubicBezTo>
                    <a:lnTo>
                      <a:pt x="8497" y="2919"/>
                    </a:lnTo>
                    <a:cubicBezTo>
                      <a:pt x="8522" y="2906"/>
                      <a:pt x="8555" y="2899"/>
                      <a:pt x="8588" y="2899"/>
                    </a:cubicBezTo>
                    <a:close/>
                    <a:moveTo>
                      <a:pt x="5593" y="2920"/>
                    </a:moveTo>
                    <a:cubicBezTo>
                      <a:pt x="5627" y="2920"/>
                      <a:pt x="5661" y="2927"/>
                      <a:pt x="5686" y="2942"/>
                    </a:cubicBezTo>
                    <a:lnTo>
                      <a:pt x="5924" y="3078"/>
                    </a:lnTo>
                    <a:cubicBezTo>
                      <a:pt x="5974" y="3107"/>
                      <a:pt x="5974" y="3157"/>
                      <a:pt x="5924" y="3187"/>
                    </a:cubicBezTo>
                    <a:lnTo>
                      <a:pt x="5702" y="3316"/>
                    </a:lnTo>
                    <a:cubicBezTo>
                      <a:pt x="5676" y="3330"/>
                      <a:pt x="5641" y="3337"/>
                      <a:pt x="5607" y="3337"/>
                    </a:cubicBezTo>
                    <a:cubicBezTo>
                      <a:pt x="5573" y="3337"/>
                      <a:pt x="5539" y="3330"/>
                      <a:pt x="5514" y="3316"/>
                    </a:cubicBezTo>
                    <a:lnTo>
                      <a:pt x="5277" y="3178"/>
                    </a:lnTo>
                    <a:cubicBezTo>
                      <a:pt x="5227" y="3151"/>
                      <a:pt x="5227" y="3101"/>
                      <a:pt x="5277" y="3071"/>
                    </a:cubicBezTo>
                    <a:lnTo>
                      <a:pt x="5500" y="2942"/>
                    </a:lnTo>
                    <a:cubicBezTo>
                      <a:pt x="5525" y="2927"/>
                      <a:pt x="5559" y="2920"/>
                      <a:pt x="5593" y="2920"/>
                    </a:cubicBezTo>
                    <a:close/>
                    <a:moveTo>
                      <a:pt x="6410" y="3035"/>
                    </a:moveTo>
                    <a:cubicBezTo>
                      <a:pt x="6443" y="3035"/>
                      <a:pt x="6477" y="3043"/>
                      <a:pt x="6506" y="3057"/>
                    </a:cubicBezTo>
                    <a:lnTo>
                      <a:pt x="6714" y="3178"/>
                    </a:lnTo>
                    <a:cubicBezTo>
                      <a:pt x="6765" y="3207"/>
                      <a:pt x="6765" y="3258"/>
                      <a:pt x="6714" y="3287"/>
                    </a:cubicBezTo>
                    <a:lnTo>
                      <a:pt x="6499" y="3409"/>
                    </a:lnTo>
                    <a:cubicBezTo>
                      <a:pt x="6474" y="3423"/>
                      <a:pt x="6440" y="3430"/>
                      <a:pt x="6406" y="3430"/>
                    </a:cubicBezTo>
                    <a:cubicBezTo>
                      <a:pt x="6372" y="3430"/>
                      <a:pt x="6338" y="3423"/>
                      <a:pt x="6313" y="3409"/>
                    </a:cubicBezTo>
                    <a:lnTo>
                      <a:pt x="6104" y="3287"/>
                    </a:lnTo>
                    <a:cubicBezTo>
                      <a:pt x="6054" y="3258"/>
                      <a:pt x="6054" y="3207"/>
                      <a:pt x="6104" y="3178"/>
                    </a:cubicBezTo>
                    <a:lnTo>
                      <a:pt x="6319" y="3057"/>
                    </a:lnTo>
                    <a:cubicBezTo>
                      <a:pt x="6344" y="3043"/>
                      <a:pt x="6377" y="3035"/>
                      <a:pt x="6410" y="3035"/>
                    </a:cubicBezTo>
                    <a:close/>
                    <a:moveTo>
                      <a:pt x="3473" y="3229"/>
                    </a:moveTo>
                    <a:cubicBezTo>
                      <a:pt x="3507" y="3229"/>
                      <a:pt x="3541" y="3236"/>
                      <a:pt x="3566" y="3251"/>
                    </a:cubicBezTo>
                    <a:lnTo>
                      <a:pt x="3602" y="3273"/>
                    </a:lnTo>
                    <a:cubicBezTo>
                      <a:pt x="3652" y="3301"/>
                      <a:pt x="3652" y="3351"/>
                      <a:pt x="3602" y="3380"/>
                    </a:cubicBezTo>
                    <a:lnTo>
                      <a:pt x="3394" y="3502"/>
                    </a:lnTo>
                    <a:cubicBezTo>
                      <a:pt x="3365" y="3517"/>
                      <a:pt x="3331" y="3524"/>
                      <a:pt x="3297" y="3524"/>
                    </a:cubicBezTo>
                    <a:cubicBezTo>
                      <a:pt x="3263" y="3524"/>
                      <a:pt x="3229" y="3517"/>
                      <a:pt x="3200" y="3502"/>
                    </a:cubicBezTo>
                    <a:lnTo>
                      <a:pt x="3171" y="3480"/>
                    </a:lnTo>
                    <a:cubicBezTo>
                      <a:pt x="3114" y="3452"/>
                      <a:pt x="3114" y="3402"/>
                      <a:pt x="3171" y="3373"/>
                    </a:cubicBezTo>
                    <a:lnTo>
                      <a:pt x="3380" y="3251"/>
                    </a:lnTo>
                    <a:cubicBezTo>
                      <a:pt x="3405" y="3236"/>
                      <a:pt x="3439" y="3229"/>
                      <a:pt x="3473" y="3229"/>
                    </a:cubicBezTo>
                    <a:close/>
                    <a:moveTo>
                      <a:pt x="4292" y="3114"/>
                    </a:moveTo>
                    <a:cubicBezTo>
                      <a:pt x="4326" y="3114"/>
                      <a:pt x="4361" y="3121"/>
                      <a:pt x="4386" y="3135"/>
                    </a:cubicBezTo>
                    <a:lnTo>
                      <a:pt x="4601" y="3258"/>
                    </a:lnTo>
                    <a:cubicBezTo>
                      <a:pt x="4651" y="3287"/>
                      <a:pt x="4651" y="3337"/>
                      <a:pt x="4594" y="3366"/>
                    </a:cubicBezTo>
                    <a:lnTo>
                      <a:pt x="4356" y="3502"/>
                    </a:lnTo>
                    <a:cubicBezTo>
                      <a:pt x="4331" y="3521"/>
                      <a:pt x="4297" y="3530"/>
                      <a:pt x="4263" y="3530"/>
                    </a:cubicBezTo>
                    <a:cubicBezTo>
                      <a:pt x="4229" y="3530"/>
                      <a:pt x="4195" y="3521"/>
                      <a:pt x="4170" y="3502"/>
                    </a:cubicBezTo>
                    <a:lnTo>
                      <a:pt x="3961" y="3380"/>
                    </a:lnTo>
                    <a:cubicBezTo>
                      <a:pt x="3904" y="3351"/>
                      <a:pt x="3911" y="3301"/>
                      <a:pt x="3961" y="3273"/>
                    </a:cubicBezTo>
                    <a:lnTo>
                      <a:pt x="4199" y="3135"/>
                    </a:lnTo>
                    <a:cubicBezTo>
                      <a:pt x="4224" y="3121"/>
                      <a:pt x="4258" y="3114"/>
                      <a:pt x="4292" y="3114"/>
                    </a:cubicBezTo>
                    <a:close/>
                    <a:moveTo>
                      <a:pt x="7192" y="3135"/>
                    </a:moveTo>
                    <a:cubicBezTo>
                      <a:pt x="7225" y="3135"/>
                      <a:pt x="7257" y="3143"/>
                      <a:pt x="7282" y="3157"/>
                    </a:cubicBezTo>
                    <a:lnTo>
                      <a:pt x="7505" y="3287"/>
                    </a:lnTo>
                    <a:cubicBezTo>
                      <a:pt x="7556" y="3316"/>
                      <a:pt x="7556" y="3366"/>
                      <a:pt x="7505" y="3394"/>
                    </a:cubicBezTo>
                    <a:lnTo>
                      <a:pt x="7268" y="3532"/>
                    </a:lnTo>
                    <a:cubicBezTo>
                      <a:pt x="7243" y="3549"/>
                      <a:pt x="7209" y="3558"/>
                      <a:pt x="7175" y="3558"/>
                    </a:cubicBezTo>
                    <a:cubicBezTo>
                      <a:pt x="7141" y="3558"/>
                      <a:pt x="7107" y="3549"/>
                      <a:pt x="7082" y="3532"/>
                    </a:cubicBezTo>
                    <a:lnTo>
                      <a:pt x="6858" y="3409"/>
                    </a:lnTo>
                    <a:cubicBezTo>
                      <a:pt x="6808" y="3380"/>
                      <a:pt x="6808" y="3330"/>
                      <a:pt x="6858" y="3301"/>
                    </a:cubicBezTo>
                    <a:lnTo>
                      <a:pt x="7103" y="3157"/>
                    </a:lnTo>
                    <a:cubicBezTo>
                      <a:pt x="7128" y="3143"/>
                      <a:pt x="7160" y="3135"/>
                      <a:pt x="7192" y="3135"/>
                    </a:cubicBezTo>
                    <a:close/>
                    <a:moveTo>
                      <a:pt x="5100" y="3203"/>
                    </a:moveTo>
                    <a:cubicBezTo>
                      <a:pt x="5134" y="3203"/>
                      <a:pt x="5166" y="3212"/>
                      <a:pt x="5191" y="3230"/>
                    </a:cubicBezTo>
                    <a:lnTo>
                      <a:pt x="5434" y="3366"/>
                    </a:lnTo>
                    <a:cubicBezTo>
                      <a:pt x="5486" y="3394"/>
                      <a:pt x="5486" y="3446"/>
                      <a:pt x="5428" y="3473"/>
                    </a:cubicBezTo>
                    <a:lnTo>
                      <a:pt x="5248" y="3582"/>
                    </a:lnTo>
                    <a:cubicBezTo>
                      <a:pt x="5220" y="3596"/>
                      <a:pt x="5186" y="3603"/>
                      <a:pt x="5152" y="3603"/>
                    </a:cubicBezTo>
                    <a:cubicBezTo>
                      <a:pt x="5119" y="3603"/>
                      <a:pt x="5087" y="3596"/>
                      <a:pt x="5062" y="3582"/>
                    </a:cubicBezTo>
                    <a:lnTo>
                      <a:pt x="4824" y="3446"/>
                    </a:lnTo>
                    <a:cubicBezTo>
                      <a:pt x="4767" y="3409"/>
                      <a:pt x="4767" y="3366"/>
                      <a:pt x="4824" y="3330"/>
                    </a:cubicBezTo>
                    <a:lnTo>
                      <a:pt x="5003" y="3230"/>
                    </a:lnTo>
                    <a:cubicBezTo>
                      <a:pt x="5032" y="3212"/>
                      <a:pt x="5067" y="3203"/>
                      <a:pt x="5100" y="3203"/>
                    </a:cubicBezTo>
                    <a:close/>
                    <a:moveTo>
                      <a:pt x="5928" y="3315"/>
                    </a:moveTo>
                    <a:cubicBezTo>
                      <a:pt x="5962" y="3315"/>
                      <a:pt x="5996" y="3322"/>
                      <a:pt x="6024" y="3337"/>
                    </a:cubicBezTo>
                    <a:lnTo>
                      <a:pt x="6233" y="3459"/>
                    </a:lnTo>
                    <a:cubicBezTo>
                      <a:pt x="6283" y="3489"/>
                      <a:pt x="6283" y="3539"/>
                      <a:pt x="6233" y="3566"/>
                    </a:cubicBezTo>
                    <a:lnTo>
                      <a:pt x="6011" y="3696"/>
                    </a:lnTo>
                    <a:cubicBezTo>
                      <a:pt x="5986" y="3710"/>
                      <a:pt x="5952" y="3718"/>
                      <a:pt x="5917" y="3718"/>
                    </a:cubicBezTo>
                    <a:cubicBezTo>
                      <a:pt x="5883" y="3718"/>
                      <a:pt x="5848" y="3710"/>
                      <a:pt x="5823" y="3696"/>
                    </a:cubicBezTo>
                    <a:lnTo>
                      <a:pt x="5616" y="3575"/>
                    </a:lnTo>
                    <a:cubicBezTo>
                      <a:pt x="5557" y="3546"/>
                      <a:pt x="5564" y="3496"/>
                      <a:pt x="5616" y="3466"/>
                    </a:cubicBezTo>
                    <a:lnTo>
                      <a:pt x="5831" y="3337"/>
                    </a:lnTo>
                    <a:cubicBezTo>
                      <a:pt x="5860" y="3322"/>
                      <a:pt x="5894" y="3315"/>
                      <a:pt x="5928" y="3315"/>
                    </a:cubicBezTo>
                    <a:close/>
                    <a:moveTo>
                      <a:pt x="3782" y="3409"/>
                    </a:moveTo>
                    <a:cubicBezTo>
                      <a:pt x="3816" y="3409"/>
                      <a:pt x="3850" y="3416"/>
                      <a:pt x="3875" y="3430"/>
                    </a:cubicBezTo>
                    <a:lnTo>
                      <a:pt x="4091" y="3553"/>
                    </a:lnTo>
                    <a:cubicBezTo>
                      <a:pt x="4141" y="3582"/>
                      <a:pt x="4141" y="3632"/>
                      <a:pt x="4091" y="3661"/>
                    </a:cubicBezTo>
                    <a:lnTo>
                      <a:pt x="3875" y="3782"/>
                    </a:lnTo>
                    <a:cubicBezTo>
                      <a:pt x="3850" y="3797"/>
                      <a:pt x="3816" y="3804"/>
                      <a:pt x="3782" y="3804"/>
                    </a:cubicBezTo>
                    <a:cubicBezTo>
                      <a:pt x="3748" y="3804"/>
                      <a:pt x="3714" y="3797"/>
                      <a:pt x="3689" y="3782"/>
                    </a:cubicBezTo>
                    <a:lnTo>
                      <a:pt x="3473" y="3661"/>
                    </a:lnTo>
                    <a:cubicBezTo>
                      <a:pt x="3423" y="3632"/>
                      <a:pt x="3423" y="3582"/>
                      <a:pt x="3480" y="3553"/>
                    </a:cubicBezTo>
                    <a:lnTo>
                      <a:pt x="3689" y="3430"/>
                    </a:lnTo>
                    <a:cubicBezTo>
                      <a:pt x="3714" y="3416"/>
                      <a:pt x="3748" y="3409"/>
                      <a:pt x="3782" y="3409"/>
                    </a:cubicBezTo>
                    <a:close/>
                    <a:moveTo>
                      <a:pt x="2992" y="3510"/>
                    </a:moveTo>
                    <a:cubicBezTo>
                      <a:pt x="3026" y="3510"/>
                      <a:pt x="3060" y="3517"/>
                      <a:pt x="3085" y="3532"/>
                    </a:cubicBezTo>
                    <a:lnTo>
                      <a:pt x="3121" y="3553"/>
                    </a:lnTo>
                    <a:cubicBezTo>
                      <a:pt x="3171" y="3582"/>
                      <a:pt x="3171" y="3632"/>
                      <a:pt x="3121" y="3661"/>
                    </a:cubicBezTo>
                    <a:lnTo>
                      <a:pt x="2899" y="3782"/>
                    </a:lnTo>
                    <a:cubicBezTo>
                      <a:pt x="2873" y="3800"/>
                      <a:pt x="2838" y="3809"/>
                      <a:pt x="2804" y="3809"/>
                    </a:cubicBezTo>
                    <a:cubicBezTo>
                      <a:pt x="2770" y="3809"/>
                      <a:pt x="2736" y="3800"/>
                      <a:pt x="2710" y="3782"/>
                    </a:cubicBezTo>
                    <a:lnTo>
                      <a:pt x="2674" y="3768"/>
                    </a:lnTo>
                    <a:cubicBezTo>
                      <a:pt x="2624" y="3732"/>
                      <a:pt x="2624" y="3689"/>
                      <a:pt x="2674" y="3653"/>
                    </a:cubicBezTo>
                    <a:lnTo>
                      <a:pt x="2899" y="3532"/>
                    </a:lnTo>
                    <a:cubicBezTo>
                      <a:pt x="2924" y="3517"/>
                      <a:pt x="2958" y="3510"/>
                      <a:pt x="2992" y="3510"/>
                    </a:cubicBezTo>
                    <a:close/>
                    <a:moveTo>
                      <a:pt x="6683" y="3430"/>
                    </a:moveTo>
                    <a:cubicBezTo>
                      <a:pt x="6716" y="3430"/>
                      <a:pt x="6751" y="3438"/>
                      <a:pt x="6780" y="3452"/>
                    </a:cubicBezTo>
                    <a:lnTo>
                      <a:pt x="6996" y="3582"/>
                    </a:lnTo>
                    <a:cubicBezTo>
                      <a:pt x="7046" y="3609"/>
                      <a:pt x="7046" y="3661"/>
                      <a:pt x="6996" y="3689"/>
                    </a:cubicBezTo>
                    <a:lnTo>
                      <a:pt x="6787" y="3811"/>
                    </a:lnTo>
                    <a:cubicBezTo>
                      <a:pt x="6758" y="3826"/>
                      <a:pt x="6724" y="3833"/>
                      <a:pt x="6690" y="3833"/>
                    </a:cubicBezTo>
                    <a:cubicBezTo>
                      <a:pt x="6657" y="3833"/>
                      <a:pt x="6625" y="3826"/>
                      <a:pt x="6599" y="3811"/>
                    </a:cubicBezTo>
                    <a:lnTo>
                      <a:pt x="6376" y="3682"/>
                    </a:lnTo>
                    <a:cubicBezTo>
                      <a:pt x="6326" y="3653"/>
                      <a:pt x="6326" y="3609"/>
                      <a:pt x="6376" y="3575"/>
                    </a:cubicBezTo>
                    <a:lnTo>
                      <a:pt x="6592" y="3452"/>
                    </a:lnTo>
                    <a:cubicBezTo>
                      <a:pt x="6617" y="3438"/>
                      <a:pt x="6649" y="3430"/>
                      <a:pt x="6683" y="3430"/>
                    </a:cubicBezTo>
                    <a:close/>
                    <a:moveTo>
                      <a:pt x="4644" y="3467"/>
                    </a:moveTo>
                    <a:cubicBezTo>
                      <a:pt x="4678" y="3467"/>
                      <a:pt x="4712" y="3474"/>
                      <a:pt x="4738" y="3489"/>
                    </a:cubicBezTo>
                    <a:lnTo>
                      <a:pt x="4976" y="3625"/>
                    </a:lnTo>
                    <a:cubicBezTo>
                      <a:pt x="5026" y="3661"/>
                      <a:pt x="5026" y="3704"/>
                      <a:pt x="4976" y="3739"/>
                    </a:cubicBezTo>
                    <a:lnTo>
                      <a:pt x="4738" y="3877"/>
                    </a:lnTo>
                    <a:cubicBezTo>
                      <a:pt x="4712" y="3891"/>
                      <a:pt x="4678" y="3898"/>
                      <a:pt x="4644" y="3898"/>
                    </a:cubicBezTo>
                    <a:cubicBezTo>
                      <a:pt x="4610" y="3898"/>
                      <a:pt x="4576" y="3891"/>
                      <a:pt x="4551" y="3877"/>
                    </a:cubicBezTo>
                    <a:lnTo>
                      <a:pt x="4313" y="3739"/>
                    </a:lnTo>
                    <a:cubicBezTo>
                      <a:pt x="4256" y="3704"/>
                      <a:pt x="4256" y="3661"/>
                      <a:pt x="4313" y="3625"/>
                    </a:cubicBezTo>
                    <a:lnTo>
                      <a:pt x="4551" y="3489"/>
                    </a:lnTo>
                    <a:cubicBezTo>
                      <a:pt x="4576" y="3474"/>
                      <a:pt x="4610" y="3467"/>
                      <a:pt x="4644" y="3467"/>
                    </a:cubicBezTo>
                    <a:close/>
                    <a:moveTo>
                      <a:pt x="5435" y="3596"/>
                    </a:moveTo>
                    <a:cubicBezTo>
                      <a:pt x="5469" y="3596"/>
                      <a:pt x="5503" y="3603"/>
                      <a:pt x="5529" y="3618"/>
                    </a:cubicBezTo>
                    <a:lnTo>
                      <a:pt x="5736" y="3739"/>
                    </a:lnTo>
                    <a:cubicBezTo>
                      <a:pt x="5795" y="3768"/>
                      <a:pt x="5795" y="3818"/>
                      <a:pt x="5736" y="3847"/>
                    </a:cubicBezTo>
                    <a:lnTo>
                      <a:pt x="5557" y="3954"/>
                    </a:lnTo>
                    <a:cubicBezTo>
                      <a:pt x="5528" y="3969"/>
                      <a:pt x="5494" y="3976"/>
                      <a:pt x="5460" y="3976"/>
                    </a:cubicBezTo>
                    <a:cubicBezTo>
                      <a:pt x="5426" y="3976"/>
                      <a:pt x="5392" y="3969"/>
                      <a:pt x="5364" y="3954"/>
                    </a:cubicBezTo>
                    <a:lnTo>
                      <a:pt x="5155" y="3834"/>
                    </a:lnTo>
                    <a:cubicBezTo>
                      <a:pt x="5105" y="3804"/>
                      <a:pt x="5105" y="3754"/>
                      <a:pt x="5155" y="3725"/>
                    </a:cubicBezTo>
                    <a:lnTo>
                      <a:pt x="5341" y="3618"/>
                    </a:lnTo>
                    <a:cubicBezTo>
                      <a:pt x="5366" y="3603"/>
                      <a:pt x="5400" y="3596"/>
                      <a:pt x="5435" y="3596"/>
                    </a:cubicBezTo>
                    <a:close/>
                    <a:moveTo>
                      <a:pt x="3300" y="3689"/>
                    </a:moveTo>
                    <a:cubicBezTo>
                      <a:pt x="3335" y="3689"/>
                      <a:pt x="3369" y="3697"/>
                      <a:pt x="3394" y="3711"/>
                    </a:cubicBezTo>
                    <a:lnTo>
                      <a:pt x="3602" y="3834"/>
                    </a:lnTo>
                    <a:cubicBezTo>
                      <a:pt x="3659" y="3861"/>
                      <a:pt x="3659" y="3911"/>
                      <a:pt x="3602" y="3941"/>
                    </a:cubicBezTo>
                    <a:lnTo>
                      <a:pt x="3387" y="4070"/>
                    </a:lnTo>
                    <a:cubicBezTo>
                      <a:pt x="3358" y="4085"/>
                      <a:pt x="3324" y="4092"/>
                      <a:pt x="3291" y="4092"/>
                    </a:cubicBezTo>
                    <a:cubicBezTo>
                      <a:pt x="3258" y="4092"/>
                      <a:pt x="3225" y="4085"/>
                      <a:pt x="3200" y="4070"/>
                    </a:cubicBezTo>
                    <a:lnTo>
                      <a:pt x="2985" y="3941"/>
                    </a:lnTo>
                    <a:cubicBezTo>
                      <a:pt x="2933" y="3911"/>
                      <a:pt x="2933" y="3868"/>
                      <a:pt x="2985" y="3834"/>
                    </a:cubicBezTo>
                    <a:lnTo>
                      <a:pt x="3207" y="3711"/>
                    </a:lnTo>
                    <a:cubicBezTo>
                      <a:pt x="3232" y="3697"/>
                      <a:pt x="3266" y="3689"/>
                      <a:pt x="3300" y="3689"/>
                    </a:cubicBezTo>
                    <a:close/>
                    <a:moveTo>
                      <a:pt x="2502" y="3789"/>
                    </a:moveTo>
                    <a:cubicBezTo>
                      <a:pt x="2536" y="3789"/>
                      <a:pt x="2571" y="3797"/>
                      <a:pt x="2597" y="3811"/>
                    </a:cubicBezTo>
                    <a:lnTo>
                      <a:pt x="2631" y="3834"/>
                    </a:lnTo>
                    <a:cubicBezTo>
                      <a:pt x="2683" y="3861"/>
                      <a:pt x="2683" y="3911"/>
                      <a:pt x="2624" y="3941"/>
                    </a:cubicBezTo>
                    <a:lnTo>
                      <a:pt x="2402" y="4077"/>
                    </a:lnTo>
                    <a:cubicBezTo>
                      <a:pt x="2373" y="4092"/>
                      <a:pt x="2339" y="4099"/>
                      <a:pt x="2305" y="4099"/>
                    </a:cubicBezTo>
                    <a:cubicBezTo>
                      <a:pt x="2271" y="4099"/>
                      <a:pt x="2237" y="4092"/>
                      <a:pt x="2208" y="4077"/>
                    </a:cubicBezTo>
                    <a:lnTo>
                      <a:pt x="2179" y="4056"/>
                    </a:lnTo>
                    <a:cubicBezTo>
                      <a:pt x="2122" y="4027"/>
                      <a:pt x="2129" y="3977"/>
                      <a:pt x="2179" y="3948"/>
                    </a:cubicBezTo>
                    <a:lnTo>
                      <a:pt x="2409" y="3811"/>
                    </a:lnTo>
                    <a:cubicBezTo>
                      <a:pt x="2434" y="3797"/>
                      <a:pt x="2468" y="3789"/>
                      <a:pt x="2502" y="3789"/>
                    </a:cubicBezTo>
                    <a:close/>
                    <a:moveTo>
                      <a:pt x="6200" y="3711"/>
                    </a:moveTo>
                    <a:cubicBezTo>
                      <a:pt x="6233" y="3711"/>
                      <a:pt x="6265" y="3718"/>
                      <a:pt x="6290" y="3732"/>
                    </a:cubicBezTo>
                    <a:lnTo>
                      <a:pt x="6513" y="3861"/>
                    </a:lnTo>
                    <a:cubicBezTo>
                      <a:pt x="6564" y="3891"/>
                      <a:pt x="6564" y="3941"/>
                      <a:pt x="6513" y="3970"/>
                    </a:cubicBezTo>
                    <a:lnTo>
                      <a:pt x="6290" y="4099"/>
                    </a:lnTo>
                    <a:cubicBezTo>
                      <a:pt x="6265" y="4113"/>
                      <a:pt x="6231" y="4120"/>
                      <a:pt x="6197" y="4120"/>
                    </a:cubicBezTo>
                    <a:cubicBezTo>
                      <a:pt x="6163" y="4120"/>
                      <a:pt x="6129" y="4113"/>
                      <a:pt x="6104" y="4099"/>
                    </a:cubicBezTo>
                    <a:lnTo>
                      <a:pt x="5888" y="3970"/>
                    </a:lnTo>
                    <a:cubicBezTo>
                      <a:pt x="5831" y="3941"/>
                      <a:pt x="5831" y="3891"/>
                      <a:pt x="5888" y="3861"/>
                    </a:cubicBezTo>
                    <a:lnTo>
                      <a:pt x="6104" y="3732"/>
                    </a:lnTo>
                    <a:cubicBezTo>
                      <a:pt x="6132" y="3718"/>
                      <a:pt x="6166" y="3711"/>
                      <a:pt x="6200" y="3711"/>
                    </a:cubicBezTo>
                    <a:close/>
                    <a:moveTo>
                      <a:pt x="4134" y="3761"/>
                    </a:moveTo>
                    <a:cubicBezTo>
                      <a:pt x="4168" y="3761"/>
                      <a:pt x="4202" y="3768"/>
                      <a:pt x="4227" y="3782"/>
                    </a:cubicBezTo>
                    <a:lnTo>
                      <a:pt x="4465" y="3920"/>
                    </a:lnTo>
                    <a:cubicBezTo>
                      <a:pt x="4515" y="3954"/>
                      <a:pt x="4515" y="3998"/>
                      <a:pt x="4465" y="4034"/>
                    </a:cubicBezTo>
                    <a:lnTo>
                      <a:pt x="4256" y="4156"/>
                    </a:lnTo>
                    <a:cubicBezTo>
                      <a:pt x="4228" y="4171"/>
                      <a:pt x="4194" y="4178"/>
                      <a:pt x="4160" y="4178"/>
                    </a:cubicBezTo>
                    <a:cubicBezTo>
                      <a:pt x="4127" y="4178"/>
                      <a:pt x="4095" y="4171"/>
                      <a:pt x="4070" y="4156"/>
                    </a:cubicBezTo>
                    <a:lnTo>
                      <a:pt x="3825" y="4013"/>
                    </a:lnTo>
                    <a:cubicBezTo>
                      <a:pt x="3775" y="3984"/>
                      <a:pt x="3775" y="3934"/>
                      <a:pt x="3832" y="3904"/>
                    </a:cubicBezTo>
                    <a:lnTo>
                      <a:pt x="4041" y="3782"/>
                    </a:lnTo>
                    <a:cubicBezTo>
                      <a:pt x="4066" y="3768"/>
                      <a:pt x="4100" y="3761"/>
                      <a:pt x="4134" y="3761"/>
                    </a:cubicBezTo>
                    <a:close/>
                    <a:moveTo>
                      <a:pt x="4982" y="3862"/>
                    </a:moveTo>
                    <a:cubicBezTo>
                      <a:pt x="5017" y="3862"/>
                      <a:pt x="5051" y="3869"/>
                      <a:pt x="5076" y="3884"/>
                    </a:cubicBezTo>
                    <a:lnTo>
                      <a:pt x="5284" y="4006"/>
                    </a:lnTo>
                    <a:cubicBezTo>
                      <a:pt x="5334" y="4034"/>
                      <a:pt x="5334" y="4084"/>
                      <a:pt x="5284" y="4113"/>
                    </a:cubicBezTo>
                    <a:lnTo>
                      <a:pt x="5046" y="4249"/>
                    </a:lnTo>
                    <a:cubicBezTo>
                      <a:pt x="5018" y="4264"/>
                      <a:pt x="4984" y="4271"/>
                      <a:pt x="4951" y="4271"/>
                    </a:cubicBezTo>
                    <a:cubicBezTo>
                      <a:pt x="4917" y="4271"/>
                      <a:pt x="4885" y="4264"/>
                      <a:pt x="4860" y="4249"/>
                    </a:cubicBezTo>
                    <a:lnTo>
                      <a:pt x="4644" y="4127"/>
                    </a:lnTo>
                    <a:cubicBezTo>
                      <a:pt x="4594" y="4099"/>
                      <a:pt x="4594" y="4049"/>
                      <a:pt x="4644" y="4020"/>
                    </a:cubicBezTo>
                    <a:lnTo>
                      <a:pt x="4889" y="3884"/>
                    </a:lnTo>
                    <a:cubicBezTo>
                      <a:pt x="4914" y="3869"/>
                      <a:pt x="4948" y="3862"/>
                      <a:pt x="4982" y="3862"/>
                    </a:cubicBezTo>
                    <a:close/>
                    <a:moveTo>
                      <a:pt x="2809" y="3970"/>
                    </a:moveTo>
                    <a:cubicBezTo>
                      <a:pt x="2842" y="3970"/>
                      <a:pt x="2876" y="3977"/>
                      <a:pt x="2905" y="3991"/>
                    </a:cubicBezTo>
                    <a:lnTo>
                      <a:pt x="3114" y="4113"/>
                    </a:lnTo>
                    <a:cubicBezTo>
                      <a:pt x="3164" y="4142"/>
                      <a:pt x="3164" y="4193"/>
                      <a:pt x="3114" y="4222"/>
                    </a:cubicBezTo>
                    <a:lnTo>
                      <a:pt x="2883" y="4358"/>
                    </a:lnTo>
                    <a:cubicBezTo>
                      <a:pt x="2858" y="4372"/>
                      <a:pt x="2824" y="4379"/>
                      <a:pt x="2790" y="4379"/>
                    </a:cubicBezTo>
                    <a:cubicBezTo>
                      <a:pt x="2756" y="4379"/>
                      <a:pt x="2722" y="4372"/>
                      <a:pt x="2697" y="4358"/>
                    </a:cubicBezTo>
                    <a:lnTo>
                      <a:pt x="2481" y="4236"/>
                    </a:lnTo>
                    <a:cubicBezTo>
                      <a:pt x="2431" y="4206"/>
                      <a:pt x="2431" y="4156"/>
                      <a:pt x="2488" y="4127"/>
                    </a:cubicBezTo>
                    <a:lnTo>
                      <a:pt x="2717" y="3991"/>
                    </a:lnTo>
                    <a:cubicBezTo>
                      <a:pt x="2743" y="3977"/>
                      <a:pt x="2776" y="3970"/>
                      <a:pt x="2809" y="3970"/>
                    </a:cubicBezTo>
                    <a:close/>
                    <a:moveTo>
                      <a:pt x="5709" y="3993"/>
                    </a:moveTo>
                    <a:cubicBezTo>
                      <a:pt x="5743" y="3993"/>
                      <a:pt x="5777" y="4002"/>
                      <a:pt x="5802" y="4020"/>
                    </a:cubicBezTo>
                    <a:lnTo>
                      <a:pt x="6024" y="4142"/>
                    </a:lnTo>
                    <a:cubicBezTo>
                      <a:pt x="6074" y="4170"/>
                      <a:pt x="6074" y="4222"/>
                      <a:pt x="6024" y="4249"/>
                    </a:cubicBezTo>
                    <a:lnTo>
                      <a:pt x="5838" y="4358"/>
                    </a:lnTo>
                    <a:cubicBezTo>
                      <a:pt x="5813" y="4372"/>
                      <a:pt x="5779" y="4379"/>
                      <a:pt x="5745" y="4379"/>
                    </a:cubicBezTo>
                    <a:cubicBezTo>
                      <a:pt x="5710" y="4379"/>
                      <a:pt x="5676" y="4372"/>
                      <a:pt x="5650" y="4358"/>
                    </a:cubicBezTo>
                    <a:lnTo>
                      <a:pt x="5428" y="4236"/>
                    </a:lnTo>
                    <a:cubicBezTo>
                      <a:pt x="5378" y="4199"/>
                      <a:pt x="5378" y="4156"/>
                      <a:pt x="5428" y="4127"/>
                    </a:cubicBezTo>
                    <a:lnTo>
                      <a:pt x="5616" y="4020"/>
                    </a:lnTo>
                    <a:cubicBezTo>
                      <a:pt x="5641" y="4002"/>
                      <a:pt x="5675" y="3993"/>
                      <a:pt x="5709" y="3993"/>
                    </a:cubicBezTo>
                    <a:close/>
                    <a:moveTo>
                      <a:pt x="2000" y="4077"/>
                    </a:moveTo>
                    <a:cubicBezTo>
                      <a:pt x="2034" y="4077"/>
                      <a:pt x="2068" y="4085"/>
                      <a:pt x="2093" y="4099"/>
                    </a:cubicBezTo>
                    <a:lnTo>
                      <a:pt x="2129" y="4120"/>
                    </a:lnTo>
                    <a:cubicBezTo>
                      <a:pt x="2179" y="4149"/>
                      <a:pt x="2179" y="4199"/>
                      <a:pt x="2129" y="4229"/>
                    </a:cubicBezTo>
                    <a:lnTo>
                      <a:pt x="1891" y="4372"/>
                    </a:lnTo>
                    <a:cubicBezTo>
                      <a:pt x="1863" y="4387"/>
                      <a:pt x="1829" y="4394"/>
                      <a:pt x="1795" y="4394"/>
                    </a:cubicBezTo>
                    <a:cubicBezTo>
                      <a:pt x="1762" y="4394"/>
                      <a:pt x="1730" y="4387"/>
                      <a:pt x="1705" y="4372"/>
                    </a:cubicBezTo>
                    <a:lnTo>
                      <a:pt x="1669" y="4351"/>
                    </a:lnTo>
                    <a:cubicBezTo>
                      <a:pt x="1618" y="4322"/>
                      <a:pt x="1618" y="4272"/>
                      <a:pt x="1669" y="4243"/>
                    </a:cubicBezTo>
                    <a:lnTo>
                      <a:pt x="1907" y="4099"/>
                    </a:lnTo>
                    <a:cubicBezTo>
                      <a:pt x="1932" y="4085"/>
                      <a:pt x="1966" y="4077"/>
                      <a:pt x="2000" y="4077"/>
                    </a:cubicBezTo>
                    <a:close/>
                    <a:moveTo>
                      <a:pt x="3652" y="4041"/>
                    </a:moveTo>
                    <a:cubicBezTo>
                      <a:pt x="3686" y="4041"/>
                      <a:pt x="3721" y="4048"/>
                      <a:pt x="3746" y="4063"/>
                    </a:cubicBezTo>
                    <a:lnTo>
                      <a:pt x="3984" y="4199"/>
                    </a:lnTo>
                    <a:cubicBezTo>
                      <a:pt x="4034" y="4229"/>
                      <a:pt x="4034" y="4279"/>
                      <a:pt x="3984" y="4308"/>
                    </a:cubicBezTo>
                    <a:lnTo>
                      <a:pt x="3761" y="4437"/>
                    </a:lnTo>
                    <a:cubicBezTo>
                      <a:pt x="3735" y="4451"/>
                      <a:pt x="3701" y="4458"/>
                      <a:pt x="3666" y="4458"/>
                    </a:cubicBezTo>
                    <a:cubicBezTo>
                      <a:pt x="3632" y="4458"/>
                      <a:pt x="3598" y="4451"/>
                      <a:pt x="3573" y="4437"/>
                    </a:cubicBezTo>
                    <a:lnTo>
                      <a:pt x="3337" y="4299"/>
                    </a:lnTo>
                    <a:cubicBezTo>
                      <a:pt x="3287" y="4272"/>
                      <a:pt x="3287" y="4222"/>
                      <a:pt x="3337" y="4193"/>
                    </a:cubicBezTo>
                    <a:lnTo>
                      <a:pt x="3559" y="4063"/>
                    </a:lnTo>
                    <a:cubicBezTo>
                      <a:pt x="3584" y="4048"/>
                      <a:pt x="3618" y="4041"/>
                      <a:pt x="3652" y="4041"/>
                    </a:cubicBezTo>
                    <a:close/>
                    <a:moveTo>
                      <a:pt x="4472" y="4157"/>
                    </a:moveTo>
                    <a:cubicBezTo>
                      <a:pt x="4506" y="4157"/>
                      <a:pt x="4540" y="4164"/>
                      <a:pt x="4565" y="4179"/>
                    </a:cubicBezTo>
                    <a:lnTo>
                      <a:pt x="4774" y="4299"/>
                    </a:lnTo>
                    <a:cubicBezTo>
                      <a:pt x="4824" y="4329"/>
                      <a:pt x="4824" y="4379"/>
                      <a:pt x="4774" y="4408"/>
                    </a:cubicBezTo>
                    <a:lnTo>
                      <a:pt x="4558" y="4531"/>
                    </a:lnTo>
                    <a:cubicBezTo>
                      <a:pt x="4533" y="4544"/>
                      <a:pt x="4501" y="4551"/>
                      <a:pt x="4468" y="4551"/>
                    </a:cubicBezTo>
                    <a:cubicBezTo>
                      <a:pt x="4434" y="4551"/>
                      <a:pt x="4400" y="4544"/>
                      <a:pt x="4372" y="4531"/>
                    </a:cubicBezTo>
                    <a:lnTo>
                      <a:pt x="4163" y="4408"/>
                    </a:lnTo>
                    <a:cubicBezTo>
                      <a:pt x="4113" y="4379"/>
                      <a:pt x="4113" y="4329"/>
                      <a:pt x="4163" y="4299"/>
                    </a:cubicBezTo>
                    <a:lnTo>
                      <a:pt x="4379" y="4179"/>
                    </a:lnTo>
                    <a:cubicBezTo>
                      <a:pt x="4404" y="4164"/>
                      <a:pt x="4438" y="4157"/>
                      <a:pt x="4472" y="4157"/>
                    </a:cubicBezTo>
                    <a:close/>
                    <a:moveTo>
                      <a:pt x="1489" y="4372"/>
                    </a:moveTo>
                    <a:cubicBezTo>
                      <a:pt x="1523" y="4372"/>
                      <a:pt x="1557" y="4380"/>
                      <a:pt x="1582" y="4394"/>
                    </a:cubicBezTo>
                    <a:lnTo>
                      <a:pt x="1618" y="4415"/>
                    </a:lnTo>
                    <a:cubicBezTo>
                      <a:pt x="1669" y="4444"/>
                      <a:pt x="1669" y="4494"/>
                      <a:pt x="1618" y="4524"/>
                    </a:cubicBezTo>
                    <a:lnTo>
                      <a:pt x="1410" y="4644"/>
                    </a:lnTo>
                    <a:cubicBezTo>
                      <a:pt x="1381" y="4659"/>
                      <a:pt x="1347" y="4666"/>
                      <a:pt x="1313" y="4666"/>
                    </a:cubicBezTo>
                    <a:cubicBezTo>
                      <a:pt x="1279" y="4666"/>
                      <a:pt x="1245" y="4659"/>
                      <a:pt x="1217" y="4644"/>
                    </a:cubicBezTo>
                    <a:lnTo>
                      <a:pt x="1187" y="4624"/>
                    </a:lnTo>
                    <a:cubicBezTo>
                      <a:pt x="1130" y="4594"/>
                      <a:pt x="1130" y="4551"/>
                      <a:pt x="1187" y="4515"/>
                    </a:cubicBezTo>
                    <a:lnTo>
                      <a:pt x="1396" y="4394"/>
                    </a:lnTo>
                    <a:cubicBezTo>
                      <a:pt x="1421" y="4380"/>
                      <a:pt x="1455" y="4372"/>
                      <a:pt x="1489" y="4372"/>
                    </a:cubicBezTo>
                    <a:close/>
                    <a:moveTo>
                      <a:pt x="5252" y="4257"/>
                    </a:moveTo>
                    <a:cubicBezTo>
                      <a:pt x="5286" y="4257"/>
                      <a:pt x="5320" y="4264"/>
                      <a:pt x="5348" y="4279"/>
                    </a:cubicBezTo>
                    <a:lnTo>
                      <a:pt x="5564" y="4408"/>
                    </a:lnTo>
                    <a:cubicBezTo>
                      <a:pt x="5616" y="4437"/>
                      <a:pt x="5616" y="4488"/>
                      <a:pt x="5564" y="4515"/>
                    </a:cubicBezTo>
                    <a:lnTo>
                      <a:pt x="5327" y="4653"/>
                    </a:lnTo>
                    <a:cubicBezTo>
                      <a:pt x="5302" y="4667"/>
                      <a:pt x="5268" y="4674"/>
                      <a:pt x="5234" y="4674"/>
                    </a:cubicBezTo>
                    <a:cubicBezTo>
                      <a:pt x="5200" y="4674"/>
                      <a:pt x="5166" y="4667"/>
                      <a:pt x="5141" y="4653"/>
                    </a:cubicBezTo>
                    <a:lnTo>
                      <a:pt x="4917" y="4531"/>
                    </a:lnTo>
                    <a:cubicBezTo>
                      <a:pt x="4867" y="4494"/>
                      <a:pt x="4867" y="4451"/>
                      <a:pt x="4917" y="4415"/>
                    </a:cubicBezTo>
                    <a:lnTo>
                      <a:pt x="5162" y="4279"/>
                    </a:lnTo>
                    <a:cubicBezTo>
                      <a:pt x="5187" y="4264"/>
                      <a:pt x="5219" y="4257"/>
                      <a:pt x="5252" y="4257"/>
                    </a:cubicBezTo>
                    <a:close/>
                    <a:moveTo>
                      <a:pt x="3162" y="4322"/>
                    </a:moveTo>
                    <a:cubicBezTo>
                      <a:pt x="3195" y="4322"/>
                      <a:pt x="3229" y="4329"/>
                      <a:pt x="3257" y="4343"/>
                    </a:cubicBezTo>
                    <a:lnTo>
                      <a:pt x="3494" y="4488"/>
                    </a:lnTo>
                    <a:cubicBezTo>
                      <a:pt x="3545" y="4515"/>
                      <a:pt x="3545" y="4567"/>
                      <a:pt x="3494" y="4594"/>
                    </a:cubicBezTo>
                    <a:lnTo>
                      <a:pt x="3264" y="4724"/>
                    </a:lnTo>
                    <a:cubicBezTo>
                      <a:pt x="3236" y="4739"/>
                      <a:pt x="3202" y="4746"/>
                      <a:pt x="3169" y="4746"/>
                    </a:cubicBezTo>
                    <a:cubicBezTo>
                      <a:pt x="3135" y="4746"/>
                      <a:pt x="3103" y="4739"/>
                      <a:pt x="3078" y="4724"/>
                    </a:cubicBezTo>
                    <a:lnTo>
                      <a:pt x="2833" y="4588"/>
                    </a:lnTo>
                    <a:cubicBezTo>
                      <a:pt x="2783" y="4558"/>
                      <a:pt x="2783" y="4508"/>
                      <a:pt x="2840" y="4481"/>
                    </a:cubicBezTo>
                    <a:lnTo>
                      <a:pt x="3071" y="4343"/>
                    </a:lnTo>
                    <a:cubicBezTo>
                      <a:pt x="3096" y="4329"/>
                      <a:pt x="3128" y="4322"/>
                      <a:pt x="3162" y="4322"/>
                    </a:cubicBezTo>
                    <a:close/>
                    <a:moveTo>
                      <a:pt x="3991" y="4431"/>
                    </a:moveTo>
                    <a:cubicBezTo>
                      <a:pt x="4025" y="4431"/>
                      <a:pt x="4059" y="4440"/>
                      <a:pt x="4084" y="4458"/>
                    </a:cubicBezTo>
                    <a:lnTo>
                      <a:pt x="4292" y="4581"/>
                    </a:lnTo>
                    <a:cubicBezTo>
                      <a:pt x="4342" y="4610"/>
                      <a:pt x="4342" y="4660"/>
                      <a:pt x="4292" y="4688"/>
                    </a:cubicBezTo>
                    <a:lnTo>
                      <a:pt x="4070" y="4810"/>
                    </a:lnTo>
                    <a:cubicBezTo>
                      <a:pt x="4045" y="4828"/>
                      <a:pt x="4011" y="4837"/>
                      <a:pt x="3977" y="4837"/>
                    </a:cubicBezTo>
                    <a:cubicBezTo>
                      <a:pt x="3942" y="4837"/>
                      <a:pt x="3908" y="4828"/>
                      <a:pt x="3882" y="4810"/>
                    </a:cubicBezTo>
                    <a:lnTo>
                      <a:pt x="3675" y="4688"/>
                    </a:lnTo>
                    <a:cubicBezTo>
                      <a:pt x="3623" y="4660"/>
                      <a:pt x="3623" y="4610"/>
                      <a:pt x="3675" y="4581"/>
                    </a:cubicBezTo>
                    <a:lnTo>
                      <a:pt x="3897" y="4458"/>
                    </a:lnTo>
                    <a:cubicBezTo>
                      <a:pt x="3922" y="4440"/>
                      <a:pt x="3956" y="4431"/>
                      <a:pt x="3991" y="4431"/>
                    </a:cubicBezTo>
                    <a:close/>
                    <a:moveTo>
                      <a:pt x="2309" y="4257"/>
                    </a:moveTo>
                    <a:cubicBezTo>
                      <a:pt x="2343" y="4257"/>
                      <a:pt x="2377" y="4264"/>
                      <a:pt x="2402" y="4279"/>
                    </a:cubicBezTo>
                    <a:lnTo>
                      <a:pt x="2617" y="4401"/>
                    </a:lnTo>
                    <a:cubicBezTo>
                      <a:pt x="2667" y="4437"/>
                      <a:pt x="2667" y="4481"/>
                      <a:pt x="2610" y="4515"/>
                    </a:cubicBezTo>
                    <a:lnTo>
                      <a:pt x="1891" y="4933"/>
                    </a:lnTo>
                    <a:cubicBezTo>
                      <a:pt x="1866" y="4947"/>
                      <a:pt x="1832" y="4955"/>
                      <a:pt x="1798" y="4955"/>
                    </a:cubicBezTo>
                    <a:cubicBezTo>
                      <a:pt x="1764" y="4955"/>
                      <a:pt x="1730" y="4947"/>
                      <a:pt x="1705" y="4933"/>
                    </a:cubicBezTo>
                    <a:lnTo>
                      <a:pt x="1489" y="4803"/>
                    </a:lnTo>
                    <a:cubicBezTo>
                      <a:pt x="1439" y="4774"/>
                      <a:pt x="1439" y="4724"/>
                      <a:pt x="1496" y="4696"/>
                    </a:cubicBezTo>
                    <a:lnTo>
                      <a:pt x="2215" y="4279"/>
                    </a:lnTo>
                    <a:cubicBezTo>
                      <a:pt x="2240" y="4264"/>
                      <a:pt x="2274" y="4257"/>
                      <a:pt x="2309" y="4257"/>
                    </a:cubicBezTo>
                    <a:close/>
                    <a:moveTo>
                      <a:pt x="4745" y="4552"/>
                    </a:moveTo>
                    <a:cubicBezTo>
                      <a:pt x="4779" y="4552"/>
                      <a:pt x="4813" y="4559"/>
                      <a:pt x="4839" y="4574"/>
                    </a:cubicBezTo>
                    <a:lnTo>
                      <a:pt x="5055" y="4703"/>
                    </a:lnTo>
                    <a:cubicBezTo>
                      <a:pt x="5105" y="4731"/>
                      <a:pt x="5105" y="4783"/>
                      <a:pt x="5055" y="4810"/>
                    </a:cubicBezTo>
                    <a:lnTo>
                      <a:pt x="4846" y="4933"/>
                    </a:lnTo>
                    <a:cubicBezTo>
                      <a:pt x="4821" y="4947"/>
                      <a:pt x="4787" y="4955"/>
                      <a:pt x="4753" y="4955"/>
                    </a:cubicBezTo>
                    <a:cubicBezTo>
                      <a:pt x="4719" y="4955"/>
                      <a:pt x="4684" y="4947"/>
                      <a:pt x="4658" y="4933"/>
                    </a:cubicBezTo>
                    <a:lnTo>
                      <a:pt x="4436" y="4803"/>
                    </a:lnTo>
                    <a:cubicBezTo>
                      <a:pt x="4386" y="4774"/>
                      <a:pt x="4386" y="4724"/>
                      <a:pt x="4436" y="4696"/>
                    </a:cubicBezTo>
                    <a:lnTo>
                      <a:pt x="4651" y="4574"/>
                    </a:lnTo>
                    <a:cubicBezTo>
                      <a:pt x="4676" y="4559"/>
                      <a:pt x="4710" y="4552"/>
                      <a:pt x="4745" y="4552"/>
                    </a:cubicBezTo>
                    <a:close/>
                    <a:moveTo>
                      <a:pt x="8101" y="3179"/>
                    </a:moveTo>
                    <a:cubicBezTo>
                      <a:pt x="8136" y="3179"/>
                      <a:pt x="8170" y="3186"/>
                      <a:pt x="8195" y="3201"/>
                    </a:cubicBezTo>
                    <a:lnTo>
                      <a:pt x="8410" y="3330"/>
                    </a:lnTo>
                    <a:cubicBezTo>
                      <a:pt x="8462" y="3359"/>
                      <a:pt x="8462" y="3409"/>
                      <a:pt x="8410" y="3437"/>
                    </a:cubicBezTo>
                    <a:lnTo>
                      <a:pt x="5816" y="4939"/>
                    </a:lnTo>
                    <a:cubicBezTo>
                      <a:pt x="5787" y="4954"/>
                      <a:pt x="5753" y="4961"/>
                      <a:pt x="5720" y="4961"/>
                    </a:cubicBezTo>
                    <a:cubicBezTo>
                      <a:pt x="5687" y="4961"/>
                      <a:pt x="5654" y="4954"/>
                      <a:pt x="5629" y="4939"/>
                    </a:cubicBezTo>
                    <a:lnTo>
                      <a:pt x="5407" y="4810"/>
                    </a:lnTo>
                    <a:cubicBezTo>
                      <a:pt x="5357" y="4783"/>
                      <a:pt x="5357" y="4731"/>
                      <a:pt x="5407" y="4703"/>
                    </a:cubicBezTo>
                    <a:lnTo>
                      <a:pt x="8008" y="3201"/>
                    </a:lnTo>
                    <a:cubicBezTo>
                      <a:pt x="8033" y="3186"/>
                      <a:pt x="8067" y="3179"/>
                      <a:pt x="8101" y="3179"/>
                    </a:cubicBezTo>
                    <a:close/>
                    <a:moveTo>
                      <a:pt x="1008" y="4652"/>
                    </a:moveTo>
                    <a:cubicBezTo>
                      <a:pt x="1042" y="4652"/>
                      <a:pt x="1076" y="4659"/>
                      <a:pt x="1101" y="4674"/>
                    </a:cubicBezTo>
                    <a:lnTo>
                      <a:pt x="1137" y="4696"/>
                    </a:lnTo>
                    <a:cubicBezTo>
                      <a:pt x="1187" y="4724"/>
                      <a:pt x="1187" y="4774"/>
                      <a:pt x="1137" y="4803"/>
                    </a:cubicBezTo>
                    <a:lnTo>
                      <a:pt x="872" y="4955"/>
                    </a:lnTo>
                    <a:cubicBezTo>
                      <a:pt x="846" y="4969"/>
                      <a:pt x="811" y="4976"/>
                      <a:pt x="777" y="4976"/>
                    </a:cubicBezTo>
                    <a:cubicBezTo>
                      <a:pt x="743" y="4976"/>
                      <a:pt x="708" y="4969"/>
                      <a:pt x="683" y="4955"/>
                    </a:cubicBezTo>
                    <a:lnTo>
                      <a:pt x="647" y="4933"/>
                    </a:lnTo>
                    <a:cubicBezTo>
                      <a:pt x="597" y="4903"/>
                      <a:pt x="597" y="4853"/>
                      <a:pt x="647" y="4826"/>
                    </a:cubicBezTo>
                    <a:lnTo>
                      <a:pt x="915" y="4674"/>
                    </a:lnTo>
                    <a:cubicBezTo>
                      <a:pt x="940" y="4659"/>
                      <a:pt x="974" y="4652"/>
                      <a:pt x="1008" y="4652"/>
                    </a:cubicBezTo>
                    <a:close/>
                    <a:moveTo>
                      <a:pt x="5234" y="4839"/>
                    </a:moveTo>
                    <a:cubicBezTo>
                      <a:pt x="5268" y="4839"/>
                      <a:pt x="5302" y="4846"/>
                      <a:pt x="5327" y="4860"/>
                    </a:cubicBezTo>
                    <a:lnTo>
                      <a:pt x="5543" y="4983"/>
                    </a:lnTo>
                    <a:cubicBezTo>
                      <a:pt x="5593" y="5012"/>
                      <a:pt x="5593" y="5062"/>
                      <a:pt x="5543" y="5091"/>
                    </a:cubicBezTo>
                    <a:lnTo>
                      <a:pt x="5327" y="5214"/>
                    </a:lnTo>
                    <a:cubicBezTo>
                      <a:pt x="5302" y="5231"/>
                      <a:pt x="5270" y="5240"/>
                      <a:pt x="5237" y="5240"/>
                    </a:cubicBezTo>
                    <a:cubicBezTo>
                      <a:pt x="5204" y="5240"/>
                      <a:pt x="5170" y="5231"/>
                      <a:pt x="5141" y="5214"/>
                    </a:cubicBezTo>
                    <a:lnTo>
                      <a:pt x="4926" y="5091"/>
                    </a:lnTo>
                    <a:cubicBezTo>
                      <a:pt x="4874" y="5062"/>
                      <a:pt x="4874" y="5012"/>
                      <a:pt x="4926" y="4983"/>
                    </a:cubicBezTo>
                    <a:lnTo>
                      <a:pt x="5141" y="4860"/>
                    </a:lnTo>
                    <a:cubicBezTo>
                      <a:pt x="5166" y="4846"/>
                      <a:pt x="5200" y="4839"/>
                      <a:pt x="5234" y="4839"/>
                    </a:cubicBezTo>
                    <a:close/>
                    <a:moveTo>
                      <a:pt x="2660" y="4610"/>
                    </a:moveTo>
                    <a:cubicBezTo>
                      <a:pt x="2695" y="4610"/>
                      <a:pt x="2729" y="4619"/>
                      <a:pt x="2754" y="4638"/>
                    </a:cubicBezTo>
                    <a:lnTo>
                      <a:pt x="2992" y="4774"/>
                    </a:lnTo>
                    <a:cubicBezTo>
                      <a:pt x="3042" y="4803"/>
                      <a:pt x="3042" y="4853"/>
                      <a:pt x="2992" y="4883"/>
                    </a:cubicBezTo>
                    <a:lnTo>
                      <a:pt x="2402" y="5221"/>
                    </a:lnTo>
                    <a:cubicBezTo>
                      <a:pt x="2373" y="5239"/>
                      <a:pt x="2339" y="5248"/>
                      <a:pt x="2305" y="5248"/>
                    </a:cubicBezTo>
                    <a:cubicBezTo>
                      <a:pt x="2271" y="5248"/>
                      <a:pt x="2237" y="5239"/>
                      <a:pt x="2208" y="5221"/>
                    </a:cubicBezTo>
                    <a:lnTo>
                      <a:pt x="1970" y="5084"/>
                    </a:lnTo>
                    <a:cubicBezTo>
                      <a:pt x="1920" y="5055"/>
                      <a:pt x="1920" y="5005"/>
                      <a:pt x="1970" y="4976"/>
                    </a:cubicBezTo>
                    <a:lnTo>
                      <a:pt x="2567" y="4638"/>
                    </a:lnTo>
                    <a:cubicBezTo>
                      <a:pt x="2592" y="4619"/>
                      <a:pt x="2626" y="4610"/>
                      <a:pt x="2660" y="4610"/>
                    </a:cubicBezTo>
                    <a:close/>
                    <a:moveTo>
                      <a:pt x="1317" y="4833"/>
                    </a:moveTo>
                    <a:cubicBezTo>
                      <a:pt x="1351" y="4833"/>
                      <a:pt x="1385" y="4839"/>
                      <a:pt x="1410" y="4853"/>
                    </a:cubicBezTo>
                    <a:lnTo>
                      <a:pt x="1618" y="4976"/>
                    </a:lnTo>
                    <a:cubicBezTo>
                      <a:pt x="1675" y="5005"/>
                      <a:pt x="1675" y="5055"/>
                      <a:pt x="1618" y="5084"/>
                    </a:cubicBezTo>
                    <a:lnTo>
                      <a:pt x="1360" y="5234"/>
                    </a:lnTo>
                    <a:cubicBezTo>
                      <a:pt x="1335" y="5253"/>
                      <a:pt x="1301" y="5262"/>
                      <a:pt x="1267" y="5262"/>
                    </a:cubicBezTo>
                    <a:cubicBezTo>
                      <a:pt x="1232" y="5262"/>
                      <a:pt x="1198" y="5253"/>
                      <a:pt x="1173" y="5234"/>
                    </a:cubicBezTo>
                    <a:lnTo>
                      <a:pt x="958" y="5112"/>
                    </a:lnTo>
                    <a:cubicBezTo>
                      <a:pt x="906" y="5084"/>
                      <a:pt x="906" y="5033"/>
                      <a:pt x="958" y="5005"/>
                    </a:cubicBezTo>
                    <a:lnTo>
                      <a:pt x="1223" y="4853"/>
                    </a:lnTo>
                    <a:cubicBezTo>
                      <a:pt x="1248" y="4839"/>
                      <a:pt x="1283" y="4833"/>
                      <a:pt x="1317" y="4833"/>
                    </a:cubicBezTo>
                    <a:close/>
                    <a:moveTo>
                      <a:pt x="4749" y="5112"/>
                    </a:moveTo>
                    <a:cubicBezTo>
                      <a:pt x="4783" y="5112"/>
                      <a:pt x="4817" y="5120"/>
                      <a:pt x="4846" y="5134"/>
                    </a:cubicBezTo>
                    <a:lnTo>
                      <a:pt x="5062" y="5264"/>
                    </a:lnTo>
                    <a:cubicBezTo>
                      <a:pt x="5112" y="5291"/>
                      <a:pt x="5112" y="5343"/>
                      <a:pt x="5062" y="5371"/>
                    </a:cubicBezTo>
                    <a:lnTo>
                      <a:pt x="4867" y="5479"/>
                    </a:lnTo>
                    <a:cubicBezTo>
                      <a:pt x="4842" y="5498"/>
                      <a:pt x="4810" y="5507"/>
                      <a:pt x="4776" y="5507"/>
                    </a:cubicBezTo>
                    <a:cubicBezTo>
                      <a:pt x="4743" y="5507"/>
                      <a:pt x="4709" y="5498"/>
                      <a:pt x="4681" y="5479"/>
                    </a:cubicBezTo>
                    <a:lnTo>
                      <a:pt x="4465" y="5357"/>
                    </a:lnTo>
                    <a:cubicBezTo>
                      <a:pt x="4415" y="5328"/>
                      <a:pt x="4415" y="5278"/>
                      <a:pt x="4465" y="5248"/>
                    </a:cubicBezTo>
                    <a:lnTo>
                      <a:pt x="4651" y="5134"/>
                    </a:lnTo>
                    <a:cubicBezTo>
                      <a:pt x="4681" y="5120"/>
                      <a:pt x="4715" y="5112"/>
                      <a:pt x="4749" y="5112"/>
                    </a:cubicBezTo>
                    <a:close/>
                    <a:moveTo>
                      <a:pt x="4261" y="4833"/>
                    </a:moveTo>
                    <a:cubicBezTo>
                      <a:pt x="4294" y="4833"/>
                      <a:pt x="4328" y="4839"/>
                      <a:pt x="4356" y="4853"/>
                    </a:cubicBezTo>
                    <a:lnTo>
                      <a:pt x="4572" y="4983"/>
                    </a:lnTo>
                    <a:cubicBezTo>
                      <a:pt x="4624" y="5012"/>
                      <a:pt x="4624" y="5062"/>
                      <a:pt x="4572" y="5091"/>
                    </a:cubicBezTo>
                    <a:lnTo>
                      <a:pt x="3868" y="5493"/>
                    </a:lnTo>
                    <a:cubicBezTo>
                      <a:pt x="3843" y="5508"/>
                      <a:pt x="3811" y="5515"/>
                      <a:pt x="3777" y="5515"/>
                    </a:cubicBezTo>
                    <a:cubicBezTo>
                      <a:pt x="3744" y="5515"/>
                      <a:pt x="3710" y="5508"/>
                      <a:pt x="3682" y="5493"/>
                    </a:cubicBezTo>
                    <a:lnTo>
                      <a:pt x="3466" y="5364"/>
                    </a:lnTo>
                    <a:cubicBezTo>
                      <a:pt x="3416" y="5335"/>
                      <a:pt x="3416" y="5285"/>
                      <a:pt x="3466" y="5257"/>
                    </a:cubicBezTo>
                    <a:lnTo>
                      <a:pt x="4170" y="4853"/>
                    </a:lnTo>
                    <a:cubicBezTo>
                      <a:pt x="4195" y="4839"/>
                      <a:pt x="4227" y="4833"/>
                      <a:pt x="4261" y="4833"/>
                    </a:cubicBezTo>
                    <a:close/>
                    <a:moveTo>
                      <a:pt x="3494" y="4717"/>
                    </a:moveTo>
                    <a:cubicBezTo>
                      <a:pt x="3528" y="4717"/>
                      <a:pt x="3563" y="4725"/>
                      <a:pt x="3589" y="4739"/>
                    </a:cubicBezTo>
                    <a:lnTo>
                      <a:pt x="3804" y="4860"/>
                    </a:lnTo>
                    <a:cubicBezTo>
                      <a:pt x="3854" y="4889"/>
                      <a:pt x="3854" y="4939"/>
                      <a:pt x="3796" y="4969"/>
                    </a:cubicBezTo>
                    <a:lnTo>
                      <a:pt x="2876" y="5500"/>
                    </a:lnTo>
                    <a:cubicBezTo>
                      <a:pt x="2851" y="5515"/>
                      <a:pt x="2817" y="5522"/>
                      <a:pt x="2783" y="5522"/>
                    </a:cubicBezTo>
                    <a:cubicBezTo>
                      <a:pt x="2749" y="5522"/>
                      <a:pt x="2715" y="5515"/>
                      <a:pt x="2690" y="5500"/>
                    </a:cubicBezTo>
                    <a:lnTo>
                      <a:pt x="2481" y="5378"/>
                    </a:lnTo>
                    <a:cubicBezTo>
                      <a:pt x="2431" y="5350"/>
                      <a:pt x="2431" y="5300"/>
                      <a:pt x="2481" y="5271"/>
                    </a:cubicBezTo>
                    <a:lnTo>
                      <a:pt x="3401" y="4739"/>
                    </a:lnTo>
                    <a:cubicBezTo>
                      <a:pt x="3426" y="4725"/>
                      <a:pt x="3460" y="4717"/>
                      <a:pt x="3494" y="4717"/>
                    </a:cubicBezTo>
                    <a:close/>
                    <a:moveTo>
                      <a:pt x="1798" y="5112"/>
                    </a:moveTo>
                    <a:cubicBezTo>
                      <a:pt x="1832" y="5112"/>
                      <a:pt x="1866" y="5120"/>
                      <a:pt x="1891" y="5134"/>
                    </a:cubicBezTo>
                    <a:lnTo>
                      <a:pt x="2129" y="5271"/>
                    </a:lnTo>
                    <a:cubicBezTo>
                      <a:pt x="2179" y="5300"/>
                      <a:pt x="2179" y="5350"/>
                      <a:pt x="2129" y="5378"/>
                    </a:cubicBezTo>
                    <a:lnTo>
                      <a:pt x="1863" y="5529"/>
                    </a:lnTo>
                    <a:cubicBezTo>
                      <a:pt x="1838" y="5548"/>
                      <a:pt x="1803" y="5557"/>
                      <a:pt x="1769" y="5557"/>
                    </a:cubicBezTo>
                    <a:cubicBezTo>
                      <a:pt x="1735" y="5557"/>
                      <a:pt x="1700" y="5548"/>
                      <a:pt x="1675" y="5529"/>
                    </a:cubicBezTo>
                    <a:lnTo>
                      <a:pt x="1439" y="5393"/>
                    </a:lnTo>
                    <a:cubicBezTo>
                      <a:pt x="1389" y="5364"/>
                      <a:pt x="1389" y="5314"/>
                      <a:pt x="1439" y="5285"/>
                    </a:cubicBezTo>
                    <a:lnTo>
                      <a:pt x="1705" y="5134"/>
                    </a:lnTo>
                    <a:cubicBezTo>
                      <a:pt x="1730" y="5120"/>
                      <a:pt x="1764" y="5112"/>
                      <a:pt x="1798" y="5112"/>
                    </a:cubicBezTo>
                    <a:close/>
                    <a:moveTo>
                      <a:pt x="4288" y="5378"/>
                    </a:moveTo>
                    <a:cubicBezTo>
                      <a:pt x="4321" y="5378"/>
                      <a:pt x="4354" y="5385"/>
                      <a:pt x="4379" y="5400"/>
                    </a:cubicBezTo>
                    <a:lnTo>
                      <a:pt x="4601" y="5529"/>
                    </a:lnTo>
                    <a:cubicBezTo>
                      <a:pt x="4651" y="5559"/>
                      <a:pt x="4651" y="5609"/>
                      <a:pt x="4601" y="5636"/>
                    </a:cubicBezTo>
                    <a:lnTo>
                      <a:pt x="4356" y="5781"/>
                    </a:lnTo>
                    <a:cubicBezTo>
                      <a:pt x="4333" y="5794"/>
                      <a:pt x="4301" y="5801"/>
                      <a:pt x="4269" y="5801"/>
                    </a:cubicBezTo>
                    <a:cubicBezTo>
                      <a:pt x="4233" y="5801"/>
                      <a:pt x="4196" y="5793"/>
                      <a:pt x="4170" y="5774"/>
                    </a:cubicBezTo>
                    <a:lnTo>
                      <a:pt x="3954" y="5652"/>
                    </a:lnTo>
                    <a:cubicBezTo>
                      <a:pt x="3904" y="5623"/>
                      <a:pt x="3904" y="5573"/>
                      <a:pt x="3954" y="5543"/>
                    </a:cubicBezTo>
                    <a:lnTo>
                      <a:pt x="4192" y="5400"/>
                    </a:lnTo>
                    <a:cubicBezTo>
                      <a:pt x="4221" y="5385"/>
                      <a:pt x="4255" y="5378"/>
                      <a:pt x="4288" y="5378"/>
                    </a:cubicBezTo>
                    <a:close/>
                    <a:moveTo>
                      <a:pt x="3289" y="5393"/>
                    </a:moveTo>
                    <a:cubicBezTo>
                      <a:pt x="3322" y="5393"/>
                      <a:pt x="3355" y="5400"/>
                      <a:pt x="3380" y="5414"/>
                    </a:cubicBezTo>
                    <a:lnTo>
                      <a:pt x="3602" y="5543"/>
                    </a:lnTo>
                    <a:cubicBezTo>
                      <a:pt x="3652" y="5573"/>
                      <a:pt x="3652" y="5623"/>
                      <a:pt x="3602" y="5652"/>
                    </a:cubicBezTo>
                    <a:lnTo>
                      <a:pt x="3364" y="5788"/>
                    </a:lnTo>
                    <a:cubicBezTo>
                      <a:pt x="3339" y="5803"/>
                      <a:pt x="3305" y="5810"/>
                      <a:pt x="3271" y="5810"/>
                    </a:cubicBezTo>
                    <a:cubicBezTo>
                      <a:pt x="3237" y="5810"/>
                      <a:pt x="3203" y="5803"/>
                      <a:pt x="3178" y="5788"/>
                    </a:cubicBezTo>
                    <a:lnTo>
                      <a:pt x="2955" y="5659"/>
                    </a:lnTo>
                    <a:cubicBezTo>
                      <a:pt x="2905" y="5630"/>
                      <a:pt x="2905" y="5580"/>
                      <a:pt x="2962" y="5550"/>
                    </a:cubicBezTo>
                    <a:lnTo>
                      <a:pt x="3192" y="5414"/>
                    </a:lnTo>
                    <a:cubicBezTo>
                      <a:pt x="3221" y="5400"/>
                      <a:pt x="3256" y="5393"/>
                      <a:pt x="3289" y="5393"/>
                    </a:cubicBezTo>
                    <a:close/>
                    <a:moveTo>
                      <a:pt x="2302" y="5407"/>
                    </a:moveTo>
                    <a:cubicBezTo>
                      <a:pt x="2336" y="5407"/>
                      <a:pt x="2370" y="5415"/>
                      <a:pt x="2395" y="5429"/>
                    </a:cubicBezTo>
                    <a:lnTo>
                      <a:pt x="2610" y="5550"/>
                    </a:lnTo>
                    <a:cubicBezTo>
                      <a:pt x="2660" y="5580"/>
                      <a:pt x="2660" y="5630"/>
                      <a:pt x="2610" y="5659"/>
                    </a:cubicBezTo>
                    <a:lnTo>
                      <a:pt x="2345" y="5809"/>
                    </a:lnTo>
                    <a:cubicBezTo>
                      <a:pt x="2320" y="5824"/>
                      <a:pt x="2286" y="5831"/>
                      <a:pt x="2251" y="5831"/>
                    </a:cubicBezTo>
                    <a:cubicBezTo>
                      <a:pt x="2217" y="5831"/>
                      <a:pt x="2183" y="5824"/>
                      <a:pt x="2157" y="5809"/>
                    </a:cubicBezTo>
                    <a:lnTo>
                      <a:pt x="1950" y="5688"/>
                    </a:lnTo>
                    <a:cubicBezTo>
                      <a:pt x="1891" y="5659"/>
                      <a:pt x="1898" y="5609"/>
                      <a:pt x="1950" y="5580"/>
                    </a:cubicBezTo>
                    <a:lnTo>
                      <a:pt x="2208" y="5429"/>
                    </a:lnTo>
                    <a:cubicBezTo>
                      <a:pt x="2233" y="5415"/>
                      <a:pt x="2268" y="5407"/>
                      <a:pt x="2302" y="5407"/>
                    </a:cubicBezTo>
                    <a:close/>
                    <a:moveTo>
                      <a:pt x="3780" y="5674"/>
                    </a:moveTo>
                    <a:cubicBezTo>
                      <a:pt x="3813" y="5674"/>
                      <a:pt x="3844" y="5681"/>
                      <a:pt x="3868" y="5695"/>
                    </a:cubicBezTo>
                    <a:lnTo>
                      <a:pt x="4091" y="5824"/>
                    </a:lnTo>
                    <a:cubicBezTo>
                      <a:pt x="4141" y="5852"/>
                      <a:pt x="4141" y="5904"/>
                      <a:pt x="4091" y="5931"/>
                    </a:cubicBezTo>
                    <a:lnTo>
                      <a:pt x="3854" y="6068"/>
                    </a:lnTo>
                    <a:cubicBezTo>
                      <a:pt x="3829" y="6082"/>
                      <a:pt x="3795" y="6090"/>
                      <a:pt x="3761" y="6090"/>
                    </a:cubicBezTo>
                    <a:cubicBezTo>
                      <a:pt x="3727" y="6090"/>
                      <a:pt x="3692" y="6082"/>
                      <a:pt x="3666" y="6068"/>
                    </a:cubicBezTo>
                    <a:lnTo>
                      <a:pt x="3444" y="5938"/>
                    </a:lnTo>
                    <a:cubicBezTo>
                      <a:pt x="3394" y="5911"/>
                      <a:pt x="3394" y="5861"/>
                      <a:pt x="3451" y="5831"/>
                    </a:cubicBezTo>
                    <a:lnTo>
                      <a:pt x="3682" y="5702"/>
                    </a:lnTo>
                    <a:cubicBezTo>
                      <a:pt x="3708" y="5683"/>
                      <a:pt x="3744" y="5674"/>
                      <a:pt x="3780" y="5674"/>
                    </a:cubicBezTo>
                    <a:close/>
                    <a:moveTo>
                      <a:pt x="2783" y="5682"/>
                    </a:moveTo>
                    <a:cubicBezTo>
                      <a:pt x="2817" y="5682"/>
                      <a:pt x="2851" y="5691"/>
                      <a:pt x="2876" y="5709"/>
                    </a:cubicBezTo>
                    <a:lnTo>
                      <a:pt x="3099" y="5831"/>
                    </a:lnTo>
                    <a:cubicBezTo>
                      <a:pt x="3149" y="5861"/>
                      <a:pt x="3149" y="5911"/>
                      <a:pt x="3092" y="5938"/>
                    </a:cubicBezTo>
                    <a:lnTo>
                      <a:pt x="2833" y="6097"/>
                    </a:lnTo>
                    <a:cubicBezTo>
                      <a:pt x="2808" y="6112"/>
                      <a:pt x="2774" y="6119"/>
                      <a:pt x="2740" y="6119"/>
                    </a:cubicBezTo>
                    <a:cubicBezTo>
                      <a:pt x="2706" y="6119"/>
                      <a:pt x="2672" y="6112"/>
                      <a:pt x="2647" y="6097"/>
                    </a:cubicBezTo>
                    <a:lnTo>
                      <a:pt x="2424" y="5968"/>
                    </a:lnTo>
                    <a:cubicBezTo>
                      <a:pt x="2372" y="5938"/>
                      <a:pt x="2372" y="5888"/>
                      <a:pt x="2424" y="5861"/>
                    </a:cubicBezTo>
                    <a:lnTo>
                      <a:pt x="2690" y="5709"/>
                    </a:lnTo>
                    <a:cubicBezTo>
                      <a:pt x="2715" y="5691"/>
                      <a:pt x="2749" y="5682"/>
                      <a:pt x="2783" y="5682"/>
                    </a:cubicBezTo>
                    <a:close/>
                    <a:moveTo>
                      <a:pt x="8990" y="3299"/>
                    </a:moveTo>
                    <a:cubicBezTo>
                      <a:pt x="9015" y="3299"/>
                      <a:pt x="9040" y="3305"/>
                      <a:pt x="9057" y="3316"/>
                    </a:cubicBezTo>
                    <a:lnTo>
                      <a:pt x="10567" y="4193"/>
                    </a:lnTo>
                    <a:cubicBezTo>
                      <a:pt x="10610" y="4213"/>
                      <a:pt x="10610" y="4249"/>
                      <a:pt x="10567" y="4279"/>
                    </a:cubicBezTo>
                    <a:lnTo>
                      <a:pt x="9080" y="5134"/>
                    </a:lnTo>
                    <a:lnTo>
                      <a:pt x="7348" y="6133"/>
                    </a:lnTo>
                    <a:cubicBezTo>
                      <a:pt x="7329" y="6144"/>
                      <a:pt x="7304" y="6149"/>
                      <a:pt x="7279" y="6149"/>
                    </a:cubicBezTo>
                    <a:cubicBezTo>
                      <a:pt x="7254" y="6149"/>
                      <a:pt x="7229" y="6144"/>
                      <a:pt x="7211" y="6133"/>
                    </a:cubicBezTo>
                    <a:lnTo>
                      <a:pt x="6737" y="5861"/>
                    </a:lnTo>
                    <a:lnTo>
                      <a:pt x="5693" y="5257"/>
                    </a:lnTo>
                    <a:cubicBezTo>
                      <a:pt x="5659" y="5234"/>
                      <a:pt x="5659" y="5198"/>
                      <a:pt x="5702" y="5178"/>
                    </a:cubicBezTo>
                    <a:lnTo>
                      <a:pt x="8921" y="3316"/>
                    </a:lnTo>
                    <a:cubicBezTo>
                      <a:pt x="8939" y="3305"/>
                      <a:pt x="8964" y="3299"/>
                      <a:pt x="8990" y="3299"/>
                    </a:cubicBezTo>
                    <a:close/>
                    <a:moveTo>
                      <a:pt x="3271" y="5968"/>
                    </a:moveTo>
                    <a:cubicBezTo>
                      <a:pt x="3305" y="5968"/>
                      <a:pt x="3339" y="5975"/>
                      <a:pt x="3364" y="5990"/>
                    </a:cubicBezTo>
                    <a:lnTo>
                      <a:pt x="3580" y="6119"/>
                    </a:lnTo>
                    <a:cubicBezTo>
                      <a:pt x="3632" y="6147"/>
                      <a:pt x="3632" y="6197"/>
                      <a:pt x="3580" y="6226"/>
                    </a:cubicBezTo>
                    <a:lnTo>
                      <a:pt x="3321" y="6378"/>
                    </a:lnTo>
                    <a:cubicBezTo>
                      <a:pt x="3293" y="6392"/>
                      <a:pt x="3259" y="6399"/>
                      <a:pt x="3225" y="6399"/>
                    </a:cubicBezTo>
                    <a:cubicBezTo>
                      <a:pt x="3192" y="6399"/>
                      <a:pt x="3160" y="6392"/>
                      <a:pt x="3135" y="6378"/>
                    </a:cubicBezTo>
                    <a:lnTo>
                      <a:pt x="2912" y="6249"/>
                    </a:lnTo>
                    <a:cubicBezTo>
                      <a:pt x="2862" y="6220"/>
                      <a:pt x="2862" y="6169"/>
                      <a:pt x="2912" y="6140"/>
                    </a:cubicBezTo>
                    <a:lnTo>
                      <a:pt x="3178" y="5990"/>
                    </a:lnTo>
                    <a:cubicBezTo>
                      <a:pt x="3203" y="5975"/>
                      <a:pt x="3237" y="5968"/>
                      <a:pt x="3271" y="5968"/>
                    </a:cubicBezTo>
                    <a:close/>
                    <a:moveTo>
                      <a:pt x="8274" y="1"/>
                    </a:moveTo>
                    <a:cubicBezTo>
                      <a:pt x="8262" y="1"/>
                      <a:pt x="8250" y="1"/>
                      <a:pt x="8238" y="2"/>
                    </a:cubicBezTo>
                    <a:cubicBezTo>
                      <a:pt x="8188" y="9"/>
                      <a:pt x="8145" y="23"/>
                      <a:pt x="8108" y="45"/>
                    </a:cubicBezTo>
                    <a:lnTo>
                      <a:pt x="73" y="4681"/>
                    </a:lnTo>
                    <a:cubicBezTo>
                      <a:pt x="23" y="4710"/>
                      <a:pt x="0" y="4746"/>
                      <a:pt x="0" y="4783"/>
                    </a:cubicBezTo>
                    <a:cubicBezTo>
                      <a:pt x="0" y="4796"/>
                      <a:pt x="0" y="4810"/>
                      <a:pt x="9" y="4817"/>
                    </a:cubicBezTo>
                    <a:cubicBezTo>
                      <a:pt x="9" y="4826"/>
                      <a:pt x="16" y="4826"/>
                      <a:pt x="16" y="4826"/>
                    </a:cubicBezTo>
                    <a:cubicBezTo>
                      <a:pt x="23" y="4846"/>
                      <a:pt x="43" y="4860"/>
                      <a:pt x="73" y="4883"/>
                    </a:cubicBezTo>
                    <a:lnTo>
                      <a:pt x="4767" y="7758"/>
                    </a:lnTo>
                    <a:cubicBezTo>
                      <a:pt x="4812" y="7782"/>
                      <a:pt x="4870" y="7795"/>
                      <a:pt x="4929" y="7795"/>
                    </a:cubicBezTo>
                    <a:cubicBezTo>
                      <a:pt x="4992" y="7795"/>
                      <a:pt x="5057" y="7780"/>
                      <a:pt x="5105" y="7750"/>
                    </a:cubicBezTo>
                    <a:lnTo>
                      <a:pt x="13141" y="3114"/>
                    </a:lnTo>
                    <a:cubicBezTo>
                      <a:pt x="13147" y="3114"/>
                      <a:pt x="13154" y="3107"/>
                      <a:pt x="13154" y="3107"/>
                    </a:cubicBezTo>
                    <a:cubicBezTo>
                      <a:pt x="13170" y="3101"/>
                      <a:pt x="13177" y="3092"/>
                      <a:pt x="13184" y="3085"/>
                    </a:cubicBezTo>
                    <a:cubicBezTo>
                      <a:pt x="13206" y="3064"/>
                      <a:pt x="13213" y="3042"/>
                      <a:pt x="13213" y="3014"/>
                    </a:cubicBezTo>
                    <a:cubicBezTo>
                      <a:pt x="13213" y="2978"/>
                      <a:pt x="13191" y="2949"/>
                      <a:pt x="13141" y="2919"/>
                    </a:cubicBezTo>
                    <a:lnTo>
                      <a:pt x="8447" y="45"/>
                    </a:lnTo>
                    <a:cubicBezTo>
                      <a:pt x="8399" y="15"/>
                      <a:pt x="8336" y="1"/>
                      <a:pt x="827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>
                <a:extLst>
                  <a:ext uri="{FF2B5EF4-FFF2-40B4-BE49-F238E27FC236}">
                    <a16:creationId xmlns:a16="http://schemas.microsoft.com/office/drawing/2014/main" id="{F9D081D4-41F7-9637-3535-4DD8DEF9E0FE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>
                <a:extLst>
                  <a:ext uri="{FF2B5EF4-FFF2-40B4-BE49-F238E27FC236}">
                    <a16:creationId xmlns:a16="http://schemas.microsoft.com/office/drawing/2014/main" id="{BFA9A08B-8D2A-8FC1-96CC-42DEB418930F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>
                <a:extLst>
                  <a:ext uri="{FF2B5EF4-FFF2-40B4-BE49-F238E27FC236}">
                    <a16:creationId xmlns:a16="http://schemas.microsoft.com/office/drawing/2014/main" id="{029B6306-D5B6-7CC8-0E90-6E6D31811DAA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>
                <a:extLst>
                  <a:ext uri="{FF2B5EF4-FFF2-40B4-BE49-F238E27FC236}">
                    <a16:creationId xmlns:a16="http://schemas.microsoft.com/office/drawing/2014/main" id="{4EA6DF4A-506B-A096-D4CF-4CE4EF7CD2A4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>
                <a:extLst>
                  <a:ext uri="{FF2B5EF4-FFF2-40B4-BE49-F238E27FC236}">
                    <a16:creationId xmlns:a16="http://schemas.microsoft.com/office/drawing/2014/main" id="{AD2B70D7-F1C0-6D98-0AD9-65F31D42449D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>
                <a:extLst>
                  <a:ext uri="{FF2B5EF4-FFF2-40B4-BE49-F238E27FC236}">
                    <a16:creationId xmlns:a16="http://schemas.microsoft.com/office/drawing/2014/main" id="{36EEA81C-435E-1647-F266-C3E4DB0BBA65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>
                <a:extLst>
                  <a:ext uri="{FF2B5EF4-FFF2-40B4-BE49-F238E27FC236}">
                    <a16:creationId xmlns:a16="http://schemas.microsoft.com/office/drawing/2014/main" id="{099603CC-6629-6A19-C9F1-38C05670C4AA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>
                <a:extLst>
                  <a:ext uri="{FF2B5EF4-FFF2-40B4-BE49-F238E27FC236}">
                    <a16:creationId xmlns:a16="http://schemas.microsoft.com/office/drawing/2014/main" id="{27E178AB-E335-494E-F91D-5CE39BEBB5CA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>
                <a:extLst>
                  <a:ext uri="{FF2B5EF4-FFF2-40B4-BE49-F238E27FC236}">
                    <a16:creationId xmlns:a16="http://schemas.microsoft.com/office/drawing/2014/main" id="{8D5FD413-2598-ABDB-CA66-6C5004454FBD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>
                <a:extLst>
                  <a:ext uri="{FF2B5EF4-FFF2-40B4-BE49-F238E27FC236}">
                    <a16:creationId xmlns:a16="http://schemas.microsoft.com/office/drawing/2014/main" id="{13D7D1BD-24DC-A56F-D7F2-29872C22870E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>
                <a:extLst>
                  <a:ext uri="{FF2B5EF4-FFF2-40B4-BE49-F238E27FC236}">
                    <a16:creationId xmlns:a16="http://schemas.microsoft.com/office/drawing/2014/main" id="{2F4BEF23-60A0-3565-26EC-EE0DA69E4E0F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>
                <a:extLst>
                  <a:ext uri="{FF2B5EF4-FFF2-40B4-BE49-F238E27FC236}">
                    <a16:creationId xmlns:a16="http://schemas.microsoft.com/office/drawing/2014/main" id="{E0A637DB-DF94-B0D0-3503-D7B38D191BF7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>
                <a:extLst>
                  <a:ext uri="{FF2B5EF4-FFF2-40B4-BE49-F238E27FC236}">
                    <a16:creationId xmlns:a16="http://schemas.microsoft.com/office/drawing/2014/main" id="{A9BF1285-6E56-C76E-EB8A-8FD50C01FF37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41">
                <a:extLst>
                  <a:ext uri="{FF2B5EF4-FFF2-40B4-BE49-F238E27FC236}">
                    <a16:creationId xmlns:a16="http://schemas.microsoft.com/office/drawing/2014/main" id="{66164FCA-80BF-3021-2783-C0B6D3923D01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41">
                <a:extLst>
                  <a:ext uri="{FF2B5EF4-FFF2-40B4-BE49-F238E27FC236}">
                    <a16:creationId xmlns:a16="http://schemas.microsoft.com/office/drawing/2014/main" id="{4A73FB52-53FE-CB5D-6D8C-69C10C910F23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>
                <a:extLst>
                  <a:ext uri="{FF2B5EF4-FFF2-40B4-BE49-F238E27FC236}">
                    <a16:creationId xmlns:a16="http://schemas.microsoft.com/office/drawing/2014/main" id="{4C9BAE78-E0E0-FD70-519D-9AB42CE38735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>
                <a:extLst>
                  <a:ext uri="{FF2B5EF4-FFF2-40B4-BE49-F238E27FC236}">
                    <a16:creationId xmlns:a16="http://schemas.microsoft.com/office/drawing/2014/main" id="{3407CD80-976F-8EE9-8C1E-E7033D61D194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>
                <a:extLst>
                  <a:ext uri="{FF2B5EF4-FFF2-40B4-BE49-F238E27FC236}">
                    <a16:creationId xmlns:a16="http://schemas.microsoft.com/office/drawing/2014/main" id="{5D342C70-E991-B428-A1A1-638D879C4DB7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>
                <a:extLst>
                  <a:ext uri="{FF2B5EF4-FFF2-40B4-BE49-F238E27FC236}">
                    <a16:creationId xmlns:a16="http://schemas.microsoft.com/office/drawing/2014/main" id="{0010142C-3897-1447-9616-FF8560F86B7C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>
                <a:extLst>
                  <a:ext uri="{FF2B5EF4-FFF2-40B4-BE49-F238E27FC236}">
                    <a16:creationId xmlns:a16="http://schemas.microsoft.com/office/drawing/2014/main" id="{C2F6BF9E-B47C-D2C6-5BF2-277F218FDBF1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>
                <a:extLst>
                  <a:ext uri="{FF2B5EF4-FFF2-40B4-BE49-F238E27FC236}">
                    <a16:creationId xmlns:a16="http://schemas.microsoft.com/office/drawing/2014/main" id="{661AEC29-607F-53BA-1CCB-8CDA07709427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>
                <a:extLst>
                  <a:ext uri="{FF2B5EF4-FFF2-40B4-BE49-F238E27FC236}">
                    <a16:creationId xmlns:a16="http://schemas.microsoft.com/office/drawing/2014/main" id="{52BBFD5E-F881-A5F1-7E12-1964713451D0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>
                <a:extLst>
                  <a:ext uri="{FF2B5EF4-FFF2-40B4-BE49-F238E27FC236}">
                    <a16:creationId xmlns:a16="http://schemas.microsoft.com/office/drawing/2014/main" id="{4B7504DB-9577-EAC3-5345-DB957C564D0D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>
                <a:extLst>
                  <a:ext uri="{FF2B5EF4-FFF2-40B4-BE49-F238E27FC236}">
                    <a16:creationId xmlns:a16="http://schemas.microsoft.com/office/drawing/2014/main" id="{26678D99-C863-BF30-CC58-E436ABA3FF07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>
                <a:extLst>
                  <a:ext uri="{FF2B5EF4-FFF2-40B4-BE49-F238E27FC236}">
                    <a16:creationId xmlns:a16="http://schemas.microsoft.com/office/drawing/2014/main" id="{822CC0CE-36FD-F01B-D1D4-8D266D24BF13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>
                <a:extLst>
                  <a:ext uri="{FF2B5EF4-FFF2-40B4-BE49-F238E27FC236}">
                    <a16:creationId xmlns:a16="http://schemas.microsoft.com/office/drawing/2014/main" id="{052D04B4-8F0A-9D80-72A7-182E0F583B8D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>
                <a:extLst>
                  <a:ext uri="{FF2B5EF4-FFF2-40B4-BE49-F238E27FC236}">
                    <a16:creationId xmlns:a16="http://schemas.microsoft.com/office/drawing/2014/main" id="{E1DA2C42-70CB-B76F-7939-C2FD92FB7B2D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>
                <a:extLst>
                  <a:ext uri="{FF2B5EF4-FFF2-40B4-BE49-F238E27FC236}">
                    <a16:creationId xmlns:a16="http://schemas.microsoft.com/office/drawing/2014/main" id="{09915A1A-FEB5-8E34-7C27-5DEA3B69A5FF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>
                <a:extLst>
                  <a:ext uri="{FF2B5EF4-FFF2-40B4-BE49-F238E27FC236}">
                    <a16:creationId xmlns:a16="http://schemas.microsoft.com/office/drawing/2014/main" id="{D680BF2C-A671-DF1F-2C64-DAAD2ECD6327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>
                <a:extLst>
                  <a:ext uri="{FF2B5EF4-FFF2-40B4-BE49-F238E27FC236}">
                    <a16:creationId xmlns:a16="http://schemas.microsoft.com/office/drawing/2014/main" id="{EDED279A-BAA4-0566-7F65-EAEC7526A2EE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>
                <a:extLst>
                  <a:ext uri="{FF2B5EF4-FFF2-40B4-BE49-F238E27FC236}">
                    <a16:creationId xmlns:a16="http://schemas.microsoft.com/office/drawing/2014/main" id="{A89438D7-1EB9-2F02-BA14-139B1EE77D79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>
                <a:extLst>
                  <a:ext uri="{FF2B5EF4-FFF2-40B4-BE49-F238E27FC236}">
                    <a16:creationId xmlns:a16="http://schemas.microsoft.com/office/drawing/2014/main" id="{E75E7664-28FA-F9FB-5D9F-899DB4F6AF83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>
                <a:extLst>
                  <a:ext uri="{FF2B5EF4-FFF2-40B4-BE49-F238E27FC236}">
                    <a16:creationId xmlns:a16="http://schemas.microsoft.com/office/drawing/2014/main" id="{1925D023-DFA1-748F-101B-4FE1CDE6628B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>
                <a:extLst>
                  <a:ext uri="{FF2B5EF4-FFF2-40B4-BE49-F238E27FC236}">
                    <a16:creationId xmlns:a16="http://schemas.microsoft.com/office/drawing/2014/main" id="{50E72DD3-CE2C-FEA1-B125-A957047A9409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>
                <a:extLst>
                  <a:ext uri="{FF2B5EF4-FFF2-40B4-BE49-F238E27FC236}">
                    <a16:creationId xmlns:a16="http://schemas.microsoft.com/office/drawing/2014/main" id="{D8E14065-4733-6C92-CB14-C35A7AFE2D5A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>
                <a:extLst>
                  <a:ext uri="{FF2B5EF4-FFF2-40B4-BE49-F238E27FC236}">
                    <a16:creationId xmlns:a16="http://schemas.microsoft.com/office/drawing/2014/main" id="{F5E9C4B3-407F-6702-504C-539F9F6B3FB8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>
                <a:extLst>
                  <a:ext uri="{FF2B5EF4-FFF2-40B4-BE49-F238E27FC236}">
                    <a16:creationId xmlns:a16="http://schemas.microsoft.com/office/drawing/2014/main" id="{25D4C93A-1D5C-1325-3DD4-A981B8DEB81F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>
                <a:extLst>
                  <a:ext uri="{FF2B5EF4-FFF2-40B4-BE49-F238E27FC236}">
                    <a16:creationId xmlns:a16="http://schemas.microsoft.com/office/drawing/2014/main" id="{CA90AE25-017E-A53B-A69F-B95955848F91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>
                <a:extLst>
                  <a:ext uri="{FF2B5EF4-FFF2-40B4-BE49-F238E27FC236}">
                    <a16:creationId xmlns:a16="http://schemas.microsoft.com/office/drawing/2014/main" id="{33371436-C2D3-416E-3A3E-E92077124A06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>
                <a:extLst>
                  <a:ext uri="{FF2B5EF4-FFF2-40B4-BE49-F238E27FC236}">
                    <a16:creationId xmlns:a16="http://schemas.microsoft.com/office/drawing/2014/main" id="{22167D32-8F13-5C5E-B08E-14A85D76CF7F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>
                <a:extLst>
                  <a:ext uri="{FF2B5EF4-FFF2-40B4-BE49-F238E27FC236}">
                    <a16:creationId xmlns:a16="http://schemas.microsoft.com/office/drawing/2014/main" id="{B0D3AEDD-A9C4-E17D-4D1E-AD7991DE80CC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>
                <a:extLst>
                  <a:ext uri="{FF2B5EF4-FFF2-40B4-BE49-F238E27FC236}">
                    <a16:creationId xmlns:a16="http://schemas.microsoft.com/office/drawing/2014/main" id="{0C0BB4AA-5B56-3048-E64D-342D10F9172B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>
                <a:extLst>
                  <a:ext uri="{FF2B5EF4-FFF2-40B4-BE49-F238E27FC236}">
                    <a16:creationId xmlns:a16="http://schemas.microsoft.com/office/drawing/2014/main" id="{E26D06FD-92B6-9F5C-3655-422894F76214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>
                <a:extLst>
                  <a:ext uri="{FF2B5EF4-FFF2-40B4-BE49-F238E27FC236}">
                    <a16:creationId xmlns:a16="http://schemas.microsoft.com/office/drawing/2014/main" id="{B402F087-CB9D-714A-801E-FEEEAA3B474B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>
                <a:extLst>
                  <a:ext uri="{FF2B5EF4-FFF2-40B4-BE49-F238E27FC236}">
                    <a16:creationId xmlns:a16="http://schemas.microsoft.com/office/drawing/2014/main" id="{881643FF-366A-60F5-B821-BFA86163344F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>
                <a:extLst>
                  <a:ext uri="{FF2B5EF4-FFF2-40B4-BE49-F238E27FC236}">
                    <a16:creationId xmlns:a16="http://schemas.microsoft.com/office/drawing/2014/main" id="{737FEB8E-A62C-1E51-B915-18DE8819B0A0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>
                <a:extLst>
                  <a:ext uri="{FF2B5EF4-FFF2-40B4-BE49-F238E27FC236}">
                    <a16:creationId xmlns:a16="http://schemas.microsoft.com/office/drawing/2014/main" id="{B42FF65B-DB11-9EF6-4615-AFE00C7CEB6D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>
                <a:extLst>
                  <a:ext uri="{FF2B5EF4-FFF2-40B4-BE49-F238E27FC236}">
                    <a16:creationId xmlns:a16="http://schemas.microsoft.com/office/drawing/2014/main" id="{2B6434AB-7F76-3512-A0CA-FBFF853E8737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>
                <a:extLst>
                  <a:ext uri="{FF2B5EF4-FFF2-40B4-BE49-F238E27FC236}">
                    <a16:creationId xmlns:a16="http://schemas.microsoft.com/office/drawing/2014/main" id="{AABA66F2-1773-D263-FA1E-834D38853CE7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>
                <a:extLst>
                  <a:ext uri="{FF2B5EF4-FFF2-40B4-BE49-F238E27FC236}">
                    <a16:creationId xmlns:a16="http://schemas.microsoft.com/office/drawing/2014/main" id="{56476A15-1B55-7FC4-DFB1-5C6A08540723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>
                <a:extLst>
                  <a:ext uri="{FF2B5EF4-FFF2-40B4-BE49-F238E27FC236}">
                    <a16:creationId xmlns:a16="http://schemas.microsoft.com/office/drawing/2014/main" id="{F43FFEB0-2974-6BAF-8E32-E53128EC4065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>
                <a:extLst>
                  <a:ext uri="{FF2B5EF4-FFF2-40B4-BE49-F238E27FC236}">
                    <a16:creationId xmlns:a16="http://schemas.microsoft.com/office/drawing/2014/main" id="{A21BC8B0-3D7C-30A7-7987-6CCF9B5844B9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41">
                <a:extLst>
                  <a:ext uri="{FF2B5EF4-FFF2-40B4-BE49-F238E27FC236}">
                    <a16:creationId xmlns:a16="http://schemas.microsoft.com/office/drawing/2014/main" id="{C1A7D726-8109-E0E5-E294-DD4E31CC1EB8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41">
                <a:extLst>
                  <a:ext uri="{FF2B5EF4-FFF2-40B4-BE49-F238E27FC236}">
                    <a16:creationId xmlns:a16="http://schemas.microsoft.com/office/drawing/2014/main" id="{A618671B-1FE6-2CE9-291E-2CBFBDCEC89E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41">
                <a:extLst>
                  <a:ext uri="{FF2B5EF4-FFF2-40B4-BE49-F238E27FC236}">
                    <a16:creationId xmlns:a16="http://schemas.microsoft.com/office/drawing/2014/main" id="{1137AD18-B7AE-1C4E-A18E-767DAA1BB09E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41">
                <a:extLst>
                  <a:ext uri="{FF2B5EF4-FFF2-40B4-BE49-F238E27FC236}">
                    <a16:creationId xmlns:a16="http://schemas.microsoft.com/office/drawing/2014/main" id="{8BC1E825-0408-4FE5-B65B-04AA18817FCD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41">
                <a:extLst>
                  <a:ext uri="{FF2B5EF4-FFF2-40B4-BE49-F238E27FC236}">
                    <a16:creationId xmlns:a16="http://schemas.microsoft.com/office/drawing/2014/main" id="{320BC769-94F7-9BF2-BCA8-B6D70DFC0072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41">
                <a:extLst>
                  <a:ext uri="{FF2B5EF4-FFF2-40B4-BE49-F238E27FC236}">
                    <a16:creationId xmlns:a16="http://schemas.microsoft.com/office/drawing/2014/main" id="{D1EB16E9-87F4-85C5-A03D-1C7077AADC27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41">
                <a:extLst>
                  <a:ext uri="{FF2B5EF4-FFF2-40B4-BE49-F238E27FC236}">
                    <a16:creationId xmlns:a16="http://schemas.microsoft.com/office/drawing/2014/main" id="{815C67C6-9938-2C9E-0E2E-A1769A363406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41">
                <a:extLst>
                  <a:ext uri="{FF2B5EF4-FFF2-40B4-BE49-F238E27FC236}">
                    <a16:creationId xmlns:a16="http://schemas.microsoft.com/office/drawing/2014/main" id="{E7A0F778-EE0E-4E4E-C8ED-E1C632EEF742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41">
                <a:extLst>
                  <a:ext uri="{FF2B5EF4-FFF2-40B4-BE49-F238E27FC236}">
                    <a16:creationId xmlns:a16="http://schemas.microsoft.com/office/drawing/2014/main" id="{338AA4EF-FF76-F09E-5065-D91B78965F4C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41">
                <a:extLst>
                  <a:ext uri="{FF2B5EF4-FFF2-40B4-BE49-F238E27FC236}">
                    <a16:creationId xmlns:a16="http://schemas.microsoft.com/office/drawing/2014/main" id="{59364537-9D7B-0C71-3C78-8510EDA066CF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41">
                <a:extLst>
                  <a:ext uri="{FF2B5EF4-FFF2-40B4-BE49-F238E27FC236}">
                    <a16:creationId xmlns:a16="http://schemas.microsoft.com/office/drawing/2014/main" id="{F56A486F-37BF-E146-7380-8AB3DC27E14B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41">
                <a:extLst>
                  <a:ext uri="{FF2B5EF4-FFF2-40B4-BE49-F238E27FC236}">
                    <a16:creationId xmlns:a16="http://schemas.microsoft.com/office/drawing/2014/main" id="{353CB6A3-E337-912E-502A-0B6B84B7EF94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41">
                <a:extLst>
                  <a:ext uri="{FF2B5EF4-FFF2-40B4-BE49-F238E27FC236}">
                    <a16:creationId xmlns:a16="http://schemas.microsoft.com/office/drawing/2014/main" id="{891EBFFD-6875-D148-B614-8C5ED43C4588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1">
                <a:extLst>
                  <a:ext uri="{FF2B5EF4-FFF2-40B4-BE49-F238E27FC236}">
                    <a16:creationId xmlns:a16="http://schemas.microsoft.com/office/drawing/2014/main" id="{75539C11-1AA9-EA1E-29FE-5F84311E65BC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1">
                <a:extLst>
                  <a:ext uri="{FF2B5EF4-FFF2-40B4-BE49-F238E27FC236}">
                    <a16:creationId xmlns:a16="http://schemas.microsoft.com/office/drawing/2014/main" id="{D1DB2C2F-5F57-80E1-E363-4DD22DE02FD6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1">
                <a:extLst>
                  <a:ext uri="{FF2B5EF4-FFF2-40B4-BE49-F238E27FC236}">
                    <a16:creationId xmlns:a16="http://schemas.microsoft.com/office/drawing/2014/main" id="{D9F34D01-C51A-4C3D-3D8F-953F6AE68AB6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1">
                <a:extLst>
                  <a:ext uri="{FF2B5EF4-FFF2-40B4-BE49-F238E27FC236}">
                    <a16:creationId xmlns:a16="http://schemas.microsoft.com/office/drawing/2014/main" id="{4EF68AE9-71C2-BEB4-7172-B2E6AA975EFD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41">
                <a:extLst>
                  <a:ext uri="{FF2B5EF4-FFF2-40B4-BE49-F238E27FC236}">
                    <a16:creationId xmlns:a16="http://schemas.microsoft.com/office/drawing/2014/main" id="{41AFC17A-A01D-F211-9ED2-7D83DD4AC9DB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41">
                <a:extLst>
                  <a:ext uri="{FF2B5EF4-FFF2-40B4-BE49-F238E27FC236}">
                    <a16:creationId xmlns:a16="http://schemas.microsoft.com/office/drawing/2014/main" id="{C180AF8B-8E31-1020-981D-4C4D49DDB5A8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41">
                <a:extLst>
                  <a:ext uri="{FF2B5EF4-FFF2-40B4-BE49-F238E27FC236}">
                    <a16:creationId xmlns:a16="http://schemas.microsoft.com/office/drawing/2014/main" id="{DCE2F399-B5E7-9DFB-1A08-14E8B06FF349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41">
                <a:extLst>
                  <a:ext uri="{FF2B5EF4-FFF2-40B4-BE49-F238E27FC236}">
                    <a16:creationId xmlns:a16="http://schemas.microsoft.com/office/drawing/2014/main" id="{9385B622-D220-D40C-AC50-5702D846BE05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41">
                <a:extLst>
                  <a:ext uri="{FF2B5EF4-FFF2-40B4-BE49-F238E27FC236}">
                    <a16:creationId xmlns:a16="http://schemas.microsoft.com/office/drawing/2014/main" id="{C606A708-2EC0-0E0E-CA03-3C398670187E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41">
                <a:extLst>
                  <a:ext uri="{FF2B5EF4-FFF2-40B4-BE49-F238E27FC236}">
                    <a16:creationId xmlns:a16="http://schemas.microsoft.com/office/drawing/2014/main" id="{EB907FC7-7AC8-743D-348E-1CE71618EF4A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41">
                <a:extLst>
                  <a:ext uri="{FF2B5EF4-FFF2-40B4-BE49-F238E27FC236}">
                    <a16:creationId xmlns:a16="http://schemas.microsoft.com/office/drawing/2014/main" id="{D6362CA1-8E91-9C2F-D213-2903DF68907E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41">
                <a:extLst>
                  <a:ext uri="{FF2B5EF4-FFF2-40B4-BE49-F238E27FC236}">
                    <a16:creationId xmlns:a16="http://schemas.microsoft.com/office/drawing/2014/main" id="{8950E425-7C7B-94A4-93A1-C188AFB6F452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41">
                <a:extLst>
                  <a:ext uri="{FF2B5EF4-FFF2-40B4-BE49-F238E27FC236}">
                    <a16:creationId xmlns:a16="http://schemas.microsoft.com/office/drawing/2014/main" id="{030C1B0B-2887-F566-FC68-949D9FABEAB9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41">
                <a:extLst>
                  <a:ext uri="{FF2B5EF4-FFF2-40B4-BE49-F238E27FC236}">
                    <a16:creationId xmlns:a16="http://schemas.microsoft.com/office/drawing/2014/main" id="{EFEA5F48-25AA-1106-E2E3-8F08CE5EE00A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41">
                <a:extLst>
                  <a:ext uri="{FF2B5EF4-FFF2-40B4-BE49-F238E27FC236}">
                    <a16:creationId xmlns:a16="http://schemas.microsoft.com/office/drawing/2014/main" id="{1313BE84-89CA-95E9-E8AE-71F97BE457CF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41">
                <a:extLst>
                  <a:ext uri="{FF2B5EF4-FFF2-40B4-BE49-F238E27FC236}">
                    <a16:creationId xmlns:a16="http://schemas.microsoft.com/office/drawing/2014/main" id="{535F05CD-EFE8-9663-CF56-58AFDDE7D547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41">
                <a:extLst>
                  <a:ext uri="{FF2B5EF4-FFF2-40B4-BE49-F238E27FC236}">
                    <a16:creationId xmlns:a16="http://schemas.microsoft.com/office/drawing/2014/main" id="{26B598B5-F599-6950-E47D-8CE6C81CCAF7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41">
                <a:extLst>
                  <a:ext uri="{FF2B5EF4-FFF2-40B4-BE49-F238E27FC236}">
                    <a16:creationId xmlns:a16="http://schemas.microsoft.com/office/drawing/2014/main" id="{610EE69E-3943-975A-B6CF-3C5CEC0200C6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41">
                <a:extLst>
                  <a:ext uri="{FF2B5EF4-FFF2-40B4-BE49-F238E27FC236}">
                    <a16:creationId xmlns:a16="http://schemas.microsoft.com/office/drawing/2014/main" id="{0D6209C4-A3C8-D4B0-34BF-77E3F667DE0D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41">
                <a:extLst>
                  <a:ext uri="{FF2B5EF4-FFF2-40B4-BE49-F238E27FC236}">
                    <a16:creationId xmlns:a16="http://schemas.microsoft.com/office/drawing/2014/main" id="{A5B3AA43-7AA8-4BEB-5B1F-5865450F7AF8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41">
                <a:extLst>
                  <a:ext uri="{FF2B5EF4-FFF2-40B4-BE49-F238E27FC236}">
                    <a16:creationId xmlns:a16="http://schemas.microsoft.com/office/drawing/2014/main" id="{B5B46BC8-BD9E-E3B2-299D-39D7F52A1889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41">
                <a:extLst>
                  <a:ext uri="{FF2B5EF4-FFF2-40B4-BE49-F238E27FC236}">
                    <a16:creationId xmlns:a16="http://schemas.microsoft.com/office/drawing/2014/main" id="{6E6466F1-6D29-C866-E2DD-BACCD979F970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41">
                <a:extLst>
                  <a:ext uri="{FF2B5EF4-FFF2-40B4-BE49-F238E27FC236}">
                    <a16:creationId xmlns:a16="http://schemas.microsoft.com/office/drawing/2014/main" id="{2097EE6B-4C2E-6882-0216-869EFC191083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41">
                <a:extLst>
                  <a:ext uri="{FF2B5EF4-FFF2-40B4-BE49-F238E27FC236}">
                    <a16:creationId xmlns:a16="http://schemas.microsoft.com/office/drawing/2014/main" id="{DF88B903-DAAA-5779-261A-33C1E676AA93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41">
                <a:extLst>
                  <a:ext uri="{FF2B5EF4-FFF2-40B4-BE49-F238E27FC236}">
                    <a16:creationId xmlns:a16="http://schemas.microsoft.com/office/drawing/2014/main" id="{E2FDD820-A405-0D82-94EC-D46F1485DC85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41">
                <a:extLst>
                  <a:ext uri="{FF2B5EF4-FFF2-40B4-BE49-F238E27FC236}">
                    <a16:creationId xmlns:a16="http://schemas.microsoft.com/office/drawing/2014/main" id="{BA230B6C-358E-9C74-4F35-EC46B8AB3B77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41">
                <a:extLst>
                  <a:ext uri="{FF2B5EF4-FFF2-40B4-BE49-F238E27FC236}">
                    <a16:creationId xmlns:a16="http://schemas.microsoft.com/office/drawing/2014/main" id="{71B03E93-D9BD-CDD8-31AF-27E400D8D23B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41">
                <a:extLst>
                  <a:ext uri="{FF2B5EF4-FFF2-40B4-BE49-F238E27FC236}">
                    <a16:creationId xmlns:a16="http://schemas.microsoft.com/office/drawing/2014/main" id="{58667FA0-0727-325C-7240-E7FB4A5D010C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41">
                <a:extLst>
                  <a:ext uri="{FF2B5EF4-FFF2-40B4-BE49-F238E27FC236}">
                    <a16:creationId xmlns:a16="http://schemas.microsoft.com/office/drawing/2014/main" id="{4FA646D2-648B-6BFD-5FC8-7DD00C0454F5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41">
                <a:extLst>
                  <a:ext uri="{FF2B5EF4-FFF2-40B4-BE49-F238E27FC236}">
                    <a16:creationId xmlns:a16="http://schemas.microsoft.com/office/drawing/2014/main" id="{2ED6E5AA-D61F-714E-4E5C-EEB563745436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41">
                <a:extLst>
                  <a:ext uri="{FF2B5EF4-FFF2-40B4-BE49-F238E27FC236}">
                    <a16:creationId xmlns:a16="http://schemas.microsoft.com/office/drawing/2014/main" id="{D079A2FB-F9C8-CDD3-174D-9F0B8D991D71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41">
                <a:extLst>
                  <a:ext uri="{FF2B5EF4-FFF2-40B4-BE49-F238E27FC236}">
                    <a16:creationId xmlns:a16="http://schemas.microsoft.com/office/drawing/2014/main" id="{11FE79E9-F699-4E78-3043-9EAFD12C3752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41">
                <a:extLst>
                  <a:ext uri="{FF2B5EF4-FFF2-40B4-BE49-F238E27FC236}">
                    <a16:creationId xmlns:a16="http://schemas.microsoft.com/office/drawing/2014/main" id="{A36FE0F1-BF8B-DAB5-CE8A-4DF1E63294FB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41">
                <a:extLst>
                  <a:ext uri="{FF2B5EF4-FFF2-40B4-BE49-F238E27FC236}">
                    <a16:creationId xmlns:a16="http://schemas.microsoft.com/office/drawing/2014/main" id="{E497D202-F670-B3AA-4F64-A12F3E81818A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41">
                <a:extLst>
                  <a:ext uri="{FF2B5EF4-FFF2-40B4-BE49-F238E27FC236}">
                    <a16:creationId xmlns:a16="http://schemas.microsoft.com/office/drawing/2014/main" id="{8DC96232-9522-B3C7-76AB-4C4AB69D1930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41">
                <a:extLst>
                  <a:ext uri="{FF2B5EF4-FFF2-40B4-BE49-F238E27FC236}">
                    <a16:creationId xmlns:a16="http://schemas.microsoft.com/office/drawing/2014/main" id="{158EC261-CD29-20B0-90D4-34EACD946199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41">
                <a:extLst>
                  <a:ext uri="{FF2B5EF4-FFF2-40B4-BE49-F238E27FC236}">
                    <a16:creationId xmlns:a16="http://schemas.microsoft.com/office/drawing/2014/main" id="{5CB32A08-EE3F-EA96-5EE8-7081AD7A3302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41">
                <a:extLst>
                  <a:ext uri="{FF2B5EF4-FFF2-40B4-BE49-F238E27FC236}">
                    <a16:creationId xmlns:a16="http://schemas.microsoft.com/office/drawing/2014/main" id="{B707F488-F0F6-0C01-303F-F06E2621BCDC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41">
                <a:extLst>
                  <a:ext uri="{FF2B5EF4-FFF2-40B4-BE49-F238E27FC236}">
                    <a16:creationId xmlns:a16="http://schemas.microsoft.com/office/drawing/2014/main" id="{77165531-C1F0-280D-BED1-1A79AC16A23D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41">
                <a:extLst>
                  <a:ext uri="{FF2B5EF4-FFF2-40B4-BE49-F238E27FC236}">
                    <a16:creationId xmlns:a16="http://schemas.microsoft.com/office/drawing/2014/main" id="{2CB4E3F6-B913-59FB-6076-576B9C4F9B2A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41">
                <a:extLst>
                  <a:ext uri="{FF2B5EF4-FFF2-40B4-BE49-F238E27FC236}">
                    <a16:creationId xmlns:a16="http://schemas.microsoft.com/office/drawing/2014/main" id="{2E7CF316-1471-DCF9-5657-446797AD6177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41">
                <a:extLst>
                  <a:ext uri="{FF2B5EF4-FFF2-40B4-BE49-F238E27FC236}">
                    <a16:creationId xmlns:a16="http://schemas.microsoft.com/office/drawing/2014/main" id="{32699CE5-882E-FEC9-5AA5-E56257FC7893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41">
                <a:extLst>
                  <a:ext uri="{FF2B5EF4-FFF2-40B4-BE49-F238E27FC236}">
                    <a16:creationId xmlns:a16="http://schemas.microsoft.com/office/drawing/2014/main" id="{59B31216-EFC3-11DA-2A3D-1AB645B85B30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41">
                <a:extLst>
                  <a:ext uri="{FF2B5EF4-FFF2-40B4-BE49-F238E27FC236}">
                    <a16:creationId xmlns:a16="http://schemas.microsoft.com/office/drawing/2014/main" id="{6220D4A7-6883-7F4C-600A-809C1D432511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41">
                <a:extLst>
                  <a:ext uri="{FF2B5EF4-FFF2-40B4-BE49-F238E27FC236}">
                    <a16:creationId xmlns:a16="http://schemas.microsoft.com/office/drawing/2014/main" id="{5546F748-41FB-77AB-917C-B9AEA0EF92AD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41">
                <a:extLst>
                  <a:ext uri="{FF2B5EF4-FFF2-40B4-BE49-F238E27FC236}">
                    <a16:creationId xmlns:a16="http://schemas.microsoft.com/office/drawing/2014/main" id="{4430DDB7-6425-0724-CB93-78903AD2458E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41">
                <a:extLst>
                  <a:ext uri="{FF2B5EF4-FFF2-40B4-BE49-F238E27FC236}">
                    <a16:creationId xmlns:a16="http://schemas.microsoft.com/office/drawing/2014/main" id="{7FA290FE-6A56-4C8F-18E1-DB926F6BBA46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41">
                <a:extLst>
                  <a:ext uri="{FF2B5EF4-FFF2-40B4-BE49-F238E27FC236}">
                    <a16:creationId xmlns:a16="http://schemas.microsoft.com/office/drawing/2014/main" id="{98B6F079-E43D-53C1-F4A1-D5E6EDD8AAA7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41">
                <a:extLst>
                  <a:ext uri="{FF2B5EF4-FFF2-40B4-BE49-F238E27FC236}">
                    <a16:creationId xmlns:a16="http://schemas.microsoft.com/office/drawing/2014/main" id="{BF416C98-70B6-C076-A1AD-61AD6D576681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41">
                <a:extLst>
                  <a:ext uri="{FF2B5EF4-FFF2-40B4-BE49-F238E27FC236}">
                    <a16:creationId xmlns:a16="http://schemas.microsoft.com/office/drawing/2014/main" id="{DB80EB57-2464-8DE0-8DF2-4A1E09EDE497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41">
                <a:extLst>
                  <a:ext uri="{FF2B5EF4-FFF2-40B4-BE49-F238E27FC236}">
                    <a16:creationId xmlns:a16="http://schemas.microsoft.com/office/drawing/2014/main" id="{5C8832EF-80C0-0CC2-B431-39BBF43D5F2B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41">
                <a:extLst>
                  <a:ext uri="{FF2B5EF4-FFF2-40B4-BE49-F238E27FC236}">
                    <a16:creationId xmlns:a16="http://schemas.microsoft.com/office/drawing/2014/main" id="{5216C77F-FF21-95A8-88CB-8E46B0E5A4CF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41">
                <a:extLst>
                  <a:ext uri="{FF2B5EF4-FFF2-40B4-BE49-F238E27FC236}">
                    <a16:creationId xmlns:a16="http://schemas.microsoft.com/office/drawing/2014/main" id="{5D718B81-6868-6324-4D89-320EED32F6ED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41">
                <a:extLst>
                  <a:ext uri="{FF2B5EF4-FFF2-40B4-BE49-F238E27FC236}">
                    <a16:creationId xmlns:a16="http://schemas.microsoft.com/office/drawing/2014/main" id="{6E9BC20E-DFF9-6C80-C698-CE33E82095DA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41">
                <a:extLst>
                  <a:ext uri="{FF2B5EF4-FFF2-40B4-BE49-F238E27FC236}">
                    <a16:creationId xmlns:a16="http://schemas.microsoft.com/office/drawing/2014/main" id="{39B6CBF2-22D1-BCC1-5D9E-737D324DBA5C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41">
                <a:extLst>
                  <a:ext uri="{FF2B5EF4-FFF2-40B4-BE49-F238E27FC236}">
                    <a16:creationId xmlns:a16="http://schemas.microsoft.com/office/drawing/2014/main" id="{BC380D9E-A279-F180-7EEB-926AF6333129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41">
                <a:extLst>
                  <a:ext uri="{FF2B5EF4-FFF2-40B4-BE49-F238E27FC236}">
                    <a16:creationId xmlns:a16="http://schemas.microsoft.com/office/drawing/2014/main" id="{F556F24F-4903-4A87-7578-C7BF4B7B22D8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41">
                <a:extLst>
                  <a:ext uri="{FF2B5EF4-FFF2-40B4-BE49-F238E27FC236}">
                    <a16:creationId xmlns:a16="http://schemas.microsoft.com/office/drawing/2014/main" id="{EDBDCDE7-41E0-C784-3A6F-FE054E605D85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41">
                <a:extLst>
                  <a:ext uri="{FF2B5EF4-FFF2-40B4-BE49-F238E27FC236}">
                    <a16:creationId xmlns:a16="http://schemas.microsoft.com/office/drawing/2014/main" id="{0CDAD33B-068E-5AE2-7633-BAFADB01B26C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41">
                <a:extLst>
                  <a:ext uri="{FF2B5EF4-FFF2-40B4-BE49-F238E27FC236}">
                    <a16:creationId xmlns:a16="http://schemas.microsoft.com/office/drawing/2014/main" id="{2381A359-91E4-BFC2-8FCB-2C760F84560E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41">
                <a:extLst>
                  <a:ext uri="{FF2B5EF4-FFF2-40B4-BE49-F238E27FC236}">
                    <a16:creationId xmlns:a16="http://schemas.microsoft.com/office/drawing/2014/main" id="{12E53573-DBD2-7F88-5E03-AE17E8D7B22D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41">
                <a:extLst>
                  <a:ext uri="{FF2B5EF4-FFF2-40B4-BE49-F238E27FC236}">
                    <a16:creationId xmlns:a16="http://schemas.microsoft.com/office/drawing/2014/main" id="{D63A45CE-061F-2622-836E-9A71CBDBDAE5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41">
                <a:extLst>
                  <a:ext uri="{FF2B5EF4-FFF2-40B4-BE49-F238E27FC236}">
                    <a16:creationId xmlns:a16="http://schemas.microsoft.com/office/drawing/2014/main" id="{79FEBAD0-98DD-F3AD-D7CB-18F96E523DC3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1">
                <a:extLst>
                  <a:ext uri="{FF2B5EF4-FFF2-40B4-BE49-F238E27FC236}">
                    <a16:creationId xmlns:a16="http://schemas.microsoft.com/office/drawing/2014/main" id="{E7A25F07-82F9-A01E-0990-C5F0B4DF810C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41">
                <a:extLst>
                  <a:ext uri="{FF2B5EF4-FFF2-40B4-BE49-F238E27FC236}">
                    <a16:creationId xmlns:a16="http://schemas.microsoft.com/office/drawing/2014/main" id="{C667EE77-B62A-0325-C368-B48547912BE4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41">
                <a:extLst>
                  <a:ext uri="{FF2B5EF4-FFF2-40B4-BE49-F238E27FC236}">
                    <a16:creationId xmlns:a16="http://schemas.microsoft.com/office/drawing/2014/main" id="{0193F57E-9242-2FCF-41D0-E10C47304EF9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1">
                <a:extLst>
                  <a:ext uri="{FF2B5EF4-FFF2-40B4-BE49-F238E27FC236}">
                    <a16:creationId xmlns:a16="http://schemas.microsoft.com/office/drawing/2014/main" id="{A0DAD552-7FCE-DC2D-7931-34089992AC8A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41">
                <a:extLst>
                  <a:ext uri="{FF2B5EF4-FFF2-40B4-BE49-F238E27FC236}">
                    <a16:creationId xmlns:a16="http://schemas.microsoft.com/office/drawing/2014/main" id="{FBAD42A3-677A-514E-D731-666B70378DC6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41">
                <a:extLst>
                  <a:ext uri="{FF2B5EF4-FFF2-40B4-BE49-F238E27FC236}">
                    <a16:creationId xmlns:a16="http://schemas.microsoft.com/office/drawing/2014/main" id="{15E73C38-9024-E585-0A59-F75E55B221D8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1">
                <a:extLst>
                  <a:ext uri="{FF2B5EF4-FFF2-40B4-BE49-F238E27FC236}">
                    <a16:creationId xmlns:a16="http://schemas.microsoft.com/office/drawing/2014/main" id="{4B33C950-06F9-82A5-88E0-D43F31D4D86F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41">
                <a:extLst>
                  <a:ext uri="{FF2B5EF4-FFF2-40B4-BE49-F238E27FC236}">
                    <a16:creationId xmlns:a16="http://schemas.microsoft.com/office/drawing/2014/main" id="{ACA91C0D-74ED-61A6-2B3D-182BCF782646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41">
                <a:extLst>
                  <a:ext uri="{FF2B5EF4-FFF2-40B4-BE49-F238E27FC236}">
                    <a16:creationId xmlns:a16="http://schemas.microsoft.com/office/drawing/2014/main" id="{71C3845B-54AD-90FE-1492-C7F4C106398E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41">
                <a:extLst>
                  <a:ext uri="{FF2B5EF4-FFF2-40B4-BE49-F238E27FC236}">
                    <a16:creationId xmlns:a16="http://schemas.microsoft.com/office/drawing/2014/main" id="{14B52761-B0DA-04CD-4643-707974BA86D7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41">
                <a:extLst>
                  <a:ext uri="{FF2B5EF4-FFF2-40B4-BE49-F238E27FC236}">
                    <a16:creationId xmlns:a16="http://schemas.microsoft.com/office/drawing/2014/main" id="{A86E2D33-68D6-1FCC-918F-5E0B9AA87408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41">
                <a:extLst>
                  <a:ext uri="{FF2B5EF4-FFF2-40B4-BE49-F238E27FC236}">
                    <a16:creationId xmlns:a16="http://schemas.microsoft.com/office/drawing/2014/main" id="{5BAECE77-E695-5847-B217-3AB8A00A7315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41">
                <a:extLst>
                  <a:ext uri="{FF2B5EF4-FFF2-40B4-BE49-F238E27FC236}">
                    <a16:creationId xmlns:a16="http://schemas.microsoft.com/office/drawing/2014/main" id="{0824FAC5-CCD3-CE49-42A7-91DDB0605E4E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41">
                <a:extLst>
                  <a:ext uri="{FF2B5EF4-FFF2-40B4-BE49-F238E27FC236}">
                    <a16:creationId xmlns:a16="http://schemas.microsoft.com/office/drawing/2014/main" id="{9154EB8B-4337-BD05-A24C-701BD1721A5B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41">
                <a:extLst>
                  <a:ext uri="{FF2B5EF4-FFF2-40B4-BE49-F238E27FC236}">
                    <a16:creationId xmlns:a16="http://schemas.microsoft.com/office/drawing/2014/main" id="{8DB4508E-49A5-8434-5B47-646AFCD421A3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41">
                <a:extLst>
                  <a:ext uri="{FF2B5EF4-FFF2-40B4-BE49-F238E27FC236}">
                    <a16:creationId xmlns:a16="http://schemas.microsoft.com/office/drawing/2014/main" id="{CBBDC016-0F40-F3B0-5B93-43C99ADFBEA6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41">
                <a:extLst>
                  <a:ext uri="{FF2B5EF4-FFF2-40B4-BE49-F238E27FC236}">
                    <a16:creationId xmlns:a16="http://schemas.microsoft.com/office/drawing/2014/main" id="{57130C40-6559-2DF3-A3B3-5EFBDFEF99CD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41">
                <a:extLst>
                  <a:ext uri="{FF2B5EF4-FFF2-40B4-BE49-F238E27FC236}">
                    <a16:creationId xmlns:a16="http://schemas.microsoft.com/office/drawing/2014/main" id="{909BAB0A-F01F-F80B-99C5-6B9D4581A4C9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41">
                <a:extLst>
                  <a:ext uri="{FF2B5EF4-FFF2-40B4-BE49-F238E27FC236}">
                    <a16:creationId xmlns:a16="http://schemas.microsoft.com/office/drawing/2014/main" id="{C2D4FDBD-A7E8-C55C-65F0-AF91E0C73091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41">
                <a:extLst>
                  <a:ext uri="{FF2B5EF4-FFF2-40B4-BE49-F238E27FC236}">
                    <a16:creationId xmlns:a16="http://schemas.microsoft.com/office/drawing/2014/main" id="{3285A14B-D0BE-DEED-8403-E121A9D210E1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41">
                <a:extLst>
                  <a:ext uri="{FF2B5EF4-FFF2-40B4-BE49-F238E27FC236}">
                    <a16:creationId xmlns:a16="http://schemas.microsoft.com/office/drawing/2014/main" id="{C6AC06A2-0257-A7BD-BB20-1EFD774D4EDB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41">
                <a:extLst>
                  <a:ext uri="{FF2B5EF4-FFF2-40B4-BE49-F238E27FC236}">
                    <a16:creationId xmlns:a16="http://schemas.microsoft.com/office/drawing/2014/main" id="{B90ED6FF-85E7-0C74-E8B3-06F12D94675B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41">
                <a:extLst>
                  <a:ext uri="{FF2B5EF4-FFF2-40B4-BE49-F238E27FC236}">
                    <a16:creationId xmlns:a16="http://schemas.microsoft.com/office/drawing/2014/main" id="{B965C927-2918-54D8-AA6C-0D7B5DD64534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41">
                <a:extLst>
                  <a:ext uri="{FF2B5EF4-FFF2-40B4-BE49-F238E27FC236}">
                    <a16:creationId xmlns:a16="http://schemas.microsoft.com/office/drawing/2014/main" id="{754F44D4-911F-4EDA-4622-7FBF1D6F98B3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41">
                <a:extLst>
                  <a:ext uri="{FF2B5EF4-FFF2-40B4-BE49-F238E27FC236}">
                    <a16:creationId xmlns:a16="http://schemas.microsoft.com/office/drawing/2014/main" id="{CF020A39-70E7-AF0A-348B-DE774A2A15EA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41">
                <a:extLst>
                  <a:ext uri="{FF2B5EF4-FFF2-40B4-BE49-F238E27FC236}">
                    <a16:creationId xmlns:a16="http://schemas.microsoft.com/office/drawing/2014/main" id="{BA1E7166-808D-54FE-506E-41880D69BFF0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41">
                <a:extLst>
                  <a:ext uri="{FF2B5EF4-FFF2-40B4-BE49-F238E27FC236}">
                    <a16:creationId xmlns:a16="http://schemas.microsoft.com/office/drawing/2014/main" id="{0356F4FF-5A14-CD81-F25D-0BBEC581EE73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41">
                <a:extLst>
                  <a:ext uri="{FF2B5EF4-FFF2-40B4-BE49-F238E27FC236}">
                    <a16:creationId xmlns:a16="http://schemas.microsoft.com/office/drawing/2014/main" id="{C47B7424-F56D-76D5-A27A-C2A74B8B1BBC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41">
                <a:extLst>
                  <a:ext uri="{FF2B5EF4-FFF2-40B4-BE49-F238E27FC236}">
                    <a16:creationId xmlns:a16="http://schemas.microsoft.com/office/drawing/2014/main" id="{1210F8C3-FDCB-5F28-B626-122AB82ED1FA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41">
                <a:extLst>
                  <a:ext uri="{FF2B5EF4-FFF2-40B4-BE49-F238E27FC236}">
                    <a16:creationId xmlns:a16="http://schemas.microsoft.com/office/drawing/2014/main" id="{403BB4A4-A6D0-9AC5-1CB9-34FC7749C04B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41">
                <a:extLst>
                  <a:ext uri="{FF2B5EF4-FFF2-40B4-BE49-F238E27FC236}">
                    <a16:creationId xmlns:a16="http://schemas.microsoft.com/office/drawing/2014/main" id="{DDE37791-178C-EFAA-FE6A-F9C7EDCFFCF6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41">
                <a:extLst>
                  <a:ext uri="{FF2B5EF4-FFF2-40B4-BE49-F238E27FC236}">
                    <a16:creationId xmlns:a16="http://schemas.microsoft.com/office/drawing/2014/main" id="{319A0D7C-E8C9-15F2-F690-6926CADBCA2E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41">
                <a:extLst>
                  <a:ext uri="{FF2B5EF4-FFF2-40B4-BE49-F238E27FC236}">
                    <a16:creationId xmlns:a16="http://schemas.microsoft.com/office/drawing/2014/main" id="{4D68EDC5-CED1-4DDD-21A7-547D7F2E9843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1">
                <a:extLst>
                  <a:ext uri="{FF2B5EF4-FFF2-40B4-BE49-F238E27FC236}">
                    <a16:creationId xmlns:a16="http://schemas.microsoft.com/office/drawing/2014/main" id="{5ED24890-C2F2-FEB8-B55C-1629F943EB52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1">
                <a:extLst>
                  <a:ext uri="{FF2B5EF4-FFF2-40B4-BE49-F238E27FC236}">
                    <a16:creationId xmlns:a16="http://schemas.microsoft.com/office/drawing/2014/main" id="{B5C03556-F955-2E2C-967E-3E75AC57E283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1">
                <a:extLst>
                  <a:ext uri="{FF2B5EF4-FFF2-40B4-BE49-F238E27FC236}">
                    <a16:creationId xmlns:a16="http://schemas.microsoft.com/office/drawing/2014/main" id="{81B19EE2-C2A0-E1C8-1F6E-44BC1352853F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1">
                <a:extLst>
                  <a:ext uri="{FF2B5EF4-FFF2-40B4-BE49-F238E27FC236}">
                    <a16:creationId xmlns:a16="http://schemas.microsoft.com/office/drawing/2014/main" id="{4B7210E2-92F7-7C82-2B85-5E6B00B36950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1">
                <a:extLst>
                  <a:ext uri="{FF2B5EF4-FFF2-40B4-BE49-F238E27FC236}">
                    <a16:creationId xmlns:a16="http://schemas.microsoft.com/office/drawing/2014/main" id="{0733FE32-874A-8F0A-33CE-350855FF2DAD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41">
                <a:extLst>
                  <a:ext uri="{FF2B5EF4-FFF2-40B4-BE49-F238E27FC236}">
                    <a16:creationId xmlns:a16="http://schemas.microsoft.com/office/drawing/2014/main" id="{4DB08B56-FED3-6698-A19E-40A6F8CF8D55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41">
                <a:extLst>
                  <a:ext uri="{FF2B5EF4-FFF2-40B4-BE49-F238E27FC236}">
                    <a16:creationId xmlns:a16="http://schemas.microsoft.com/office/drawing/2014/main" id="{8BF99BB2-375A-3491-AD5B-97533E4E0BA4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41">
                <a:extLst>
                  <a:ext uri="{FF2B5EF4-FFF2-40B4-BE49-F238E27FC236}">
                    <a16:creationId xmlns:a16="http://schemas.microsoft.com/office/drawing/2014/main" id="{E0889A27-63D3-B8E7-C84A-E86743C0F653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41">
                <a:extLst>
                  <a:ext uri="{FF2B5EF4-FFF2-40B4-BE49-F238E27FC236}">
                    <a16:creationId xmlns:a16="http://schemas.microsoft.com/office/drawing/2014/main" id="{6380D035-969B-F08D-9D2C-B3C71E0EF9BE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41">
                <a:extLst>
                  <a:ext uri="{FF2B5EF4-FFF2-40B4-BE49-F238E27FC236}">
                    <a16:creationId xmlns:a16="http://schemas.microsoft.com/office/drawing/2014/main" id="{8E595B7F-0DD5-52E6-6C7F-CEC08A835A84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41">
                <a:extLst>
                  <a:ext uri="{FF2B5EF4-FFF2-40B4-BE49-F238E27FC236}">
                    <a16:creationId xmlns:a16="http://schemas.microsoft.com/office/drawing/2014/main" id="{977A6F6B-0B38-9527-0343-4DF67DA5EF15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41">
                <a:extLst>
                  <a:ext uri="{FF2B5EF4-FFF2-40B4-BE49-F238E27FC236}">
                    <a16:creationId xmlns:a16="http://schemas.microsoft.com/office/drawing/2014/main" id="{686BEBE2-CB79-D721-F805-A481A76D9258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41">
                <a:extLst>
                  <a:ext uri="{FF2B5EF4-FFF2-40B4-BE49-F238E27FC236}">
                    <a16:creationId xmlns:a16="http://schemas.microsoft.com/office/drawing/2014/main" id="{9A6FA041-6A82-03A4-D887-AA007F08AFE4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41">
                <a:extLst>
                  <a:ext uri="{FF2B5EF4-FFF2-40B4-BE49-F238E27FC236}">
                    <a16:creationId xmlns:a16="http://schemas.microsoft.com/office/drawing/2014/main" id="{B00CBFC1-EB19-D848-E635-51763E89137D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41">
                <a:extLst>
                  <a:ext uri="{FF2B5EF4-FFF2-40B4-BE49-F238E27FC236}">
                    <a16:creationId xmlns:a16="http://schemas.microsoft.com/office/drawing/2014/main" id="{1B23445B-0E40-1E81-03BB-28D8F550DE3D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41">
                <a:extLst>
                  <a:ext uri="{FF2B5EF4-FFF2-40B4-BE49-F238E27FC236}">
                    <a16:creationId xmlns:a16="http://schemas.microsoft.com/office/drawing/2014/main" id="{9FB31AF1-71D8-C497-E788-F8BADEC9FA21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41">
                <a:extLst>
                  <a:ext uri="{FF2B5EF4-FFF2-40B4-BE49-F238E27FC236}">
                    <a16:creationId xmlns:a16="http://schemas.microsoft.com/office/drawing/2014/main" id="{A41E1E2A-74AA-AB55-3FDC-D3670EBCA7D3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41">
                <a:extLst>
                  <a:ext uri="{FF2B5EF4-FFF2-40B4-BE49-F238E27FC236}">
                    <a16:creationId xmlns:a16="http://schemas.microsoft.com/office/drawing/2014/main" id="{EFDB210E-4027-4788-41BA-8ED09A77FE8D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41">
                <a:extLst>
                  <a:ext uri="{FF2B5EF4-FFF2-40B4-BE49-F238E27FC236}">
                    <a16:creationId xmlns:a16="http://schemas.microsoft.com/office/drawing/2014/main" id="{8E1FBAFC-35E1-B947-D9DC-54F98AF3CCED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41">
                <a:extLst>
                  <a:ext uri="{FF2B5EF4-FFF2-40B4-BE49-F238E27FC236}">
                    <a16:creationId xmlns:a16="http://schemas.microsoft.com/office/drawing/2014/main" id="{D3D1E595-8982-10C7-1D5C-27132A6FE655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41">
                <a:extLst>
                  <a:ext uri="{FF2B5EF4-FFF2-40B4-BE49-F238E27FC236}">
                    <a16:creationId xmlns:a16="http://schemas.microsoft.com/office/drawing/2014/main" id="{E80D6608-DD00-58A4-9339-F1B876F32D75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41">
                <a:extLst>
                  <a:ext uri="{FF2B5EF4-FFF2-40B4-BE49-F238E27FC236}">
                    <a16:creationId xmlns:a16="http://schemas.microsoft.com/office/drawing/2014/main" id="{21AC3FA1-BBD7-5831-DBF1-D95B3CB12AE3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41">
                <a:extLst>
                  <a:ext uri="{FF2B5EF4-FFF2-40B4-BE49-F238E27FC236}">
                    <a16:creationId xmlns:a16="http://schemas.microsoft.com/office/drawing/2014/main" id="{A27217FD-9BC6-FEC0-D51E-CAED12326C6A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41">
                <a:extLst>
                  <a:ext uri="{FF2B5EF4-FFF2-40B4-BE49-F238E27FC236}">
                    <a16:creationId xmlns:a16="http://schemas.microsoft.com/office/drawing/2014/main" id="{7A511E50-A039-C3D3-4C0A-58BE0EB3158E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41">
                <a:extLst>
                  <a:ext uri="{FF2B5EF4-FFF2-40B4-BE49-F238E27FC236}">
                    <a16:creationId xmlns:a16="http://schemas.microsoft.com/office/drawing/2014/main" id="{A870080C-49A2-DAD6-358F-21E82F0A9147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41">
                <a:extLst>
                  <a:ext uri="{FF2B5EF4-FFF2-40B4-BE49-F238E27FC236}">
                    <a16:creationId xmlns:a16="http://schemas.microsoft.com/office/drawing/2014/main" id="{BA2F32D7-B783-EE2B-C204-CA0DE30C438F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41">
                <a:extLst>
                  <a:ext uri="{FF2B5EF4-FFF2-40B4-BE49-F238E27FC236}">
                    <a16:creationId xmlns:a16="http://schemas.microsoft.com/office/drawing/2014/main" id="{A5D18A9B-6719-25DB-A602-2C8C9353D615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41">
                <a:extLst>
                  <a:ext uri="{FF2B5EF4-FFF2-40B4-BE49-F238E27FC236}">
                    <a16:creationId xmlns:a16="http://schemas.microsoft.com/office/drawing/2014/main" id="{06C9AD77-1FA1-1F75-803A-6C9D42225D4E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1">
                <a:extLst>
                  <a:ext uri="{FF2B5EF4-FFF2-40B4-BE49-F238E27FC236}">
                    <a16:creationId xmlns:a16="http://schemas.microsoft.com/office/drawing/2014/main" id="{185047ED-58DE-013D-097A-495DDF0DD91E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1">
                <a:extLst>
                  <a:ext uri="{FF2B5EF4-FFF2-40B4-BE49-F238E27FC236}">
                    <a16:creationId xmlns:a16="http://schemas.microsoft.com/office/drawing/2014/main" id="{A735FBBA-90D3-6111-E0C8-E2B4F6AB5746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41">
                <a:extLst>
                  <a:ext uri="{FF2B5EF4-FFF2-40B4-BE49-F238E27FC236}">
                    <a16:creationId xmlns:a16="http://schemas.microsoft.com/office/drawing/2014/main" id="{649B258E-A787-D660-B6BB-A414DE82F809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41">
                <a:extLst>
                  <a:ext uri="{FF2B5EF4-FFF2-40B4-BE49-F238E27FC236}">
                    <a16:creationId xmlns:a16="http://schemas.microsoft.com/office/drawing/2014/main" id="{7E29C397-3EC3-BDE1-E910-7B4913AEAC05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41">
                <a:extLst>
                  <a:ext uri="{FF2B5EF4-FFF2-40B4-BE49-F238E27FC236}">
                    <a16:creationId xmlns:a16="http://schemas.microsoft.com/office/drawing/2014/main" id="{52159461-1B77-D624-3421-616524FAED5C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1">
                <a:extLst>
                  <a:ext uri="{FF2B5EF4-FFF2-40B4-BE49-F238E27FC236}">
                    <a16:creationId xmlns:a16="http://schemas.microsoft.com/office/drawing/2014/main" id="{354E56C6-3282-7318-F945-C155934214B3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41">
                <a:extLst>
                  <a:ext uri="{FF2B5EF4-FFF2-40B4-BE49-F238E27FC236}">
                    <a16:creationId xmlns:a16="http://schemas.microsoft.com/office/drawing/2014/main" id="{3878C940-238A-F342-6F69-C80A0008D27C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41">
                <a:extLst>
                  <a:ext uri="{FF2B5EF4-FFF2-40B4-BE49-F238E27FC236}">
                    <a16:creationId xmlns:a16="http://schemas.microsoft.com/office/drawing/2014/main" id="{AEA0A275-D136-2009-18A2-06C0A998E0A0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41">
                <a:extLst>
                  <a:ext uri="{FF2B5EF4-FFF2-40B4-BE49-F238E27FC236}">
                    <a16:creationId xmlns:a16="http://schemas.microsoft.com/office/drawing/2014/main" id="{6D4DC0B0-9EF6-6B92-7325-7D3D6586E1EC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41">
                <a:extLst>
                  <a:ext uri="{FF2B5EF4-FFF2-40B4-BE49-F238E27FC236}">
                    <a16:creationId xmlns:a16="http://schemas.microsoft.com/office/drawing/2014/main" id="{97650D43-0855-F565-5065-0FC72F5DC532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1">
                <a:extLst>
                  <a:ext uri="{FF2B5EF4-FFF2-40B4-BE49-F238E27FC236}">
                    <a16:creationId xmlns:a16="http://schemas.microsoft.com/office/drawing/2014/main" id="{43044FF8-A3D5-4055-ABFE-FB4C8E58982B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41">
                <a:extLst>
                  <a:ext uri="{FF2B5EF4-FFF2-40B4-BE49-F238E27FC236}">
                    <a16:creationId xmlns:a16="http://schemas.microsoft.com/office/drawing/2014/main" id="{4B87C6C1-13BF-9A02-D2DD-DAF75FFF5675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41">
                <a:extLst>
                  <a:ext uri="{FF2B5EF4-FFF2-40B4-BE49-F238E27FC236}">
                    <a16:creationId xmlns:a16="http://schemas.microsoft.com/office/drawing/2014/main" id="{F852AD34-105A-10D5-DFAE-1BF82A8BAB8F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41">
                <a:extLst>
                  <a:ext uri="{FF2B5EF4-FFF2-40B4-BE49-F238E27FC236}">
                    <a16:creationId xmlns:a16="http://schemas.microsoft.com/office/drawing/2014/main" id="{E92B2656-21F8-657C-EAEB-B7DF2ACAA7A8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41">
                <a:extLst>
                  <a:ext uri="{FF2B5EF4-FFF2-40B4-BE49-F238E27FC236}">
                    <a16:creationId xmlns:a16="http://schemas.microsoft.com/office/drawing/2014/main" id="{F63473E0-643A-79A9-34B2-E3C61FD0554E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41">
                <a:extLst>
                  <a:ext uri="{FF2B5EF4-FFF2-40B4-BE49-F238E27FC236}">
                    <a16:creationId xmlns:a16="http://schemas.microsoft.com/office/drawing/2014/main" id="{C3CAB096-A51C-0360-312A-36D0F4358A4A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41">
                <a:extLst>
                  <a:ext uri="{FF2B5EF4-FFF2-40B4-BE49-F238E27FC236}">
                    <a16:creationId xmlns:a16="http://schemas.microsoft.com/office/drawing/2014/main" id="{A2824356-F2D3-F031-AAB6-10A9F7EB3AC3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41">
                <a:extLst>
                  <a:ext uri="{FF2B5EF4-FFF2-40B4-BE49-F238E27FC236}">
                    <a16:creationId xmlns:a16="http://schemas.microsoft.com/office/drawing/2014/main" id="{6E9FFB7F-2AB7-99A0-AF2D-F176AFEFE94B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1">
                <a:extLst>
                  <a:ext uri="{FF2B5EF4-FFF2-40B4-BE49-F238E27FC236}">
                    <a16:creationId xmlns:a16="http://schemas.microsoft.com/office/drawing/2014/main" id="{88648C6D-68CC-2B02-DC22-1A18C94B619B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41">
                <a:extLst>
                  <a:ext uri="{FF2B5EF4-FFF2-40B4-BE49-F238E27FC236}">
                    <a16:creationId xmlns:a16="http://schemas.microsoft.com/office/drawing/2014/main" id="{5E0884E1-AC60-3B7D-B3A3-33102A3DDB91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41">
                <a:extLst>
                  <a:ext uri="{FF2B5EF4-FFF2-40B4-BE49-F238E27FC236}">
                    <a16:creationId xmlns:a16="http://schemas.microsoft.com/office/drawing/2014/main" id="{61DFFF2D-BD80-7F32-9311-C88D41877A20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1">
                <a:extLst>
                  <a:ext uri="{FF2B5EF4-FFF2-40B4-BE49-F238E27FC236}">
                    <a16:creationId xmlns:a16="http://schemas.microsoft.com/office/drawing/2014/main" id="{63FC0BB8-2EF2-DEE8-C4F2-7D93869D7EBF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1">
                <a:extLst>
                  <a:ext uri="{FF2B5EF4-FFF2-40B4-BE49-F238E27FC236}">
                    <a16:creationId xmlns:a16="http://schemas.microsoft.com/office/drawing/2014/main" id="{35B2ED78-5116-8F2A-0C6F-71754056CB84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1">
                <a:extLst>
                  <a:ext uri="{FF2B5EF4-FFF2-40B4-BE49-F238E27FC236}">
                    <a16:creationId xmlns:a16="http://schemas.microsoft.com/office/drawing/2014/main" id="{551C9719-4400-0337-F376-E12CC1DAFCC9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41">
                <a:extLst>
                  <a:ext uri="{FF2B5EF4-FFF2-40B4-BE49-F238E27FC236}">
                    <a16:creationId xmlns:a16="http://schemas.microsoft.com/office/drawing/2014/main" id="{4E5335B8-EE3C-D931-3370-0EBDBC6EC129}"/>
                  </a:ext>
                </a:extLst>
              </p:cNvPr>
              <p:cNvSpPr/>
              <p:nvPr/>
            </p:nvSpPr>
            <p:spPr>
              <a:xfrm>
                <a:off x="2012133" y="3505731"/>
                <a:ext cx="330593" cy="18982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1784" extrusionOk="0">
                    <a:moveTo>
                      <a:pt x="2745" y="1"/>
                    </a:moveTo>
                    <a:cubicBezTo>
                      <a:pt x="2711" y="1"/>
                      <a:pt x="2677" y="8"/>
                      <a:pt x="2652" y="23"/>
                    </a:cubicBezTo>
                    <a:lnTo>
                      <a:pt x="51" y="1525"/>
                    </a:lnTo>
                    <a:cubicBezTo>
                      <a:pt x="1" y="1553"/>
                      <a:pt x="1" y="1605"/>
                      <a:pt x="51" y="1632"/>
                    </a:cubicBezTo>
                    <a:lnTo>
                      <a:pt x="273" y="1761"/>
                    </a:lnTo>
                    <a:cubicBezTo>
                      <a:pt x="298" y="1776"/>
                      <a:pt x="331" y="1783"/>
                      <a:pt x="364" y="1783"/>
                    </a:cubicBezTo>
                    <a:cubicBezTo>
                      <a:pt x="397" y="1783"/>
                      <a:pt x="431" y="1776"/>
                      <a:pt x="460" y="1761"/>
                    </a:cubicBezTo>
                    <a:lnTo>
                      <a:pt x="3054" y="259"/>
                    </a:lnTo>
                    <a:cubicBezTo>
                      <a:pt x="3106" y="231"/>
                      <a:pt x="3106" y="181"/>
                      <a:pt x="3054" y="152"/>
                    </a:cubicBezTo>
                    <a:lnTo>
                      <a:pt x="2839" y="23"/>
                    </a:lnTo>
                    <a:cubicBezTo>
                      <a:pt x="2814" y="8"/>
                      <a:pt x="2780" y="1"/>
                      <a:pt x="27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41">
                <a:extLst>
                  <a:ext uri="{FF2B5EF4-FFF2-40B4-BE49-F238E27FC236}">
                    <a16:creationId xmlns:a16="http://schemas.microsoft.com/office/drawing/2014/main" id="{5B33963B-C805-33CC-09DF-681B9CA57051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41">
                <a:extLst>
                  <a:ext uri="{FF2B5EF4-FFF2-40B4-BE49-F238E27FC236}">
                    <a16:creationId xmlns:a16="http://schemas.microsoft.com/office/drawing/2014/main" id="{C6E9C579-4B46-1F7E-762A-AE2946464210}"/>
                  </a:ext>
                </a:extLst>
              </p:cNvPr>
              <p:cNvSpPr/>
              <p:nvPr/>
            </p:nvSpPr>
            <p:spPr>
              <a:xfrm>
                <a:off x="2044267" y="3518606"/>
                <a:ext cx="526905" cy="272603"/>
              </a:xfrm>
              <a:custGeom>
                <a:avLst/>
                <a:gdLst/>
                <a:ahLst/>
                <a:cxnLst/>
                <a:rect l="l" t="t" r="r" b="b"/>
                <a:pathLst>
                  <a:path w="4952" h="2562" extrusionOk="0">
                    <a:moveTo>
                      <a:pt x="3332" y="0"/>
                    </a:moveTo>
                    <a:cubicBezTo>
                      <a:pt x="3306" y="0"/>
                      <a:pt x="3281" y="6"/>
                      <a:pt x="3263" y="17"/>
                    </a:cubicBezTo>
                    <a:lnTo>
                      <a:pt x="44" y="1879"/>
                    </a:lnTo>
                    <a:cubicBezTo>
                      <a:pt x="1" y="1899"/>
                      <a:pt x="1" y="1935"/>
                      <a:pt x="35" y="1958"/>
                    </a:cubicBezTo>
                    <a:lnTo>
                      <a:pt x="1079" y="2562"/>
                    </a:lnTo>
                    <a:lnTo>
                      <a:pt x="2882" y="1518"/>
                    </a:lnTo>
                    <a:lnTo>
                      <a:pt x="3422" y="1835"/>
                    </a:lnTo>
                    <a:lnTo>
                      <a:pt x="4909" y="980"/>
                    </a:lnTo>
                    <a:cubicBezTo>
                      <a:pt x="4952" y="950"/>
                      <a:pt x="4952" y="914"/>
                      <a:pt x="4909" y="894"/>
                    </a:cubicBezTo>
                    <a:lnTo>
                      <a:pt x="3399" y="17"/>
                    </a:lnTo>
                    <a:cubicBezTo>
                      <a:pt x="3382" y="6"/>
                      <a:pt x="3357" y="0"/>
                      <a:pt x="33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41">
                <a:extLst>
                  <a:ext uri="{FF2B5EF4-FFF2-40B4-BE49-F238E27FC236}">
                    <a16:creationId xmlns:a16="http://schemas.microsoft.com/office/drawing/2014/main" id="{FFD5F600-C797-60DC-48A4-53184F9848C5}"/>
                  </a:ext>
                </a:extLst>
              </p:cNvPr>
              <p:cNvSpPr/>
              <p:nvPr/>
            </p:nvSpPr>
            <p:spPr>
              <a:xfrm>
                <a:off x="2158970" y="3680126"/>
                <a:ext cx="249407" cy="141728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1332" extrusionOk="0">
                    <a:moveTo>
                      <a:pt x="1804" y="0"/>
                    </a:moveTo>
                    <a:lnTo>
                      <a:pt x="1" y="1044"/>
                    </a:lnTo>
                    <a:lnTo>
                      <a:pt x="475" y="1316"/>
                    </a:lnTo>
                    <a:cubicBezTo>
                      <a:pt x="493" y="1327"/>
                      <a:pt x="518" y="1332"/>
                      <a:pt x="543" y="1332"/>
                    </a:cubicBezTo>
                    <a:cubicBezTo>
                      <a:pt x="568" y="1332"/>
                      <a:pt x="593" y="1327"/>
                      <a:pt x="612" y="1316"/>
                    </a:cubicBezTo>
                    <a:lnTo>
                      <a:pt x="2344" y="317"/>
                    </a:lnTo>
                    <a:lnTo>
                      <a:pt x="180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41">
                <a:extLst>
                  <a:ext uri="{FF2B5EF4-FFF2-40B4-BE49-F238E27FC236}">
                    <a16:creationId xmlns:a16="http://schemas.microsoft.com/office/drawing/2014/main" id="{CBDEE8A4-4A1D-02BC-D3C9-5353C7F84B16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41">
                <a:extLst>
                  <a:ext uri="{FF2B5EF4-FFF2-40B4-BE49-F238E27FC236}">
                    <a16:creationId xmlns:a16="http://schemas.microsoft.com/office/drawing/2014/main" id="{6EB96B94-150E-2288-C933-F6EF9BA1C4CD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41">
                <a:extLst>
                  <a:ext uri="{FF2B5EF4-FFF2-40B4-BE49-F238E27FC236}">
                    <a16:creationId xmlns:a16="http://schemas.microsoft.com/office/drawing/2014/main" id="{2DEC7844-D9B2-AD37-5CE4-E57C4D2C6665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41">
                <a:extLst>
                  <a:ext uri="{FF2B5EF4-FFF2-40B4-BE49-F238E27FC236}">
                    <a16:creationId xmlns:a16="http://schemas.microsoft.com/office/drawing/2014/main" id="{0D3D8819-8F75-9B3F-B1A4-9D044F761BB0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41">
                <a:extLst>
                  <a:ext uri="{FF2B5EF4-FFF2-40B4-BE49-F238E27FC236}">
                    <a16:creationId xmlns:a16="http://schemas.microsoft.com/office/drawing/2014/main" id="{FE7245E3-9DDA-D5EC-B566-5A61408C02BA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41">
                <a:extLst>
                  <a:ext uri="{FF2B5EF4-FFF2-40B4-BE49-F238E27FC236}">
                    <a16:creationId xmlns:a16="http://schemas.microsoft.com/office/drawing/2014/main" id="{70959D09-FA06-11F4-A730-C346011E5AC7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41">
                <a:extLst>
                  <a:ext uri="{FF2B5EF4-FFF2-40B4-BE49-F238E27FC236}">
                    <a16:creationId xmlns:a16="http://schemas.microsoft.com/office/drawing/2014/main" id="{37796A5D-3B72-F5C4-0730-792B0C626F1F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41">
                <a:extLst>
                  <a:ext uri="{FF2B5EF4-FFF2-40B4-BE49-F238E27FC236}">
                    <a16:creationId xmlns:a16="http://schemas.microsoft.com/office/drawing/2014/main" id="{0D0AA590-939A-5AE2-B66A-07E0DCB4BEC6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41">
                <a:extLst>
                  <a:ext uri="{FF2B5EF4-FFF2-40B4-BE49-F238E27FC236}">
                    <a16:creationId xmlns:a16="http://schemas.microsoft.com/office/drawing/2014/main" id="{590896B6-B3B0-31CD-0679-D9042F2B21A6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41">
                <a:extLst>
                  <a:ext uri="{FF2B5EF4-FFF2-40B4-BE49-F238E27FC236}">
                    <a16:creationId xmlns:a16="http://schemas.microsoft.com/office/drawing/2014/main" id="{3A922A44-AB05-FE89-A373-36A1374BA2A2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41">
                <a:extLst>
                  <a:ext uri="{FF2B5EF4-FFF2-40B4-BE49-F238E27FC236}">
                    <a16:creationId xmlns:a16="http://schemas.microsoft.com/office/drawing/2014/main" id="{356C1DA9-2604-0481-2918-9B1D835BB221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41">
                <a:extLst>
                  <a:ext uri="{FF2B5EF4-FFF2-40B4-BE49-F238E27FC236}">
                    <a16:creationId xmlns:a16="http://schemas.microsoft.com/office/drawing/2014/main" id="{DBBC2358-7E8F-1075-160E-B29120054425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41">
                <a:extLst>
                  <a:ext uri="{FF2B5EF4-FFF2-40B4-BE49-F238E27FC236}">
                    <a16:creationId xmlns:a16="http://schemas.microsoft.com/office/drawing/2014/main" id="{07EEBD9D-2F2F-438F-87B7-8E71FDCE5285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41">
                <a:extLst>
                  <a:ext uri="{FF2B5EF4-FFF2-40B4-BE49-F238E27FC236}">
                    <a16:creationId xmlns:a16="http://schemas.microsoft.com/office/drawing/2014/main" id="{EF23ABB5-457C-D508-EA8D-2B3388D40020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41">
                <a:extLst>
                  <a:ext uri="{FF2B5EF4-FFF2-40B4-BE49-F238E27FC236}">
                    <a16:creationId xmlns:a16="http://schemas.microsoft.com/office/drawing/2014/main" id="{C361BF60-0D57-1768-19C3-CC9A29EFE05F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41">
                <a:extLst>
                  <a:ext uri="{FF2B5EF4-FFF2-40B4-BE49-F238E27FC236}">
                    <a16:creationId xmlns:a16="http://schemas.microsoft.com/office/drawing/2014/main" id="{B0ED054A-D89A-07F1-923C-D85BF23CFB4A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41">
                <a:extLst>
                  <a:ext uri="{FF2B5EF4-FFF2-40B4-BE49-F238E27FC236}">
                    <a16:creationId xmlns:a16="http://schemas.microsoft.com/office/drawing/2014/main" id="{5A28B04C-8AAB-1989-3FED-A16193EFAC5D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41">
                <a:extLst>
                  <a:ext uri="{FF2B5EF4-FFF2-40B4-BE49-F238E27FC236}">
                    <a16:creationId xmlns:a16="http://schemas.microsoft.com/office/drawing/2014/main" id="{1981A3A1-8954-1A5A-787F-8C7D13339910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41">
                <a:extLst>
                  <a:ext uri="{FF2B5EF4-FFF2-40B4-BE49-F238E27FC236}">
                    <a16:creationId xmlns:a16="http://schemas.microsoft.com/office/drawing/2014/main" id="{89EFCD48-D9A5-B597-A7B6-3136E826D1C8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41">
                <a:extLst>
                  <a:ext uri="{FF2B5EF4-FFF2-40B4-BE49-F238E27FC236}">
                    <a16:creationId xmlns:a16="http://schemas.microsoft.com/office/drawing/2014/main" id="{A19367DE-EE28-F58E-2799-7462EFCA5B67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41">
                <a:extLst>
                  <a:ext uri="{FF2B5EF4-FFF2-40B4-BE49-F238E27FC236}">
                    <a16:creationId xmlns:a16="http://schemas.microsoft.com/office/drawing/2014/main" id="{3BDD22D7-2E34-C54E-6C40-F5568B1E537A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41">
                <a:extLst>
                  <a:ext uri="{FF2B5EF4-FFF2-40B4-BE49-F238E27FC236}">
                    <a16:creationId xmlns:a16="http://schemas.microsoft.com/office/drawing/2014/main" id="{EC928AD8-64E5-169F-53F6-E5E658B8CBEB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41">
                <a:extLst>
                  <a:ext uri="{FF2B5EF4-FFF2-40B4-BE49-F238E27FC236}">
                    <a16:creationId xmlns:a16="http://schemas.microsoft.com/office/drawing/2014/main" id="{839B7C41-7439-9C65-59E9-760CA98FCEA9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41">
                <a:extLst>
                  <a:ext uri="{FF2B5EF4-FFF2-40B4-BE49-F238E27FC236}">
                    <a16:creationId xmlns:a16="http://schemas.microsoft.com/office/drawing/2014/main" id="{AF7BACAB-C932-BACA-8F5C-FF69D3553AA2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41">
                <a:extLst>
                  <a:ext uri="{FF2B5EF4-FFF2-40B4-BE49-F238E27FC236}">
                    <a16:creationId xmlns:a16="http://schemas.microsoft.com/office/drawing/2014/main" id="{303AD216-4586-F9C7-1FA3-05A30D86BC2B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41">
                <a:extLst>
                  <a:ext uri="{FF2B5EF4-FFF2-40B4-BE49-F238E27FC236}">
                    <a16:creationId xmlns:a16="http://schemas.microsoft.com/office/drawing/2014/main" id="{B52DB9F2-8331-ADCB-DC5F-F095099FBFDC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41">
                <a:extLst>
                  <a:ext uri="{FF2B5EF4-FFF2-40B4-BE49-F238E27FC236}">
                    <a16:creationId xmlns:a16="http://schemas.microsoft.com/office/drawing/2014/main" id="{AC06FCFD-275B-1B13-DA39-A85EF4CA9BCD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41">
                <a:extLst>
                  <a:ext uri="{FF2B5EF4-FFF2-40B4-BE49-F238E27FC236}">
                    <a16:creationId xmlns:a16="http://schemas.microsoft.com/office/drawing/2014/main" id="{157FA0F2-6A63-5A45-0364-E356ED55D6A6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41">
                <a:extLst>
                  <a:ext uri="{FF2B5EF4-FFF2-40B4-BE49-F238E27FC236}">
                    <a16:creationId xmlns:a16="http://schemas.microsoft.com/office/drawing/2014/main" id="{F389FEA1-A2E1-8CA9-E517-8AFF4D78BD65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41">
                <a:extLst>
                  <a:ext uri="{FF2B5EF4-FFF2-40B4-BE49-F238E27FC236}">
                    <a16:creationId xmlns:a16="http://schemas.microsoft.com/office/drawing/2014/main" id="{A0AF6648-2EFB-DAD3-5931-1B2542AFA03D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41">
                <a:extLst>
                  <a:ext uri="{FF2B5EF4-FFF2-40B4-BE49-F238E27FC236}">
                    <a16:creationId xmlns:a16="http://schemas.microsoft.com/office/drawing/2014/main" id="{4E9EFE25-2169-80E6-5591-7DC50A704C3E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41">
                <a:extLst>
                  <a:ext uri="{FF2B5EF4-FFF2-40B4-BE49-F238E27FC236}">
                    <a16:creationId xmlns:a16="http://schemas.microsoft.com/office/drawing/2014/main" id="{46E64050-ACBF-8993-B2BC-29F7BC356E84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41">
                <a:extLst>
                  <a:ext uri="{FF2B5EF4-FFF2-40B4-BE49-F238E27FC236}">
                    <a16:creationId xmlns:a16="http://schemas.microsoft.com/office/drawing/2014/main" id="{912113E9-9E28-217A-F941-A2B64471EEDD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41">
                <a:extLst>
                  <a:ext uri="{FF2B5EF4-FFF2-40B4-BE49-F238E27FC236}">
                    <a16:creationId xmlns:a16="http://schemas.microsoft.com/office/drawing/2014/main" id="{7853DAF2-0AB0-0C95-8CDC-E307E54B712C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41">
                <a:extLst>
                  <a:ext uri="{FF2B5EF4-FFF2-40B4-BE49-F238E27FC236}">
                    <a16:creationId xmlns:a16="http://schemas.microsoft.com/office/drawing/2014/main" id="{0D56EAD3-C92C-E41D-83EF-8614AD1E4F03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41">
                <a:extLst>
                  <a:ext uri="{FF2B5EF4-FFF2-40B4-BE49-F238E27FC236}">
                    <a16:creationId xmlns:a16="http://schemas.microsoft.com/office/drawing/2014/main" id="{C6DBB3DF-DD10-4118-2228-E438EE0EA7D5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41">
                <a:extLst>
                  <a:ext uri="{FF2B5EF4-FFF2-40B4-BE49-F238E27FC236}">
                    <a16:creationId xmlns:a16="http://schemas.microsoft.com/office/drawing/2014/main" id="{A297C214-554B-556A-8222-27A43C1BEA48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41">
                <a:extLst>
                  <a:ext uri="{FF2B5EF4-FFF2-40B4-BE49-F238E27FC236}">
                    <a16:creationId xmlns:a16="http://schemas.microsoft.com/office/drawing/2014/main" id="{B18EFB88-AABF-5217-3AF7-3A1F9B00A474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41">
                <a:extLst>
                  <a:ext uri="{FF2B5EF4-FFF2-40B4-BE49-F238E27FC236}">
                    <a16:creationId xmlns:a16="http://schemas.microsoft.com/office/drawing/2014/main" id="{C801CE9A-33D5-72C0-7D2B-223405EE1118}"/>
                  </a:ext>
                </a:extLst>
              </p:cNvPr>
              <p:cNvSpPr/>
              <p:nvPr/>
            </p:nvSpPr>
            <p:spPr>
              <a:xfrm>
                <a:off x="2158970" y="3791105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41">
                <a:extLst>
                  <a:ext uri="{FF2B5EF4-FFF2-40B4-BE49-F238E27FC236}">
                    <a16:creationId xmlns:a16="http://schemas.microsoft.com/office/drawing/2014/main" id="{79CC8FAB-4847-EA7E-FC6D-4A1590B2A349}"/>
                  </a:ext>
                </a:extLst>
              </p:cNvPr>
              <p:cNvSpPr/>
              <p:nvPr/>
            </p:nvSpPr>
            <p:spPr>
              <a:xfrm>
                <a:off x="2158970" y="3791105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41">
                <a:extLst>
                  <a:ext uri="{FF2B5EF4-FFF2-40B4-BE49-F238E27FC236}">
                    <a16:creationId xmlns:a16="http://schemas.microsoft.com/office/drawing/2014/main" id="{49495188-B8B0-C342-A428-73BC8E33421E}"/>
                  </a:ext>
                </a:extLst>
              </p:cNvPr>
              <p:cNvSpPr/>
              <p:nvPr/>
            </p:nvSpPr>
            <p:spPr>
              <a:xfrm>
                <a:off x="2350815" y="3584576"/>
                <a:ext cx="166201" cy="95656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899" extrusionOk="0">
                    <a:moveTo>
                      <a:pt x="1562" y="1"/>
                    </a:moveTo>
                    <a:lnTo>
                      <a:pt x="1" y="89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41">
                <a:extLst>
                  <a:ext uri="{FF2B5EF4-FFF2-40B4-BE49-F238E27FC236}">
                    <a16:creationId xmlns:a16="http://schemas.microsoft.com/office/drawing/2014/main" id="{8498C33D-BB89-D249-C3ED-3A12662ADEA6}"/>
                  </a:ext>
                </a:extLst>
              </p:cNvPr>
              <p:cNvSpPr/>
              <p:nvPr/>
            </p:nvSpPr>
            <p:spPr>
              <a:xfrm>
                <a:off x="2350815" y="3584576"/>
                <a:ext cx="166201" cy="95656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899" fill="none" extrusionOk="0">
                    <a:moveTo>
                      <a:pt x="1562" y="1"/>
                    </a:moveTo>
                    <a:lnTo>
                      <a:pt x="1" y="89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41">
                <a:extLst>
                  <a:ext uri="{FF2B5EF4-FFF2-40B4-BE49-F238E27FC236}">
                    <a16:creationId xmlns:a16="http://schemas.microsoft.com/office/drawing/2014/main" id="{B0BD97EF-22E7-CE65-FCE7-3D38D495BC7B}"/>
                  </a:ext>
                </a:extLst>
              </p:cNvPr>
              <p:cNvSpPr/>
              <p:nvPr/>
            </p:nvSpPr>
            <p:spPr>
              <a:xfrm>
                <a:off x="1636210" y="2914500"/>
                <a:ext cx="345179" cy="203619"/>
              </a:xfrm>
              <a:custGeom>
                <a:avLst/>
                <a:gdLst/>
                <a:ahLst/>
                <a:cxnLst/>
                <a:rect l="l" t="t" r="r" b="b"/>
                <a:pathLst>
                  <a:path w="2419" h="1427" extrusionOk="0">
                    <a:moveTo>
                      <a:pt x="2358" y="0"/>
                    </a:moveTo>
                    <a:cubicBezTo>
                      <a:pt x="2353" y="0"/>
                      <a:pt x="2348" y="1"/>
                      <a:pt x="2343" y="1"/>
                    </a:cubicBezTo>
                    <a:lnTo>
                      <a:pt x="1265" y="167"/>
                    </a:lnTo>
                    <a:cubicBezTo>
                      <a:pt x="1229" y="174"/>
                      <a:pt x="1186" y="194"/>
                      <a:pt x="1143" y="217"/>
                    </a:cubicBezTo>
                    <a:cubicBezTo>
                      <a:pt x="1093" y="244"/>
                      <a:pt x="1050" y="274"/>
                      <a:pt x="1022" y="310"/>
                    </a:cubicBezTo>
                    <a:lnTo>
                      <a:pt x="58" y="1323"/>
                    </a:lnTo>
                    <a:cubicBezTo>
                      <a:pt x="1" y="1381"/>
                      <a:pt x="0" y="1427"/>
                      <a:pt x="45" y="1427"/>
                    </a:cubicBezTo>
                    <a:cubicBezTo>
                      <a:pt x="51" y="1427"/>
                      <a:pt x="57" y="1426"/>
                      <a:pt x="64" y="1424"/>
                    </a:cubicBezTo>
                    <a:lnTo>
                      <a:pt x="1151" y="1259"/>
                    </a:lnTo>
                    <a:cubicBezTo>
                      <a:pt x="1186" y="1252"/>
                      <a:pt x="1229" y="1229"/>
                      <a:pt x="1272" y="1209"/>
                    </a:cubicBezTo>
                    <a:cubicBezTo>
                      <a:pt x="1315" y="1179"/>
                      <a:pt x="1358" y="1150"/>
                      <a:pt x="1388" y="1116"/>
                    </a:cubicBezTo>
                    <a:lnTo>
                      <a:pt x="2359" y="101"/>
                    </a:lnTo>
                    <a:cubicBezTo>
                      <a:pt x="2418" y="42"/>
                      <a:pt x="2416" y="0"/>
                      <a:pt x="23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41">
                <a:extLst>
                  <a:ext uri="{FF2B5EF4-FFF2-40B4-BE49-F238E27FC236}">
                    <a16:creationId xmlns:a16="http://schemas.microsoft.com/office/drawing/2014/main" id="{9D294061-0767-58D8-552A-F8B0B5484DD5}"/>
                  </a:ext>
                </a:extLst>
              </p:cNvPr>
              <p:cNvSpPr/>
              <p:nvPr/>
            </p:nvSpPr>
            <p:spPr>
              <a:xfrm>
                <a:off x="1708286" y="3000657"/>
                <a:ext cx="237159" cy="219029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1535" extrusionOk="0">
                    <a:moveTo>
                      <a:pt x="1589" y="0"/>
                    </a:moveTo>
                    <a:lnTo>
                      <a:pt x="949" y="670"/>
                    </a:lnTo>
                    <a:cubicBezTo>
                      <a:pt x="922" y="699"/>
                      <a:pt x="879" y="733"/>
                      <a:pt x="836" y="756"/>
                    </a:cubicBezTo>
                    <a:cubicBezTo>
                      <a:pt x="792" y="785"/>
                      <a:pt x="749" y="799"/>
                      <a:pt x="713" y="806"/>
                    </a:cubicBezTo>
                    <a:lnTo>
                      <a:pt x="1" y="922"/>
                    </a:lnTo>
                    <a:lnTo>
                      <a:pt x="59" y="1396"/>
                    </a:lnTo>
                    <a:cubicBezTo>
                      <a:pt x="72" y="1474"/>
                      <a:pt x="127" y="1534"/>
                      <a:pt x="190" y="1534"/>
                    </a:cubicBezTo>
                    <a:cubicBezTo>
                      <a:pt x="196" y="1534"/>
                      <a:pt x="203" y="1533"/>
                      <a:pt x="209" y="1532"/>
                    </a:cubicBezTo>
                    <a:lnTo>
                      <a:pt x="792" y="1439"/>
                    </a:lnTo>
                    <a:cubicBezTo>
                      <a:pt x="829" y="1439"/>
                      <a:pt x="879" y="1417"/>
                      <a:pt x="922" y="1396"/>
                    </a:cubicBezTo>
                    <a:cubicBezTo>
                      <a:pt x="965" y="1367"/>
                      <a:pt x="1008" y="1337"/>
                      <a:pt x="1036" y="1303"/>
                    </a:cubicBezTo>
                    <a:lnTo>
                      <a:pt x="1562" y="756"/>
                    </a:lnTo>
                    <a:cubicBezTo>
                      <a:pt x="1626" y="683"/>
                      <a:pt x="1662" y="561"/>
                      <a:pt x="1655" y="475"/>
                    </a:cubicBezTo>
                    <a:lnTo>
                      <a:pt x="158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41">
                <a:extLst>
                  <a:ext uri="{FF2B5EF4-FFF2-40B4-BE49-F238E27FC236}">
                    <a16:creationId xmlns:a16="http://schemas.microsoft.com/office/drawing/2014/main" id="{5F581296-4611-20A9-7F56-E7F718826F48}"/>
                  </a:ext>
                </a:extLst>
              </p:cNvPr>
              <p:cNvSpPr/>
              <p:nvPr/>
            </p:nvSpPr>
            <p:spPr>
              <a:xfrm>
                <a:off x="1089829" y="3979226"/>
                <a:ext cx="683849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6427" h="2642" extrusionOk="0">
                    <a:moveTo>
                      <a:pt x="0" y="1"/>
                    </a:moveTo>
                    <a:lnTo>
                      <a:pt x="0" y="460"/>
                    </a:lnTo>
                    <a:lnTo>
                      <a:pt x="3657" y="2589"/>
                    </a:lnTo>
                    <a:cubicBezTo>
                      <a:pt x="3719" y="2624"/>
                      <a:pt x="3800" y="2642"/>
                      <a:pt x="3881" y="2642"/>
                    </a:cubicBezTo>
                    <a:cubicBezTo>
                      <a:pt x="3962" y="2642"/>
                      <a:pt x="4043" y="2624"/>
                      <a:pt x="4104" y="2589"/>
                    </a:cubicBezTo>
                    <a:lnTo>
                      <a:pt x="6331" y="1302"/>
                    </a:lnTo>
                    <a:cubicBezTo>
                      <a:pt x="6390" y="1265"/>
                      <a:pt x="6426" y="1215"/>
                      <a:pt x="6426" y="1172"/>
                    </a:cubicBezTo>
                    <a:cubicBezTo>
                      <a:pt x="6426" y="1020"/>
                      <a:pt x="6426" y="863"/>
                      <a:pt x="6418" y="712"/>
                    </a:cubicBezTo>
                    <a:cubicBezTo>
                      <a:pt x="6418" y="755"/>
                      <a:pt x="6390" y="805"/>
                      <a:pt x="6331" y="834"/>
                    </a:cubicBezTo>
                    <a:lnTo>
                      <a:pt x="5505" y="1315"/>
                    </a:lnTo>
                    <a:cubicBezTo>
                      <a:pt x="5548" y="1352"/>
                      <a:pt x="5598" y="1388"/>
                      <a:pt x="5650" y="1416"/>
                    </a:cubicBezTo>
                    <a:lnTo>
                      <a:pt x="5289" y="1467"/>
                    </a:lnTo>
                    <a:lnTo>
                      <a:pt x="5225" y="1647"/>
                    </a:lnTo>
                    <a:cubicBezTo>
                      <a:pt x="5175" y="1624"/>
                      <a:pt x="5132" y="1588"/>
                      <a:pt x="5089" y="1554"/>
                    </a:cubicBezTo>
                    <a:lnTo>
                      <a:pt x="4097" y="2128"/>
                    </a:lnTo>
                    <a:cubicBezTo>
                      <a:pt x="4039" y="2160"/>
                      <a:pt x="3960" y="2176"/>
                      <a:pt x="3880" y="2176"/>
                    </a:cubicBezTo>
                    <a:cubicBezTo>
                      <a:pt x="3800" y="2176"/>
                      <a:pt x="3719" y="2160"/>
                      <a:pt x="3657" y="212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1">
                <a:extLst>
                  <a:ext uri="{FF2B5EF4-FFF2-40B4-BE49-F238E27FC236}">
                    <a16:creationId xmlns:a16="http://schemas.microsoft.com/office/drawing/2014/main" id="{BB45EADC-5C43-EE12-63F1-532E234F39C8}"/>
                  </a:ext>
                </a:extLst>
              </p:cNvPr>
              <p:cNvSpPr/>
              <p:nvPr/>
            </p:nvSpPr>
            <p:spPr>
              <a:xfrm>
                <a:off x="1079721" y="3973055"/>
                <a:ext cx="10215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6" h="518" extrusionOk="0">
                    <a:moveTo>
                      <a:pt x="0" y="0"/>
                    </a:moveTo>
                    <a:lnTo>
                      <a:pt x="0" y="468"/>
                    </a:lnTo>
                    <a:lnTo>
                      <a:pt x="95" y="518"/>
                    </a:lnTo>
                    <a:lnTo>
                      <a:pt x="95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41">
                <a:extLst>
                  <a:ext uri="{FF2B5EF4-FFF2-40B4-BE49-F238E27FC236}">
                    <a16:creationId xmlns:a16="http://schemas.microsoft.com/office/drawing/2014/main" id="{6E45E16A-373C-1B25-E81D-B21993BD16F1}"/>
                  </a:ext>
                </a:extLst>
              </p:cNvPr>
              <p:cNvSpPr/>
              <p:nvPr/>
            </p:nvSpPr>
            <p:spPr>
              <a:xfrm>
                <a:off x="1079721" y="3919640"/>
                <a:ext cx="551697" cy="291117"/>
              </a:xfrm>
              <a:custGeom>
                <a:avLst/>
                <a:gdLst/>
                <a:ahLst/>
                <a:cxnLst/>
                <a:rect l="l" t="t" r="r" b="b"/>
                <a:pathLst>
                  <a:path w="5185" h="2736" extrusionOk="0">
                    <a:moveTo>
                      <a:pt x="871" y="0"/>
                    </a:moveTo>
                    <a:lnTo>
                      <a:pt x="828" y="28"/>
                    </a:lnTo>
                    <a:lnTo>
                      <a:pt x="749" y="71"/>
                    </a:lnTo>
                    <a:cubicBezTo>
                      <a:pt x="820" y="150"/>
                      <a:pt x="878" y="237"/>
                      <a:pt x="921" y="337"/>
                    </a:cubicBezTo>
                    <a:lnTo>
                      <a:pt x="683" y="475"/>
                    </a:lnTo>
                    <a:lnTo>
                      <a:pt x="511" y="373"/>
                    </a:lnTo>
                    <a:cubicBezTo>
                      <a:pt x="483" y="330"/>
                      <a:pt x="447" y="294"/>
                      <a:pt x="411" y="266"/>
                    </a:cubicBezTo>
                    <a:lnTo>
                      <a:pt x="368" y="294"/>
                    </a:lnTo>
                    <a:lnTo>
                      <a:pt x="130" y="432"/>
                    </a:lnTo>
                    <a:lnTo>
                      <a:pt x="30" y="488"/>
                    </a:lnTo>
                    <a:lnTo>
                      <a:pt x="0" y="502"/>
                    </a:lnTo>
                    <a:lnTo>
                      <a:pt x="95" y="561"/>
                    </a:lnTo>
                    <a:lnTo>
                      <a:pt x="3752" y="2688"/>
                    </a:lnTo>
                    <a:cubicBezTo>
                      <a:pt x="3814" y="2720"/>
                      <a:pt x="3895" y="2736"/>
                      <a:pt x="3975" y="2736"/>
                    </a:cubicBezTo>
                    <a:cubicBezTo>
                      <a:pt x="4055" y="2736"/>
                      <a:pt x="4134" y="2720"/>
                      <a:pt x="4192" y="2688"/>
                    </a:cubicBezTo>
                    <a:lnTo>
                      <a:pt x="5184" y="2114"/>
                    </a:lnTo>
                    <a:cubicBezTo>
                      <a:pt x="4910" y="1898"/>
                      <a:pt x="4744" y="1530"/>
                      <a:pt x="4637" y="1165"/>
                    </a:cubicBezTo>
                    <a:cubicBezTo>
                      <a:pt x="4580" y="1208"/>
                      <a:pt x="4522" y="1242"/>
                      <a:pt x="4458" y="1285"/>
                    </a:cubicBezTo>
                    <a:cubicBezTo>
                      <a:pt x="4066" y="1512"/>
                      <a:pt x="3554" y="1626"/>
                      <a:pt x="3042" y="1626"/>
                    </a:cubicBezTo>
                    <a:cubicBezTo>
                      <a:pt x="2529" y="1626"/>
                      <a:pt x="2017" y="1512"/>
                      <a:pt x="1625" y="1285"/>
                    </a:cubicBezTo>
                    <a:cubicBezTo>
                      <a:pt x="1230" y="1056"/>
                      <a:pt x="1035" y="761"/>
                      <a:pt x="1035" y="459"/>
                    </a:cubicBezTo>
                    <a:lnTo>
                      <a:pt x="1035" y="143"/>
                    </a:lnTo>
                    <a:lnTo>
                      <a:pt x="971" y="107"/>
                    </a:lnTo>
                    <a:cubicBezTo>
                      <a:pt x="942" y="64"/>
                      <a:pt x="906" y="28"/>
                      <a:pt x="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41">
                <a:extLst>
                  <a:ext uri="{FF2B5EF4-FFF2-40B4-BE49-F238E27FC236}">
                    <a16:creationId xmlns:a16="http://schemas.microsoft.com/office/drawing/2014/main" id="{6B8FCDB6-73EC-3AF3-30CC-D657FEBE6670}"/>
                  </a:ext>
                </a:extLst>
              </p:cNvPr>
              <p:cNvSpPr/>
              <p:nvPr/>
            </p:nvSpPr>
            <p:spPr>
              <a:xfrm>
                <a:off x="1082807" y="3965500"/>
                <a:ext cx="10747" cy="6171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8" extrusionOk="0">
                    <a:moveTo>
                      <a:pt x="101" y="1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41">
                <a:extLst>
                  <a:ext uri="{FF2B5EF4-FFF2-40B4-BE49-F238E27FC236}">
                    <a16:creationId xmlns:a16="http://schemas.microsoft.com/office/drawing/2014/main" id="{DFD18382-F3EE-B607-D22B-9E4CDDB8258D}"/>
                  </a:ext>
                </a:extLst>
              </p:cNvPr>
              <p:cNvSpPr/>
              <p:nvPr/>
            </p:nvSpPr>
            <p:spPr>
              <a:xfrm>
                <a:off x="1159311" y="3922513"/>
                <a:ext cx="8619" cy="4788"/>
              </a:xfrm>
              <a:custGeom>
                <a:avLst/>
                <a:gdLst/>
                <a:ahLst/>
                <a:cxnLst/>
                <a:rect l="l" t="t" r="r" b="b"/>
                <a:pathLst>
                  <a:path w="81" h="45" extrusionOk="0">
                    <a:moveTo>
                      <a:pt x="80" y="1"/>
                    </a:moveTo>
                    <a:lnTo>
                      <a:pt x="80" y="1"/>
                    </a:lnTo>
                    <a:lnTo>
                      <a:pt x="1" y="44"/>
                    </a:lnTo>
                    <a:lnTo>
                      <a:pt x="1" y="4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41">
                <a:extLst>
                  <a:ext uri="{FF2B5EF4-FFF2-40B4-BE49-F238E27FC236}">
                    <a16:creationId xmlns:a16="http://schemas.microsoft.com/office/drawing/2014/main" id="{09C4415E-33AC-A4EE-B3D9-10F6B9C57E97}"/>
                  </a:ext>
                </a:extLst>
              </p:cNvPr>
              <p:cNvSpPr/>
              <p:nvPr/>
            </p:nvSpPr>
            <p:spPr>
              <a:xfrm>
                <a:off x="1612057" y="3955392"/>
                <a:ext cx="160668" cy="16386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540" extrusionOk="0">
                    <a:moveTo>
                      <a:pt x="36" y="1"/>
                    </a:moveTo>
                    <a:lnTo>
                      <a:pt x="36" y="123"/>
                    </a:lnTo>
                    <a:cubicBezTo>
                      <a:pt x="36" y="203"/>
                      <a:pt x="22" y="275"/>
                      <a:pt x="0" y="354"/>
                    </a:cubicBezTo>
                    <a:cubicBezTo>
                      <a:pt x="95" y="786"/>
                      <a:pt x="274" y="1274"/>
                      <a:pt x="597" y="1539"/>
                    </a:cubicBezTo>
                    <a:lnTo>
                      <a:pt x="1423" y="1058"/>
                    </a:lnTo>
                    <a:cubicBezTo>
                      <a:pt x="1482" y="1029"/>
                      <a:pt x="1510" y="979"/>
                      <a:pt x="1510" y="936"/>
                    </a:cubicBezTo>
                    <a:cubicBezTo>
                      <a:pt x="1510" y="886"/>
                      <a:pt x="1482" y="843"/>
                      <a:pt x="1423" y="806"/>
                    </a:cubicBez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41">
                <a:extLst>
                  <a:ext uri="{FF2B5EF4-FFF2-40B4-BE49-F238E27FC236}">
                    <a16:creationId xmlns:a16="http://schemas.microsoft.com/office/drawing/2014/main" id="{2FD87F32-2670-CC18-5852-E833F8988AA4}"/>
                  </a:ext>
                </a:extLst>
              </p:cNvPr>
              <p:cNvSpPr/>
              <p:nvPr/>
            </p:nvSpPr>
            <p:spPr>
              <a:xfrm>
                <a:off x="1022370" y="3571595"/>
                <a:ext cx="760459" cy="440613"/>
              </a:xfrm>
              <a:custGeom>
                <a:avLst/>
                <a:gdLst/>
                <a:ahLst/>
                <a:cxnLst/>
                <a:rect l="l" t="t" r="r" b="b"/>
                <a:pathLst>
                  <a:path w="7147" h="4141" extrusionOk="0">
                    <a:moveTo>
                      <a:pt x="3558" y="0"/>
                    </a:moveTo>
                    <a:lnTo>
                      <a:pt x="1" y="2071"/>
                    </a:lnTo>
                    <a:lnTo>
                      <a:pt x="1467" y="2918"/>
                    </a:lnTo>
                    <a:lnTo>
                      <a:pt x="1481" y="2926"/>
                    </a:lnTo>
                    <a:lnTo>
                      <a:pt x="1574" y="2976"/>
                    </a:lnTo>
                    <a:lnTo>
                      <a:pt x="1617" y="3004"/>
                    </a:lnTo>
                    <a:lnTo>
                      <a:pt x="1747" y="3076"/>
                    </a:lnTo>
                    <a:lnTo>
                      <a:pt x="1755" y="3083"/>
                    </a:lnTo>
                    <a:lnTo>
                      <a:pt x="2323" y="3408"/>
                    </a:lnTo>
                    <a:lnTo>
                      <a:pt x="3351" y="4004"/>
                    </a:lnTo>
                    <a:lnTo>
                      <a:pt x="3588" y="4141"/>
                    </a:lnTo>
                    <a:lnTo>
                      <a:pt x="4990" y="3321"/>
                    </a:lnTo>
                    <a:lnTo>
                      <a:pt x="4774" y="3142"/>
                    </a:lnTo>
                    <a:lnTo>
                      <a:pt x="3394" y="1969"/>
                    </a:lnTo>
                    <a:lnTo>
                      <a:pt x="3817" y="1739"/>
                    </a:lnTo>
                    <a:lnTo>
                      <a:pt x="5406" y="3083"/>
                    </a:lnTo>
                    <a:lnTo>
                      <a:pt x="5578" y="2983"/>
                    </a:lnTo>
                    <a:lnTo>
                      <a:pt x="7146" y="2071"/>
                    </a:lnTo>
                    <a:lnTo>
                      <a:pt x="355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41">
                <a:extLst>
                  <a:ext uri="{FF2B5EF4-FFF2-40B4-BE49-F238E27FC236}">
                    <a16:creationId xmlns:a16="http://schemas.microsoft.com/office/drawing/2014/main" id="{1D1BEDE8-F4D0-A11C-3F39-DD0648A10DF8}"/>
                  </a:ext>
                </a:extLst>
              </p:cNvPr>
              <p:cNvSpPr/>
              <p:nvPr/>
            </p:nvSpPr>
            <p:spPr>
              <a:xfrm>
                <a:off x="1147819" y="3913469"/>
                <a:ext cx="24685" cy="13832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30" extrusionOk="0">
                    <a:moveTo>
                      <a:pt x="93" y="1"/>
                    </a:moveTo>
                    <a:cubicBezTo>
                      <a:pt x="67" y="1"/>
                      <a:pt x="43" y="8"/>
                      <a:pt x="23" y="22"/>
                    </a:cubicBezTo>
                    <a:cubicBezTo>
                      <a:pt x="16" y="22"/>
                      <a:pt x="7" y="29"/>
                      <a:pt x="7" y="29"/>
                    </a:cubicBezTo>
                    <a:cubicBezTo>
                      <a:pt x="0" y="29"/>
                      <a:pt x="0" y="36"/>
                      <a:pt x="0" y="36"/>
                    </a:cubicBezTo>
                    <a:cubicBezTo>
                      <a:pt x="36" y="65"/>
                      <a:pt x="73" y="93"/>
                      <a:pt x="109" y="129"/>
                    </a:cubicBezTo>
                    <a:lnTo>
                      <a:pt x="188" y="86"/>
                    </a:lnTo>
                    <a:lnTo>
                      <a:pt x="231" y="58"/>
                    </a:lnTo>
                    <a:cubicBezTo>
                      <a:pt x="223" y="50"/>
                      <a:pt x="209" y="43"/>
                      <a:pt x="195" y="36"/>
                    </a:cubicBezTo>
                    <a:lnTo>
                      <a:pt x="188" y="29"/>
                    </a:lnTo>
                    <a:cubicBezTo>
                      <a:pt x="154" y="10"/>
                      <a:pt x="122" y="1"/>
                      <a:pt x="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41">
                <a:extLst>
                  <a:ext uri="{FF2B5EF4-FFF2-40B4-BE49-F238E27FC236}">
                    <a16:creationId xmlns:a16="http://schemas.microsoft.com/office/drawing/2014/main" id="{AACDF486-2844-2636-6FBD-33E125A4457C}"/>
                  </a:ext>
                </a:extLst>
              </p:cNvPr>
              <p:cNvSpPr/>
              <p:nvPr/>
            </p:nvSpPr>
            <p:spPr>
              <a:xfrm>
                <a:off x="1159311" y="3922513"/>
                <a:ext cx="8619" cy="4788"/>
              </a:xfrm>
              <a:custGeom>
                <a:avLst/>
                <a:gdLst/>
                <a:ahLst/>
                <a:cxnLst/>
                <a:rect l="l" t="t" r="r" b="b"/>
                <a:pathLst>
                  <a:path w="81" h="45" extrusionOk="0">
                    <a:moveTo>
                      <a:pt x="1" y="44"/>
                    </a:moveTo>
                    <a:lnTo>
                      <a:pt x="80" y="1"/>
                    </a:lnTo>
                    <a:lnTo>
                      <a:pt x="80" y="1"/>
                    </a:lnTo>
                    <a:lnTo>
                      <a:pt x="1" y="4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41">
                <a:extLst>
                  <a:ext uri="{FF2B5EF4-FFF2-40B4-BE49-F238E27FC236}">
                    <a16:creationId xmlns:a16="http://schemas.microsoft.com/office/drawing/2014/main" id="{05EF3B02-F156-2A10-F228-537025372538}"/>
                  </a:ext>
                </a:extLst>
              </p:cNvPr>
              <p:cNvSpPr/>
              <p:nvPr/>
            </p:nvSpPr>
            <p:spPr>
              <a:xfrm>
                <a:off x="1140265" y="3892082"/>
                <a:ext cx="49690" cy="28409"/>
              </a:xfrm>
              <a:custGeom>
                <a:avLst/>
                <a:gdLst/>
                <a:ahLst/>
                <a:cxnLst/>
                <a:rect l="l" t="t" r="r" b="b"/>
                <a:pathLst>
                  <a:path w="467" h="267" extrusionOk="0">
                    <a:moveTo>
                      <a:pt x="121" y="1"/>
                    </a:moveTo>
                    <a:cubicBezTo>
                      <a:pt x="78" y="21"/>
                      <a:pt x="44" y="44"/>
                      <a:pt x="1" y="64"/>
                    </a:cubicBezTo>
                    <a:cubicBezTo>
                      <a:pt x="7" y="64"/>
                      <a:pt x="14" y="57"/>
                      <a:pt x="21" y="57"/>
                    </a:cubicBezTo>
                    <a:cubicBezTo>
                      <a:pt x="21" y="57"/>
                      <a:pt x="28" y="51"/>
                      <a:pt x="35" y="51"/>
                    </a:cubicBezTo>
                    <a:lnTo>
                      <a:pt x="44" y="51"/>
                    </a:lnTo>
                    <a:cubicBezTo>
                      <a:pt x="44" y="44"/>
                      <a:pt x="51" y="44"/>
                      <a:pt x="51" y="44"/>
                    </a:cubicBezTo>
                    <a:lnTo>
                      <a:pt x="71" y="44"/>
                    </a:lnTo>
                    <a:cubicBezTo>
                      <a:pt x="87" y="44"/>
                      <a:pt x="94" y="35"/>
                      <a:pt x="101" y="35"/>
                    </a:cubicBezTo>
                    <a:cubicBezTo>
                      <a:pt x="151" y="35"/>
                      <a:pt x="208" y="57"/>
                      <a:pt x="266" y="94"/>
                    </a:cubicBezTo>
                    <a:cubicBezTo>
                      <a:pt x="273" y="94"/>
                      <a:pt x="280" y="101"/>
                      <a:pt x="287" y="107"/>
                    </a:cubicBezTo>
                    <a:lnTo>
                      <a:pt x="294" y="107"/>
                    </a:lnTo>
                    <a:cubicBezTo>
                      <a:pt x="302" y="107"/>
                      <a:pt x="302" y="107"/>
                      <a:pt x="302" y="114"/>
                    </a:cubicBezTo>
                    <a:cubicBezTo>
                      <a:pt x="316" y="121"/>
                      <a:pt x="323" y="130"/>
                      <a:pt x="330" y="137"/>
                    </a:cubicBezTo>
                    <a:lnTo>
                      <a:pt x="337" y="137"/>
                    </a:lnTo>
                    <a:cubicBezTo>
                      <a:pt x="352" y="151"/>
                      <a:pt x="359" y="157"/>
                      <a:pt x="373" y="173"/>
                    </a:cubicBezTo>
                    <a:cubicBezTo>
                      <a:pt x="373" y="173"/>
                      <a:pt x="380" y="173"/>
                      <a:pt x="380" y="180"/>
                    </a:cubicBezTo>
                    <a:cubicBezTo>
                      <a:pt x="389" y="187"/>
                      <a:pt x="396" y="194"/>
                      <a:pt x="402" y="201"/>
                    </a:cubicBezTo>
                    <a:lnTo>
                      <a:pt x="409" y="201"/>
                    </a:lnTo>
                    <a:cubicBezTo>
                      <a:pt x="416" y="216"/>
                      <a:pt x="432" y="223"/>
                      <a:pt x="439" y="237"/>
                    </a:cubicBezTo>
                    <a:cubicBezTo>
                      <a:pt x="446" y="251"/>
                      <a:pt x="452" y="259"/>
                      <a:pt x="466" y="266"/>
                    </a:cubicBezTo>
                    <a:lnTo>
                      <a:pt x="466" y="194"/>
                    </a:lnTo>
                    <a:lnTo>
                      <a:pt x="439" y="180"/>
                    </a:lnTo>
                    <a:lnTo>
                      <a:pt x="366" y="137"/>
                    </a:lnTo>
                    <a:lnTo>
                      <a:pt x="302" y="101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41">
                <a:extLst>
                  <a:ext uri="{FF2B5EF4-FFF2-40B4-BE49-F238E27FC236}">
                    <a16:creationId xmlns:a16="http://schemas.microsoft.com/office/drawing/2014/main" id="{235584A0-294D-A235-C765-B2AEB40EE616}"/>
                  </a:ext>
                </a:extLst>
              </p:cNvPr>
              <p:cNvSpPr/>
              <p:nvPr/>
            </p:nvSpPr>
            <p:spPr>
              <a:xfrm>
                <a:off x="1131114" y="3895806"/>
                <a:ext cx="58841" cy="39156"/>
              </a:xfrm>
              <a:custGeom>
                <a:avLst/>
                <a:gdLst/>
                <a:ahLst/>
                <a:cxnLst/>
                <a:rect l="l" t="t" r="r" b="b"/>
                <a:pathLst>
                  <a:path w="553" h="368" extrusionOk="0">
                    <a:moveTo>
                      <a:pt x="187" y="0"/>
                    </a:moveTo>
                    <a:cubicBezTo>
                      <a:pt x="180" y="0"/>
                      <a:pt x="173" y="9"/>
                      <a:pt x="157" y="9"/>
                    </a:cubicBezTo>
                    <a:lnTo>
                      <a:pt x="137" y="9"/>
                    </a:lnTo>
                    <a:cubicBezTo>
                      <a:pt x="137" y="9"/>
                      <a:pt x="130" y="9"/>
                      <a:pt x="130" y="16"/>
                    </a:cubicBezTo>
                    <a:lnTo>
                      <a:pt x="121" y="16"/>
                    </a:lnTo>
                    <a:cubicBezTo>
                      <a:pt x="114" y="16"/>
                      <a:pt x="107" y="22"/>
                      <a:pt x="107" y="22"/>
                    </a:cubicBezTo>
                    <a:cubicBezTo>
                      <a:pt x="100" y="22"/>
                      <a:pt x="93" y="29"/>
                      <a:pt x="87" y="29"/>
                    </a:cubicBezTo>
                    <a:cubicBezTo>
                      <a:pt x="50" y="52"/>
                      <a:pt x="21" y="86"/>
                      <a:pt x="0" y="138"/>
                    </a:cubicBezTo>
                    <a:cubicBezTo>
                      <a:pt x="43" y="145"/>
                      <a:pt x="87" y="159"/>
                      <a:pt x="130" y="188"/>
                    </a:cubicBezTo>
                    <a:cubicBezTo>
                      <a:pt x="137" y="188"/>
                      <a:pt x="143" y="195"/>
                      <a:pt x="157" y="202"/>
                    </a:cubicBezTo>
                    <a:cubicBezTo>
                      <a:pt x="157" y="202"/>
                      <a:pt x="157" y="195"/>
                      <a:pt x="164" y="195"/>
                    </a:cubicBezTo>
                    <a:cubicBezTo>
                      <a:pt x="164" y="195"/>
                      <a:pt x="173" y="188"/>
                      <a:pt x="180" y="188"/>
                    </a:cubicBezTo>
                    <a:cubicBezTo>
                      <a:pt x="200" y="174"/>
                      <a:pt x="224" y="167"/>
                      <a:pt x="250" y="167"/>
                    </a:cubicBezTo>
                    <a:cubicBezTo>
                      <a:pt x="279" y="167"/>
                      <a:pt x="311" y="176"/>
                      <a:pt x="345" y="195"/>
                    </a:cubicBezTo>
                    <a:lnTo>
                      <a:pt x="352" y="202"/>
                    </a:lnTo>
                    <a:cubicBezTo>
                      <a:pt x="366" y="209"/>
                      <a:pt x="380" y="216"/>
                      <a:pt x="388" y="224"/>
                    </a:cubicBezTo>
                    <a:cubicBezTo>
                      <a:pt x="423" y="252"/>
                      <a:pt x="459" y="288"/>
                      <a:pt x="488" y="331"/>
                    </a:cubicBezTo>
                    <a:lnTo>
                      <a:pt x="552" y="367"/>
                    </a:lnTo>
                    <a:lnTo>
                      <a:pt x="552" y="231"/>
                    </a:lnTo>
                    <a:cubicBezTo>
                      <a:pt x="538" y="224"/>
                      <a:pt x="532" y="216"/>
                      <a:pt x="525" y="202"/>
                    </a:cubicBezTo>
                    <a:cubicBezTo>
                      <a:pt x="518" y="188"/>
                      <a:pt x="502" y="181"/>
                      <a:pt x="495" y="166"/>
                    </a:cubicBezTo>
                    <a:lnTo>
                      <a:pt x="488" y="166"/>
                    </a:lnTo>
                    <a:cubicBezTo>
                      <a:pt x="482" y="159"/>
                      <a:pt x="475" y="152"/>
                      <a:pt x="466" y="145"/>
                    </a:cubicBezTo>
                    <a:cubicBezTo>
                      <a:pt x="466" y="138"/>
                      <a:pt x="459" y="138"/>
                      <a:pt x="459" y="138"/>
                    </a:cubicBezTo>
                    <a:cubicBezTo>
                      <a:pt x="445" y="122"/>
                      <a:pt x="438" y="116"/>
                      <a:pt x="423" y="102"/>
                    </a:cubicBezTo>
                    <a:lnTo>
                      <a:pt x="416" y="102"/>
                    </a:lnTo>
                    <a:cubicBezTo>
                      <a:pt x="409" y="95"/>
                      <a:pt x="402" y="86"/>
                      <a:pt x="388" y="79"/>
                    </a:cubicBezTo>
                    <a:cubicBezTo>
                      <a:pt x="388" y="72"/>
                      <a:pt x="388" y="72"/>
                      <a:pt x="380" y="72"/>
                    </a:cubicBezTo>
                    <a:lnTo>
                      <a:pt x="373" y="72"/>
                    </a:lnTo>
                    <a:cubicBezTo>
                      <a:pt x="366" y="66"/>
                      <a:pt x="359" y="59"/>
                      <a:pt x="352" y="59"/>
                    </a:cubicBezTo>
                    <a:cubicBezTo>
                      <a:pt x="294" y="22"/>
                      <a:pt x="237" y="0"/>
                      <a:pt x="1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41">
                <a:extLst>
                  <a:ext uri="{FF2B5EF4-FFF2-40B4-BE49-F238E27FC236}">
                    <a16:creationId xmlns:a16="http://schemas.microsoft.com/office/drawing/2014/main" id="{AEF9FB9F-CB5C-CE49-FE41-63F051BA3EAC}"/>
                  </a:ext>
                </a:extLst>
              </p:cNvPr>
              <p:cNvSpPr/>
              <p:nvPr/>
            </p:nvSpPr>
            <p:spPr>
              <a:xfrm>
                <a:off x="1091213" y="3910064"/>
                <a:ext cx="86612" cy="60117"/>
              </a:xfrm>
              <a:custGeom>
                <a:avLst/>
                <a:gdLst/>
                <a:ahLst/>
                <a:cxnLst/>
                <a:rect l="l" t="t" r="r" b="b"/>
                <a:pathLst>
                  <a:path w="814" h="565" extrusionOk="0">
                    <a:moveTo>
                      <a:pt x="335" y="1"/>
                    </a:moveTo>
                    <a:cubicBezTo>
                      <a:pt x="298" y="1"/>
                      <a:pt x="264" y="9"/>
                      <a:pt x="237" y="25"/>
                    </a:cubicBezTo>
                    <a:cubicBezTo>
                      <a:pt x="160" y="68"/>
                      <a:pt x="80" y="118"/>
                      <a:pt x="1" y="161"/>
                    </a:cubicBezTo>
                    <a:cubicBezTo>
                      <a:pt x="8" y="161"/>
                      <a:pt x="15" y="154"/>
                      <a:pt x="22" y="154"/>
                    </a:cubicBezTo>
                    <a:cubicBezTo>
                      <a:pt x="22" y="154"/>
                      <a:pt x="22" y="147"/>
                      <a:pt x="30" y="147"/>
                    </a:cubicBezTo>
                    <a:lnTo>
                      <a:pt x="44" y="147"/>
                    </a:lnTo>
                    <a:cubicBezTo>
                      <a:pt x="51" y="140"/>
                      <a:pt x="65" y="140"/>
                      <a:pt x="73" y="140"/>
                    </a:cubicBezTo>
                    <a:cubicBezTo>
                      <a:pt x="80" y="140"/>
                      <a:pt x="87" y="133"/>
                      <a:pt x="101" y="133"/>
                    </a:cubicBezTo>
                    <a:cubicBezTo>
                      <a:pt x="151" y="133"/>
                      <a:pt x="210" y="154"/>
                      <a:pt x="267" y="190"/>
                    </a:cubicBezTo>
                    <a:cubicBezTo>
                      <a:pt x="273" y="190"/>
                      <a:pt x="280" y="197"/>
                      <a:pt x="289" y="204"/>
                    </a:cubicBezTo>
                    <a:lnTo>
                      <a:pt x="296" y="204"/>
                    </a:lnTo>
                    <a:cubicBezTo>
                      <a:pt x="324" y="227"/>
                      <a:pt x="346" y="247"/>
                      <a:pt x="375" y="270"/>
                    </a:cubicBezTo>
                    <a:cubicBezTo>
                      <a:pt x="382" y="277"/>
                      <a:pt x="396" y="290"/>
                      <a:pt x="403" y="297"/>
                    </a:cubicBezTo>
                    <a:cubicBezTo>
                      <a:pt x="475" y="377"/>
                      <a:pt x="532" y="463"/>
                      <a:pt x="575" y="565"/>
                    </a:cubicBezTo>
                    <a:lnTo>
                      <a:pt x="813" y="427"/>
                    </a:lnTo>
                    <a:cubicBezTo>
                      <a:pt x="770" y="327"/>
                      <a:pt x="712" y="240"/>
                      <a:pt x="641" y="161"/>
                    </a:cubicBezTo>
                    <a:cubicBezTo>
                      <a:pt x="605" y="125"/>
                      <a:pt x="568" y="97"/>
                      <a:pt x="532" y="68"/>
                    </a:cubicBezTo>
                    <a:cubicBezTo>
                      <a:pt x="518" y="61"/>
                      <a:pt x="512" y="54"/>
                      <a:pt x="505" y="54"/>
                    </a:cubicBezTo>
                    <a:cubicBezTo>
                      <a:pt x="462" y="25"/>
                      <a:pt x="418" y="11"/>
                      <a:pt x="375" y="4"/>
                    </a:cubicBezTo>
                    <a:cubicBezTo>
                      <a:pt x="362" y="2"/>
                      <a:pt x="348" y="1"/>
                      <a:pt x="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41">
                <a:extLst>
                  <a:ext uri="{FF2B5EF4-FFF2-40B4-BE49-F238E27FC236}">
                    <a16:creationId xmlns:a16="http://schemas.microsoft.com/office/drawing/2014/main" id="{928C6F65-2BDC-EBA4-D2BD-11EC8B097DB8}"/>
                  </a:ext>
                </a:extLst>
              </p:cNvPr>
              <p:cNvSpPr/>
              <p:nvPr/>
            </p:nvSpPr>
            <p:spPr>
              <a:xfrm>
                <a:off x="1093447" y="3941985"/>
                <a:ext cx="30006" cy="23621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22" extrusionOk="0">
                    <a:moveTo>
                      <a:pt x="138" y="1"/>
                    </a:moveTo>
                    <a:cubicBezTo>
                      <a:pt x="114" y="1"/>
                      <a:pt x="92" y="7"/>
                      <a:pt x="73" y="20"/>
                    </a:cubicBezTo>
                    <a:cubicBezTo>
                      <a:pt x="66" y="20"/>
                      <a:pt x="59" y="27"/>
                      <a:pt x="52" y="27"/>
                    </a:cubicBezTo>
                    <a:cubicBezTo>
                      <a:pt x="52" y="34"/>
                      <a:pt x="44" y="34"/>
                      <a:pt x="44" y="40"/>
                    </a:cubicBezTo>
                    <a:cubicBezTo>
                      <a:pt x="37" y="49"/>
                      <a:pt x="30" y="56"/>
                      <a:pt x="23" y="70"/>
                    </a:cubicBezTo>
                    <a:cubicBezTo>
                      <a:pt x="23" y="77"/>
                      <a:pt x="16" y="77"/>
                      <a:pt x="16" y="84"/>
                    </a:cubicBezTo>
                    <a:cubicBezTo>
                      <a:pt x="16" y="92"/>
                      <a:pt x="9" y="92"/>
                      <a:pt x="9" y="99"/>
                    </a:cubicBezTo>
                    <a:cubicBezTo>
                      <a:pt x="9" y="106"/>
                      <a:pt x="9" y="113"/>
                      <a:pt x="1" y="120"/>
                    </a:cubicBezTo>
                    <a:lnTo>
                      <a:pt x="1" y="142"/>
                    </a:lnTo>
                    <a:lnTo>
                      <a:pt x="1" y="170"/>
                    </a:lnTo>
                    <a:lnTo>
                      <a:pt x="1" y="222"/>
                    </a:lnTo>
                    <a:lnTo>
                      <a:pt x="239" y="84"/>
                    </a:lnTo>
                    <a:lnTo>
                      <a:pt x="282" y="56"/>
                    </a:lnTo>
                    <a:cubicBezTo>
                      <a:pt x="268" y="49"/>
                      <a:pt x="259" y="40"/>
                      <a:pt x="246" y="34"/>
                    </a:cubicBezTo>
                    <a:cubicBezTo>
                      <a:pt x="239" y="34"/>
                      <a:pt x="239" y="27"/>
                      <a:pt x="239" y="27"/>
                    </a:cubicBezTo>
                    <a:cubicBezTo>
                      <a:pt x="202" y="10"/>
                      <a:pt x="168" y="1"/>
                      <a:pt x="1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41">
                <a:extLst>
                  <a:ext uri="{FF2B5EF4-FFF2-40B4-BE49-F238E27FC236}">
                    <a16:creationId xmlns:a16="http://schemas.microsoft.com/office/drawing/2014/main" id="{6ACCBE73-4A2F-8837-5A33-03292F38FFB3}"/>
                  </a:ext>
                </a:extLst>
              </p:cNvPr>
              <p:cNvSpPr/>
              <p:nvPr/>
            </p:nvSpPr>
            <p:spPr>
              <a:xfrm>
                <a:off x="1082807" y="3965500"/>
                <a:ext cx="10747" cy="6171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8" extrusionOk="0">
                    <a:moveTo>
                      <a:pt x="101" y="1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41">
                <a:extLst>
                  <a:ext uri="{FF2B5EF4-FFF2-40B4-BE49-F238E27FC236}">
                    <a16:creationId xmlns:a16="http://schemas.microsoft.com/office/drawing/2014/main" id="{5F519B8A-1015-B5EB-7EB4-875B4DA6F73D}"/>
                  </a:ext>
                </a:extLst>
              </p:cNvPr>
              <p:cNvSpPr/>
              <p:nvPr/>
            </p:nvSpPr>
            <p:spPr>
              <a:xfrm>
                <a:off x="1079721" y="3924215"/>
                <a:ext cx="72779" cy="4745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446" extrusionOk="0">
                    <a:moveTo>
                      <a:pt x="209" y="0"/>
                    </a:moveTo>
                    <a:cubicBezTo>
                      <a:pt x="195" y="0"/>
                      <a:pt x="188" y="7"/>
                      <a:pt x="181" y="7"/>
                    </a:cubicBezTo>
                    <a:cubicBezTo>
                      <a:pt x="173" y="7"/>
                      <a:pt x="159" y="7"/>
                      <a:pt x="152" y="14"/>
                    </a:cubicBezTo>
                    <a:lnTo>
                      <a:pt x="138" y="14"/>
                    </a:lnTo>
                    <a:cubicBezTo>
                      <a:pt x="130" y="14"/>
                      <a:pt x="130" y="21"/>
                      <a:pt x="130" y="21"/>
                    </a:cubicBezTo>
                    <a:cubicBezTo>
                      <a:pt x="123" y="21"/>
                      <a:pt x="116" y="28"/>
                      <a:pt x="109" y="28"/>
                    </a:cubicBezTo>
                    <a:cubicBezTo>
                      <a:pt x="43" y="64"/>
                      <a:pt x="0" y="150"/>
                      <a:pt x="0" y="266"/>
                    </a:cubicBezTo>
                    <a:cubicBezTo>
                      <a:pt x="0" y="323"/>
                      <a:pt x="16" y="389"/>
                      <a:pt x="30" y="445"/>
                    </a:cubicBezTo>
                    <a:lnTo>
                      <a:pt x="130" y="389"/>
                    </a:lnTo>
                    <a:lnTo>
                      <a:pt x="130" y="337"/>
                    </a:lnTo>
                    <a:lnTo>
                      <a:pt x="130" y="309"/>
                    </a:lnTo>
                    <a:lnTo>
                      <a:pt x="130" y="287"/>
                    </a:lnTo>
                    <a:cubicBezTo>
                      <a:pt x="138" y="280"/>
                      <a:pt x="138" y="273"/>
                      <a:pt x="138" y="266"/>
                    </a:cubicBezTo>
                    <a:cubicBezTo>
                      <a:pt x="138" y="259"/>
                      <a:pt x="145" y="259"/>
                      <a:pt x="145" y="251"/>
                    </a:cubicBezTo>
                    <a:cubicBezTo>
                      <a:pt x="145" y="244"/>
                      <a:pt x="152" y="244"/>
                      <a:pt x="152" y="237"/>
                    </a:cubicBezTo>
                    <a:cubicBezTo>
                      <a:pt x="159" y="223"/>
                      <a:pt x="166" y="216"/>
                      <a:pt x="173" y="207"/>
                    </a:cubicBezTo>
                    <a:cubicBezTo>
                      <a:pt x="173" y="201"/>
                      <a:pt x="181" y="201"/>
                      <a:pt x="181" y="194"/>
                    </a:cubicBezTo>
                    <a:cubicBezTo>
                      <a:pt x="188" y="194"/>
                      <a:pt x="195" y="187"/>
                      <a:pt x="202" y="187"/>
                    </a:cubicBezTo>
                    <a:cubicBezTo>
                      <a:pt x="221" y="174"/>
                      <a:pt x="243" y="168"/>
                      <a:pt x="267" y="168"/>
                    </a:cubicBezTo>
                    <a:cubicBezTo>
                      <a:pt x="297" y="168"/>
                      <a:pt x="331" y="177"/>
                      <a:pt x="368" y="194"/>
                    </a:cubicBezTo>
                    <a:cubicBezTo>
                      <a:pt x="368" y="194"/>
                      <a:pt x="368" y="201"/>
                      <a:pt x="375" y="201"/>
                    </a:cubicBezTo>
                    <a:cubicBezTo>
                      <a:pt x="388" y="207"/>
                      <a:pt x="397" y="216"/>
                      <a:pt x="411" y="223"/>
                    </a:cubicBezTo>
                    <a:cubicBezTo>
                      <a:pt x="447" y="251"/>
                      <a:pt x="483" y="287"/>
                      <a:pt x="511" y="330"/>
                    </a:cubicBezTo>
                    <a:lnTo>
                      <a:pt x="683" y="432"/>
                    </a:lnTo>
                    <a:cubicBezTo>
                      <a:pt x="640" y="330"/>
                      <a:pt x="583" y="244"/>
                      <a:pt x="511" y="164"/>
                    </a:cubicBezTo>
                    <a:cubicBezTo>
                      <a:pt x="504" y="157"/>
                      <a:pt x="490" y="144"/>
                      <a:pt x="483" y="137"/>
                    </a:cubicBezTo>
                    <a:cubicBezTo>
                      <a:pt x="454" y="114"/>
                      <a:pt x="432" y="94"/>
                      <a:pt x="404" y="71"/>
                    </a:cubicBezTo>
                    <a:lnTo>
                      <a:pt x="397" y="71"/>
                    </a:lnTo>
                    <a:cubicBezTo>
                      <a:pt x="388" y="64"/>
                      <a:pt x="381" y="57"/>
                      <a:pt x="375" y="57"/>
                    </a:cubicBezTo>
                    <a:cubicBezTo>
                      <a:pt x="318" y="21"/>
                      <a:pt x="259" y="0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41">
                <a:extLst>
                  <a:ext uri="{FF2B5EF4-FFF2-40B4-BE49-F238E27FC236}">
                    <a16:creationId xmlns:a16="http://schemas.microsoft.com/office/drawing/2014/main" id="{18C2846C-FFB0-BC39-65BE-4ECD11FE59F7}"/>
                  </a:ext>
                </a:extLst>
              </p:cNvPr>
              <p:cNvSpPr/>
              <p:nvPr/>
            </p:nvSpPr>
            <p:spPr>
              <a:xfrm>
                <a:off x="1600672" y="3913362"/>
                <a:ext cx="15322" cy="79802"/>
              </a:xfrm>
              <a:custGeom>
                <a:avLst/>
                <a:gdLst/>
                <a:ahLst/>
                <a:cxnLst/>
                <a:rect l="l" t="t" r="r" b="b"/>
                <a:pathLst>
                  <a:path w="144" h="750" extrusionOk="0">
                    <a:moveTo>
                      <a:pt x="143" y="1"/>
                    </a:moveTo>
                    <a:lnTo>
                      <a:pt x="0" y="87"/>
                    </a:lnTo>
                    <a:cubicBezTo>
                      <a:pt x="7" y="152"/>
                      <a:pt x="14" y="239"/>
                      <a:pt x="29" y="325"/>
                    </a:cubicBezTo>
                    <a:cubicBezTo>
                      <a:pt x="43" y="454"/>
                      <a:pt x="73" y="598"/>
                      <a:pt x="107" y="749"/>
                    </a:cubicBezTo>
                    <a:cubicBezTo>
                      <a:pt x="129" y="670"/>
                      <a:pt x="143" y="598"/>
                      <a:pt x="143" y="518"/>
                    </a:cubicBez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41">
                <a:extLst>
                  <a:ext uri="{FF2B5EF4-FFF2-40B4-BE49-F238E27FC236}">
                    <a16:creationId xmlns:a16="http://schemas.microsoft.com/office/drawing/2014/main" id="{E2F85AAD-D9F1-6D5A-DE6D-1AB118570F78}"/>
                  </a:ext>
                </a:extLst>
              </p:cNvPr>
              <p:cNvSpPr/>
              <p:nvPr/>
            </p:nvSpPr>
            <p:spPr>
              <a:xfrm>
                <a:off x="1189848" y="3912617"/>
                <a:ext cx="383368" cy="180033"/>
              </a:xfrm>
              <a:custGeom>
                <a:avLst/>
                <a:gdLst/>
                <a:ahLst/>
                <a:cxnLst/>
                <a:rect l="l" t="t" r="r" b="b"/>
                <a:pathLst>
                  <a:path w="3603" h="1692" extrusionOk="0">
                    <a:moveTo>
                      <a:pt x="0" y="1"/>
                    </a:moveTo>
                    <a:lnTo>
                      <a:pt x="0" y="525"/>
                    </a:lnTo>
                    <a:cubicBezTo>
                      <a:pt x="0" y="827"/>
                      <a:pt x="195" y="1122"/>
                      <a:pt x="590" y="1351"/>
                    </a:cubicBezTo>
                    <a:cubicBezTo>
                      <a:pt x="982" y="1578"/>
                      <a:pt x="1494" y="1692"/>
                      <a:pt x="2007" y="1692"/>
                    </a:cubicBezTo>
                    <a:cubicBezTo>
                      <a:pt x="2519" y="1692"/>
                      <a:pt x="3031" y="1578"/>
                      <a:pt x="3423" y="1351"/>
                    </a:cubicBezTo>
                    <a:cubicBezTo>
                      <a:pt x="3487" y="1308"/>
                      <a:pt x="3545" y="1274"/>
                      <a:pt x="3602" y="1231"/>
                    </a:cubicBezTo>
                    <a:cubicBezTo>
                      <a:pt x="3502" y="886"/>
                      <a:pt x="3451" y="548"/>
                      <a:pt x="3437" y="339"/>
                    </a:cubicBezTo>
                    <a:lnTo>
                      <a:pt x="2014" y="1165"/>
                    </a:lnTo>
                    <a:lnTo>
                      <a:pt x="1582" y="913"/>
                    </a:lnTo>
                    <a:lnTo>
                      <a:pt x="547" y="316"/>
                    </a:lnTo>
                    <a:lnTo>
                      <a:pt x="288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41">
                <a:extLst>
                  <a:ext uri="{FF2B5EF4-FFF2-40B4-BE49-F238E27FC236}">
                    <a16:creationId xmlns:a16="http://schemas.microsoft.com/office/drawing/2014/main" id="{88B81E58-2F85-3314-914D-12F7B6BE57CF}"/>
                  </a:ext>
                </a:extLst>
              </p:cNvPr>
              <p:cNvSpPr/>
              <p:nvPr/>
            </p:nvSpPr>
            <p:spPr>
              <a:xfrm>
                <a:off x="1022370" y="3791850"/>
                <a:ext cx="381772" cy="244832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2301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1229" y="943"/>
                    </a:lnTo>
                    <a:lnTo>
                      <a:pt x="1410" y="1043"/>
                    </a:lnTo>
                    <a:lnTo>
                      <a:pt x="1474" y="1079"/>
                    </a:lnTo>
                    <a:lnTo>
                      <a:pt x="1547" y="1122"/>
                    </a:lnTo>
                    <a:lnTo>
                      <a:pt x="1574" y="1136"/>
                    </a:lnTo>
                    <a:lnTo>
                      <a:pt x="1862" y="1301"/>
                    </a:lnTo>
                    <a:lnTo>
                      <a:pt x="2121" y="1451"/>
                    </a:lnTo>
                    <a:lnTo>
                      <a:pt x="3156" y="2048"/>
                    </a:lnTo>
                    <a:lnTo>
                      <a:pt x="3588" y="2300"/>
                    </a:lnTo>
                    <a:lnTo>
                      <a:pt x="3588" y="2071"/>
                    </a:lnTo>
                    <a:lnTo>
                      <a:pt x="3351" y="1934"/>
                    </a:lnTo>
                    <a:lnTo>
                      <a:pt x="2323" y="1338"/>
                    </a:lnTo>
                    <a:lnTo>
                      <a:pt x="1755" y="1013"/>
                    </a:lnTo>
                    <a:lnTo>
                      <a:pt x="1747" y="1006"/>
                    </a:lnTo>
                    <a:lnTo>
                      <a:pt x="1617" y="934"/>
                    </a:lnTo>
                    <a:lnTo>
                      <a:pt x="1574" y="906"/>
                    </a:lnTo>
                    <a:lnTo>
                      <a:pt x="1481" y="856"/>
                    </a:lnTo>
                    <a:lnTo>
                      <a:pt x="1467" y="84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41">
                <a:extLst>
                  <a:ext uri="{FF2B5EF4-FFF2-40B4-BE49-F238E27FC236}">
                    <a16:creationId xmlns:a16="http://schemas.microsoft.com/office/drawing/2014/main" id="{FE81E520-2BBA-DC47-B85C-9B14B6E3AE13}"/>
                  </a:ext>
                </a:extLst>
              </p:cNvPr>
              <p:cNvSpPr/>
              <p:nvPr/>
            </p:nvSpPr>
            <p:spPr>
              <a:xfrm>
                <a:off x="1404038" y="3924960"/>
                <a:ext cx="151517" cy="111723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1050" extrusionOk="0">
                    <a:moveTo>
                      <a:pt x="1403" y="0"/>
                    </a:moveTo>
                    <a:lnTo>
                      <a:pt x="1" y="820"/>
                    </a:lnTo>
                    <a:lnTo>
                      <a:pt x="1" y="1049"/>
                    </a:lnTo>
                    <a:lnTo>
                      <a:pt x="1424" y="223"/>
                    </a:lnTo>
                    <a:cubicBezTo>
                      <a:pt x="1410" y="87"/>
                      <a:pt x="1403" y="0"/>
                      <a:pt x="1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41">
                <a:extLst>
                  <a:ext uri="{FF2B5EF4-FFF2-40B4-BE49-F238E27FC236}">
                    <a16:creationId xmlns:a16="http://schemas.microsoft.com/office/drawing/2014/main" id="{250B440B-1EF9-7724-145F-7204E91B489B}"/>
                  </a:ext>
                </a:extLst>
              </p:cNvPr>
              <p:cNvSpPr/>
              <p:nvPr/>
            </p:nvSpPr>
            <p:spPr>
              <a:xfrm>
                <a:off x="1597479" y="3791850"/>
                <a:ext cx="185353" cy="130769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229" extrusionOk="0">
                    <a:moveTo>
                      <a:pt x="1741" y="1"/>
                    </a:moveTo>
                    <a:lnTo>
                      <a:pt x="173" y="913"/>
                    </a:lnTo>
                    <a:lnTo>
                      <a:pt x="1" y="1013"/>
                    </a:lnTo>
                    <a:lnTo>
                      <a:pt x="16" y="1020"/>
                    </a:lnTo>
                    <a:cubicBezTo>
                      <a:pt x="16" y="1020"/>
                      <a:pt x="16" y="1099"/>
                      <a:pt x="30" y="1229"/>
                    </a:cubicBezTo>
                    <a:lnTo>
                      <a:pt x="173" y="1143"/>
                    </a:lnTo>
                    <a:lnTo>
                      <a:pt x="1741" y="230"/>
                    </a:lnTo>
                    <a:lnTo>
                      <a:pt x="174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41">
                <a:extLst>
                  <a:ext uri="{FF2B5EF4-FFF2-40B4-BE49-F238E27FC236}">
                    <a16:creationId xmlns:a16="http://schemas.microsoft.com/office/drawing/2014/main" id="{D156F0B1-F003-7870-C972-6AD79DE6B2B6}"/>
                  </a:ext>
                </a:extLst>
              </p:cNvPr>
              <p:cNvSpPr/>
              <p:nvPr/>
            </p:nvSpPr>
            <p:spPr>
              <a:xfrm>
                <a:off x="1383502" y="3756630"/>
                <a:ext cx="307503" cy="397839"/>
              </a:xfrm>
              <a:custGeom>
                <a:avLst/>
                <a:gdLst/>
                <a:ahLst/>
                <a:cxnLst/>
                <a:rect l="l" t="t" r="r" b="b"/>
                <a:pathLst>
                  <a:path w="2890" h="3739" extrusionOk="0">
                    <a:moveTo>
                      <a:pt x="423" y="0"/>
                    </a:moveTo>
                    <a:lnTo>
                      <a:pt x="0" y="230"/>
                    </a:lnTo>
                    <a:lnTo>
                      <a:pt x="1380" y="1403"/>
                    </a:lnTo>
                    <a:lnTo>
                      <a:pt x="1596" y="1582"/>
                    </a:lnTo>
                    <a:cubicBezTo>
                      <a:pt x="1596" y="1582"/>
                      <a:pt x="1603" y="1669"/>
                      <a:pt x="1617" y="1805"/>
                    </a:cubicBezTo>
                    <a:cubicBezTo>
                      <a:pt x="1631" y="2014"/>
                      <a:pt x="1682" y="2352"/>
                      <a:pt x="1782" y="2697"/>
                    </a:cubicBezTo>
                    <a:cubicBezTo>
                      <a:pt x="1889" y="3062"/>
                      <a:pt x="2055" y="3430"/>
                      <a:pt x="2329" y="3646"/>
                    </a:cubicBezTo>
                    <a:cubicBezTo>
                      <a:pt x="2372" y="3680"/>
                      <a:pt x="2415" y="3716"/>
                      <a:pt x="2465" y="3739"/>
                    </a:cubicBezTo>
                    <a:lnTo>
                      <a:pt x="2529" y="3559"/>
                    </a:lnTo>
                    <a:lnTo>
                      <a:pt x="2890" y="3508"/>
                    </a:lnTo>
                    <a:cubicBezTo>
                      <a:pt x="2838" y="3480"/>
                      <a:pt x="2788" y="3444"/>
                      <a:pt x="2745" y="3407"/>
                    </a:cubicBezTo>
                    <a:cubicBezTo>
                      <a:pt x="2422" y="3142"/>
                      <a:pt x="2243" y="2654"/>
                      <a:pt x="2148" y="2222"/>
                    </a:cubicBezTo>
                    <a:cubicBezTo>
                      <a:pt x="2114" y="2071"/>
                      <a:pt x="2084" y="1927"/>
                      <a:pt x="2070" y="1798"/>
                    </a:cubicBezTo>
                    <a:cubicBezTo>
                      <a:pt x="2055" y="1712"/>
                      <a:pt x="2048" y="1625"/>
                      <a:pt x="2041" y="1560"/>
                    </a:cubicBezTo>
                    <a:cubicBezTo>
                      <a:pt x="2027" y="1430"/>
                      <a:pt x="2027" y="1351"/>
                      <a:pt x="2027" y="1351"/>
                    </a:cubicBezTo>
                    <a:lnTo>
                      <a:pt x="2012" y="1344"/>
                    </a:lnTo>
                    <a:lnTo>
                      <a:pt x="4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6" name="Google Shape;1276;p41">
              <a:extLst>
                <a:ext uri="{FF2B5EF4-FFF2-40B4-BE49-F238E27FC236}">
                  <a16:creationId xmlns:a16="http://schemas.microsoft.com/office/drawing/2014/main" id="{1420C373-D3BA-91DF-B8A5-E30B7893DE13}"/>
                </a:ext>
              </a:extLst>
            </p:cNvPr>
            <p:cNvGrpSpPr/>
            <p:nvPr/>
          </p:nvGrpSpPr>
          <p:grpSpPr>
            <a:xfrm>
              <a:off x="1348450" y="1369360"/>
              <a:ext cx="2801449" cy="1664403"/>
              <a:chOff x="1348450" y="1369360"/>
              <a:chExt cx="2801449" cy="1664403"/>
            </a:xfrm>
          </p:grpSpPr>
          <p:sp>
            <p:nvSpPr>
              <p:cNvPr id="1277" name="Google Shape;1277;p41">
                <a:extLst>
                  <a:ext uri="{FF2B5EF4-FFF2-40B4-BE49-F238E27FC236}">
                    <a16:creationId xmlns:a16="http://schemas.microsoft.com/office/drawing/2014/main" id="{4F5A4476-DD63-958D-942B-8F1A3EE7E2D5}"/>
                  </a:ext>
                </a:extLst>
              </p:cNvPr>
              <p:cNvSpPr/>
              <p:nvPr/>
            </p:nvSpPr>
            <p:spPr>
              <a:xfrm>
                <a:off x="2110453" y="165944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78" name="Google Shape;1278;p41">
                <a:extLst>
                  <a:ext uri="{FF2B5EF4-FFF2-40B4-BE49-F238E27FC236}">
                    <a16:creationId xmlns:a16="http://schemas.microsoft.com/office/drawing/2014/main" id="{36D47770-022B-7E73-E299-94DDCF7D95D2}"/>
                  </a:ext>
                </a:extLst>
              </p:cNvPr>
              <p:cNvGrpSpPr/>
              <p:nvPr/>
            </p:nvGrpSpPr>
            <p:grpSpPr>
              <a:xfrm>
                <a:off x="1348450" y="1369360"/>
                <a:ext cx="2440677" cy="1290783"/>
                <a:chOff x="1348450" y="1369360"/>
                <a:chExt cx="2440677" cy="1290783"/>
              </a:xfrm>
            </p:grpSpPr>
            <p:sp>
              <p:nvSpPr>
                <p:cNvPr id="1279" name="Google Shape;1279;p41">
                  <a:extLst>
                    <a:ext uri="{FF2B5EF4-FFF2-40B4-BE49-F238E27FC236}">
                      <a16:creationId xmlns:a16="http://schemas.microsoft.com/office/drawing/2014/main" id="{E1148611-EF42-59AA-7DFA-453648248228}"/>
                    </a:ext>
                  </a:extLst>
                </p:cNvPr>
                <p:cNvSpPr/>
                <p:nvPr/>
              </p:nvSpPr>
              <p:spPr>
                <a:xfrm>
                  <a:off x="1348450" y="1954200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80" name="Google Shape;1280;p41">
                  <a:extLst>
                    <a:ext uri="{FF2B5EF4-FFF2-40B4-BE49-F238E27FC236}">
                      <a16:creationId xmlns:a16="http://schemas.microsoft.com/office/drawing/2014/main" id="{F670E122-7F24-60DD-036F-9D54215FCC89}"/>
                    </a:ext>
                  </a:extLst>
                </p:cNvPr>
                <p:cNvGrpSpPr/>
                <p:nvPr/>
              </p:nvGrpSpPr>
              <p:grpSpPr>
                <a:xfrm>
                  <a:off x="3674978" y="254594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281" name="Google Shape;1281;p41">
                    <a:extLst>
                      <a:ext uri="{FF2B5EF4-FFF2-40B4-BE49-F238E27FC236}">
                        <a16:creationId xmlns:a16="http://schemas.microsoft.com/office/drawing/2014/main" id="{00969434-A483-EC61-AB24-B7B63B52A251}"/>
                      </a:ext>
                    </a:extLst>
                  </p:cNvPr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2" name="Google Shape;1282;p41">
                    <a:extLst>
                      <a:ext uri="{FF2B5EF4-FFF2-40B4-BE49-F238E27FC236}">
                        <a16:creationId xmlns:a16="http://schemas.microsoft.com/office/drawing/2014/main" id="{8C1C36A6-3FFF-F25A-8881-7DD1D4BEDBF6}"/>
                      </a:ext>
                    </a:extLst>
                  </p:cNvPr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83" name="Google Shape;1283;p41">
                  <a:extLst>
                    <a:ext uri="{FF2B5EF4-FFF2-40B4-BE49-F238E27FC236}">
                      <a16:creationId xmlns:a16="http://schemas.microsoft.com/office/drawing/2014/main" id="{2765AF6E-FD37-3E33-C610-8FBCB6FA4356}"/>
                    </a:ext>
                  </a:extLst>
                </p:cNvPr>
                <p:cNvSpPr/>
                <p:nvPr/>
              </p:nvSpPr>
              <p:spPr>
                <a:xfrm>
                  <a:off x="1548185" y="1369360"/>
                  <a:ext cx="105061" cy="10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35" extrusionOk="0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84" name="Google Shape;1284;p41">
                <a:extLst>
                  <a:ext uri="{FF2B5EF4-FFF2-40B4-BE49-F238E27FC236}">
                    <a16:creationId xmlns:a16="http://schemas.microsoft.com/office/drawing/2014/main" id="{31C9A3F8-49AC-6C5F-6AC8-5BE6A1028F92}"/>
                  </a:ext>
                </a:extLst>
              </p:cNvPr>
              <p:cNvSpPr/>
              <p:nvPr/>
            </p:nvSpPr>
            <p:spPr>
              <a:xfrm>
                <a:off x="3730765" y="300725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85" name="Google Shape;1285;p41">
            <a:extLst>
              <a:ext uri="{FF2B5EF4-FFF2-40B4-BE49-F238E27FC236}">
                <a16:creationId xmlns:a16="http://schemas.microsoft.com/office/drawing/2014/main" id="{5D42148A-2859-0053-91DE-4ABEA92807B4}"/>
              </a:ext>
            </a:extLst>
          </p:cNvPr>
          <p:cNvGrpSpPr/>
          <p:nvPr/>
        </p:nvGrpSpPr>
        <p:grpSpPr>
          <a:xfrm>
            <a:off x="7338227" y="692266"/>
            <a:ext cx="914796" cy="413726"/>
            <a:chOff x="6246802" y="4035541"/>
            <a:chExt cx="914796" cy="413726"/>
          </a:xfrm>
        </p:grpSpPr>
        <p:grpSp>
          <p:nvGrpSpPr>
            <p:cNvPr id="1286" name="Google Shape;1286;p41">
              <a:extLst>
                <a:ext uri="{FF2B5EF4-FFF2-40B4-BE49-F238E27FC236}">
                  <a16:creationId xmlns:a16="http://schemas.microsoft.com/office/drawing/2014/main" id="{77D4F109-A4CA-7B4E-F64F-7C6BDE58ED5A}"/>
                </a:ext>
              </a:extLst>
            </p:cNvPr>
            <p:cNvGrpSpPr/>
            <p:nvPr/>
          </p:nvGrpSpPr>
          <p:grpSpPr>
            <a:xfrm>
              <a:off x="6246802" y="4035541"/>
              <a:ext cx="495681" cy="413726"/>
              <a:chOff x="6246802" y="4035541"/>
              <a:chExt cx="495681" cy="413726"/>
            </a:xfrm>
          </p:grpSpPr>
          <p:sp>
            <p:nvSpPr>
              <p:cNvPr id="1287" name="Google Shape;1287;p41">
                <a:extLst>
                  <a:ext uri="{FF2B5EF4-FFF2-40B4-BE49-F238E27FC236}">
                    <a16:creationId xmlns:a16="http://schemas.microsoft.com/office/drawing/2014/main" id="{4BD9F5BB-F134-67B5-9FF9-BE76599D517E}"/>
                  </a:ext>
                </a:extLst>
              </p:cNvPr>
              <p:cNvSpPr/>
              <p:nvPr/>
            </p:nvSpPr>
            <p:spPr>
              <a:xfrm>
                <a:off x="6637422" y="4035541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1">
                <a:extLst>
                  <a:ext uri="{FF2B5EF4-FFF2-40B4-BE49-F238E27FC236}">
                    <a16:creationId xmlns:a16="http://schemas.microsoft.com/office/drawing/2014/main" id="{5FDCCE50-F1F7-F3A2-4603-585A3203AF7C}"/>
                  </a:ext>
                </a:extLst>
              </p:cNvPr>
              <p:cNvSpPr/>
              <p:nvPr/>
            </p:nvSpPr>
            <p:spPr>
              <a:xfrm>
                <a:off x="6246802" y="4314017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9" name="Google Shape;1289;p41">
              <a:extLst>
                <a:ext uri="{FF2B5EF4-FFF2-40B4-BE49-F238E27FC236}">
                  <a16:creationId xmlns:a16="http://schemas.microsoft.com/office/drawing/2014/main" id="{991F7A8E-2645-108B-BA1E-2B42613B9105}"/>
                </a:ext>
              </a:extLst>
            </p:cNvPr>
            <p:cNvSpPr/>
            <p:nvPr/>
          </p:nvSpPr>
          <p:spPr>
            <a:xfrm>
              <a:off x="6742465" y="44227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79;p41">
            <a:extLst>
              <a:ext uri="{FF2B5EF4-FFF2-40B4-BE49-F238E27FC236}">
                <a16:creationId xmlns:a16="http://schemas.microsoft.com/office/drawing/2014/main" id="{D6413071-C670-BE12-2EF9-EE8FE7A1AF43}"/>
              </a:ext>
            </a:extLst>
          </p:cNvPr>
          <p:cNvSpPr txBox="1">
            <a:spLocks/>
          </p:cNvSpPr>
          <p:nvPr/>
        </p:nvSpPr>
        <p:spPr>
          <a:xfrm>
            <a:off x="472440" y="281522"/>
            <a:ext cx="3230880" cy="549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6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pt-BR" sz="2000" dirty="0"/>
              <a:t>Primeiro Diamante</a:t>
            </a:r>
          </a:p>
        </p:txBody>
      </p:sp>
    </p:spTree>
    <p:extLst>
      <p:ext uri="{BB962C8B-B14F-4D97-AF65-F5344CB8AC3E}">
        <p14:creationId xmlns:p14="http://schemas.microsoft.com/office/powerpoint/2010/main" val="1727927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>
          <a:extLst>
            <a:ext uri="{FF2B5EF4-FFF2-40B4-BE49-F238E27FC236}">
              <a16:creationId xmlns:a16="http://schemas.microsoft.com/office/drawing/2014/main" id="{78D5724A-FDBE-CE27-40C7-6CD42A0D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44">
            <a:extLst>
              <a:ext uri="{FF2B5EF4-FFF2-40B4-BE49-F238E27FC236}">
                <a16:creationId xmlns:a16="http://schemas.microsoft.com/office/drawing/2014/main" id="{D8661DAC-DD4A-8A1F-AB9F-457FA52BC2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4662" y="479204"/>
            <a:ext cx="77109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Desenvolvendo</a:t>
            </a:r>
            <a:endParaRPr sz="6000" dirty="0"/>
          </a:p>
        </p:txBody>
      </p:sp>
      <p:sp>
        <p:nvSpPr>
          <p:cNvPr id="1534" name="Google Shape;1534;p44">
            <a:extLst>
              <a:ext uri="{FF2B5EF4-FFF2-40B4-BE49-F238E27FC236}">
                <a16:creationId xmlns:a16="http://schemas.microsoft.com/office/drawing/2014/main" id="{7DECABEB-02D0-8E39-FEBB-DDCE29EB45E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35975" y="1507500"/>
            <a:ext cx="4294800" cy="21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b="1" dirty="0">
                <a:solidFill>
                  <a:schemeClr val="tx2"/>
                </a:solidFill>
              </a:rPr>
              <a:t>Requisitos: </a:t>
            </a:r>
            <a:r>
              <a:rPr lang="pt-BR" dirty="0">
                <a:solidFill>
                  <a:schemeClr val="tx1"/>
                </a:solidFill>
              </a:rPr>
              <a:t>Amplo armazenamento, fácil manutenção e usabilidade. Gratuito e Intuitivo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b="1" dirty="0">
              <a:solidFill>
                <a:schemeClr val="tx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b="1" dirty="0">
                <a:solidFill>
                  <a:schemeClr val="tx2"/>
                </a:solidFill>
              </a:rPr>
              <a:t>Tecnologias: </a:t>
            </a:r>
            <a:r>
              <a:rPr lang="pt-BR" dirty="0">
                <a:solidFill>
                  <a:schemeClr val="tx1"/>
                </a:solidFill>
              </a:rPr>
              <a:t>De acordo com as demandas, buscando sempre automatização e aperfeiçoamento.</a:t>
            </a:r>
            <a:endParaRPr b="1" dirty="0">
              <a:solidFill>
                <a:schemeClr val="tx2"/>
              </a:solidFill>
            </a:endParaRPr>
          </a:p>
        </p:txBody>
      </p:sp>
      <p:grpSp>
        <p:nvGrpSpPr>
          <p:cNvPr id="1535" name="Google Shape;1535;p44">
            <a:extLst>
              <a:ext uri="{FF2B5EF4-FFF2-40B4-BE49-F238E27FC236}">
                <a16:creationId xmlns:a16="http://schemas.microsoft.com/office/drawing/2014/main" id="{441E8EA8-2F7D-6DE5-C230-A27EBAD613E8}"/>
              </a:ext>
            </a:extLst>
          </p:cNvPr>
          <p:cNvGrpSpPr/>
          <p:nvPr/>
        </p:nvGrpSpPr>
        <p:grpSpPr>
          <a:xfrm>
            <a:off x="-564500" y="1477273"/>
            <a:ext cx="7031434" cy="3716657"/>
            <a:chOff x="-564500" y="1477273"/>
            <a:chExt cx="7031434" cy="3716657"/>
          </a:xfrm>
        </p:grpSpPr>
        <p:grpSp>
          <p:nvGrpSpPr>
            <p:cNvPr id="1536" name="Google Shape;1536;p44">
              <a:extLst>
                <a:ext uri="{FF2B5EF4-FFF2-40B4-BE49-F238E27FC236}">
                  <a16:creationId xmlns:a16="http://schemas.microsoft.com/office/drawing/2014/main" id="{3B0C6D73-B990-932C-7013-2AD87BD20CCE}"/>
                </a:ext>
              </a:extLst>
            </p:cNvPr>
            <p:cNvGrpSpPr/>
            <p:nvPr/>
          </p:nvGrpSpPr>
          <p:grpSpPr>
            <a:xfrm>
              <a:off x="904290" y="1477273"/>
              <a:ext cx="783133" cy="1070328"/>
              <a:chOff x="904290" y="1477273"/>
              <a:chExt cx="783133" cy="1070328"/>
            </a:xfrm>
          </p:grpSpPr>
          <p:sp>
            <p:nvSpPr>
              <p:cNvPr id="1537" name="Google Shape;1537;p44">
                <a:extLst>
                  <a:ext uri="{FF2B5EF4-FFF2-40B4-BE49-F238E27FC236}">
                    <a16:creationId xmlns:a16="http://schemas.microsoft.com/office/drawing/2014/main" id="{8DC2D856-3464-A802-57E8-FC4E707C39E2}"/>
                  </a:ext>
                </a:extLst>
              </p:cNvPr>
              <p:cNvSpPr/>
              <p:nvPr/>
            </p:nvSpPr>
            <p:spPr>
              <a:xfrm>
                <a:off x="954662" y="244825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38" name="Google Shape;1538;p44">
                <a:extLst>
                  <a:ext uri="{FF2B5EF4-FFF2-40B4-BE49-F238E27FC236}">
                    <a16:creationId xmlns:a16="http://schemas.microsoft.com/office/drawing/2014/main" id="{47F576C4-334D-A7A9-7F11-CC585A152D60}"/>
                  </a:ext>
                </a:extLst>
              </p:cNvPr>
              <p:cNvGrpSpPr/>
              <p:nvPr/>
            </p:nvGrpSpPr>
            <p:grpSpPr>
              <a:xfrm>
                <a:off x="904290" y="1477273"/>
                <a:ext cx="114150" cy="114196"/>
                <a:chOff x="-685100" y="4136737"/>
                <a:chExt cx="38359" cy="38359"/>
              </a:xfrm>
            </p:grpSpPr>
            <p:sp>
              <p:nvSpPr>
                <p:cNvPr id="1539" name="Google Shape;1539;p44">
                  <a:extLst>
                    <a:ext uri="{FF2B5EF4-FFF2-40B4-BE49-F238E27FC236}">
                      <a16:creationId xmlns:a16="http://schemas.microsoft.com/office/drawing/2014/main" id="{6FB9C501-6607-91B4-9111-5A185DBBB24C}"/>
                    </a:ext>
                  </a:extLst>
                </p:cNvPr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0" name="Google Shape;1540;p44">
                  <a:extLst>
                    <a:ext uri="{FF2B5EF4-FFF2-40B4-BE49-F238E27FC236}">
                      <a16:creationId xmlns:a16="http://schemas.microsoft.com/office/drawing/2014/main" id="{8F98BA5C-2931-657C-9639-FA91DA96FF7B}"/>
                    </a:ext>
                  </a:extLst>
                </p:cNvPr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41" name="Google Shape;1541;p44">
                <a:extLst>
                  <a:ext uri="{FF2B5EF4-FFF2-40B4-BE49-F238E27FC236}">
                    <a16:creationId xmlns:a16="http://schemas.microsoft.com/office/drawing/2014/main" id="{EFDA2369-6030-C220-B684-EC7F478BB750}"/>
                  </a:ext>
                </a:extLst>
              </p:cNvPr>
              <p:cNvSpPr/>
              <p:nvPr/>
            </p:nvSpPr>
            <p:spPr>
              <a:xfrm>
                <a:off x="1268290" y="201603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44">
              <a:extLst>
                <a:ext uri="{FF2B5EF4-FFF2-40B4-BE49-F238E27FC236}">
                  <a16:creationId xmlns:a16="http://schemas.microsoft.com/office/drawing/2014/main" id="{9D31735B-37A3-4120-19F6-FC50FA8750D3}"/>
                </a:ext>
              </a:extLst>
            </p:cNvPr>
            <p:cNvGrpSpPr/>
            <p:nvPr/>
          </p:nvGrpSpPr>
          <p:grpSpPr>
            <a:xfrm>
              <a:off x="-564500" y="1591470"/>
              <a:ext cx="7031434" cy="3602460"/>
              <a:chOff x="-564500" y="1591470"/>
              <a:chExt cx="7031434" cy="3602460"/>
            </a:xfrm>
          </p:grpSpPr>
          <p:sp>
            <p:nvSpPr>
              <p:cNvPr id="1543" name="Google Shape;1543;p44">
                <a:extLst>
                  <a:ext uri="{FF2B5EF4-FFF2-40B4-BE49-F238E27FC236}">
                    <a16:creationId xmlns:a16="http://schemas.microsoft.com/office/drawing/2014/main" id="{5587CD74-0E7A-6FE0-2418-DA7EDF5FE7E7}"/>
                  </a:ext>
                </a:extLst>
              </p:cNvPr>
              <p:cNvSpPr/>
              <p:nvPr/>
            </p:nvSpPr>
            <p:spPr>
              <a:xfrm>
                <a:off x="-564500" y="2552900"/>
                <a:ext cx="7031434" cy="2641030"/>
              </a:xfrm>
              <a:custGeom>
                <a:avLst/>
                <a:gdLst/>
                <a:ahLst/>
                <a:cxnLst/>
                <a:rect l="l" t="t" r="r" b="b"/>
                <a:pathLst>
                  <a:path w="321584" h="120788" extrusionOk="0">
                    <a:moveTo>
                      <a:pt x="0" y="65800"/>
                    </a:moveTo>
                    <a:lnTo>
                      <a:pt x="112755" y="0"/>
                    </a:lnTo>
                    <a:lnTo>
                      <a:pt x="321584" y="120788"/>
                    </a:lnTo>
                    <a:lnTo>
                      <a:pt x="1853" y="12078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544" name="Google Shape;1544;p44">
                <a:extLst>
                  <a:ext uri="{FF2B5EF4-FFF2-40B4-BE49-F238E27FC236}">
                    <a16:creationId xmlns:a16="http://schemas.microsoft.com/office/drawing/2014/main" id="{32DF084D-7A00-6500-EB13-D8FC8748623F}"/>
                  </a:ext>
                </a:extLst>
              </p:cNvPr>
              <p:cNvGrpSpPr/>
              <p:nvPr/>
            </p:nvGrpSpPr>
            <p:grpSpPr>
              <a:xfrm>
                <a:off x="369532" y="1591470"/>
                <a:ext cx="3279262" cy="2924703"/>
                <a:chOff x="-2400037" y="242162"/>
                <a:chExt cx="2075482" cy="1851078"/>
              </a:xfrm>
            </p:grpSpPr>
            <p:sp>
              <p:nvSpPr>
                <p:cNvPr id="1545" name="Google Shape;1545;p44">
                  <a:extLst>
                    <a:ext uri="{FF2B5EF4-FFF2-40B4-BE49-F238E27FC236}">
                      <a16:creationId xmlns:a16="http://schemas.microsoft.com/office/drawing/2014/main" id="{A04672FD-9BFA-6707-38CC-3AA673E86F32}"/>
                    </a:ext>
                  </a:extLst>
                </p:cNvPr>
                <p:cNvSpPr/>
                <p:nvPr/>
              </p:nvSpPr>
              <p:spPr>
                <a:xfrm>
                  <a:off x="-1078925" y="736525"/>
                  <a:ext cx="287400" cy="2073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6" name="Google Shape;1546;p44">
                  <a:extLst>
                    <a:ext uri="{FF2B5EF4-FFF2-40B4-BE49-F238E27FC236}">
                      <a16:creationId xmlns:a16="http://schemas.microsoft.com/office/drawing/2014/main" id="{29D2A969-328E-371F-3CB7-42E050FB2A3C}"/>
                    </a:ext>
                  </a:extLst>
                </p:cNvPr>
                <p:cNvSpPr/>
                <p:nvPr/>
              </p:nvSpPr>
              <p:spPr>
                <a:xfrm>
                  <a:off x="-535958" y="1536503"/>
                  <a:ext cx="1242" cy="5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65" extrusionOk="0">
                      <a:moveTo>
                        <a:pt x="14" y="0"/>
                      </a:moveTo>
                      <a:cubicBezTo>
                        <a:pt x="14" y="21"/>
                        <a:pt x="7" y="43"/>
                        <a:pt x="1" y="64"/>
                      </a:cubicBezTo>
                      <a:lnTo>
                        <a:pt x="14" y="64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7" name="Google Shape;1547;p44">
                  <a:extLst>
                    <a:ext uri="{FF2B5EF4-FFF2-40B4-BE49-F238E27FC236}">
                      <a16:creationId xmlns:a16="http://schemas.microsoft.com/office/drawing/2014/main" id="{07A3F807-79AC-C4A8-5DC6-AA73EDD4118C}"/>
                    </a:ext>
                  </a:extLst>
                </p:cNvPr>
                <p:cNvSpPr/>
                <p:nvPr/>
              </p:nvSpPr>
              <p:spPr>
                <a:xfrm>
                  <a:off x="-1407380" y="900760"/>
                  <a:ext cx="188062" cy="10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" h="1309" extrusionOk="0">
                      <a:moveTo>
                        <a:pt x="0" y="1"/>
                      </a:moveTo>
                      <a:lnTo>
                        <a:pt x="2264" y="1308"/>
                      </a:lnTo>
                      <a:lnTo>
                        <a:pt x="2271" y="13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8" name="Google Shape;1548;p44">
                  <a:extLst>
                    <a:ext uri="{FF2B5EF4-FFF2-40B4-BE49-F238E27FC236}">
                      <a16:creationId xmlns:a16="http://schemas.microsoft.com/office/drawing/2014/main" id="{CD1CD641-F8CE-9752-FC88-931907A23A67}"/>
                    </a:ext>
                  </a:extLst>
                </p:cNvPr>
                <p:cNvSpPr/>
                <p:nvPr/>
              </p:nvSpPr>
              <p:spPr>
                <a:xfrm>
                  <a:off x="-535958" y="1536503"/>
                  <a:ext cx="1242" cy="5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65" extrusionOk="0">
                      <a:moveTo>
                        <a:pt x="14" y="0"/>
                      </a:moveTo>
                      <a:cubicBezTo>
                        <a:pt x="14" y="21"/>
                        <a:pt x="7" y="43"/>
                        <a:pt x="1" y="64"/>
                      </a:cubicBezTo>
                      <a:lnTo>
                        <a:pt x="14" y="64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9" name="Google Shape;1549;p44">
                  <a:extLst>
                    <a:ext uri="{FF2B5EF4-FFF2-40B4-BE49-F238E27FC236}">
                      <a16:creationId xmlns:a16="http://schemas.microsoft.com/office/drawing/2014/main" id="{0057E747-8E2F-04DC-D9E0-5639942B13CC}"/>
                    </a:ext>
                  </a:extLst>
                </p:cNvPr>
                <p:cNvSpPr/>
                <p:nvPr/>
              </p:nvSpPr>
              <p:spPr>
                <a:xfrm>
                  <a:off x="-1407380" y="900760"/>
                  <a:ext cx="188062" cy="10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" h="1309" extrusionOk="0">
                      <a:moveTo>
                        <a:pt x="0" y="1"/>
                      </a:moveTo>
                      <a:lnTo>
                        <a:pt x="2264" y="1308"/>
                      </a:lnTo>
                      <a:lnTo>
                        <a:pt x="2271" y="13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0" name="Google Shape;1550;p44">
                  <a:extLst>
                    <a:ext uri="{FF2B5EF4-FFF2-40B4-BE49-F238E27FC236}">
                      <a16:creationId xmlns:a16="http://schemas.microsoft.com/office/drawing/2014/main" id="{089B4F18-DBC1-B79D-E062-6FA4D3E3AC05}"/>
                    </a:ext>
                  </a:extLst>
                </p:cNvPr>
                <p:cNvSpPr/>
                <p:nvPr/>
              </p:nvSpPr>
              <p:spPr>
                <a:xfrm>
                  <a:off x="-1407380" y="900760"/>
                  <a:ext cx="188062" cy="10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" h="1309" extrusionOk="0">
                      <a:moveTo>
                        <a:pt x="0" y="1"/>
                      </a:moveTo>
                      <a:lnTo>
                        <a:pt x="2264" y="1308"/>
                      </a:lnTo>
                      <a:lnTo>
                        <a:pt x="2271" y="13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1" name="Google Shape;1551;p44">
                  <a:extLst>
                    <a:ext uri="{FF2B5EF4-FFF2-40B4-BE49-F238E27FC236}">
                      <a16:creationId xmlns:a16="http://schemas.microsoft.com/office/drawing/2014/main" id="{69B00532-639D-E372-1335-D8AF19CCBF75}"/>
                    </a:ext>
                  </a:extLst>
                </p:cNvPr>
                <p:cNvSpPr/>
                <p:nvPr/>
              </p:nvSpPr>
              <p:spPr>
                <a:xfrm>
                  <a:off x="-1305108" y="245308"/>
                  <a:ext cx="828" cy="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8" extrusionOk="0">
                      <a:moveTo>
                        <a:pt x="9" y="1"/>
                      </a:moveTo>
                      <a:cubicBezTo>
                        <a:pt x="1" y="1"/>
                        <a:pt x="1" y="1"/>
                        <a:pt x="1" y="8"/>
                      </a:cubicBezTo>
                      <a:lnTo>
                        <a:pt x="9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2" name="Google Shape;1552;p44">
                  <a:extLst>
                    <a:ext uri="{FF2B5EF4-FFF2-40B4-BE49-F238E27FC236}">
                      <a16:creationId xmlns:a16="http://schemas.microsoft.com/office/drawing/2014/main" id="{71A156B9-66B2-1136-E2FA-919D609CB772}"/>
                    </a:ext>
                  </a:extLst>
                </p:cNvPr>
                <p:cNvSpPr/>
                <p:nvPr/>
              </p:nvSpPr>
              <p:spPr>
                <a:xfrm>
                  <a:off x="-1305108" y="245308"/>
                  <a:ext cx="828" cy="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8" fill="none" extrusionOk="0">
                      <a:moveTo>
                        <a:pt x="9" y="1"/>
                      </a:moveTo>
                      <a:cubicBezTo>
                        <a:pt x="1" y="1"/>
                        <a:pt x="1" y="1"/>
                        <a:pt x="1" y="8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3" name="Google Shape;1553;p44">
                  <a:extLst>
                    <a:ext uri="{FF2B5EF4-FFF2-40B4-BE49-F238E27FC236}">
                      <a16:creationId xmlns:a16="http://schemas.microsoft.com/office/drawing/2014/main" id="{32DAFB7F-6712-FC9E-A7B7-DBC1F035B2E6}"/>
                    </a:ext>
                  </a:extLst>
                </p:cNvPr>
                <p:cNvSpPr/>
                <p:nvPr/>
              </p:nvSpPr>
              <p:spPr>
                <a:xfrm>
                  <a:off x="-1304363" y="242162"/>
                  <a:ext cx="979808" cy="1299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2" h="15688" extrusionOk="0">
                      <a:moveTo>
                        <a:pt x="218" y="0"/>
                      </a:moveTo>
                      <a:cubicBezTo>
                        <a:pt x="207" y="0"/>
                        <a:pt x="197" y="1"/>
                        <a:pt x="187" y="2"/>
                      </a:cubicBezTo>
                      <a:cubicBezTo>
                        <a:pt x="157" y="11"/>
                        <a:pt x="114" y="18"/>
                        <a:pt x="71" y="25"/>
                      </a:cubicBezTo>
                      <a:cubicBezTo>
                        <a:pt x="64" y="25"/>
                        <a:pt x="57" y="32"/>
                        <a:pt x="50" y="32"/>
                      </a:cubicBezTo>
                      <a:cubicBezTo>
                        <a:pt x="28" y="32"/>
                        <a:pt x="14" y="39"/>
                        <a:pt x="0" y="39"/>
                      </a:cubicBezTo>
                      <a:lnTo>
                        <a:pt x="35" y="39"/>
                      </a:lnTo>
                      <a:cubicBezTo>
                        <a:pt x="50" y="39"/>
                        <a:pt x="64" y="39"/>
                        <a:pt x="86" y="46"/>
                      </a:cubicBezTo>
                      <a:cubicBezTo>
                        <a:pt x="100" y="54"/>
                        <a:pt x="121" y="61"/>
                        <a:pt x="136" y="68"/>
                      </a:cubicBezTo>
                      <a:lnTo>
                        <a:pt x="11436" y="6587"/>
                      </a:lnTo>
                      <a:cubicBezTo>
                        <a:pt x="11565" y="6667"/>
                        <a:pt x="11645" y="6868"/>
                        <a:pt x="11602" y="7032"/>
                      </a:cubicBezTo>
                      <a:lnTo>
                        <a:pt x="9488" y="15494"/>
                      </a:lnTo>
                      <a:cubicBezTo>
                        <a:pt x="9480" y="15508"/>
                        <a:pt x="9480" y="15515"/>
                        <a:pt x="9480" y="15522"/>
                      </a:cubicBezTo>
                      <a:cubicBezTo>
                        <a:pt x="9473" y="15528"/>
                        <a:pt x="9473" y="15537"/>
                        <a:pt x="9473" y="15537"/>
                      </a:cubicBezTo>
                      <a:lnTo>
                        <a:pt x="9473" y="15544"/>
                      </a:lnTo>
                      <a:cubicBezTo>
                        <a:pt x="9466" y="15551"/>
                        <a:pt x="9466" y="15558"/>
                        <a:pt x="9459" y="15572"/>
                      </a:cubicBezTo>
                      <a:cubicBezTo>
                        <a:pt x="9452" y="15580"/>
                        <a:pt x="9452" y="15587"/>
                        <a:pt x="9445" y="15594"/>
                      </a:cubicBezTo>
                      <a:cubicBezTo>
                        <a:pt x="9430" y="15615"/>
                        <a:pt x="9416" y="15637"/>
                        <a:pt x="9393" y="15651"/>
                      </a:cubicBezTo>
                      <a:cubicBezTo>
                        <a:pt x="9387" y="15651"/>
                        <a:pt x="9387" y="15658"/>
                        <a:pt x="9380" y="15658"/>
                      </a:cubicBezTo>
                      <a:cubicBezTo>
                        <a:pt x="9380" y="15666"/>
                        <a:pt x="9373" y="15666"/>
                        <a:pt x="9366" y="15666"/>
                      </a:cubicBezTo>
                      <a:cubicBezTo>
                        <a:pt x="9359" y="15673"/>
                        <a:pt x="9350" y="15680"/>
                        <a:pt x="9337" y="15680"/>
                      </a:cubicBezTo>
                      <a:cubicBezTo>
                        <a:pt x="9335" y="15682"/>
                        <a:pt x="9333" y="15683"/>
                        <a:pt x="9331" y="15684"/>
                      </a:cubicBezTo>
                      <a:lnTo>
                        <a:pt x="9331" y="15684"/>
                      </a:lnTo>
                      <a:cubicBezTo>
                        <a:pt x="9388" y="15677"/>
                        <a:pt x="9444" y="15665"/>
                        <a:pt x="9495" y="15651"/>
                      </a:cubicBezTo>
                      <a:cubicBezTo>
                        <a:pt x="9581" y="15637"/>
                        <a:pt x="9645" y="15565"/>
                        <a:pt x="9675" y="15458"/>
                      </a:cubicBezTo>
                      <a:lnTo>
                        <a:pt x="11788" y="6998"/>
                      </a:lnTo>
                      <a:cubicBezTo>
                        <a:pt x="11831" y="6832"/>
                        <a:pt x="11759" y="6630"/>
                        <a:pt x="11622" y="6551"/>
                      </a:cubicBezTo>
                      <a:lnTo>
                        <a:pt x="330" y="32"/>
                      </a:lnTo>
                      <a:cubicBezTo>
                        <a:pt x="291" y="9"/>
                        <a:pt x="253" y="0"/>
                        <a:pt x="218" y="0"/>
                      </a:cubicBezTo>
                      <a:close/>
                      <a:moveTo>
                        <a:pt x="9331" y="15684"/>
                      </a:moveTo>
                      <a:cubicBezTo>
                        <a:pt x="9323" y="15685"/>
                        <a:pt x="9315" y="15686"/>
                        <a:pt x="9307" y="15687"/>
                      </a:cubicBezTo>
                      <a:cubicBezTo>
                        <a:pt x="9319" y="15687"/>
                        <a:pt x="9325" y="15687"/>
                        <a:pt x="9331" y="1568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4" name="Google Shape;1554;p44">
                  <a:extLst>
                    <a:ext uri="{FF2B5EF4-FFF2-40B4-BE49-F238E27FC236}">
                      <a16:creationId xmlns:a16="http://schemas.microsoft.com/office/drawing/2014/main" id="{1F24A5DB-F561-4B58-4CA4-8C692A6BE4FD}"/>
                    </a:ext>
                  </a:extLst>
                </p:cNvPr>
                <p:cNvSpPr/>
                <p:nvPr/>
              </p:nvSpPr>
              <p:spPr>
                <a:xfrm>
                  <a:off x="-1407380" y="900760"/>
                  <a:ext cx="188062" cy="10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" h="1309" extrusionOk="0">
                      <a:moveTo>
                        <a:pt x="0" y="1"/>
                      </a:moveTo>
                      <a:lnTo>
                        <a:pt x="2264" y="1308"/>
                      </a:lnTo>
                      <a:lnTo>
                        <a:pt x="2271" y="13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5" name="Google Shape;1555;p44">
                  <a:extLst>
                    <a:ext uri="{FF2B5EF4-FFF2-40B4-BE49-F238E27FC236}">
                      <a16:creationId xmlns:a16="http://schemas.microsoft.com/office/drawing/2014/main" id="{6BDB6684-F85A-0755-C4CA-C01BF0F88DF9}"/>
                    </a:ext>
                  </a:extLst>
                </p:cNvPr>
                <p:cNvSpPr/>
                <p:nvPr/>
              </p:nvSpPr>
              <p:spPr>
                <a:xfrm>
                  <a:off x="-535958" y="1536503"/>
                  <a:ext cx="1242" cy="5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65" extrusionOk="0">
                      <a:moveTo>
                        <a:pt x="14" y="0"/>
                      </a:moveTo>
                      <a:cubicBezTo>
                        <a:pt x="14" y="21"/>
                        <a:pt x="7" y="43"/>
                        <a:pt x="1" y="64"/>
                      </a:cubicBezTo>
                      <a:lnTo>
                        <a:pt x="14" y="64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6" name="Google Shape;1556;p44">
                  <a:extLst>
                    <a:ext uri="{FF2B5EF4-FFF2-40B4-BE49-F238E27FC236}">
                      <a16:creationId xmlns:a16="http://schemas.microsoft.com/office/drawing/2014/main" id="{94B0087C-4E9C-AD46-7CA6-BF7A3DFB89E1}"/>
                    </a:ext>
                  </a:extLst>
                </p:cNvPr>
                <p:cNvSpPr/>
                <p:nvPr/>
              </p:nvSpPr>
              <p:spPr>
                <a:xfrm>
                  <a:off x="-2073513" y="1331048"/>
                  <a:ext cx="1538775" cy="57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2" h="6975" extrusionOk="0">
                      <a:moveTo>
                        <a:pt x="7" y="1"/>
                      </a:moveTo>
                      <a:lnTo>
                        <a:pt x="7" y="252"/>
                      </a:lnTo>
                      <a:cubicBezTo>
                        <a:pt x="0" y="302"/>
                        <a:pt x="36" y="352"/>
                        <a:pt x="102" y="396"/>
                      </a:cubicBezTo>
                      <a:lnTo>
                        <a:pt x="11401" y="6916"/>
                      </a:lnTo>
                      <a:cubicBezTo>
                        <a:pt x="11466" y="6955"/>
                        <a:pt x="11552" y="6975"/>
                        <a:pt x="11640" y="6975"/>
                      </a:cubicBezTo>
                      <a:cubicBezTo>
                        <a:pt x="11727" y="6975"/>
                        <a:pt x="11815" y="6955"/>
                        <a:pt x="11883" y="6916"/>
                      </a:cubicBezTo>
                      <a:lnTo>
                        <a:pt x="18481" y="3078"/>
                      </a:lnTo>
                      <a:cubicBezTo>
                        <a:pt x="18552" y="3042"/>
                        <a:pt x="18581" y="2992"/>
                        <a:pt x="18581" y="2940"/>
                      </a:cubicBezTo>
                      <a:lnTo>
                        <a:pt x="18581" y="2545"/>
                      </a:lnTo>
                      <a:lnTo>
                        <a:pt x="18568" y="2545"/>
                      </a:lnTo>
                      <a:cubicBezTo>
                        <a:pt x="18545" y="2574"/>
                        <a:pt x="18524" y="2595"/>
                        <a:pt x="18488" y="2618"/>
                      </a:cubicBezTo>
                      <a:lnTo>
                        <a:pt x="11883" y="6665"/>
                      </a:lnTo>
                      <a:cubicBezTo>
                        <a:pt x="11818" y="6700"/>
                        <a:pt x="11730" y="6718"/>
                        <a:pt x="11642" y="6718"/>
                      </a:cubicBezTo>
                      <a:cubicBezTo>
                        <a:pt x="11554" y="6718"/>
                        <a:pt x="11466" y="6700"/>
                        <a:pt x="11401" y="6665"/>
                      </a:cubicBezTo>
                      <a:lnTo>
                        <a:pt x="109" y="137"/>
                      </a:lnTo>
                      <a:cubicBezTo>
                        <a:pt x="93" y="130"/>
                        <a:pt x="80" y="123"/>
                        <a:pt x="73" y="116"/>
                      </a:cubicBezTo>
                      <a:cubicBezTo>
                        <a:pt x="66" y="109"/>
                        <a:pt x="59" y="109"/>
                        <a:pt x="59" y="102"/>
                      </a:cubicBezTo>
                      <a:cubicBezTo>
                        <a:pt x="50" y="102"/>
                        <a:pt x="50" y="94"/>
                        <a:pt x="43" y="94"/>
                      </a:cubicBezTo>
                      <a:cubicBezTo>
                        <a:pt x="16" y="66"/>
                        <a:pt x="7" y="30"/>
                        <a:pt x="7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7" name="Google Shape;1557;p44">
                  <a:extLst>
                    <a:ext uri="{FF2B5EF4-FFF2-40B4-BE49-F238E27FC236}">
                      <a16:creationId xmlns:a16="http://schemas.microsoft.com/office/drawing/2014/main" id="{F87B50AA-2333-6BF3-C4A2-BBA654199763}"/>
                    </a:ext>
                  </a:extLst>
                </p:cNvPr>
                <p:cNvSpPr/>
                <p:nvPr/>
              </p:nvSpPr>
              <p:spPr>
                <a:xfrm>
                  <a:off x="-2072933" y="980094"/>
                  <a:ext cx="1537036" cy="907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61" h="10956" extrusionOk="0">
                      <a:moveTo>
                        <a:pt x="6729" y="518"/>
                      </a:moveTo>
                      <a:cubicBezTo>
                        <a:pt x="6775" y="518"/>
                        <a:pt x="6822" y="527"/>
                        <a:pt x="6857" y="545"/>
                      </a:cubicBezTo>
                      <a:lnTo>
                        <a:pt x="7225" y="761"/>
                      </a:lnTo>
                      <a:cubicBezTo>
                        <a:pt x="7297" y="804"/>
                        <a:pt x="7297" y="868"/>
                        <a:pt x="7225" y="911"/>
                      </a:cubicBezTo>
                      <a:lnTo>
                        <a:pt x="7175" y="940"/>
                      </a:lnTo>
                      <a:cubicBezTo>
                        <a:pt x="7139" y="962"/>
                        <a:pt x="7092" y="972"/>
                        <a:pt x="7045" y="972"/>
                      </a:cubicBezTo>
                      <a:cubicBezTo>
                        <a:pt x="6998" y="972"/>
                        <a:pt x="6951" y="962"/>
                        <a:pt x="6916" y="940"/>
                      </a:cubicBezTo>
                      <a:lnTo>
                        <a:pt x="6549" y="731"/>
                      </a:lnTo>
                      <a:cubicBezTo>
                        <a:pt x="6478" y="688"/>
                        <a:pt x="6478" y="616"/>
                        <a:pt x="6549" y="573"/>
                      </a:cubicBezTo>
                      <a:lnTo>
                        <a:pt x="6599" y="545"/>
                      </a:lnTo>
                      <a:cubicBezTo>
                        <a:pt x="6635" y="527"/>
                        <a:pt x="6682" y="518"/>
                        <a:pt x="6729" y="518"/>
                      </a:cubicBezTo>
                      <a:close/>
                      <a:moveTo>
                        <a:pt x="6294" y="769"/>
                      </a:moveTo>
                      <a:cubicBezTo>
                        <a:pt x="6342" y="769"/>
                        <a:pt x="6391" y="778"/>
                        <a:pt x="6426" y="795"/>
                      </a:cubicBezTo>
                      <a:lnTo>
                        <a:pt x="6794" y="1011"/>
                      </a:lnTo>
                      <a:cubicBezTo>
                        <a:pt x="6866" y="1054"/>
                        <a:pt x="6866" y="1120"/>
                        <a:pt x="6794" y="1163"/>
                      </a:cubicBezTo>
                      <a:lnTo>
                        <a:pt x="6492" y="1335"/>
                      </a:lnTo>
                      <a:cubicBezTo>
                        <a:pt x="6455" y="1357"/>
                        <a:pt x="6409" y="1368"/>
                        <a:pt x="6362" y="1368"/>
                      </a:cubicBezTo>
                      <a:cubicBezTo>
                        <a:pt x="6316" y="1368"/>
                        <a:pt x="6269" y="1357"/>
                        <a:pt x="6233" y="1335"/>
                      </a:cubicBezTo>
                      <a:lnTo>
                        <a:pt x="5865" y="1126"/>
                      </a:lnTo>
                      <a:cubicBezTo>
                        <a:pt x="5795" y="1083"/>
                        <a:pt x="5795" y="1011"/>
                        <a:pt x="5865" y="976"/>
                      </a:cubicBezTo>
                      <a:lnTo>
                        <a:pt x="6160" y="795"/>
                      </a:lnTo>
                      <a:cubicBezTo>
                        <a:pt x="6197" y="778"/>
                        <a:pt x="6245" y="769"/>
                        <a:pt x="6294" y="769"/>
                      </a:cubicBezTo>
                      <a:close/>
                      <a:moveTo>
                        <a:pt x="7473" y="944"/>
                      </a:moveTo>
                      <a:cubicBezTo>
                        <a:pt x="7521" y="944"/>
                        <a:pt x="7570" y="955"/>
                        <a:pt x="7606" y="976"/>
                      </a:cubicBezTo>
                      <a:lnTo>
                        <a:pt x="7944" y="1170"/>
                      </a:lnTo>
                      <a:cubicBezTo>
                        <a:pt x="8015" y="1213"/>
                        <a:pt x="8015" y="1285"/>
                        <a:pt x="7944" y="1321"/>
                      </a:cubicBezTo>
                      <a:lnTo>
                        <a:pt x="7892" y="1349"/>
                      </a:lnTo>
                      <a:cubicBezTo>
                        <a:pt x="7857" y="1371"/>
                        <a:pt x="7811" y="1381"/>
                        <a:pt x="7764" y="1381"/>
                      </a:cubicBezTo>
                      <a:cubicBezTo>
                        <a:pt x="7717" y="1381"/>
                        <a:pt x="7670" y="1371"/>
                        <a:pt x="7634" y="1349"/>
                      </a:cubicBezTo>
                      <a:lnTo>
                        <a:pt x="7297" y="1156"/>
                      </a:lnTo>
                      <a:cubicBezTo>
                        <a:pt x="7225" y="1120"/>
                        <a:pt x="7225" y="1047"/>
                        <a:pt x="7297" y="1004"/>
                      </a:cubicBezTo>
                      <a:lnTo>
                        <a:pt x="7340" y="976"/>
                      </a:lnTo>
                      <a:cubicBezTo>
                        <a:pt x="7376" y="955"/>
                        <a:pt x="7424" y="944"/>
                        <a:pt x="7473" y="944"/>
                      </a:cubicBezTo>
                      <a:close/>
                      <a:moveTo>
                        <a:pt x="8192" y="1360"/>
                      </a:moveTo>
                      <a:cubicBezTo>
                        <a:pt x="8240" y="1360"/>
                        <a:pt x="8288" y="1371"/>
                        <a:pt x="8324" y="1392"/>
                      </a:cubicBezTo>
                      <a:lnTo>
                        <a:pt x="8619" y="1565"/>
                      </a:lnTo>
                      <a:cubicBezTo>
                        <a:pt x="8691" y="1608"/>
                        <a:pt x="8691" y="1673"/>
                        <a:pt x="8619" y="1716"/>
                      </a:cubicBezTo>
                      <a:lnTo>
                        <a:pt x="8576" y="1744"/>
                      </a:lnTo>
                      <a:cubicBezTo>
                        <a:pt x="8540" y="1766"/>
                        <a:pt x="8492" y="1776"/>
                        <a:pt x="8443" y="1776"/>
                      </a:cubicBezTo>
                      <a:cubicBezTo>
                        <a:pt x="8395" y="1776"/>
                        <a:pt x="8346" y="1766"/>
                        <a:pt x="8310" y="1744"/>
                      </a:cubicBezTo>
                      <a:lnTo>
                        <a:pt x="8008" y="1572"/>
                      </a:lnTo>
                      <a:cubicBezTo>
                        <a:pt x="7936" y="1528"/>
                        <a:pt x="7936" y="1465"/>
                        <a:pt x="8008" y="1421"/>
                      </a:cubicBezTo>
                      <a:lnTo>
                        <a:pt x="8058" y="1392"/>
                      </a:lnTo>
                      <a:cubicBezTo>
                        <a:pt x="8094" y="1371"/>
                        <a:pt x="8143" y="1360"/>
                        <a:pt x="8192" y="1360"/>
                      </a:cubicBezTo>
                      <a:close/>
                      <a:moveTo>
                        <a:pt x="7041" y="1194"/>
                      </a:moveTo>
                      <a:cubicBezTo>
                        <a:pt x="7090" y="1194"/>
                        <a:pt x="7139" y="1205"/>
                        <a:pt x="7175" y="1226"/>
                      </a:cubicBezTo>
                      <a:lnTo>
                        <a:pt x="7513" y="1421"/>
                      </a:lnTo>
                      <a:cubicBezTo>
                        <a:pt x="7584" y="1465"/>
                        <a:pt x="7584" y="1537"/>
                        <a:pt x="7513" y="1572"/>
                      </a:cubicBezTo>
                      <a:lnTo>
                        <a:pt x="7211" y="1753"/>
                      </a:lnTo>
                      <a:cubicBezTo>
                        <a:pt x="7175" y="1770"/>
                        <a:pt x="7128" y="1779"/>
                        <a:pt x="7081" y="1779"/>
                      </a:cubicBezTo>
                      <a:cubicBezTo>
                        <a:pt x="7034" y="1779"/>
                        <a:pt x="6988" y="1770"/>
                        <a:pt x="6952" y="1753"/>
                      </a:cubicBezTo>
                      <a:lnTo>
                        <a:pt x="6614" y="1558"/>
                      </a:lnTo>
                      <a:cubicBezTo>
                        <a:pt x="6542" y="1515"/>
                        <a:pt x="6542" y="1442"/>
                        <a:pt x="6614" y="1399"/>
                      </a:cubicBezTo>
                      <a:lnTo>
                        <a:pt x="6909" y="1226"/>
                      </a:lnTo>
                      <a:cubicBezTo>
                        <a:pt x="6945" y="1205"/>
                        <a:pt x="6993" y="1194"/>
                        <a:pt x="7041" y="1194"/>
                      </a:cubicBezTo>
                      <a:close/>
                      <a:moveTo>
                        <a:pt x="5618" y="1160"/>
                      </a:moveTo>
                      <a:cubicBezTo>
                        <a:pt x="5667" y="1160"/>
                        <a:pt x="5715" y="1170"/>
                        <a:pt x="5752" y="1192"/>
                      </a:cubicBezTo>
                      <a:lnTo>
                        <a:pt x="6297" y="1508"/>
                      </a:lnTo>
                      <a:cubicBezTo>
                        <a:pt x="6369" y="1551"/>
                        <a:pt x="6369" y="1615"/>
                        <a:pt x="6297" y="1658"/>
                      </a:cubicBezTo>
                      <a:lnTo>
                        <a:pt x="5967" y="1853"/>
                      </a:lnTo>
                      <a:cubicBezTo>
                        <a:pt x="5928" y="1874"/>
                        <a:pt x="5879" y="1885"/>
                        <a:pt x="5831" y="1885"/>
                      </a:cubicBezTo>
                      <a:cubicBezTo>
                        <a:pt x="5784" y="1885"/>
                        <a:pt x="5737" y="1874"/>
                        <a:pt x="5702" y="1853"/>
                      </a:cubicBezTo>
                      <a:lnTo>
                        <a:pt x="5155" y="1537"/>
                      </a:lnTo>
                      <a:cubicBezTo>
                        <a:pt x="5082" y="1501"/>
                        <a:pt x="5082" y="1428"/>
                        <a:pt x="5155" y="1385"/>
                      </a:cubicBezTo>
                      <a:lnTo>
                        <a:pt x="5486" y="1192"/>
                      </a:lnTo>
                      <a:cubicBezTo>
                        <a:pt x="5521" y="1170"/>
                        <a:pt x="5570" y="1160"/>
                        <a:pt x="5618" y="1160"/>
                      </a:cubicBezTo>
                      <a:close/>
                      <a:moveTo>
                        <a:pt x="7758" y="1612"/>
                      </a:moveTo>
                      <a:cubicBezTo>
                        <a:pt x="7805" y="1612"/>
                        <a:pt x="7854" y="1622"/>
                        <a:pt x="7892" y="1644"/>
                      </a:cubicBezTo>
                      <a:lnTo>
                        <a:pt x="8187" y="1816"/>
                      </a:lnTo>
                      <a:cubicBezTo>
                        <a:pt x="8260" y="1860"/>
                        <a:pt x="8260" y="1925"/>
                        <a:pt x="8187" y="1968"/>
                      </a:cubicBezTo>
                      <a:lnTo>
                        <a:pt x="7892" y="2141"/>
                      </a:lnTo>
                      <a:cubicBezTo>
                        <a:pt x="7857" y="2162"/>
                        <a:pt x="7809" y="2173"/>
                        <a:pt x="7760" y="2173"/>
                      </a:cubicBezTo>
                      <a:cubicBezTo>
                        <a:pt x="7712" y="2173"/>
                        <a:pt x="7663" y="2162"/>
                        <a:pt x="7627" y="2141"/>
                      </a:cubicBezTo>
                      <a:lnTo>
                        <a:pt x="7325" y="1968"/>
                      </a:lnTo>
                      <a:cubicBezTo>
                        <a:pt x="7254" y="1925"/>
                        <a:pt x="7254" y="1860"/>
                        <a:pt x="7325" y="1816"/>
                      </a:cubicBezTo>
                      <a:lnTo>
                        <a:pt x="7627" y="1644"/>
                      </a:lnTo>
                      <a:cubicBezTo>
                        <a:pt x="7663" y="1622"/>
                        <a:pt x="7710" y="1612"/>
                        <a:pt x="7758" y="1612"/>
                      </a:cubicBezTo>
                      <a:close/>
                      <a:moveTo>
                        <a:pt x="8870" y="1748"/>
                      </a:moveTo>
                      <a:cubicBezTo>
                        <a:pt x="8917" y="1748"/>
                        <a:pt x="8964" y="1759"/>
                        <a:pt x="9000" y="1780"/>
                      </a:cubicBezTo>
                      <a:lnTo>
                        <a:pt x="9309" y="1960"/>
                      </a:lnTo>
                      <a:cubicBezTo>
                        <a:pt x="9381" y="2003"/>
                        <a:pt x="9388" y="2075"/>
                        <a:pt x="9309" y="2118"/>
                      </a:cubicBezTo>
                      <a:lnTo>
                        <a:pt x="9266" y="2141"/>
                      </a:lnTo>
                      <a:cubicBezTo>
                        <a:pt x="9230" y="2162"/>
                        <a:pt x="9182" y="2173"/>
                        <a:pt x="9133" y="2173"/>
                      </a:cubicBezTo>
                      <a:cubicBezTo>
                        <a:pt x="9085" y="2173"/>
                        <a:pt x="9036" y="2162"/>
                        <a:pt x="9000" y="2141"/>
                      </a:cubicBezTo>
                      <a:lnTo>
                        <a:pt x="8691" y="1960"/>
                      </a:lnTo>
                      <a:cubicBezTo>
                        <a:pt x="8619" y="1925"/>
                        <a:pt x="8619" y="1853"/>
                        <a:pt x="8691" y="1810"/>
                      </a:cubicBezTo>
                      <a:lnTo>
                        <a:pt x="8734" y="1780"/>
                      </a:lnTo>
                      <a:cubicBezTo>
                        <a:pt x="8774" y="1759"/>
                        <a:pt x="8822" y="1748"/>
                        <a:pt x="8870" y="1748"/>
                      </a:cubicBezTo>
                      <a:close/>
                      <a:moveTo>
                        <a:pt x="6546" y="1696"/>
                      </a:moveTo>
                      <a:cubicBezTo>
                        <a:pt x="6594" y="1696"/>
                        <a:pt x="6643" y="1705"/>
                        <a:pt x="6678" y="1723"/>
                      </a:cubicBezTo>
                      <a:lnTo>
                        <a:pt x="7016" y="1925"/>
                      </a:lnTo>
                      <a:cubicBezTo>
                        <a:pt x="7089" y="1960"/>
                        <a:pt x="7089" y="2032"/>
                        <a:pt x="7016" y="2075"/>
                      </a:cubicBezTo>
                      <a:lnTo>
                        <a:pt x="6678" y="2270"/>
                      </a:lnTo>
                      <a:cubicBezTo>
                        <a:pt x="6643" y="2292"/>
                        <a:pt x="6596" y="2303"/>
                        <a:pt x="6549" y="2303"/>
                      </a:cubicBezTo>
                      <a:cubicBezTo>
                        <a:pt x="6502" y="2303"/>
                        <a:pt x="6455" y="2292"/>
                        <a:pt x="6419" y="2270"/>
                      </a:cubicBezTo>
                      <a:lnTo>
                        <a:pt x="6081" y="2075"/>
                      </a:lnTo>
                      <a:cubicBezTo>
                        <a:pt x="6010" y="2032"/>
                        <a:pt x="6010" y="1960"/>
                        <a:pt x="6081" y="1925"/>
                      </a:cubicBezTo>
                      <a:lnTo>
                        <a:pt x="6412" y="1723"/>
                      </a:lnTo>
                      <a:cubicBezTo>
                        <a:pt x="6449" y="1705"/>
                        <a:pt x="6497" y="1696"/>
                        <a:pt x="6546" y="1696"/>
                      </a:cubicBezTo>
                      <a:close/>
                      <a:moveTo>
                        <a:pt x="4907" y="1575"/>
                      </a:moveTo>
                      <a:cubicBezTo>
                        <a:pt x="4955" y="1575"/>
                        <a:pt x="5004" y="1586"/>
                        <a:pt x="5039" y="1608"/>
                      </a:cubicBezTo>
                      <a:lnTo>
                        <a:pt x="5822" y="2061"/>
                      </a:lnTo>
                      <a:cubicBezTo>
                        <a:pt x="5895" y="2105"/>
                        <a:pt x="5895" y="2168"/>
                        <a:pt x="5822" y="2212"/>
                      </a:cubicBezTo>
                      <a:lnTo>
                        <a:pt x="5529" y="2384"/>
                      </a:lnTo>
                      <a:cubicBezTo>
                        <a:pt x="5493" y="2406"/>
                        <a:pt x="5446" y="2416"/>
                        <a:pt x="5399" y="2416"/>
                      </a:cubicBezTo>
                      <a:cubicBezTo>
                        <a:pt x="5352" y="2416"/>
                        <a:pt x="5306" y="2406"/>
                        <a:pt x="5270" y="2384"/>
                      </a:cubicBezTo>
                      <a:lnTo>
                        <a:pt x="4478" y="1932"/>
                      </a:lnTo>
                      <a:cubicBezTo>
                        <a:pt x="4408" y="1889"/>
                        <a:pt x="4408" y="1816"/>
                        <a:pt x="4478" y="1780"/>
                      </a:cubicBezTo>
                      <a:lnTo>
                        <a:pt x="4773" y="1608"/>
                      </a:lnTo>
                      <a:cubicBezTo>
                        <a:pt x="4810" y="1586"/>
                        <a:pt x="4858" y="1575"/>
                        <a:pt x="4907" y="1575"/>
                      </a:cubicBezTo>
                      <a:close/>
                      <a:moveTo>
                        <a:pt x="8436" y="2005"/>
                      </a:moveTo>
                      <a:cubicBezTo>
                        <a:pt x="8484" y="2005"/>
                        <a:pt x="8532" y="2014"/>
                        <a:pt x="8569" y="2032"/>
                      </a:cubicBezTo>
                      <a:lnTo>
                        <a:pt x="8878" y="2212"/>
                      </a:lnTo>
                      <a:cubicBezTo>
                        <a:pt x="8950" y="2255"/>
                        <a:pt x="8950" y="2327"/>
                        <a:pt x="8878" y="2363"/>
                      </a:cubicBezTo>
                      <a:lnTo>
                        <a:pt x="8583" y="2543"/>
                      </a:lnTo>
                      <a:cubicBezTo>
                        <a:pt x="8547" y="2561"/>
                        <a:pt x="8499" y="2570"/>
                        <a:pt x="8450" y="2570"/>
                      </a:cubicBezTo>
                      <a:cubicBezTo>
                        <a:pt x="8402" y="2570"/>
                        <a:pt x="8353" y="2561"/>
                        <a:pt x="8317" y="2543"/>
                      </a:cubicBezTo>
                      <a:lnTo>
                        <a:pt x="8008" y="2363"/>
                      </a:lnTo>
                      <a:cubicBezTo>
                        <a:pt x="7936" y="2320"/>
                        <a:pt x="7936" y="2248"/>
                        <a:pt x="8008" y="2205"/>
                      </a:cubicBezTo>
                      <a:lnTo>
                        <a:pt x="8303" y="2032"/>
                      </a:lnTo>
                      <a:cubicBezTo>
                        <a:pt x="8339" y="2014"/>
                        <a:pt x="8388" y="2005"/>
                        <a:pt x="8436" y="2005"/>
                      </a:cubicBezTo>
                      <a:close/>
                      <a:moveTo>
                        <a:pt x="9561" y="2152"/>
                      </a:moveTo>
                      <a:cubicBezTo>
                        <a:pt x="9607" y="2152"/>
                        <a:pt x="9654" y="2162"/>
                        <a:pt x="9690" y="2184"/>
                      </a:cubicBezTo>
                      <a:lnTo>
                        <a:pt x="9999" y="2356"/>
                      </a:lnTo>
                      <a:cubicBezTo>
                        <a:pt x="10071" y="2400"/>
                        <a:pt x="10071" y="2470"/>
                        <a:pt x="9999" y="2513"/>
                      </a:cubicBezTo>
                      <a:lnTo>
                        <a:pt x="9949" y="2543"/>
                      </a:lnTo>
                      <a:cubicBezTo>
                        <a:pt x="9913" y="2561"/>
                        <a:pt x="9866" y="2570"/>
                        <a:pt x="9819" y="2570"/>
                      </a:cubicBezTo>
                      <a:cubicBezTo>
                        <a:pt x="9773" y="2570"/>
                        <a:pt x="9726" y="2561"/>
                        <a:pt x="9690" y="2543"/>
                      </a:cubicBezTo>
                      <a:lnTo>
                        <a:pt x="9381" y="2363"/>
                      </a:lnTo>
                      <a:cubicBezTo>
                        <a:pt x="9309" y="2320"/>
                        <a:pt x="9309" y="2255"/>
                        <a:pt x="9381" y="2212"/>
                      </a:cubicBezTo>
                      <a:lnTo>
                        <a:pt x="9431" y="2184"/>
                      </a:lnTo>
                      <a:cubicBezTo>
                        <a:pt x="9468" y="2162"/>
                        <a:pt x="9514" y="2152"/>
                        <a:pt x="9561" y="2152"/>
                      </a:cubicBezTo>
                      <a:close/>
                      <a:moveTo>
                        <a:pt x="7261" y="2108"/>
                      </a:moveTo>
                      <a:cubicBezTo>
                        <a:pt x="7309" y="2108"/>
                        <a:pt x="7358" y="2119"/>
                        <a:pt x="7397" y="2141"/>
                      </a:cubicBezTo>
                      <a:lnTo>
                        <a:pt x="7692" y="2313"/>
                      </a:lnTo>
                      <a:cubicBezTo>
                        <a:pt x="7763" y="2356"/>
                        <a:pt x="7763" y="2420"/>
                        <a:pt x="7692" y="2463"/>
                      </a:cubicBezTo>
                      <a:lnTo>
                        <a:pt x="7361" y="2658"/>
                      </a:lnTo>
                      <a:cubicBezTo>
                        <a:pt x="7325" y="2680"/>
                        <a:pt x="7277" y="2691"/>
                        <a:pt x="7228" y="2691"/>
                      </a:cubicBezTo>
                      <a:cubicBezTo>
                        <a:pt x="7180" y="2691"/>
                        <a:pt x="7132" y="2680"/>
                        <a:pt x="7095" y="2658"/>
                      </a:cubicBezTo>
                      <a:lnTo>
                        <a:pt x="6800" y="2486"/>
                      </a:lnTo>
                      <a:cubicBezTo>
                        <a:pt x="6721" y="2443"/>
                        <a:pt x="6721" y="2377"/>
                        <a:pt x="6794" y="2334"/>
                      </a:cubicBezTo>
                      <a:lnTo>
                        <a:pt x="7132" y="2141"/>
                      </a:lnTo>
                      <a:cubicBezTo>
                        <a:pt x="7167" y="2119"/>
                        <a:pt x="7214" y="2108"/>
                        <a:pt x="7261" y="2108"/>
                      </a:cubicBezTo>
                      <a:close/>
                      <a:moveTo>
                        <a:pt x="6075" y="2250"/>
                      </a:moveTo>
                      <a:cubicBezTo>
                        <a:pt x="6122" y="2250"/>
                        <a:pt x="6168" y="2259"/>
                        <a:pt x="6204" y="2277"/>
                      </a:cubicBezTo>
                      <a:lnTo>
                        <a:pt x="6542" y="2470"/>
                      </a:lnTo>
                      <a:cubicBezTo>
                        <a:pt x="6614" y="2513"/>
                        <a:pt x="6614" y="2586"/>
                        <a:pt x="6542" y="2629"/>
                      </a:cubicBezTo>
                      <a:lnTo>
                        <a:pt x="6247" y="2802"/>
                      </a:lnTo>
                      <a:cubicBezTo>
                        <a:pt x="6211" y="2820"/>
                        <a:pt x="6163" y="2829"/>
                        <a:pt x="6115" y="2829"/>
                      </a:cubicBezTo>
                      <a:cubicBezTo>
                        <a:pt x="6066" y="2829"/>
                        <a:pt x="6017" y="2820"/>
                        <a:pt x="5981" y="2802"/>
                      </a:cubicBezTo>
                      <a:lnTo>
                        <a:pt x="5650" y="2600"/>
                      </a:lnTo>
                      <a:cubicBezTo>
                        <a:pt x="5572" y="2563"/>
                        <a:pt x="5572" y="2493"/>
                        <a:pt x="5643" y="2450"/>
                      </a:cubicBezTo>
                      <a:lnTo>
                        <a:pt x="5945" y="2277"/>
                      </a:lnTo>
                      <a:cubicBezTo>
                        <a:pt x="5981" y="2259"/>
                        <a:pt x="6028" y="2250"/>
                        <a:pt x="6075" y="2250"/>
                      </a:cubicBezTo>
                      <a:close/>
                      <a:moveTo>
                        <a:pt x="9126" y="2402"/>
                      </a:moveTo>
                      <a:cubicBezTo>
                        <a:pt x="9174" y="2402"/>
                        <a:pt x="9223" y="2413"/>
                        <a:pt x="9259" y="2434"/>
                      </a:cubicBezTo>
                      <a:lnTo>
                        <a:pt x="9568" y="2607"/>
                      </a:lnTo>
                      <a:cubicBezTo>
                        <a:pt x="9640" y="2650"/>
                        <a:pt x="9640" y="2722"/>
                        <a:pt x="9568" y="2765"/>
                      </a:cubicBezTo>
                      <a:lnTo>
                        <a:pt x="9266" y="2938"/>
                      </a:lnTo>
                      <a:cubicBezTo>
                        <a:pt x="9230" y="2959"/>
                        <a:pt x="9184" y="2970"/>
                        <a:pt x="9137" y="2970"/>
                      </a:cubicBezTo>
                      <a:cubicBezTo>
                        <a:pt x="9090" y="2970"/>
                        <a:pt x="9043" y="2959"/>
                        <a:pt x="9007" y="2938"/>
                      </a:cubicBezTo>
                      <a:lnTo>
                        <a:pt x="8698" y="2758"/>
                      </a:lnTo>
                      <a:cubicBezTo>
                        <a:pt x="8626" y="2715"/>
                        <a:pt x="8626" y="2650"/>
                        <a:pt x="8698" y="2607"/>
                      </a:cubicBezTo>
                      <a:lnTo>
                        <a:pt x="8993" y="2434"/>
                      </a:lnTo>
                      <a:cubicBezTo>
                        <a:pt x="9029" y="2413"/>
                        <a:pt x="9078" y="2402"/>
                        <a:pt x="9126" y="2402"/>
                      </a:cubicBezTo>
                      <a:close/>
                      <a:moveTo>
                        <a:pt x="4235" y="1964"/>
                      </a:moveTo>
                      <a:cubicBezTo>
                        <a:pt x="4281" y="1964"/>
                        <a:pt x="4328" y="1974"/>
                        <a:pt x="4365" y="1996"/>
                      </a:cubicBezTo>
                      <a:lnTo>
                        <a:pt x="5443" y="2622"/>
                      </a:lnTo>
                      <a:cubicBezTo>
                        <a:pt x="5514" y="2658"/>
                        <a:pt x="5514" y="2729"/>
                        <a:pt x="5443" y="2772"/>
                      </a:cubicBezTo>
                      <a:lnTo>
                        <a:pt x="5132" y="2952"/>
                      </a:lnTo>
                      <a:cubicBezTo>
                        <a:pt x="5097" y="2973"/>
                        <a:pt x="5050" y="2984"/>
                        <a:pt x="5003" y="2984"/>
                      </a:cubicBezTo>
                      <a:cubicBezTo>
                        <a:pt x="4955" y="2984"/>
                        <a:pt x="4906" y="2973"/>
                        <a:pt x="4867" y="2952"/>
                      </a:cubicBezTo>
                      <a:lnTo>
                        <a:pt x="3795" y="2327"/>
                      </a:lnTo>
                      <a:cubicBezTo>
                        <a:pt x="3725" y="2284"/>
                        <a:pt x="3725" y="2218"/>
                        <a:pt x="3795" y="2175"/>
                      </a:cubicBezTo>
                      <a:lnTo>
                        <a:pt x="4106" y="1996"/>
                      </a:lnTo>
                      <a:cubicBezTo>
                        <a:pt x="4141" y="1974"/>
                        <a:pt x="4188" y="1964"/>
                        <a:pt x="4235" y="1964"/>
                      </a:cubicBezTo>
                      <a:close/>
                      <a:moveTo>
                        <a:pt x="10247" y="2547"/>
                      </a:moveTo>
                      <a:cubicBezTo>
                        <a:pt x="10296" y="2547"/>
                        <a:pt x="10344" y="2557"/>
                        <a:pt x="10380" y="2579"/>
                      </a:cubicBezTo>
                      <a:lnTo>
                        <a:pt x="10718" y="2772"/>
                      </a:lnTo>
                      <a:cubicBezTo>
                        <a:pt x="10791" y="2815"/>
                        <a:pt x="10791" y="2881"/>
                        <a:pt x="10718" y="2924"/>
                      </a:cubicBezTo>
                      <a:lnTo>
                        <a:pt x="10668" y="2952"/>
                      </a:lnTo>
                      <a:cubicBezTo>
                        <a:pt x="10632" y="2973"/>
                        <a:pt x="10583" y="2984"/>
                        <a:pt x="10535" y="2984"/>
                      </a:cubicBezTo>
                      <a:cubicBezTo>
                        <a:pt x="10486" y="2984"/>
                        <a:pt x="10438" y="2973"/>
                        <a:pt x="10403" y="2952"/>
                      </a:cubicBezTo>
                      <a:lnTo>
                        <a:pt x="10064" y="2758"/>
                      </a:lnTo>
                      <a:cubicBezTo>
                        <a:pt x="9992" y="2715"/>
                        <a:pt x="9992" y="2650"/>
                        <a:pt x="10064" y="2607"/>
                      </a:cubicBezTo>
                      <a:lnTo>
                        <a:pt x="10114" y="2579"/>
                      </a:lnTo>
                      <a:cubicBezTo>
                        <a:pt x="10151" y="2557"/>
                        <a:pt x="10199" y="2547"/>
                        <a:pt x="10247" y="2547"/>
                      </a:cubicBezTo>
                      <a:close/>
                      <a:moveTo>
                        <a:pt x="3548" y="2367"/>
                      </a:moveTo>
                      <a:cubicBezTo>
                        <a:pt x="3597" y="2367"/>
                        <a:pt x="3645" y="2378"/>
                        <a:pt x="3681" y="2400"/>
                      </a:cubicBezTo>
                      <a:lnTo>
                        <a:pt x="4170" y="2679"/>
                      </a:lnTo>
                      <a:cubicBezTo>
                        <a:pt x="4242" y="2722"/>
                        <a:pt x="4242" y="2788"/>
                        <a:pt x="4170" y="2831"/>
                      </a:cubicBezTo>
                      <a:lnTo>
                        <a:pt x="3861" y="3010"/>
                      </a:lnTo>
                      <a:cubicBezTo>
                        <a:pt x="3825" y="3032"/>
                        <a:pt x="3776" y="3043"/>
                        <a:pt x="3727" y="3043"/>
                      </a:cubicBezTo>
                      <a:cubicBezTo>
                        <a:pt x="3679" y="3043"/>
                        <a:pt x="3631" y="3032"/>
                        <a:pt x="3595" y="3010"/>
                      </a:cubicBezTo>
                      <a:lnTo>
                        <a:pt x="3105" y="2729"/>
                      </a:lnTo>
                      <a:cubicBezTo>
                        <a:pt x="3035" y="2686"/>
                        <a:pt x="3035" y="2615"/>
                        <a:pt x="3105" y="2572"/>
                      </a:cubicBezTo>
                      <a:lnTo>
                        <a:pt x="3416" y="2400"/>
                      </a:lnTo>
                      <a:cubicBezTo>
                        <a:pt x="3451" y="2378"/>
                        <a:pt x="3499" y="2367"/>
                        <a:pt x="3548" y="2367"/>
                      </a:cubicBezTo>
                      <a:close/>
                      <a:moveTo>
                        <a:pt x="7940" y="2504"/>
                      </a:moveTo>
                      <a:cubicBezTo>
                        <a:pt x="7989" y="2504"/>
                        <a:pt x="8037" y="2514"/>
                        <a:pt x="8074" y="2536"/>
                      </a:cubicBezTo>
                      <a:lnTo>
                        <a:pt x="8382" y="2708"/>
                      </a:lnTo>
                      <a:cubicBezTo>
                        <a:pt x="8453" y="2751"/>
                        <a:pt x="8453" y="2822"/>
                        <a:pt x="8382" y="2865"/>
                      </a:cubicBezTo>
                      <a:lnTo>
                        <a:pt x="8051" y="3060"/>
                      </a:lnTo>
                      <a:cubicBezTo>
                        <a:pt x="8015" y="3082"/>
                        <a:pt x="7967" y="3093"/>
                        <a:pt x="7918" y="3093"/>
                      </a:cubicBezTo>
                      <a:cubicBezTo>
                        <a:pt x="7870" y="3093"/>
                        <a:pt x="7822" y="3082"/>
                        <a:pt x="7786" y="3060"/>
                      </a:cubicBezTo>
                      <a:lnTo>
                        <a:pt x="7477" y="2881"/>
                      </a:lnTo>
                      <a:cubicBezTo>
                        <a:pt x="7404" y="2838"/>
                        <a:pt x="7404" y="2765"/>
                        <a:pt x="7477" y="2729"/>
                      </a:cubicBezTo>
                      <a:lnTo>
                        <a:pt x="7806" y="2536"/>
                      </a:lnTo>
                      <a:cubicBezTo>
                        <a:pt x="7842" y="2514"/>
                        <a:pt x="7891" y="2504"/>
                        <a:pt x="7940" y="2504"/>
                      </a:cubicBezTo>
                      <a:close/>
                      <a:moveTo>
                        <a:pt x="6789" y="2660"/>
                      </a:moveTo>
                      <a:cubicBezTo>
                        <a:pt x="6838" y="2660"/>
                        <a:pt x="6887" y="2671"/>
                        <a:pt x="6923" y="2693"/>
                      </a:cubicBezTo>
                      <a:lnTo>
                        <a:pt x="7218" y="2865"/>
                      </a:lnTo>
                      <a:cubicBezTo>
                        <a:pt x="7297" y="2908"/>
                        <a:pt x="7297" y="2974"/>
                        <a:pt x="7225" y="3017"/>
                      </a:cubicBezTo>
                      <a:lnTo>
                        <a:pt x="6923" y="3190"/>
                      </a:lnTo>
                      <a:cubicBezTo>
                        <a:pt x="6887" y="3211"/>
                        <a:pt x="6840" y="3222"/>
                        <a:pt x="6794" y="3222"/>
                      </a:cubicBezTo>
                      <a:cubicBezTo>
                        <a:pt x="6747" y="3222"/>
                        <a:pt x="6700" y="3211"/>
                        <a:pt x="6664" y="3190"/>
                      </a:cubicBezTo>
                      <a:lnTo>
                        <a:pt x="6362" y="3017"/>
                      </a:lnTo>
                      <a:cubicBezTo>
                        <a:pt x="6290" y="2974"/>
                        <a:pt x="6290" y="2908"/>
                        <a:pt x="6362" y="2865"/>
                      </a:cubicBezTo>
                      <a:lnTo>
                        <a:pt x="6657" y="2693"/>
                      </a:lnTo>
                      <a:cubicBezTo>
                        <a:pt x="6693" y="2671"/>
                        <a:pt x="6741" y="2660"/>
                        <a:pt x="6789" y="2660"/>
                      </a:cubicBezTo>
                      <a:close/>
                      <a:moveTo>
                        <a:pt x="10963" y="2962"/>
                      </a:moveTo>
                      <a:cubicBezTo>
                        <a:pt x="11011" y="2962"/>
                        <a:pt x="11060" y="2973"/>
                        <a:pt x="11099" y="2995"/>
                      </a:cubicBezTo>
                      <a:lnTo>
                        <a:pt x="11394" y="3160"/>
                      </a:lnTo>
                      <a:cubicBezTo>
                        <a:pt x="11465" y="3203"/>
                        <a:pt x="11465" y="3276"/>
                        <a:pt x="11394" y="3319"/>
                      </a:cubicBezTo>
                      <a:lnTo>
                        <a:pt x="11343" y="3348"/>
                      </a:lnTo>
                      <a:cubicBezTo>
                        <a:pt x="11307" y="3366"/>
                        <a:pt x="11261" y="3374"/>
                        <a:pt x="11214" y="3374"/>
                      </a:cubicBezTo>
                      <a:cubicBezTo>
                        <a:pt x="11167" y="3374"/>
                        <a:pt x="11120" y="3366"/>
                        <a:pt x="11084" y="3348"/>
                      </a:cubicBezTo>
                      <a:lnTo>
                        <a:pt x="10782" y="3176"/>
                      </a:lnTo>
                      <a:cubicBezTo>
                        <a:pt x="10711" y="3133"/>
                        <a:pt x="10711" y="3060"/>
                        <a:pt x="10782" y="3017"/>
                      </a:cubicBezTo>
                      <a:lnTo>
                        <a:pt x="10834" y="2995"/>
                      </a:lnTo>
                      <a:cubicBezTo>
                        <a:pt x="10869" y="2973"/>
                        <a:pt x="10916" y="2962"/>
                        <a:pt x="10963" y="2962"/>
                      </a:cubicBezTo>
                      <a:close/>
                      <a:moveTo>
                        <a:pt x="9813" y="2799"/>
                      </a:moveTo>
                      <a:cubicBezTo>
                        <a:pt x="9861" y="2799"/>
                        <a:pt x="9909" y="2809"/>
                        <a:pt x="9949" y="2831"/>
                      </a:cubicBezTo>
                      <a:lnTo>
                        <a:pt x="10280" y="3024"/>
                      </a:lnTo>
                      <a:cubicBezTo>
                        <a:pt x="10359" y="3067"/>
                        <a:pt x="10359" y="3133"/>
                        <a:pt x="10287" y="3176"/>
                      </a:cubicBezTo>
                      <a:lnTo>
                        <a:pt x="9985" y="3348"/>
                      </a:lnTo>
                      <a:cubicBezTo>
                        <a:pt x="9949" y="3370"/>
                        <a:pt x="9900" y="3381"/>
                        <a:pt x="9852" y="3381"/>
                      </a:cubicBezTo>
                      <a:cubicBezTo>
                        <a:pt x="9803" y="3381"/>
                        <a:pt x="9755" y="3370"/>
                        <a:pt x="9719" y="3348"/>
                      </a:cubicBezTo>
                      <a:lnTo>
                        <a:pt x="9388" y="3153"/>
                      </a:lnTo>
                      <a:cubicBezTo>
                        <a:pt x="9309" y="3117"/>
                        <a:pt x="9309" y="3046"/>
                        <a:pt x="9381" y="3003"/>
                      </a:cubicBezTo>
                      <a:lnTo>
                        <a:pt x="9683" y="2831"/>
                      </a:lnTo>
                      <a:cubicBezTo>
                        <a:pt x="9719" y="2809"/>
                        <a:pt x="9766" y="2799"/>
                        <a:pt x="9813" y="2799"/>
                      </a:cubicBezTo>
                      <a:close/>
                      <a:moveTo>
                        <a:pt x="5690" y="2805"/>
                      </a:moveTo>
                      <a:cubicBezTo>
                        <a:pt x="5739" y="2805"/>
                        <a:pt x="5787" y="2816"/>
                        <a:pt x="5822" y="2838"/>
                      </a:cubicBezTo>
                      <a:lnTo>
                        <a:pt x="6160" y="3031"/>
                      </a:lnTo>
                      <a:cubicBezTo>
                        <a:pt x="6233" y="3074"/>
                        <a:pt x="6233" y="3147"/>
                        <a:pt x="6160" y="3183"/>
                      </a:cubicBezTo>
                      <a:lnTo>
                        <a:pt x="5852" y="3362"/>
                      </a:lnTo>
                      <a:cubicBezTo>
                        <a:pt x="5815" y="3384"/>
                        <a:pt x="5767" y="3395"/>
                        <a:pt x="5719" y="3395"/>
                      </a:cubicBezTo>
                      <a:cubicBezTo>
                        <a:pt x="5671" y="3395"/>
                        <a:pt x="5622" y="3384"/>
                        <a:pt x="5586" y="3362"/>
                      </a:cubicBezTo>
                      <a:lnTo>
                        <a:pt x="5248" y="3167"/>
                      </a:lnTo>
                      <a:cubicBezTo>
                        <a:pt x="5175" y="3124"/>
                        <a:pt x="5175" y="3060"/>
                        <a:pt x="5248" y="3017"/>
                      </a:cubicBezTo>
                      <a:lnTo>
                        <a:pt x="5557" y="2838"/>
                      </a:lnTo>
                      <a:cubicBezTo>
                        <a:pt x="5593" y="2816"/>
                        <a:pt x="5642" y="2805"/>
                        <a:pt x="5690" y="2805"/>
                      </a:cubicBezTo>
                      <a:close/>
                      <a:moveTo>
                        <a:pt x="4415" y="2868"/>
                      </a:moveTo>
                      <a:cubicBezTo>
                        <a:pt x="4463" y="2868"/>
                        <a:pt x="4511" y="2877"/>
                        <a:pt x="4551" y="2895"/>
                      </a:cubicBezTo>
                      <a:lnTo>
                        <a:pt x="4882" y="3090"/>
                      </a:lnTo>
                      <a:cubicBezTo>
                        <a:pt x="4953" y="3133"/>
                        <a:pt x="4960" y="3203"/>
                        <a:pt x="4882" y="3247"/>
                      </a:cubicBezTo>
                      <a:lnTo>
                        <a:pt x="4580" y="3426"/>
                      </a:lnTo>
                      <a:cubicBezTo>
                        <a:pt x="4544" y="3444"/>
                        <a:pt x="4495" y="3453"/>
                        <a:pt x="4447" y="3453"/>
                      </a:cubicBezTo>
                      <a:cubicBezTo>
                        <a:pt x="4398" y="3453"/>
                        <a:pt x="4349" y="3444"/>
                        <a:pt x="4313" y="3426"/>
                      </a:cubicBezTo>
                      <a:lnTo>
                        <a:pt x="3976" y="3233"/>
                      </a:lnTo>
                      <a:cubicBezTo>
                        <a:pt x="3904" y="3190"/>
                        <a:pt x="3904" y="3117"/>
                        <a:pt x="3976" y="3074"/>
                      </a:cubicBezTo>
                      <a:lnTo>
                        <a:pt x="4285" y="2895"/>
                      </a:lnTo>
                      <a:cubicBezTo>
                        <a:pt x="4321" y="2877"/>
                        <a:pt x="4367" y="2868"/>
                        <a:pt x="4415" y="2868"/>
                      </a:cubicBezTo>
                      <a:close/>
                      <a:moveTo>
                        <a:pt x="8634" y="2899"/>
                      </a:moveTo>
                      <a:cubicBezTo>
                        <a:pt x="8680" y="2899"/>
                        <a:pt x="8727" y="2909"/>
                        <a:pt x="8764" y="2931"/>
                      </a:cubicBezTo>
                      <a:lnTo>
                        <a:pt x="9072" y="3110"/>
                      </a:lnTo>
                      <a:cubicBezTo>
                        <a:pt x="9143" y="3147"/>
                        <a:pt x="9143" y="3219"/>
                        <a:pt x="9072" y="3262"/>
                      </a:cubicBezTo>
                      <a:lnTo>
                        <a:pt x="8734" y="3455"/>
                      </a:lnTo>
                      <a:cubicBezTo>
                        <a:pt x="8698" y="3477"/>
                        <a:pt x="8652" y="3488"/>
                        <a:pt x="8605" y="3488"/>
                      </a:cubicBezTo>
                      <a:cubicBezTo>
                        <a:pt x="8558" y="3488"/>
                        <a:pt x="8512" y="3477"/>
                        <a:pt x="8476" y="3455"/>
                      </a:cubicBezTo>
                      <a:lnTo>
                        <a:pt x="8167" y="3276"/>
                      </a:lnTo>
                      <a:cubicBezTo>
                        <a:pt x="8094" y="3233"/>
                        <a:pt x="8094" y="3167"/>
                        <a:pt x="8167" y="3124"/>
                      </a:cubicBezTo>
                      <a:lnTo>
                        <a:pt x="8505" y="2931"/>
                      </a:lnTo>
                      <a:cubicBezTo>
                        <a:pt x="8540" y="2909"/>
                        <a:pt x="8587" y="2899"/>
                        <a:pt x="8634" y="2899"/>
                      </a:cubicBezTo>
                      <a:close/>
                      <a:moveTo>
                        <a:pt x="7469" y="3055"/>
                      </a:moveTo>
                      <a:cubicBezTo>
                        <a:pt x="7516" y="3055"/>
                        <a:pt x="7563" y="3064"/>
                        <a:pt x="7599" y="3081"/>
                      </a:cubicBezTo>
                      <a:lnTo>
                        <a:pt x="7915" y="3262"/>
                      </a:lnTo>
                      <a:cubicBezTo>
                        <a:pt x="7987" y="3305"/>
                        <a:pt x="7987" y="3376"/>
                        <a:pt x="7915" y="3419"/>
                      </a:cubicBezTo>
                      <a:lnTo>
                        <a:pt x="7620" y="3592"/>
                      </a:lnTo>
                      <a:cubicBezTo>
                        <a:pt x="7580" y="3610"/>
                        <a:pt x="7532" y="3619"/>
                        <a:pt x="7484" y="3619"/>
                      </a:cubicBezTo>
                      <a:cubicBezTo>
                        <a:pt x="7437" y="3619"/>
                        <a:pt x="7390" y="3610"/>
                        <a:pt x="7354" y="3592"/>
                      </a:cubicBezTo>
                      <a:lnTo>
                        <a:pt x="7045" y="3412"/>
                      </a:lnTo>
                      <a:cubicBezTo>
                        <a:pt x="6973" y="3369"/>
                        <a:pt x="6966" y="3297"/>
                        <a:pt x="7045" y="3253"/>
                      </a:cubicBezTo>
                      <a:lnTo>
                        <a:pt x="7340" y="3081"/>
                      </a:lnTo>
                      <a:cubicBezTo>
                        <a:pt x="7376" y="3064"/>
                        <a:pt x="7422" y="3055"/>
                        <a:pt x="7469" y="3055"/>
                      </a:cubicBezTo>
                      <a:close/>
                      <a:moveTo>
                        <a:pt x="10531" y="3214"/>
                      </a:moveTo>
                      <a:cubicBezTo>
                        <a:pt x="10578" y="3214"/>
                        <a:pt x="10625" y="3225"/>
                        <a:pt x="10661" y="3247"/>
                      </a:cubicBezTo>
                      <a:lnTo>
                        <a:pt x="10963" y="3419"/>
                      </a:lnTo>
                      <a:cubicBezTo>
                        <a:pt x="11034" y="3455"/>
                        <a:pt x="11034" y="3528"/>
                        <a:pt x="10963" y="3571"/>
                      </a:cubicBezTo>
                      <a:lnTo>
                        <a:pt x="10661" y="3743"/>
                      </a:lnTo>
                      <a:cubicBezTo>
                        <a:pt x="10625" y="3765"/>
                        <a:pt x="10578" y="3776"/>
                        <a:pt x="10531" y="3776"/>
                      </a:cubicBezTo>
                      <a:cubicBezTo>
                        <a:pt x="10484" y="3776"/>
                        <a:pt x="10438" y="3765"/>
                        <a:pt x="10403" y="3743"/>
                      </a:cubicBezTo>
                      <a:lnTo>
                        <a:pt x="10101" y="3571"/>
                      </a:lnTo>
                      <a:cubicBezTo>
                        <a:pt x="10028" y="3528"/>
                        <a:pt x="10028" y="3462"/>
                        <a:pt x="10101" y="3419"/>
                      </a:cubicBezTo>
                      <a:lnTo>
                        <a:pt x="10403" y="3247"/>
                      </a:lnTo>
                      <a:cubicBezTo>
                        <a:pt x="10438" y="3225"/>
                        <a:pt x="10484" y="3214"/>
                        <a:pt x="10531" y="3214"/>
                      </a:cubicBezTo>
                      <a:close/>
                      <a:moveTo>
                        <a:pt x="11642" y="3351"/>
                      </a:moveTo>
                      <a:cubicBezTo>
                        <a:pt x="11690" y="3351"/>
                        <a:pt x="11739" y="3361"/>
                        <a:pt x="11774" y="3383"/>
                      </a:cubicBezTo>
                      <a:lnTo>
                        <a:pt x="12085" y="3564"/>
                      </a:lnTo>
                      <a:cubicBezTo>
                        <a:pt x="12155" y="3607"/>
                        <a:pt x="12155" y="3671"/>
                        <a:pt x="12085" y="3714"/>
                      </a:cubicBezTo>
                      <a:lnTo>
                        <a:pt x="12033" y="3743"/>
                      </a:lnTo>
                      <a:cubicBezTo>
                        <a:pt x="11997" y="3765"/>
                        <a:pt x="11951" y="3776"/>
                        <a:pt x="11904" y="3776"/>
                      </a:cubicBezTo>
                      <a:cubicBezTo>
                        <a:pt x="11857" y="3776"/>
                        <a:pt x="11810" y="3765"/>
                        <a:pt x="11774" y="3743"/>
                      </a:cubicBezTo>
                      <a:lnTo>
                        <a:pt x="11465" y="3564"/>
                      </a:lnTo>
                      <a:cubicBezTo>
                        <a:pt x="11394" y="3521"/>
                        <a:pt x="11386" y="3455"/>
                        <a:pt x="11458" y="3412"/>
                      </a:cubicBezTo>
                      <a:lnTo>
                        <a:pt x="11508" y="3383"/>
                      </a:lnTo>
                      <a:cubicBezTo>
                        <a:pt x="11545" y="3361"/>
                        <a:pt x="11593" y="3351"/>
                        <a:pt x="11642" y="3351"/>
                      </a:cubicBezTo>
                      <a:close/>
                      <a:moveTo>
                        <a:pt x="6406" y="3221"/>
                      </a:moveTo>
                      <a:cubicBezTo>
                        <a:pt x="6454" y="3221"/>
                        <a:pt x="6502" y="3232"/>
                        <a:pt x="6542" y="3253"/>
                      </a:cubicBezTo>
                      <a:lnTo>
                        <a:pt x="6837" y="3426"/>
                      </a:lnTo>
                      <a:cubicBezTo>
                        <a:pt x="6909" y="3469"/>
                        <a:pt x="6909" y="3535"/>
                        <a:pt x="6837" y="3578"/>
                      </a:cubicBezTo>
                      <a:lnTo>
                        <a:pt x="6528" y="3757"/>
                      </a:lnTo>
                      <a:cubicBezTo>
                        <a:pt x="6492" y="3779"/>
                        <a:pt x="6445" y="3790"/>
                        <a:pt x="6398" y="3790"/>
                      </a:cubicBezTo>
                      <a:cubicBezTo>
                        <a:pt x="6351" y="3790"/>
                        <a:pt x="6305" y="3779"/>
                        <a:pt x="6269" y="3757"/>
                      </a:cubicBezTo>
                      <a:lnTo>
                        <a:pt x="5967" y="3585"/>
                      </a:lnTo>
                      <a:cubicBezTo>
                        <a:pt x="5895" y="3542"/>
                        <a:pt x="5895" y="3478"/>
                        <a:pt x="5967" y="3435"/>
                      </a:cubicBezTo>
                      <a:lnTo>
                        <a:pt x="6276" y="3253"/>
                      </a:lnTo>
                      <a:cubicBezTo>
                        <a:pt x="6312" y="3232"/>
                        <a:pt x="6359" y="3221"/>
                        <a:pt x="6406" y="3221"/>
                      </a:cubicBezTo>
                      <a:close/>
                      <a:moveTo>
                        <a:pt x="5133" y="3280"/>
                      </a:moveTo>
                      <a:cubicBezTo>
                        <a:pt x="5180" y="3280"/>
                        <a:pt x="5226" y="3291"/>
                        <a:pt x="5262" y="3312"/>
                      </a:cubicBezTo>
                      <a:lnTo>
                        <a:pt x="5564" y="3485"/>
                      </a:lnTo>
                      <a:cubicBezTo>
                        <a:pt x="5636" y="3528"/>
                        <a:pt x="5636" y="3592"/>
                        <a:pt x="5564" y="3635"/>
                      </a:cubicBezTo>
                      <a:lnTo>
                        <a:pt x="5255" y="3814"/>
                      </a:lnTo>
                      <a:cubicBezTo>
                        <a:pt x="5219" y="3836"/>
                        <a:pt x="5173" y="3847"/>
                        <a:pt x="5125" y="3847"/>
                      </a:cubicBezTo>
                      <a:cubicBezTo>
                        <a:pt x="5078" y="3847"/>
                        <a:pt x="5029" y="3836"/>
                        <a:pt x="4989" y="3814"/>
                      </a:cubicBezTo>
                      <a:lnTo>
                        <a:pt x="4694" y="3642"/>
                      </a:lnTo>
                      <a:cubicBezTo>
                        <a:pt x="4623" y="3599"/>
                        <a:pt x="4623" y="3535"/>
                        <a:pt x="4694" y="3492"/>
                      </a:cubicBezTo>
                      <a:lnTo>
                        <a:pt x="5003" y="3312"/>
                      </a:lnTo>
                      <a:cubicBezTo>
                        <a:pt x="5039" y="3291"/>
                        <a:pt x="5086" y="3280"/>
                        <a:pt x="5133" y="3280"/>
                      </a:cubicBezTo>
                      <a:close/>
                      <a:moveTo>
                        <a:pt x="9320" y="3294"/>
                      </a:moveTo>
                      <a:cubicBezTo>
                        <a:pt x="9369" y="3294"/>
                        <a:pt x="9417" y="3304"/>
                        <a:pt x="9454" y="3326"/>
                      </a:cubicBezTo>
                      <a:lnTo>
                        <a:pt x="9790" y="3521"/>
                      </a:lnTo>
                      <a:cubicBezTo>
                        <a:pt x="9863" y="3564"/>
                        <a:pt x="9863" y="3635"/>
                        <a:pt x="9790" y="3671"/>
                      </a:cubicBezTo>
                      <a:lnTo>
                        <a:pt x="9454" y="3873"/>
                      </a:lnTo>
                      <a:cubicBezTo>
                        <a:pt x="9417" y="3891"/>
                        <a:pt x="9370" y="3900"/>
                        <a:pt x="9323" y="3900"/>
                      </a:cubicBezTo>
                      <a:cubicBezTo>
                        <a:pt x="9275" y="3900"/>
                        <a:pt x="9226" y="3891"/>
                        <a:pt x="9186" y="3873"/>
                      </a:cubicBezTo>
                      <a:lnTo>
                        <a:pt x="8857" y="3671"/>
                      </a:lnTo>
                      <a:cubicBezTo>
                        <a:pt x="8784" y="3635"/>
                        <a:pt x="8777" y="3564"/>
                        <a:pt x="8857" y="3521"/>
                      </a:cubicBezTo>
                      <a:lnTo>
                        <a:pt x="9186" y="3326"/>
                      </a:lnTo>
                      <a:cubicBezTo>
                        <a:pt x="9223" y="3304"/>
                        <a:pt x="9271" y="3294"/>
                        <a:pt x="9320" y="3294"/>
                      </a:cubicBezTo>
                      <a:close/>
                      <a:moveTo>
                        <a:pt x="8159" y="3452"/>
                      </a:moveTo>
                      <a:cubicBezTo>
                        <a:pt x="8206" y="3452"/>
                        <a:pt x="8253" y="3463"/>
                        <a:pt x="8289" y="3485"/>
                      </a:cubicBezTo>
                      <a:lnTo>
                        <a:pt x="8598" y="3664"/>
                      </a:lnTo>
                      <a:cubicBezTo>
                        <a:pt x="8669" y="3700"/>
                        <a:pt x="8669" y="3771"/>
                        <a:pt x="8598" y="3814"/>
                      </a:cubicBezTo>
                      <a:lnTo>
                        <a:pt x="8303" y="3987"/>
                      </a:lnTo>
                      <a:cubicBezTo>
                        <a:pt x="8267" y="4008"/>
                        <a:pt x="8220" y="4019"/>
                        <a:pt x="8173" y="4019"/>
                      </a:cubicBezTo>
                      <a:cubicBezTo>
                        <a:pt x="8125" y="4019"/>
                        <a:pt x="8077" y="4008"/>
                        <a:pt x="8037" y="3987"/>
                      </a:cubicBezTo>
                      <a:lnTo>
                        <a:pt x="7735" y="3807"/>
                      </a:lnTo>
                      <a:cubicBezTo>
                        <a:pt x="7663" y="3764"/>
                        <a:pt x="7663" y="3700"/>
                        <a:pt x="7735" y="3657"/>
                      </a:cubicBezTo>
                      <a:lnTo>
                        <a:pt x="8030" y="3485"/>
                      </a:lnTo>
                      <a:cubicBezTo>
                        <a:pt x="8066" y="3463"/>
                        <a:pt x="8112" y="3452"/>
                        <a:pt x="8159" y="3452"/>
                      </a:cubicBezTo>
                      <a:close/>
                      <a:moveTo>
                        <a:pt x="12332" y="3754"/>
                      </a:moveTo>
                      <a:cubicBezTo>
                        <a:pt x="12380" y="3754"/>
                        <a:pt x="12429" y="3765"/>
                        <a:pt x="12464" y="3787"/>
                      </a:cubicBezTo>
                      <a:lnTo>
                        <a:pt x="12723" y="3930"/>
                      </a:lnTo>
                      <a:cubicBezTo>
                        <a:pt x="12795" y="3973"/>
                        <a:pt x="12802" y="4045"/>
                        <a:pt x="12723" y="4088"/>
                      </a:cubicBezTo>
                      <a:lnTo>
                        <a:pt x="12680" y="4116"/>
                      </a:lnTo>
                      <a:cubicBezTo>
                        <a:pt x="12643" y="4135"/>
                        <a:pt x="12592" y="4146"/>
                        <a:pt x="12541" y="4146"/>
                      </a:cubicBezTo>
                      <a:cubicBezTo>
                        <a:pt x="12495" y="4146"/>
                        <a:pt x="12449" y="4137"/>
                        <a:pt x="12414" y="4116"/>
                      </a:cubicBezTo>
                      <a:lnTo>
                        <a:pt x="12155" y="3966"/>
                      </a:lnTo>
                      <a:cubicBezTo>
                        <a:pt x="12085" y="3923"/>
                        <a:pt x="12085" y="3850"/>
                        <a:pt x="12155" y="3814"/>
                      </a:cubicBezTo>
                      <a:lnTo>
                        <a:pt x="12198" y="3787"/>
                      </a:lnTo>
                      <a:cubicBezTo>
                        <a:pt x="12235" y="3765"/>
                        <a:pt x="12283" y="3754"/>
                        <a:pt x="12332" y="3754"/>
                      </a:cubicBezTo>
                      <a:close/>
                      <a:moveTo>
                        <a:pt x="11211" y="3602"/>
                      </a:moveTo>
                      <a:cubicBezTo>
                        <a:pt x="11259" y="3602"/>
                        <a:pt x="11307" y="3613"/>
                        <a:pt x="11343" y="3635"/>
                      </a:cubicBezTo>
                      <a:lnTo>
                        <a:pt x="11653" y="3814"/>
                      </a:lnTo>
                      <a:cubicBezTo>
                        <a:pt x="11724" y="3857"/>
                        <a:pt x="11724" y="3923"/>
                        <a:pt x="11653" y="3966"/>
                      </a:cubicBezTo>
                      <a:lnTo>
                        <a:pt x="11358" y="4138"/>
                      </a:lnTo>
                      <a:cubicBezTo>
                        <a:pt x="11322" y="4160"/>
                        <a:pt x="11273" y="4171"/>
                        <a:pt x="11225" y="4171"/>
                      </a:cubicBezTo>
                      <a:cubicBezTo>
                        <a:pt x="11176" y="4171"/>
                        <a:pt x="11128" y="4160"/>
                        <a:pt x="11093" y="4138"/>
                      </a:cubicBezTo>
                      <a:lnTo>
                        <a:pt x="10782" y="3959"/>
                      </a:lnTo>
                      <a:cubicBezTo>
                        <a:pt x="10711" y="3923"/>
                        <a:pt x="10704" y="3850"/>
                        <a:pt x="10782" y="3807"/>
                      </a:cubicBezTo>
                      <a:lnTo>
                        <a:pt x="11077" y="3635"/>
                      </a:lnTo>
                      <a:cubicBezTo>
                        <a:pt x="11113" y="3613"/>
                        <a:pt x="11162" y="3602"/>
                        <a:pt x="11211" y="3602"/>
                      </a:cubicBezTo>
                      <a:close/>
                      <a:moveTo>
                        <a:pt x="7084" y="3609"/>
                      </a:moveTo>
                      <a:cubicBezTo>
                        <a:pt x="7133" y="3609"/>
                        <a:pt x="7182" y="3620"/>
                        <a:pt x="7218" y="3642"/>
                      </a:cubicBezTo>
                      <a:lnTo>
                        <a:pt x="7527" y="3823"/>
                      </a:lnTo>
                      <a:cubicBezTo>
                        <a:pt x="7599" y="3866"/>
                        <a:pt x="7599" y="3937"/>
                        <a:pt x="7527" y="3973"/>
                      </a:cubicBezTo>
                      <a:lnTo>
                        <a:pt x="7218" y="4152"/>
                      </a:lnTo>
                      <a:cubicBezTo>
                        <a:pt x="7182" y="4174"/>
                        <a:pt x="7135" y="4185"/>
                        <a:pt x="7088" y="4185"/>
                      </a:cubicBezTo>
                      <a:cubicBezTo>
                        <a:pt x="7041" y="4185"/>
                        <a:pt x="6995" y="4174"/>
                        <a:pt x="6959" y="4152"/>
                      </a:cubicBezTo>
                      <a:lnTo>
                        <a:pt x="6642" y="3973"/>
                      </a:lnTo>
                      <a:cubicBezTo>
                        <a:pt x="6571" y="3937"/>
                        <a:pt x="6571" y="3866"/>
                        <a:pt x="6642" y="3823"/>
                      </a:cubicBezTo>
                      <a:lnTo>
                        <a:pt x="6952" y="3642"/>
                      </a:lnTo>
                      <a:cubicBezTo>
                        <a:pt x="6988" y="3620"/>
                        <a:pt x="7036" y="3609"/>
                        <a:pt x="7084" y="3609"/>
                      </a:cubicBezTo>
                      <a:close/>
                      <a:moveTo>
                        <a:pt x="5806" y="3674"/>
                      </a:moveTo>
                      <a:cubicBezTo>
                        <a:pt x="5857" y="3674"/>
                        <a:pt x="5908" y="3685"/>
                        <a:pt x="5945" y="3707"/>
                      </a:cubicBezTo>
                      <a:lnTo>
                        <a:pt x="6254" y="3887"/>
                      </a:lnTo>
                      <a:cubicBezTo>
                        <a:pt x="6326" y="3923"/>
                        <a:pt x="6326" y="3995"/>
                        <a:pt x="6254" y="4038"/>
                      </a:cubicBezTo>
                      <a:lnTo>
                        <a:pt x="5945" y="4218"/>
                      </a:lnTo>
                      <a:cubicBezTo>
                        <a:pt x="5909" y="4236"/>
                        <a:pt x="5863" y="4245"/>
                        <a:pt x="5816" y="4245"/>
                      </a:cubicBezTo>
                      <a:cubicBezTo>
                        <a:pt x="5769" y="4245"/>
                        <a:pt x="5722" y="4236"/>
                        <a:pt x="5686" y="4218"/>
                      </a:cubicBezTo>
                      <a:lnTo>
                        <a:pt x="5370" y="4038"/>
                      </a:lnTo>
                      <a:cubicBezTo>
                        <a:pt x="5298" y="3995"/>
                        <a:pt x="5298" y="3923"/>
                        <a:pt x="5370" y="3880"/>
                      </a:cubicBezTo>
                      <a:lnTo>
                        <a:pt x="5679" y="3700"/>
                      </a:lnTo>
                      <a:cubicBezTo>
                        <a:pt x="5714" y="3683"/>
                        <a:pt x="5760" y="3674"/>
                        <a:pt x="5806" y="3674"/>
                      </a:cubicBezTo>
                      <a:close/>
                      <a:moveTo>
                        <a:pt x="10035" y="3711"/>
                      </a:moveTo>
                      <a:cubicBezTo>
                        <a:pt x="10082" y="3711"/>
                        <a:pt x="10128" y="3722"/>
                        <a:pt x="10164" y="3743"/>
                      </a:cubicBezTo>
                      <a:lnTo>
                        <a:pt x="10466" y="3916"/>
                      </a:lnTo>
                      <a:cubicBezTo>
                        <a:pt x="10539" y="3959"/>
                        <a:pt x="10539" y="4023"/>
                        <a:pt x="10466" y="4066"/>
                      </a:cubicBezTo>
                      <a:lnTo>
                        <a:pt x="10128" y="4261"/>
                      </a:lnTo>
                      <a:cubicBezTo>
                        <a:pt x="10093" y="4283"/>
                        <a:pt x="10046" y="4293"/>
                        <a:pt x="9999" y="4293"/>
                      </a:cubicBezTo>
                      <a:cubicBezTo>
                        <a:pt x="9953" y="4293"/>
                        <a:pt x="9906" y="4283"/>
                        <a:pt x="9869" y="4261"/>
                      </a:cubicBezTo>
                      <a:lnTo>
                        <a:pt x="9568" y="4088"/>
                      </a:lnTo>
                      <a:cubicBezTo>
                        <a:pt x="9497" y="4045"/>
                        <a:pt x="9497" y="3980"/>
                        <a:pt x="9568" y="3937"/>
                      </a:cubicBezTo>
                      <a:lnTo>
                        <a:pt x="9906" y="3743"/>
                      </a:lnTo>
                      <a:cubicBezTo>
                        <a:pt x="9942" y="3722"/>
                        <a:pt x="9988" y="3711"/>
                        <a:pt x="10035" y="3711"/>
                      </a:cubicBezTo>
                      <a:close/>
                      <a:moveTo>
                        <a:pt x="8846" y="3847"/>
                      </a:moveTo>
                      <a:cubicBezTo>
                        <a:pt x="8894" y="3847"/>
                        <a:pt x="8943" y="3858"/>
                        <a:pt x="8979" y="3880"/>
                      </a:cubicBezTo>
                      <a:lnTo>
                        <a:pt x="9316" y="4073"/>
                      </a:lnTo>
                      <a:cubicBezTo>
                        <a:pt x="9388" y="4116"/>
                        <a:pt x="9388" y="4189"/>
                        <a:pt x="9316" y="4225"/>
                      </a:cubicBezTo>
                      <a:lnTo>
                        <a:pt x="9022" y="4397"/>
                      </a:lnTo>
                      <a:cubicBezTo>
                        <a:pt x="8986" y="4419"/>
                        <a:pt x="8937" y="4430"/>
                        <a:pt x="8889" y="4430"/>
                      </a:cubicBezTo>
                      <a:cubicBezTo>
                        <a:pt x="8840" y="4430"/>
                        <a:pt x="8791" y="4419"/>
                        <a:pt x="8755" y="4397"/>
                      </a:cubicBezTo>
                      <a:lnTo>
                        <a:pt x="8419" y="4202"/>
                      </a:lnTo>
                      <a:cubicBezTo>
                        <a:pt x="8346" y="4159"/>
                        <a:pt x="8346" y="4095"/>
                        <a:pt x="8419" y="4052"/>
                      </a:cubicBezTo>
                      <a:lnTo>
                        <a:pt x="8712" y="3880"/>
                      </a:lnTo>
                      <a:cubicBezTo>
                        <a:pt x="8748" y="3858"/>
                        <a:pt x="8797" y="3847"/>
                        <a:pt x="8846" y="3847"/>
                      </a:cubicBezTo>
                      <a:close/>
                      <a:moveTo>
                        <a:pt x="11901" y="4006"/>
                      </a:moveTo>
                      <a:cubicBezTo>
                        <a:pt x="11949" y="4006"/>
                        <a:pt x="11997" y="4017"/>
                        <a:pt x="12033" y="4038"/>
                      </a:cubicBezTo>
                      <a:lnTo>
                        <a:pt x="12292" y="4182"/>
                      </a:lnTo>
                      <a:cubicBezTo>
                        <a:pt x="12364" y="4225"/>
                        <a:pt x="12364" y="4297"/>
                        <a:pt x="12292" y="4340"/>
                      </a:cubicBezTo>
                      <a:lnTo>
                        <a:pt x="11998" y="4513"/>
                      </a:lnTo>
                      <a:cubicBezTo>
                        <a:pt x="11962" y="4534"/>
                        <a:pt x="11913" y="4545"/>
                        <a:pt x="11865" y="4545"/>
                      </a:cubicBezTo>
                      <a:cubicBezTo>
                        <a:pt x="11816" y="4545"/>
                        <a:pt x="11767" y="4534"/>
                        <a:pt x="11731" y="4513"/>
                      </a:cubicBezTo>
                      <a:lnTo>
                        <a:pt x="11472" y="4361"/>
                      </a:lnTo>
                      <a:cubicBezTo>
                        <a:pt x="11401" y="4318"/>
                        <a:pt x="11401" y="4245"/>
                        <a:pt x="11472" y="4211"/>
                      </a:cubicBezTo>
                      <a:lnTo>
                        <a:pt x="11767" y="4038"/>
                      </a:lnTo>
                      <a:cubicBezTo>
                        <a:pt x="11803" y="4017"/>
                        <a:pt x="11852" y="4006"/>
                        <a:pt x="11901" y="4006"/>
                      </a:cubicBezTo>
                      <a:close/>
                      <a:moveTo>
                        <a:pt x="12975" y="4120"/>
                      </a:moveTo>
                      <a:cubicBezTo>
                        <a:pt x="13022" y="4120"/>
                        <a:pt x="13069" y="4131"/>
                        <a:pt x="13104" y="4152"/>
                      </a:cubicBezTo>
                      <a:lnTo>
                        <a:pt x="13442" y="4347"/>
                      </a:lnTo>
                      <a:cubicBezTo>
                        <a:pt x="13515" y="4390"/>
                        <a:pt x="13515" y="4454"/>
                        <a:pt x="13442" y="4497"/>
                      </a:cubicBezTo>
                      <a:lnTo>
                        <a:pt x="13392" y="4527"/>
                      </a:lnTo>
                      <a:cubicBezTo>
                        <a:pt x="13356" y="4548"/>
                        <a:pt x="13309" y="4559"/>
                        <a:pt x="13263" y="4559"/>
                      </a:cubicBezTo>
                      <a:cubicBezTo>
                        <a:pt x="13216" y="4559"/>
                        <a:pt x="13170" y="4548"/>
                        <a:pt x="13133" y="4527"/>
                      </a:cubicBezTo>
                      <a:lnTo>
                        <a:pt x="12795" y="4332"/>
                      </a:lnTo>
                      <a:cubicBezTo>
                        <a:pt x="12723" y="4289"/>
                        <a:pt x="12723" y="4225"/>
                        <a:pt x="12795" y="4182"/>
                      </a:cubicBezTo>
                      <a:lnTo>
                        <a:pt x="12845" y="4152"/>
                      </a:lnTo>
                      <a:cubicBezTo>
                        <a:pt x="12882" y="4131"/>
                        <a:pt x="12929" y="4120"/>
                        <a:pt x="12975" y="4120"/>
                      </a:cubicBezTo>
                      <a:close/>
                      <a:moveTo>
                        <a:pt x="7777" y="4013"/>
                      </a:moveTo>
                      <a:cubicBezTo>
                        <a:pt x="7825" y="4013"/>
                        <a:pt x="7872" y="4024"/>
                        <a:pt x="7908" y="4045"/>
                      </a:cubicBezTo>
                      <a:lnTo>
                        <a:pt x="8217" y="4218"/>
                      </a:lnTo>
                      <a:cubicBezTo>
                        <a:pt x="8289" y="4261"/>
                        <a:pt x="8289" y="4332"/>
                        <a:pt x="8217" y="4375"/>
                      </a:cubicBezTo>
                      <a:lnTo>
                        <a:pt x="7908" y="4556"/>
                      </a:lnTo>
                      <a:cubicBezTo>
                        <a:pt x="7872" y="4573"/>
                        <a:pt x="7823" y="4582"/>
                        <a:pt x="7775" y="4582"/>
                      </a:cubicBezTo>
                      <a:cubicBezTo>
                        <a:pt x="7726" y="4582"/>
                        <a:pt x="7678" y="4573"/>
                        <a:pt x="7642" y="4556"/>
                      </a:cubicBezTo>
                      <a:lnTo>
                        <a:pt x="7340" y="4375"/>
                      </a:lnTo>
                      <a:cubicBezTo>
                        <a:pt x="7268" y="4332"/>
                        <a:pt x="7261" y="4268"/>
                        <a:pt x="7340" y="4225"/>
                      </a:cubicBezTo>
                      <a:lnTo>
                        <a:pt x="7642" y="4045"/>
                      </a:lnTo>
                      <a:cubicBezTo>
                        <a:pt x="7681" y="4024"/>
                        <a:pt x="7729" y="4013"/>
                        <a:pt x="7777" y="4013"/>
                      </a:cubicBezTo>
                      <a:close/>
                      <a:moveTo>
                        <a:pt x="6503" y="4070"/>
                      </a:moveTo>
                      <a:cubicBezTo>
                        <a:pt x="6551" y="4070"/>
                        <a:pt x="6600" y="4081"/>
                        <a:pt x="6635" y="4102"/>
                      </a:cubicBezTo>
                      <a:lnTo>
                        <a:pt x="6937" y="4282"/>
                      </a:lnTo>
                      <a:cubicBezTo>
                        <a:pt x="7009" y="4318"/>
                        <a:pt x="7016" y="4390"/>
                        <a:pt x="6944" y="4433"/>
                      </a:cubicBezTo>
                      <a:lnTo>
                        <a:pt x="6635" y="4613"/>
                      </a:lnTo>
                      <a:cubicBezTo>
                        <a:pt x="6600" y="4634"/>
                        <a:pt x="6551" y="4645"/>
                        <a:pt x="6503" y="4645"/>
                      </a:cubicBezTo>
                      <a:cubicBezTo>
                        <a:pt x="6454" y="4645"/>
                        <a:pt x="6405" y="4634"/>
                        <a:pt x="6369" y="4613"/>
                      </a:cubicBezTo>
                      <a:lnTo>
                        <a:pt x="6067" y="4433"/>
                      </a:lnTo>
                      <a:cubicBezTo>
                        <a:pt x="5988" y="4390"/>
                        <a:pt x="5988" y="4325"/>
                        <a:pt x="6060" y="4282"/>
                      </a:cubicBezTo>
                      <a:lnTo>
                        <a:pt x="6369" y="4102"/>
                      </a:lnTo>
                      <a:cubicBezTo>
                        <a:pt x="6405" y="4081"/>
                        <a:pt x="6454" y="4070"/>
                        <a:pt x="6503" y="4070"/>
                      </a:cubicBezTo>
                      <a:close/>
                      <a:moveTo>
                        <a:pt x="10714" y="4099"/>
                      </a:moveTo>
                      <a:cubicBezTo>
                        <a:pt x="10763" y="4099"/>
                        <a:pt x="10811" y="4110"/>
                        <a:pt x="10848" y="4132"/>
                      </a:cubicBezTo>
                      <a:lnTo>
                        <a:pt x="11156" y="4311"/>
                      </a:lnTo>
                      <a:cubicBezTo>
                        <a:pt x="11229" y="4354"/>
                        <a:pt x="11229" y="4427"/>
                        <a:pt x="11156" y="4461"/>
                      </a:cubicBezTo>
                      <a:lnTo>
                        <a:pt x="10825" y="4656"/>
                      </a:lnTo>
                      <a:cubicBezTo>
                        <a:pt x="10790" y="4678"/>
                        <a:pt x="10742" y="4688"/>
                        <a:pt x="10693" y="4688"/>
                      </a:cubicBezTo>
                      <a:cubicBezTo>
                        <a:pt x="10644" y="4688"/>
                        <a:pt x="10596" y="4678"/>
                        <a:pt x="10560" y="4656"/>
                      </a:cubicBezTo>
                      <a:lnTo>
                        <a:pt x="10251" y="4484"/>
                      </a:lnTo>
                      <a:cubicBezTo>
                        <a:pt x="10178" y="4440"/>
                        <a:pt x="10178" y="4368"/>
                        <a:pt x="10251" y="4325"/>
                      </a:cubicBezTo>
                      <a:lnTo>
                        <a:pt x="10582" y="4132"/>
                      </a:lnTo>
                      <a:cubicBezTo>
                        <a:pt x="10617" y="4110"/>
                        <a:pt x="10666" y="4099"/>
                        <a:pt x="10714" y="4099"/>
                      </a:cubicBezTo>
                      <a:close/>
                      <a:moveTo>
                        <a:pt x="9565" y="4265"/>
                      </a:moveTo>
                      <a:cubicBezTo>
                        <a:pt x="9613" y="4265"/>
                        <a:pt x="9662" y="4276"/>
                        <a:pt x="9697" y="4297"/>
                      </a:cubicBezTo>
                      <a:lnTo>
                        <a:pt x="9992" y="4470"/>
                      </a:lnTo>
                      <a:cubicBezTo>
                        <a:pt x="10064" y="4504"/>
                        <a:pt x="10064" y="4577"/>
                        <a:pt x="9992" y="4620"/>
                      </a:cubicBezTo>
                      <a:lnTo>
                        <a:pt x="9697" y="4792"/>
                      </a:lnTo>
                      <a:cubicBezTo>
                        <a:pt x="9662" y="4814"/>
                        <a:pt x="9615" y="4825"/>
                        <a:pt x="9568" y="4825"/>
                      </a:cubicBezTo>
                      <a:cubicBezTo>
                        <a:pt x="9521" y="4825"/>
                        <a:pt x="9474" y="4814"/>
                        <a:pt x="9438" y="4792"/>
                      </a:cubicBezTo>
                      <a:lnTo>
                        <a:pt x="9136" y="4620"/>
                      </a:lnTo>
                      <a:cubicBezTo>
                        <a:pt x="9066" y="4577"/>
                        <a:pt x="9066" y="4504"/>
                        <a:pt x="9136" y="4470"/>
                      </a:cubicBezTo>
                      <a:lnTo>
                        <a:pt x="9431" y="4297"/>
                      </a:lnTo>
                      <a:cubicBezTo>
                        <a:pt x="9468" y="4276"/>
                        <a:pt x="9516" y="4265"/>
                        <a:pt x="9565" y="4265"/>
                      </a:cubicBezTo>
                      <a:close/>
                      <a:moveTo>
                        <a:pt x="12541" y="4372"/>
                      </a:moveTo>
                      <a:cubicBezTo>
                        <a:pt x="12589" y="4372"/>
                        <a:pt x="12637" y="4383"/>
                        <a:pt x="12673" y="4404"/>
                      </a:cubicBezTo>
                      <a:lnTo>
                        <a:pt x="13011" y="4599"/>
                      </a:lnTo>
                      <a:cubicBezTo>
                        <a:pt x="13083" y="4642"/>
                        <a:pt x="13083" y="4713"/>
                        <a:pt x="13011" y="4749"/>
                      </a:cubicBezTo>
                      <a:lnTo>
                        <a:pt x="12709" y="4922"/>
                      </a:lnTo>
                      <a:cubicBezTo>
                        <a:pt x="12673" y="4943"/>
                        <a:pt x="12626" y="4954"/>
                        <a:pt x="12580" y="4954"/>
                      </a:cubicBezTo>
                      <a:cubicBezTo>
                        <a:pt x="12533" y="4954"/>
                        <a:pt x="12486" y="4943"/>
                        <a:pt x="12450" y="4922"/>
                      </a:cubicBezTo>
                      <a:lnTo>
                        <a:pt x="12112" y="4728"/>
                      </a:lnTo>
                      <a:cubicBezTo>
                        <a:pt x="12041" y="4692"/>
                        <a:pt x="12041" y="4620"/>
                        <a:pt x="12112" y="4577"/>
                      </a:cubicBezTo>
                      <a:lnTo>
                        <a:pt x="12407" y="4404"/>
                      </a:lnTo>
                      <a:cubicBezTo>
                        <a:pt x="12443" y="4383"/>
                        <a:pt x="12492" y="4372"/>
                        <a:pt x="12541" y="4372"/>
                      </a:cubicBezTo>
                      <a:close/>
                      <a:moveTo>
                        <a:pt x="13690" y="4537"/>
                      </a:moveTo>
                      <a:cubicBezTo>
                        <a:pt x="13738" y="4537"/>
                        <a:pt x="13787" y="4548"/>
                        <a:pt x="13823" y="4570"/>
                      </a:cubicBezTo>
                      <a:lnTo>
                        <a:pt x="14118" y="4742"/>
                      </a:lnTo>
                      <a:cubicBezTo>
                        <a:pt x="14198" y="4778"/>
                        <a:pt x="14198" y="4849"/>
                        <a:pt x="14125" y="4892"/>
                      </a:cubicBezTo>
                      <a:lnTo>
                        <a:pt x="14075" y="4922"/>
                      </a:lnTo>
                      <a:cubicBezTo>
                        <a:pt x="14039" y="4943"/>
                        <a:pt x="13990" y="4954"/>
                        <a:pt x="13942" y="4954"/>
                      </a:cubicBezTo>
                      <a:cubicBezTo>
                        <a:pt x="13893" y="4954"/>
                        <a:pt x="13845" y="4943"/>
                        <a:pt x="13810" y="4922"/>
                      </a:cubicBezTo>
                      <a:lnTo>
                        <a:pt x="13515" y="4749"/>
                      </a:lnTo>
                      <a:cubicBezTo>
                        <a:pt x="13442" y="4706"/>
                        <a:pt x="13442" y="4634"/>
                        <a:pt x="13515" y="4599"/>
                      </a:cubicBezTo>
                      <a:lnTo>
                        <a:pt x="13558" y="4570"/>
                      </a:lnTo>
                      <a:cubicBezTo>
                        <a:pt x="13593" y="4548"/>
                        <a:pt x="13641" y="4537"/>
                        <a:pt x="13690" y="4537"/>
                      </a:cubicBezTo>
                      <a:close/>
                      <a:moveTo>
                        <a:pt x="8462" y="4408"/>
                      </a:moveTo>
                      <a:cubicBezTo>
                        <a:pt x="8510" y="4408"/>
                        <a:pt x="8558" y="4419"/>
                        <a:pt x="8598" y="4440"/>
                      </a:cubicBezTo>
                      <a:lnTo>
                        <a:pt x="8928" y="4634"/>
                      </a:lnTo>
                      <a:cubicBezTo>
                        <a:pt x="9007" y="4677"/>
                        <a:pt x="9007" y="4742"/>
                        <a:pt x="8936" y="4785"/>
                      </a:cubicBezTo>
                      <a:lnTo>
                        <a:pt x="8626" y="4965"/>
                      </a:lnTo>
                      <a:cubicBezTo>
                        <a:pt x="8590" y="4986"/>
                        <a:pt x="8542" y="4997"/>
                        <a:pt x="8493" y="4997"/>
                      </a:cubicBezTo>
                      <a:cubicBezTo>
                        <a:pt x="8445" y="4997"/>
                        <a:pt x="8396" y="4986"/>
                        <a:pt x="8360" y="4965"/>
                      </a:cubicBezTo>
                      <a:lnTo>
                        <a:pt x="8022" y="4772"/>
                      </a:lnTo>
                      <a:cubicBezTo>
                        <a:pt x="7951" y="4728"/>
                        <a:pt x="7951" y="4663"/>
                        <a:pt x="8022" y="4620"/>
                      </a:cubicBezTo>
                      <a:lnTo>
                        <a:pt x="8332" y="4440"/>
                      </a:lnTo>
                      <a:cubicBezTo>
                        <a:pt x="8368" y="4419"/>
                        <a:pt x="8414" y="4408"/>
                        <a:pt x="8462" y="4408"/>
                      </a:cubicBezTo>
                      <a:close/>
                      <a:moveTo>
                        <a:pt x="11404" y="4501"/>
                      </a:moveTo>
                      <a:cubicBezTo>
                        <a:pt x="11453" y="4501"/>
                        <a:pt x="11501" y="4512"/>
                        <a:pt x="11538" y="4534"/>
                      </a:cubicBezTo>
                      <a:lnTo>
                        <a:pt x="11796" y="4685"/>
                      </a:lnTo>
                      <a:cubicBezTo>
                        <a:pt x="11869" y="4728"/>
                        <a:pt x="11869" y="4792"/>
                        <a:pt x="11796" y="4835"/>
                      </a:cubicBezTo>
                      <a:lnTo>
                        <a:pt x="11465" y="5030"/>
                      </a:lnTo>
                      <a:cubicBezTo>
                        <a:pt x="11430" y="5052"/>
                        <a:pt x="11382" y="5063"/>
                        <a:pt x="11333" y="5063"/>
                      </a:cubicBezTo>
                      <a:cubicBezTo>
                        <a:pt x="11284" y="5063"/>
                        <a:pt x="11236" y="5052"/>
                        <a:pt x="11200" y="5030"/>
                      </a:cubicBezTo>
                      <a:lnTo>
                        <a:pt x="10941" y="4879"/>
                      </a:lnTo>
                      <a:cubicBezTo>
                        <a:pt x="10868" y="4835"/>
                        <a:pt x="10868" y="4772"/>
                        <a:pt x="10941" y="4728"/>
                      </a:cubicBezTo>
                      <a:lnTo>
                        <a:pt x="11272" y="4534"/>
                      </a:lnTo>
                      <a:cubicBezTo>
                        <a:pt x="11307" y="4512"/>
                        <a:pt x="11356" y="4501"/>
                        <a:pt x="11404" y="4501"/>
                      </a:cubicBezTo>
                      <a:close/>
                      <a:moveTo>
                        <a:pt x="10243" y="4653"/>
                      </a:moveTo>
                      <a:cubicBezTo>
                        <a:pt x="10290" y="4653"/>
                        <a:pt x="10337" y="4664"/>
                        <a:pt x="10373" y="4685"/>
                      </a:cubicBezTo>
                      <a:lnTo>
                        <a:pt x="10682" y="4865"/>
                      </a:lnTo>
                      <a:cubicBezTo>
                        <a:pt x="10754" y="4908"/>
                        <a:pt x="10761" y="4979"/>
                        <a:pt x="10689" y="5015"/>
                      </a:cubicBezTo>
                      <a:lnTo>
                        <a:pt x="10387" y="5187"/>
                      </a:lnTo>
                      <a:cubicBezTo>
                        <a:pt x="10352" y="5209"/>
                        <a:pt x="10305" y="5220"/>
                        <a:pt x="10258" y="5220"/>
                      </a:cubicBezTo>
                      <a:cubicBezTo>
                        <a:pt x="10211" y="5220"/>
                        <a:pt x="10164" y="5209"/>
                        <a:pt x="10128" y="5187"/>
                      </a:cubicBezTo>
                      <a:lnTo>
                        <a:pt x="9813" y="5008"/>
                      </a:lnTo>
                      <a:cubicBezTo>
                        <a:pt x="9740" y="4972"/>
                        <a:pt x="9740" y="4901"/>
                        <a:pt x="9813" y="4858"/>
                      </a:cubicBezTo>
                      <a:lnTo>
                        <a:pt x="10108" y="4685"/>
                      </a:lnTo>
                      <a:cubicBezTo>
                        <a:pt x="10147" y="4664"/>
                        <a:pt x="10196" y="4653"/>
                        <a:pt x="10243" y="4653"/>
                      </a:cubicBezTo>
                      <a:close/>
                      <a:moveTo>
                        <a:pt x="13259" y="4789"/>
                      </a:moveTo>
                      <a:cubicBezTo>
                        <a:pt x="13307" y="4789"/>
                        <a:pt x="13356" y="4800"/>
                        <a:pt x="13392" y="4822"/>
                      </a:cubicBezTo>
                      <a:lnTo>
                        <a:pt x="13687" y="4994"/>
                      </a:lnTo>
                      <a:cubicBezTo>
                        <a:pt x="13758" y="5030"/>
                        <a:pt x="13758" y="5101"/>
                        <a:pt x="13687" y="5144"/>
                      </a:cubicBezTo>
                      <a:lnTo>
                        <a:pt x="13392" y="5317"/>
                      </a:lnTo>
                      <a:cubicBezTo>
                        <a:pt x="13356" y="5338"/>
                        <a:pt x="13307" y="5349"/>
                        <a:pt x="13259" y="5349"/>
                      </a:cubicBezTo>
                      <a:cubicBezTo>
                        <a:pt x="13210" y="5349"/>
                        <a:pt x="13162" y="5338"/>
                        <a:pt x="13126" y="5317"/>
                      </a:cubicBezTo>
                      <a:lnTo>
                        <a:pt x="12831" y="5144"/>
                      </a:lnTo>
                      <a:cubicBezTo>
                        <a:pt x="12759" y="5101"/>
                        <a:pt x="12759" y="5037"/>
                        <a:pt x="12831" y="4994"/>
                      </a:cubicBezTo>
                      <a:lnTo>
                        <a:pt x="13126" y="4822"/>
                      </a:lnTo>
                      <a:cubicBezTo>
                        <a:pt x="13162" y="4800"/>
                        <a:pt x="13210" y="4789"/>
                        <a:pt x="13259" y="4789"/>
                      </a:cubicBezTo>
                      <a:close/>
                      <a:moveTo>
                        <a:pt x="14370" y="4926"/>
                      </a:moveTo>
                      <a:cubicBezTo>
                        <a:pt x="14416" y="4926"/>
                        <a:pt x="14463" y="4936"/>
                        <a:pt x="14500" y="4958"/>
                      </a:cubicBezTo>
                      <a:lnTo>
                        <a:pt x="14815" y="5137"/>
                      </a:lnTo>
                      <a:cubicBezTo>
                        <a:pt x="14888" y="5180"/>
                        <a:pt x="14888" y="5246"/>
                        <a:pt x="14815" y="5289"/>
                      </a:cubicBezTo>
                      <a:lnTo>
                        <a:pt x="14765" y="5317"/>
                      </a:lnTo>
                      <a:cubicBezTo>
                        <a:pt x="14729" y="5338"/>
                        <a:pt x="14680" y="5349"/>
                        <a:pt x="14632" y="5349"/>
                      </a:cubicBezTo>
                      <a:cubicBezTo>
                        <a:pt x="14583" y="5349"/>
                        <a:pt x="14535" y="5338"/>
                        <a:pt x="14500" y="5317"/>
                      </a:cubicBezTo>
                      <a:lnTo>
                        <a:pt x="14189" y="5137"/>
                      </a:lnTo>
                      <a:cubicBezTo>
                        <a:pt x="14118" y="5094"/>
                        <a:pt x="14118" y="5030"/>
                        <a:pt x="14189" y="4987"/>
                      </a:cubicBezTo>
                      <a:lnTo>
                        <a:pt x="14241" y="4958"/>
                      </a:lnTo>
                      <a:cubicBezTo>
                        <a:pt x="14276" y="4936"/>
                        <a:pt x="14323" y="4926"/>
                        <a:pt x="14370" y="4926"/>
                      </a:cubicBezTo>
                      <a:close/>
                      <a:moveTo>
                        <a:pt x="9180" y="4823"/>
                      </a:moveTo>
                      <a:cubicBezTo>
                        <a:pt x="9227" y="4823"/>
                        <a:pt x="9273" y="4832"/>
                        <a:pt x="9309" y="4849"/>
                      </a:cubicBezTo>
                      <a:lnTo>
                        <a:pt x="9611" y="5022"/>
                      </a:lnTo>
                      <a:cubicBezTo>
                        <a:pt x="9683" y="5065"/>
                        <a:pt x="9683" y="5137"/>
                        <a:pt x="9611" y="5180"/>
                      </a:cubicBezTo>
                      <a:lnTo>
                        <a:pt x="9302" y="5360"/>
                      </a:lnTo>
                      <a:cubicBezTo>
                        <a:pt x="9266" y="5378"/>
                        <a:pt x="9219" y="5387"/>
                        <a:pt x="9172" y="5387"/>
                      </a:cubicBezTo>
                      <a:cubicBezTo>
                        <a:pt x="9124" y="5387"/>
                        <a:pt x="9076" y="5378"/>
                        <a:pt x="9036" y="5360"/>
                      </a:cubicBezTo>
                      <a:lnTo>
                        <a:pt x="8741" y="5187"/>
                      </a:lnTo>
                      <a:cubicBezTo>
                        <a:pt x="8669" y="5144"/>
                        <a:pt x="8669" y="5073"/>
                        <a:pt x="8741" y="5030"/>
                      </a:cubicBezTo>
                      <a:lnTo>
                        <a:pt x="9050" y="4849"/>
                      </a:lnTo>
                      <a:cubicBezTo>
                        <a:pt x="9086" y="4832"/>
                        <a:pt x="9133" y="4823"/>
                        <a:pt x="9180" y="4823"/>
                      </a:cubicBezTo>
                      <a:close/>
                      <a:moveTo>
                        <a:pt x="12047" y="4869"/>
                      </a:moveTo>
                      <a:cubicBezTo>
                        <a:pt x="12094" y="4869"/>
                        <a:pt x="12141" y="4879"/>
                        <a:pt x="12178" y="4901"/>
                      </a:cubicBezTo>
                      <a:lnTo>
                        <a:pt x="12516" y="5094"/>
                      </a:lnTo>
                      <a:cubicBezTo>
                        <a:pt x="12587" y="5137"/>
                        <a:pt x="12587" y="5210"/>
                        <a:pt x="12516" y="5253"/>
                      </a:cubicBezTo>
                      <a:lnTo>
                        <a:pt x="12185" y="5446"/>
                      </a:lnTo>
                      <a:cubicBezTo>
                        <a:pt x="12145" y="5464"/>
                        <a:pt x="12096" y="5473"/>
                        <a:pt x="12048" y="5473"/>
                      </a:cubicBezTo>
                      <a:cubicBezTo>
                        <a:pt x="12001" y="5473"/>
                        <a:pt x="11954" y="5464"/>
                        <a:pt x="11919" y="5446"/>
                      </a:cubicBezTo>
                      <a:lnTo>
                        <a:pt x="11581" y="5253"/>
                      </a:lnTo>
                      <a:cubicBezTo>
                        <a:pt x="11508" y="5210"/>
                        <a:pt x="11508" y="5137"/>
                        <a:pt x="11581" y="5094"/>
                      </a:cubicBezTo>
                      <a:lnTo>
                        <a:pt x="11912" y="4901"/>
                      </a:lnTo>
                      <a:cubicBezTo>
                        <a:pt x="11951" y="4879"/>
                        <a:pt x="11999" y="4869"/>
                        <a:pt x="12047" y="4869"/>
                      </a:cubicBezTo>
                      <a:close/>
                      <a:moveTo>
                        <a:pt x="10934" y="5055"/>
                      </a:moveTo>
                      <a:cubicBezTo>
                        <a:pt x="10980" y="5055"/>
                        <a:pt x="11027" y="5066"/>
                        <a:pt x="11063" y="5087"/>
                      </a:cubicBezTo>
                      <a:lnTo>
                        <a:pt x="11329" y="5237"/>
                      </a:lnTo>
                      <a:cubicBezTo>
                        <a:pt x="11401" y="5274"/>
                        <a:pt x="11401" y="5346"/>
                        <a:pt x="11329" y="5389"/>
                      </a:cubicBezTo>
                      <a:lnTo>
                        <a:pt x="11034" y="5562"/>
                      </a:lnTo>
                      <a:cubicBezTo>
                        <a:pt x="10994" y="5583"/>
                        <a:pt x="10946" y="5594"/>
                        <a:pt x="10898" y="5594"/>
                      </a:cubicBezTo>
                      <a:cubicBezTo>
                        <a:pt x="10851" y="5594"/>
                        <a:pt x="10804" y="5583"/>
                        <a:pt x="10768" y="5562"/>
                      </a:cubicBezTo>
                      <a:lnTo>
                        <a:pt x="10509" y="5410"/>
                      </a:lnTo>
                      <a:cubicBezTo>
                        <a:pt x="10430" y="5367"/>
                        <a:pt x="10430" y="5296"/>
                        <a:pt x="10503" y="5260"/>
                      </a:cubicBezTo>
                      <a:lnTo>
                        <a:pt x="10804" y="5087"/>
                      </a:lnTo>
                      <a:cubicBezTo>
                        <a:pt x="10841" y="5066"/>
                        <a:pt x="10887" y="5055"/>
                        <a:pt x="10934" y="5055"/>
                      </a:cubicBezTo>
                      <a:close/>
                      <a:moveTo>
                        <a:pt x="13937" y="5177"/>
                      </a:moveTo>
                      <a:cubicBezTo>
                        <a:pt x="13985" y="5177"/>
                        <a:pt x="14032" y="5188"/>
                        <a:pt x="14068" y="5210"/>
                      </a:cubicBezTo>
                      <a:lnTo>
                        <a:pt x="14377" y="5389"/>
                      </a:lnTo>
                      <a:cubicBezTo>
                        <a:pt x="14448" y="5432"/>
                        <a:pt x="14457" y="5496"/>
                        <a:pt x="14377" y="5539"/>
                      </a:cubicBezTo>
                      <a:lnTo>
                        <a:pt x="14082" y="5712"/>
                      </a:lnTo>
                      <a:cubicBezTo>
                        <a:pt x="14046" y="5733"/>
                        <a:pt x="13999" y="5744"/>
                        <a:pt x="13952" y="5744"/>
                      </a:cubicBezTo>
                      <a:cubicBezTo>
                        <a:pt x="13905" y="5744"/>
                        <a:pt x="13856" y="5733"/>
                        <a:pt x="13817" y="5712"/>
                      </a:cubicBezTo>
                      <a:lnTo>
                        <a:pt x="13508" y="5532"/>
                      </a:lnTo>
                      <a:cubicBezTo>
                        <a:pt x="13435" y="5496"/>
                        <a:pt x="13435" y="5425"/>
                        <a:pt x="13508" y="5382"/>
                      </a:cubicBezTo>
                      <a:lnTo>
                        <a:pt x="13801" y="5210"/>
                      </a:lnTo>
                      <a:cubicBezTo>
                        <a:pt x="13841" y="5188"/>
                        <a:pt x="13889" y="5177"/>
                        <a:pt x="13937" y="5177"/>
                      </a:cubicBezTo>
                      <a:close/>
                      <a:moveTo>
                        <a:pt x="15061" y="5328"/>
                      </a:moveTo>
                      <a:cubicBezTo>
                        <a:pt x="15108" y="5328"/>
                        <a:pt x="15157" y="5338"/>
                        <a:pt x="15197" y="5360"/>
                      </a:cubicBezTo>
                      <a:lnTo>
                        <a:pt x="15512" y="5548"/>
                      </a:lnTo>
                      <a:cubicBezTo>
                        <a:pt x="15592" y="5582"/>
                        <a:pt x="15592" y="5655"/>
                        <a:pt x="15519" y="5698"/>
                      </a:cubicBezTo>
                      <a:lnTo>
                        <a:pt x="15469" y="5727"/>
                      </a:lnTo>
                      <a:cubicBezTo>
                        <a:pt x="15433" y="5749"/>
                        <a:pt x="15385" y="5760"/>
                        <a:pt x="15336" y="5760"/>
                      </a:cubicBezTo>
                      <a:cubicBezTo>
                        <a:pt x="15288" y="5760"/>
                        <a:pt x="15240" y="5749"/>
                        <a:pt x="15204" y="5727"/>
                      </a:cubicBezTo>
                      <a:lnTo>
                        <a:pt x="14879" y="5539"/>
                      </a:lnTo>
                      <a:cubicBezTo>
                        <a:pt x="14808" y="5496"/>
                        <a:pt x="14808" y="5425"/>
                        <a:pt x="14879" y="5389"/>
                      </a:cubicBezTo>
                      <a:lnTo>
                        <a:pt x="14931" y="5360"/>
                      </a:lnTo>
                      <a:cubicBezTo>
                        <a:pt x="14966" y="5338"/>
                        <a:pt x="15013" y="5328"/>
                        <a:pt x="15061" y="5328"/>
                      </a:cubicBezTo>
                      <a:close/>
                      <a:moveTo>
                        <a:pt x="9859" y="5214"/>
                      </a:moveTo>
                      <a:cubicBezTo>
                        <a:pt x="9907" y="5214"/>
                        <a:pt x="9956" y="5224"/>
                        <a:pt x="9992" y="5246"/>
                      </a:cubicBezTo>
                      <a:lnTo>
                        <a:pt x="10301" y="5425"/>
                      </a:lnTo>
                      <a:cubicBezTo>
                        <a:pt x="10373" y="5469"/>
                        <a:pt x="10373" y="5532"/>
                        <a:pt x="10301" y="5575"/>
                      </a:cubicBezTo>
                      <a:lnTo>
                        <a:pt x="9992" y="5755"/>
                      </a:lnTo>
                      <a:cubicBezTo>
                        <a:pt x="9956" y="5776"/>
                        <a:pt x="9909" y="5787"/>
                        <a:pt x="9863" y="5787"/>
                      </a:cubicBezTo>
                      <a:cubicBezTo>
                        <a:pt x="9816" y="5787"/>
                        <a:pt x="9769" y="5776"/>
                        <a:pt x="9733" y="5755"/>
                      </a:cubicBezTo>
                      <a:lnTo>
                        <a:pt x="9417" y="5575"/>
                      </a:lnTo>
                      <a:cubicBezTo>
                        <a:pt x="9345" y="5532"/>
                        <a:pt x="9345" y="5469"/>
                        <a:pt x="9417" y="5425"/>
                      </a:cubicBezTo>
                      <a:lnTo>
                        <a:pt x="9726" y="5246"/>
                      </a:lnTo>
                      <a:cubicBezTo>
                        <a:pt x="9763" y="5224"/>
                        <a:pt x="9811" y="5214"/>
                        <a:pt x="9859" y="5214"/>
                      </a:cubicBezTo>
                      <a:close/>
                      <a:moveTo>
                        <a:pt x="12763" y="5284"/>
                      </a:moveTo>
                      <a:cubicBezTo>
                        <a:pt x="12812" y="5284"/>
                        <a:pt x="12860" y="5295"/>
                        <a:pt x="12895" y="5317"/>
                      </a:cubicBezTo>
                      <a:lnTo>
                        <a:pt x="13190" y="5489"/>
                      </a:lnTo>
                      <a:cubicBezTo>
                        <a:pt x="13263" y="5532"/>
                        <a:pt x="13263" y="5598"/>
                        <a:pt x="13190" y="5641"/>
                      </a:cubicBezTo>
                      <a:lnTo>
                        <a:pt x="12861" y="5834"/>
                      </a:lnTo>
                      <a:cubicBezTo>
                        <a:pt x="12825" y="5856"/>
                        <a:pt x="12776" y="5867"/>
                        <a:pt x="12727" y="5867"/>
                      </a:cubicBezTo>
                      <a:cubicBezTo>
                        <a:pt x="12678" y="5867"/>
                        <a:pt x="12630" y="5856"/>
                        <a:pt x="12593" y="5834"/>
                      </a:cubicBezTo>
                      <a:lnTo>
                        <a:pt x="12300" y="5662"/>
                      </a:lnTo>
                      <a:cubicBezTo>
                        <a:pt x="12228" y="5619"/>
                        <a:pt x="12228" y="5555"/>
                        <a:pt x="12300" y="5512"/>
                      </a:cubicBezTo>
                      <a:lnTo>
                        <a:pt x="12630" y="5317"/>
                      </a:lnTo>
                      <a:cubicBezTo>
                        <a:pt x="12666" y="5295"/>
                        <a:pt x="12715" y="5284"/>
                        <a:pt x="12763" y="5284"/>
                      </a:cubicBezTo>
                      <a:close/>
                      <a:moveTo>
                        <a:pt x="11573" y="5421"/>
                      </a:moveTo>
                      <a:cubicBezTo>
                        <a:pt x="11620" y="5421"/>
                        <a:pt x="11667" y="5431"/>
                        <a:pt x="11703" y="5453"/>
                      </a:cubicBezTo>
                      <a:lnTo>
                        <a:pt x="12041" y="5648"/>
                      </a:lnTo>
                      <a:cubicBezTo>
                        <a:pt x="12112" y="5691"/>
                        <a:pt x="12112" y="5764"/>
                        <a:pt x="12041" y="5798"/>
                      </a:cubicBezTo>
                      <a:lnTo>
                        <a:pt x="11746" y="5971"/>
                      </a:lnTo>
                      <a:cubicBezTo>
                        <a:pt x="11710" y="5992"/>
                        <a:pt x="11663" y="6003"/>
                        <a:pt x="11616" y="6003"/>
                      </a:cubicBezTo>
                      <a:cubicBezTo>
                        <a:pt x="11570" y="6003"/>
                        <a:pt x="11523" y="5992"/>
                        <a:pt x="11488" y="5971"/>
                      </a:cubicBezTo>
                      <a:lnTo>
                        <a:pt x="11149" y="5777"/>
                      </a:lnTo>
                      <a:cubicBezTo>
                        <a:pt x="11077" y="5741"/>
                        <a:pt x="11077" y="5669"/>
                        <a:pt x="11149" y="5626"/>
                      </a:cubicBezTo>
                      <a:lnTo>
                        <a:pt x="11444" y="5453"/>
                      </a:lnTo>
                      <a:cubicBezTo>
                        <a:pt x="11480" y="5431"/>
                        <a:pt x="11526" y="5421"/>
                        <a:pt x="11573" y="5421"/>
                      </a:cubicBezTo>
                      <a:close/>
                      <a:moveTo>
                        <a:pt x="14628" y="5579"/>
                      </a:moveTo>
                      <a:cubicBezTo>
                        <a:pt x="14675" y="5579"/>
                        <a:pt x="14722" y="5590"/>
                        <a:pt x="14758" y="5612"/>
                      </a:cubicBezTo>
                      <a:lnTo>
                        <a:pt x="15081" y="5798"/>
                      </a:lnTo>
                      <a:cubicBezTo>
                        <a:pt x="15153" y="5834"/>
                        <a:pt x="15153" y="5907"/>
                        <a:pt x="15081" y="5950"/>
                      </a:cubicBezTo>
                      <a:lnTo>
                        <a:pt x="14786" y="6122"/>
                      </a:lnTo>
                      <a:cubicBezTo>
                        <a:pt x="14751" y="6144"/>
                        <a:pt x="14702" y="6155"/>
                        <a:pt x="14654" y="6155"/>
                      </a:cubicBezTo>
                      <a:cubicBezTo>
                        <a:pt x="14605" y="6155"/>
                        <a:pt x="14557" y="6144"/>
                        <a:pt x="14520" y="6122"/>
                      </a:cubicBezTo>
                      <a:lnTo>
                        <a:pt x="14198" y="5936"/>
                      </a:lnTo>
                      <a:cubicBezTo>
                        <a:pt x="14125" y="5893"/>
                        <a:pt x="14125" y="5827"/>
                        <a:pt x="14198" y="5784"/>
                      </a:cubicBezTo>
                      <a:lnTo>
                        <a:pt x="14500" y="5612"/>
                      </a:lnTo>
                      <a:cubicBezTo>
                        <a:pt x="14535" y="5590"/>
                        <a:pt x="14582" y="5579"/>
                        <a:pt x="14628" y="5579"/>
                      </a:cubicBezTo>
                      <a:close/>
                      <a:moveTo>
                        <a:pt x="10549" y="5616"/>
                      </a:moveTo>
                      <a:cubicBezTo>
                        <a:pt x="10597" y="5616"/>
                        <a:pt x="10646" y="5626"/>
                        <a:pt x="10682" y="5648"/>
                      </a:cubicBezTo>
                      <a:lnTo>
                        <a:pt x="10941" y="5791"/>
                      </a:lnTo>
                      <a:cubicBezTo>
                        <a:pt x="11013" y="5834"/>
                        <a:pt x="11013" y="5907"/>
                        <a:pt x="10941" y="5950"/>
                      </a:cubicBezTo>
                      <a:lnTo>
                        <a:pt x="10632" y="6129"/>
                      </a:lnTo>
                      <a:cubicBezTo>
                        <a:pt x="10596" y="6147"/>
                        <a:pt x="10549" y="6156"/>
                        <a:pt x="10503" y="6156"/>
                      </a:cubicBezTo>
                      <a:cubicBezTo>
                        <a:pt x="10456" y="6156"/>
                        <a:pt x="10409" y="6147"/>
                        <a:pt x="10373" y="6129"/>
                      </a:cubicBezTo>
                      <a:lnTo>
                        <a:pt x="10108" y="5979"/>
                      </a:lnTo>
                      <a:cubicBezTo>
                        <a:pt x="10035" y="5936"/>
                        <a:pt x="10035" y="5864"/>
                        <a:pt x="10108" y="5820"/>
                      </a:cubicBezTo>
                      <a:lnTo>
                        <a:pt x="10416" y="5648"/>
                      </a:lnTo>
                      <a:cubicBezTo>
                        <a:pt x="10453" y="5626"/>
                        <a:pt x="10501" y="5616"/>
                        <a:pt x="10549" y="5616"/>
                      </a:cubicBezTo>
                      <a:close/>
                      <a:moveTo>
                        <a:pt x="15764" y="5731"/>
                      </a:moveTo>
                      <a:cubicBezTo>
                        <a:pt x="15811" y="5731"/>
                        <a:pt x="15857" y="5742"/>
                        <a:pt x="15894" y="5764"/>
                      </a:cubicBezTo>
                      <a:lnTo>
                        <a:pt x="16232" y="5957"/>
                      </a:lnTo>
                      <a:cubicBezTo>
                        <a:pt x="16302" y="6000"/>
                        <a:pt x="16302" y="6072"/>
                        <a:pt x="16232" y="6109"/>
                      </a:cubicBezTo>
                      <a:lnTo>
                        <a:pt x="16189" y="6136"/>
                      </a:lnTo>
                      <a:cubicBezTo>
                        <a:pt x="16149" y="6158"/>
                        <a:pt x="16100" y="6169"/>
                        <a:pt x="16052" y="6169"/>
                      </a:cubicBezTo>
                      <a:cubicBezTo>
                        <a:pt x="16005" y="6169"/>
                        <a:pt x="15958" y="6158"/>
                        <a:pt x="15923" y="6136"/>
                      </a:cubicBezTo>
                      <a:lnTo>
                        <a:pt x="15585" y="5943"/>
                      </a:lnTo>
                      <a:cubicBezTo>
                        <a:pt x="15512" y="5900"/>
                        <a:pt x="15512" y="5834"/>
                        <a:pt x="15585" y="5791"/>
                      </a:cubicBezTo>
                      <a:lnTo>
                        <a:pt x="15635" y="5764"/>
                      </a:lnTo>
                      <a:cubicBezTo>
                        <a:pt x="15671" y="5742"/>
                        <a:pt x="15718" y="5731"/>
                        <a:pt x="15764" y="5731"/>
                      </a:cubicBezTo>
                      <a:close/>
                      <a:moveTo>
                        <a:pt x="13442" y="5678"/>
                      </a:moveTo>
                      <a:cubicBezTo>
                        <a:pt x="13489" y="5678"/>
                        <a:pt x="13535" y="5687"/>
                        <a:pt x="13572" y="5705"/>
                      </a:cubicBezTo>
                      <a:lnTo>
                        <a:pt x="13880" y="5884"/>
                      </a:lnTo>
                      <a:cubicBezTo>
                        <a:pt x="13960" y="5927"/>
                        <a:pt x="13960" y="6000"/>
                        <a:pt x="13887" y="6043"/>
                      </a:cubicBezTo>
                      <a:lnTo>
                        <a:pt x="13551" y="6238"/>
                      </a:lnTo>
                      <a:cubicBezTo>
                        <a:pt x="13515" y="6255"/>
                        <a:pt x="13468" y="6264"/>
                        <a:pt x="13420" y="6264"/>
                      </a:cubicBezTo>
                      <a:cubicBezTo>
                        <a:pt x="13372" y="6264"/>
                        <a:pt x="13323" y="6255"/>
                        <a:pt x="13283" y="6238"/>
                      </a:cubicBezTo>
                      <a:lnTo>
                        <a:pt x="12975" y="6057"/>
                      </a:lnTo>
                      <a:cubicBezTo>
                        <a:pt x="12904" y="6014"/>
                        <a:pt x="12904" y="5943"/>
                        <a:pt x="12975" y="5900"/>
                      </a:cubicBezTo>
                      <a:lnTo>
                        <a:pt x="13313" y="5705"/>
                      </a:lnTo>
                      <a:cubicBezTo>
                        <a:pt x="13349" y="5687"/>
                        <a:pt x="13396" y="5678"/>
                        <a:pt x="13442" y="5678"/>
                      </a:cubicBezTo>
                      <a:close/>
                      <a:moveTo>
                        <a:pt x="12292" y="5838"/>
                      </a:moveTo>
                      <a:cubicBezTo>
                        <a:pt x="12339" y="5838"/>
                        <a:pt x="12386" y="5849"/>
                        <a:pt x="12421" y="5870"/>
                      </a:cubicBezTo>
                      <a:lnTo>
                        <a:pt x="12723" y="6043"/>
                      </a:lnTo>
                      <a:cubicBezTo>
                        <a:pt x="12795" y="6086"/>
                        <a:pt x="12795" y="6152"/>
                        <a:pt x="12723" y="6195"/>
                      </a:cubicBezTo>
                      <a:lnTo>
                        <a:pt x="12430" y="6367"/>
                      </a:lnTo>
                      <a:cubicBezTo>
                        <a:pt x="12393" y="6389"/>
                        <a:pt x="12345" y="6400"/>
                        <a:pt x="12296" y="6400"/>
                      </a:cubicBezTo>
                      <a:cubicBezTo>
                        <a:pt x="12247" y="6400"/>
                        <a:pt x="12198" y="6389"/>
                        <a:pt x="12162" y="6367"/>
                      </a:cubicBezTo>
                      <a:lnTo>
                        <a:pt x="11869" y="6195"/>
                      </a:lnTo>
                      <a:cubicBezTo>
                        <a:pt x="11790" y="6152"/>
                        <a:pt x="11790" y="6086"/>
                        <a:pt x="11860" y="6043"/>
                      </a:cubicBezTo>
                      <a:lnTo>
                        <a:pt x="12162" y="5870"/>
                      </a:lnTo>
                      <a:cubicBezTo>
                        <a:pt x="12198" y="5849"/>
                        <a:pt x="12245" y="5838"/>
                        <a:pt x="12292" y="5838"/>
                      </a:cubicBezTo>
                      <a:close/>
                      <a:moveTo>
                        <a:pt x="16483" y="6147"/>
                      </a:moveTo>
                      <a:cubicBezTo>
                        <a:pt x="16530" y="6147"/>
                        <a:pt x="16577" y="6158"/>
                        <a:pt x="16613" y="6179"/>
                      </a:cubicBezTo>
                      <a:lnTo>
                        <a:pt x="16915" y="6352"/>
                      </a:lnTo>
                      <a:cubicBezTo>
                        <a:pt x="16986" y="6388"/>
                        <a:pt x="16986" y="6460"/>
                        <a:pt x="16915" y="6504"/>
                      </a:cubicBezTo>
                      <a:lnTo>
                        <a:pt x="16863" y="6531"/>
                      </a:lnTo>
                      <a:cubicBezTo>
                        <a:pt x="16828" y="6553"/>
                        <a:pt x="16779" y="6564"/>
                        <a:pt x="16731" y="6564"/>
                      </a:cubicBezTo>
                      <a:cubicBezTo>
                        <a:pt x="16682" y="6564"/>
                        <a:pt x="16634" y="6553"/>
                        <a:pt x="16597" y="6531"/>
                      </a:cubicBezTo>
                      <a:lnTo>
                        <a:pt x="16302" y="6359"/>
                      </a:lnTo>
                      <a:cubicBezTo>
                        <a:pt x="16232" y="6316"/>
                        <a:pt x="16232" y="6252"/>
                        <a:pt x="16302" y="6209"/>
                      </a:cubicBezTo>
                      <a:lnTo>
                        <a:pt x="16354" y="6179"/>
                      </a:lnTo>
                      <a:cubicBezTo>
                        <a:pt x="16390" y="6158"/>
                        <a:pt x="16436" y="6147"/>
                        <a:pt x="16483" y="6147"/>
                      </a:cubicBezTo>
                      <a:close/>
                      <a:moveTo>
                        <a:pt x="11192" y="5981"/>
                      </a:moveTo>
                      <a:cubicBezTo>
                        <a:pt x="11239" y="5981"/>
                        <a:pt x="11286" y="5992"/>
                        <a:pt x="11322" y="6014"/>
                      </a:cubicBezTo>
                      <a:lnTo>
                        <a:pt x="11660" y="6209"/>
                      </a:lnTo>
                      <a:cubicBezTo>
                        <a:pt x="11731" y="6252"/>
                        <a:pt x="11731" y="6316"/>
                        <a:pt x="11660" y="6359"/>
                      </a:cubicBezTo>
                      <a:lnTo>
                        <a:pt x="11351" y="6540"/>
                      </a:lnTo>
                      <a:cubicBezTo>
                        <a:pt x="11315" y="6561"/>
                        <a:pt x="11268" y="6572"/>
                        <a:pt x="11220" y="6572"/>
                      </a:cubicBezTo>
                      <a:cubicBezTo>
                        <a:pt x="11172" y="6572"/>
                        <a:pt x="11124" y="6561"/>
                        <a:pt x="11084" y="6540"/>
                      </a:cubicBezTo>
                      <a:lnTo>
                        <a:pt x="10754" y="6345"/>
                      </a:lnTo>
                      <a:cubicBezTo>
                        <a:pt x="10682" y="6302"/>
                        <a:pt x="10675" y="6238"/>
                        <a:pt x="10754" y="6195"/>
                      </a:cubicBezTo>
                      <a:lnTo>
                        <a:pt x="11056" y="6014"/>
                      </a:lnTo>
                      <a:cubicBezTo>
                        <a:pt x="11096" y="5992"/>
                        <a:pt x="11144" y="5981"/>
                        <a:pt x="11192" y="5981"/>
                      </a:cubicBezTo>
                      <a:close/>
                      <a:moveTo>
                        <a:pt x="14132" y="6076"/>
                      </a:moveTo>
                      <a:cubicBezTo>
                        <a:pt x="14179" y="6076"/>
                        <a:pt x="14225" y="6087"/>
                        <a:pt x="14262" y="6109"/>
                      </a:cubicBezTo>
                      <a:lnTo>
                        <a:pt x="14586" y="6295"/>
                      </a:lnTo>
                      <a:cubicBezTo>
                        <a:pt x="14657" y="6338"/>
                        <a:pt x="14664" y="6402"/>
                        <a:pt x="14586" y="6445"/>
                      </a:cubicBezTo>
                      <a:lnTo>
                        <a:pt x="14255" y="6640"/>
                      </a:lnTo>
                      <a:cubicBezTo>
                        <a:pt x="14218" y="6661"/>
                        <a:pt x="14170" y="6672"/>
                        <a:pt x="14121" y="6672"/>
                      </a:cubicBezTo>
                      <a:cubicBezTo>
                        <a:pt x="14073" y="6672"/>
                        <a:pt x="14024" y="6661"/>
                        <a:pt x="13989" y="6640"/>
                      </a:cubicBezTo>
                      <a:lnTo>
                        <a:pt x="13665" y="6454"/>
                      </a:lnTo>
                      <a:cubicBezTo>
                        <a:pt x="13594" y="6410"/>
                        <a:pt x="13594" y="6345"/>
                        <a:pt x="13665" y="6302"/>
                      </a:cubicBezTo>
                      <a:lnTo>
                        <a:pt x="14003" y="6109"/>
                      </a:lnTo>
                      <a:cubicBezTo>
                        <a:pt x="14039" y="6087"/>
                        <a:pt x="14086" y="6076"/>
                        <a:pt x="14132" y="6076"/>
                      </a:cubicBezTo>
                      <a:close/>
                      <a:moveTo>
                        <a:pt x="12972" y="6226"/>
                      </a:moveTo>
                      <a:cubicBezTo>
                        <a:pt x="13020" y="6226"/>
                        <a:pt x="13069" y="6237"/>
                        <a:pt x="13104" y="6259"/>
                      </a:cubicBezTo>
                      <a:lnTo>
                        <a:pt x="13413" y="6438"/>
                      </a:lnTo>
                      <a:cubicBezTo>
                        <a:pt x="13485" y="6481"/>
                        <a:pt x="13485" y="6554"/>
                        <a:pt x="13413" y="6590"/>
                      </a:cubicBezTo>
                      <a:lnTo>
                        <a:pt x="13120" y="6762"/>
                      </a:lnTo>
                      <a:cubicBezTo>
                        <a:pt x="13083" y="6784"/>
                        <a:pt x="13035" y="6795"/>
                        <a:pt x="12986" y="6795"/>
                      </a:cubicBezTo>
                      <a:cubicBezTo>
                        <a:pt x="12937" y="6795"/>
                        <a:pt x="12888" y="6784"/>
                        <a:pt x="12852" y="6762"/>
                      </a:cubicBezTo>
                      <a:lnTo>
                        <a:pt x="12543" y="6583"/>
                      </a:lnTo>
                      <a:cubicBezTo>
                        <a:pt x="12473" y="6547"/>
                        <a:pt x="12473" y="6474"/>
                        <a:pt x="12543" y="6431"/>
                      </a:cubicBezTo>
                      <a:lnTo>
                        <a:pt x="12838" y="6259"/>
                      </a:lnTo>
                      <a:cubicBezTo>
                        <a:pt x="12875" y="6237"/>
                        <a:pt x="12923" y="6226"/>
                        <a:pt x="12972" y="6226"/>
                      </a:cubicBezTo>
                      <a:close/>
                      <a:moveTo>
                        <a:pt x="15333" y="5981"/>
                      </a:moveTo>
                      <a:cubicBezTo>
                        <a:pt x="15379" y="5981"/>
                        <a:pt x="15426" y="5992"/>
                        <a:pt x="15462" y="6014"/>
                      </a:cubicBezTo>
                      <a:lnTo>
                        <a:pt x="16475" y="6604"/>
                      </a:lnTo>
                      <a:cubicBezTo>
                        <a:pt x="16547" y="6647"/>
                        <a:pt x="16554" y="6712"/>
                        <a:pt x="16475" y="6755"/>
                      </a:cubicBezTo>
                      <a:lnTo>
                        <a:pt x="16182" y="6928"/>
                      </a:lnTo>
                      <a:cubicBezTo>
                        <a:pt x="16145" y="6950"/>
                        <a:pt x="16097" y="6960"/>
                        <a:pt x="16048" y="6960"/>
                      </a:cubicBezTo>
                      <a:cubicBezTo>
                        <a:pt x="15999" y="6960"/>
                        <a:pt x="15950" y="6950"/>
                        <a:pt x="15914" y="6928"/>
                      </a:cubicBezTo>
                      <a:lnTo>
                        <a:pt x="14902" y="6338"/>
                      </a:lnTo>
                      <a:cubicBezTo>
                        <a:pt x="14829" y="6302"/>
                        <a:pt x="14829" y="6229"/>
                        <a:pt x="14902" y="6186"/>
                      </a:cubicBezTo>
                      <a:lnTo>
                        <a:pt x="15204" y="6014"/>
                      </a:lnTo>
                      <a:cubicBezTo>
                        <a:pt x="15240" y="5992"/>
                        <a:pt x="15286" y="5981"/>
                        <a:pt x="15333" y="5981"/>
                      </a:cubicBezTo>
                      <a:close/>
                      <a:moveTo>
                        <a:pt x="11908" y="6399"/>
                      </a:moveTo>
                      <a:cubicBezTo>
                        <a:pt x="11956" y="6399"/>
                        <a:pt x="12005" y="6410"/>
                        <a:pt x="12041" y="6431"/>
                      </a:cubicBezTo>
                      <a:lnTo>
                        <a:pt x="12335" y="6604"/>
                      </a:lnTo>
                      <a:cubicBezTo>
                        <a:pt x="12407" y="6640"/>
                        <a:pt x="12407" y="6712"/>
                        <a:pt x="12335" y="6755"/>
                      </a:cubicBezTo>
                      <a:lnTo>
                        <a:pt x="12026" y="6935"/>
                      </a:lnTo>
                      <a:cubicBezTo>
                        <a:pt x="11992" y="6956"/>
                        <a:pt x="11948" y="6965"/>
                        <a:pt x="11903" y="6965"/>
                      </a:cubicBezTo>
                      <a:cubicBezTo>
                        <a:pt x="11854" y="6965"/>
                        <a:pt x="11805" y="6954"/>
                        <a:pt x="11767" y="6935"/>
                      </a:cubicBezTo>
                      <a:lnTo>
                        <a:pt x="11465" y="6762"/>
                      </a:lnTo>
                      <a:cubicBezTo>
                        <a:pt x="11394" y="6719"/>
                        <a:pt x="11394" y="6647"/>
                        <a:pt x="11465" y="6611"/>
                      </a:cubicBezTo>
                      <a:lnTo>
                        <a:pt x="11774" y="6431"/>
                      </a:lnTo>
                      <a:cubicBezTo>
                        <a:pt x="11810" y="6410"/>
                        <a:pt x="11859" y="6399"/>
                        <a:pt x="11908" y="6399"/>
                      </a:cubicBezTo>
                      <a:close/>
                      <a:moveTo>
                        <a:pt x="7189" y="4465"/>
                      </a:moveTo>
                      <a:cubicBezTo>
                        <a:pt x="7235" y="4465"/>
                        <a:pt x="7282" y="4476"/>
                        <a:pt x="7318" y="4497"/>
                      </a:cubicBezTo>
                      <a:lnTo>
                        <a:pt x="10970" y="6611"/>
                      </a:lnTo>
                      <a:cubicBezTo>
                        <a:pt x="11049" y="6647"/>
                        <a:pt x="11049" y="6719"/>
                        <a:pt x="10977" y="6762"/>
                      </a:cubicBezTo>
                      <a:lnTo>
                        <a:pt x="10668" y="6942"/>
                      </a:lnTo>
                      <a:cubicBezTo>
                        <a:pt x="10632" y="6960"/>
                        <a:pt x="10583" y="6969"/>
                        <a:pt x="10535" y="6969"/>
                      </a:cubicBezTo>
                      <a:cubicBezTo>
                        <a:pt x="10486" y="6969"/>
                        <a:pt x="10438" y="6960"/>
                        <a:pt x="10403" y="6942"/>
                      </a:cubicBezTo>
                      <a:lnTo>
                        <a:pt x="6750" y="4829"/>
                      </a:lnTo>
                      <a:cubicBezTo>
                        <a:pt x="6678" y="4785"/>
                        <a:pt x="6678" y="4720"/>
                        <a:pt x="6750" y="4677"/>
                      </a:cubicBezTo>
                      <a:lnTo>
                        <a:pt x="7059" y="4497"/>
                      </a:lnTo>
                      <a:cubicBezTo>
                        <a:pt x="7095" y="4476"/>
                        <a:pt x="7142" y="4465"/>
                        <a:pt x="7189" y="4465"/>
                      </a:cubicBezTo>
                      <a:close/>
                      <a:moveTo>
                        <a:pt x="17160" y="6535"/>
                      </a:moveTo>
                      <a:cubicBezTo>
                        <a:pt x="17207" y="6535"/>
                        <a:pt x="17256" y="6546"/>
                        <a:pt x="17294" y="6567"/>
                      </a:cubicBezTo>
                      <a:lnTo>
                        <a:pt x="17662" y="6783"/>
                      </a:lnTo>
                      <a:cubicBezTo>
                        <a:pt x="17734" y="6826"/>
                        <a:pt x="17734" y="6892"/>
                        <a:pt x="17662" y="6935"/>
                      </a:cubicBezTo>
                      <a:lnTo>
                        <a:pt x="17612" y="6962"/>
                      </a:lnTo>
                      <a:cubicBezTo>
                        <a:pt x="17576" y="6984"/>
                        <a:pt x="17529" y="6995"/>
                        <a:pt x="17482" y="6995"/>
                      </a:cubicBezTo>
                      <a:cubicBezTo>
                        <a:pt x="17435" y="6995"/>
                        <a:pt x="17388" y="6984"/>
                        <a:pt x="17353" y="6962"/>
                      </a:cubicBezTo>
                      <a:lnTo>
                        <a:pt x="16979" y="6747"/>
                      </a:lnTo>
                      <a:cubicBezTo>
                        <a:pt x="16906" y="6712"/>
                        <a:pt x="16906" y="6640"/>
                        <a:pt x="16979" y="6597"/>
                      </a:cubicBezTo>
                      <a:lnTo>
                        <a:pt x="17029" y="6567"/>
                      </a:lnTo>
                      <a:cubicBezTo>
                        <a:pt x="17065" y="6546"/>
                        <a:pt x="17112" y="6535"/>
                        <a:pt x="17160" y="6535"/>
                      </a:cubicBezTo>
                      <a:close/>
                      <a:moveTo>
                        <a:pt x="11221" y="6794"/>
                      </a:moveTo>
                      <a:cubicBezTo>
                        <a:pt x="11268" y="6794"/>
                        <a:pt x="11315" y="6805"/>
                        <a:pt x="11351" y="6826"/>
                      </a:cubicBezTo>
                      <a:lnTo>
                        <a:pt x="11653" y="6999"/>
                      </a:lnTo>
                      <a:cubicBezTo>
                        <a:pt x="11724" y="7042"/>
                        <a:pt x="11724" y="7107"/>
                        <a:pt x="11653" y="7151"/>
                      </a:cubicBezTo>
                      <a:lnTo>
                        <a:pt x="11343" y="7330"/>
                      </a:lnTo>
                      <a:cubicBezTo>
                        <a:pt x="11307" y="7351"/>
                        <a:pt x="11261" y="7362"/>
                        <a:pt x="11213" y="7362"/>
                      </a:cubicBezTo>
                      <a:cubicBezTo>
                        <a:pt x="11165" y="7362"/>
                        <a:pt x="11117" y="7351"/>
                        <a:pt x="11077" y="7330"/>
                      </a:cubicBezTo>
                      <a:lnTo>
                        <a:pt x="10782" y="7157"/>
                      </a:lnTo>
                      <a:cubicBezTo>
                        <a:pt x="10711" y="7114"/>
                        <a:pt x="10711" y="7049"/>
                        <a:pt x="10782" y="7006"/>
                      </a:cubicBezTo>
                      <a:lnTo>
                        <a:pt x="11093" y="6826"/>
                      </a:lnTo>
                      <a:cubicBezTo>
                        <a:pt x="11128" y="6805"/>
                        <a:pt x="11175" y="6794"/>
                        <a:pt x="11221" y="6794"/>
                      </a:cubicBezTo>
                      <a:close/>
                      <a:moveTo>
                        <a:pt x="14837" y="6483"/>
                      </a:moveTo>
                      <a:cubicBezTo>
                        <a:pt x="14884" y="6483"/>
                        <a:pt x="14930" y="6492"/>
                        <a:pt x="14965" y="6511"/>
                      </a:cubicBezTo>
                      <a:lnTo>
                        <a:pt x="15800" y="6992"/>
                      </a:lnTo>
                      <a:cubicBezTo>
                        <a:pt x="15871" y="7035"/>
                        <a:pt x="15871" y="7107"/>
                        <a:pt x="15800" y="7151"/>
                      </a:cubicBezTo>
                      <a:lnTo>
                        <a:pt x="15469" y="7344"/>
                      </a:lnTo>
                      <a:cubicBezTo>
                        <a:pt x="15433" y="7362"/>
                        <a:pt x="15385" y="7371"/>
                        <a:pt x="15336" y="7371"/>
                      </a:cubicBezTo>
                      <a:cubicBezTo>
                        <a:pt x="15288" y="7371"/>
                        <a:pt x="15240" y="7362"/>
                        <a:pt x="15204" y="7344"/>
                      </a:cubicBezTo>
                      <a:lnTo>
                        <a:pt x="14370" y="6862"/>
                      </a:lnTo>
                      <a:cubicBezTo>
                        <a:pt x="14298" y="6819"/>
                        <a:pt x="14298" y="6747"/>
                        <a:pt x="14370" y="6704"/>
                      </a:cubicBezTo>
                      <a:lnTo>
                        <a:pt x="14707" y="6511"/>
                      </a:lnTo>
                      <a:cubicBezTo>
                        <a:pt x="14743" y="6492"/>
                        <a:pt x="14790" y="6483"/>
                        <a:pt x="14837" y="6483"/>
                      </a:cubicBezTo>
                      <a:close/>
                      <a:moveTo>
                        <a:pt x="16727" y="6787"/>
                      </a:moveTo>
                      <a:cubicBezTo>
                        <a:pt x="16774" y="6787"/>
                        <a:pt x="16821" y="6798"/>
                        <a:pt x="16856" y="6819"/>
                      </a:cubicBezTo>
                      <a:lnTo>
                        <a:pt x="17231" y="7035"/>
                      </a:lnTo>
                      <a:cubicBezTo>
                        <a:pt x="17303" y="7078"/>
                        <a:pt x="17303" y="7144"/>
                        <a:pt x="17231" y="7187"/>
                      </a:cubicBezTo>
                      <a:lnTo>
                        <a:pt x="16929" y="7359"/>
                      </a:lnTo>
                      <a:cubicBezTo>
                        <a:pt x="16892" y="7381"/>
                        <a:pt x="16846" y="7392"/>
                        <a:pt x="16799" y="7392"/>
                      </a:cubicBezTo>
                      <a:cubicBezTo>
                        <a:pt x="16753" y="7392"/>
                        <a:pt x="16706" y="7381"/>
                        <a:pt x="16670" y="7359"/>
                      </a:cubicBezTo>
                      <a:lnTo>
                        <a:pt x="16296" y="7151"/>
                      </a:lnTo>
                      <a:cubicBezTo>
                        <a:pt x="16225" y="7107"/>
                        <a:pt x="16225" y="7035"/>
                        <a:pt x="16296" y="6992"/>
                      </a:cubicBezTo>
                      <a:lnTo>
                        <a:pt x="16597" y="6819"/>
                      </a:lnTo>
                      <a:cubicBezTo>
                        <a:pt x="16634" y="6798"/>
                        <a:pt x="16681" y="6787"/>
                        <a:pt x="16727" y="6787"/>
                      </a:cubicBezTo>
                      <a:close/>
                      <a:moveTo>
                        <a:pt x="11901" y="7189"/>
                      </a:moveTo>
                      <a:cubicBezTo>
                        <a:pt x="11949" y="7189"/>
                        <a:pt x="11997" y="7200"/>
                        <a:pt x="12033" y="7221"/>
                      </a:cubicBezTo>
                      <a:lnTo>
                        <a:pt x="12300" y="7373"/>
                      </a:lnTo>
                      <a:cubicBezTo>
                        <a:pt x="12371" y="7416"/>
                        <a:pt x="12371" y="7480"/>
                        <a:pt x="12300" y="7523"/>
                      </a:cubicBezTo>
                      <a:lnTo>
                        <a:pt x="11990" y="7704"/>
                      </a:lnTo>
                      <a:cubicBezTo>
                        <a:pt x="11954" y="7726"/>
                        <a:pt x="11908" y="7737"/>
                        <a:pt x="11861" y="7737"/>
                      </a:cubicBezTo>
                      <a:cubicBezTo>
                        <a:pt x="11814" y="7737"/>
                        <a:pt x="11767" y="7726"/>
                        <a:pt x="11731" y="7704"/>
                      </a:cubicBezTo>
                      <a:lnTo>
                        <a:pt x="11458" y="7552"/>
                      </a:lnTo>
                      <a:cubicBezTo>
                        <a:pt x="11386" y="7509"/>
                        <a:pt x="11386" y="7437"/>
                        <a:pt x="11458" y="7394"/>
                      </a:cubicBezTo>
                      <a:lnTo>
                        <a:pt x="11767" y="7221"/>
                      </a:lnTo>
                      <a:cubicBezTo>
                        <a:pt x="11803" y="7200"/>
                        <a:pt x="11852" y="7189"/>
                        <a:pt x="11901" y="7189"/>
                      </a:cubicBezTo>
                      <a:close/>
                      <a:moveTo>
                        <a:pt x="12587" y="6787"/>
                      </a:moveTo>
                      <a:cubicBezTo>
                        <a:pt x="12634" y="6787"/>
                        <a:pt x="12681" y="6798"/>
                        <a:pt x="12716" y="6819"/>
                      </a:cubicBezTo>
                      <a:lnTo>
                        <a:pt x="13701" y="7387"/>
                      </a:lnTo>
                      <a:cubicBezTo>
                        <a:pt x="13773" y="7430"/>
                        <a:pt x="13780" y="7502"/>
                        <a:pt x="13708" y="7546"/>
                      </a:cubicBezTo>
                      <a:lnTo>
                        <a:pt x="13399" y="7718"/>
                      </a:lnTo>
                      <a:cubicBezTo>
                        <a:pt x="13363" y="7740"/>
                        <a:pt x="13315" y="7750"/>
                        <a:pt x="13266" y="7750"/>
                      </a:cubicBezTo>
                      <a:cubicBezTo>
                        <a:pt x="13218" y="7750"/>
                        <a:pt x="13170" y="7740"/>
                        <a:pt x="13133" y="7718"/>
                      </a:cubicBezTo>
                      <a:lnTo>
                        <a:pt x="12148" y="7151"/>
                      </a:lnTo>
                      <a:cubicBezTo>
                        <a:pt x="12076" y="7107"/>
                        <a:pt x="12076" y="7042"/>
                        <a:pt x="12148" y="6999"/>
                      </a:cubicBezTo>
                      <a:lnTo>
                        <a:pt x="12457" y="6819"/>
                      </a:lnTo>
                      <a:cubicBezTo>
                        <a:pt x="12493" y="6798"/>
                        <a:pt x="12540" y="6787"/>
                        <a:pt x="12587" y="6787"/>
                      </a:cubicBezTo>
                      <a:close/>
                      <a:moveTo>
                        <a:pt x="13662" y="6628"/>
                      </a:moveTo>
                      <a:cubicBezTo>
                        <a:pt x="13710" y="6628"/>
                        <a:pt x="13759" y="6639"/>
                        <a:pt x="13794" y="6661"/>
                      </a:cubicBezTo>
                      <a:lnTo>
                        <a:pt x="15088" y="7409"/>
                      </a:lnTo>
                      <a:cubicBezTo>
                        <a:pt x="15160" y="7452"/>
                        <a:pt x="15160" y="7516"/>
                        <a:pt x="15088" y="7559"/>
                      </a:cubicBezTo>
                      <a:lnTo>
                        <a:pt x="14793" y="7732"/>
                      </a:lnTo>
                      <a:cubicBezTo>
                        <a:pt x="14758" y="7753"/>
                        <a:pt x="14711" y="7764"/>
                        <a:pt x="14663" y="7764"/>
                      </a:cubicBezTo>
                      <a:cubicBezTo>
                        <a:pt x="14616" y="7764"/>
                        <a:pt x="14567" y="7753"/>
                        <a:pt x="14527" y="7732"/>
                      </a:cubicBezTo>
                      <a:lnTo>
                        <a:pt x="13233" y="6985"/>
                      </a:lnTo>
                      <a:cubicBezTo>
                        <a:pt x="13163" y="6942"/>
                        <a:pt x="13163" y="6876"/>
                        <a:pt x="13233" y="6833"/>
                      </a:cubicBezTo>
                      <a:lnTo>
                        <a:pt x="13528" y="6661"/>
                      </a:lnTo>
                      <a:cubicBezTo>
                        <a:pt x="13565" y="6639"/>
                        <a:pt x="13613" y="6628"/>
                        <a:pt x="13662" y="6628"/>
                      </a:cubicBezTo>
                      <a:close/>
                      <a:moveTo>
                        <a:pt x="16052" y="7182"/>
                      </a:moveTo>
                      <a:cubicBezTo>
                        <a:pt x="16098" y="7182"/>
                        <a:pt x="16145" y="7193"/>
                        <a:pt x="16182" y="7214"/>
                      </a:cubicBezTo>
                      <a:lnTo>
                        <a:pt x="16554" y="7430"/>
                      </a:lnTo>
                      <a:cubicBezTo>
                        <a:pt x="16627" y="7466"/>
                        <a:pt x="16627" y="7539"/>
                        <a:pt x="16554" y="7582"/>
                      </a:cubicBezTo>
                      <a:lnTo>
                        <a:pt x="16216" y="7775"/>
                      </a:lnTo>
                      <a:cubicBezTo>
                        <a:pt x="16181" y="7797"/>
                        <a:pt x="16134" y="7807"/>
                        <a:pt x="16087" y="7807"/>
                      </a:cubicBezTo>
                      <a:cubicBezTo>
                        <a:pt x="16039" y="7807"/>
                        <a:pt x="15990" y="7797"/>
                        <a:pt x="15950" y="7775"/>
                      </a:cubicBezTo>
                      <a:lnTo>
                        <a:pt x="15585" y="7559"/>
                      </a:lnTo>
                      <a:cubicBezTo>
                        <a:pt x="15512" y="7516"/>
                        <a:pt x="15512" y="7452"/>
                        <a:pt x="15585" y="7409"/>
                      </a:cubicBezTo>
                      <a:lnTo>
                        <a:pt x="15923" y="7214"/>
                      </a:lnTo>
                      <a:cubicBezTo>
                        <a:pt x="15958" y="7193"/>
                        <a:pt x="16005" y="7182"/>
                        <a:pt x="16052" y="7182"/>
                      </a:cubicBezTo>
                      <a:close/>
                      <a:moveTo>
                        <a:pt x="12547" y="7563"/>
                      </a:moveTo>
                      <a:cubicBezTo>
                        <a:pt x="12596" y="7563"/>
                        <a:pt x="12644" y="7574"/>
                        <a:pt x="12680" y="7596"/>
                      </a:cubicBezTo>
                      <a:lnTo>
                        <a:pt x="13018" y="7791"/>
                      </a:lnTo>
                      <a:cubicBezTo>
                        <a:pt x="13090" y="7834"/>
                        <a:pt x="13090" y="7897"/>
                        <a:pt x="13018" y="7941"/>
                      </a:cubicBezTo>
                      <a:lnTo>
                        <a:pt x="12709" y="8120"/>
                      </a:lnTo>
                      <a:cubicBezTo>
                        <a:pt x="12673" y="8142"/>
                        <a:pt x="12626" y="8152"/>
                        <a:pt x="12580" y="8152"/>
                      </a:cubicBezTo>
                      <a:cubicBezTo>
                        <a:pt x="12533" y="8152"/>
                        <a:pt x="12486" y="8142"/>
                        <a:pt x="12450" y="8120"/>
                      </a:cubicBezTo>
                      <a:lnTo>
                        <a:pt x="12105" y="7927"/>
                      </a:lnTo>
                      <a:cubicBezTo>
                        <a:pt x="12033" y="7884"/>
                        <a:pt x="12033" y="7811"/>
                        <a:pt x="12105" y="7768"/>
                      </a:cubicBezTo>
                      <a:lnTo>
                        <a:pt x="12414" y="7596"/>
                      </a:lnTo>
                      <a:cubicBezTo>
                        <a:pt x="12450" y="7574"/>
                        <a:pt x="12499" y="7563"/>
                        <a:pt x="12547" y="7563"/>
                      </a:cubicBezTo>
                      <a:close/>
                      <a:moveTo>
                        <a:pt x="13953" y="7577"/>
                      </a:moveTo>
                      <a:cubicBezTo>
                        <a:pt x="13999" y="7577"/>
                        <a:pt x="14046" y="7588"/>
                        <a:pt x="14082" y="7609"/>
                      </a:cubicBezTo>
                      <a:lnTo>
                        <a:pt x="14413" y="7797"/>
                      </a:lnTo>
                      <a:cubicBezTo>
                        <a:pt x="14484" y="7841"/>
                        <a:pt x="14491" y="7911"/>
                        <a:pt x="14420" y="7954"/>
                      </a:cubicBezTo>
                      <a:lnTo>
                        <a:pt x="14112" y="8136"/>
                      </a:lnTo>
                      <a:cubicBezTo>
                        <a:pt x="14072" y="8153"/>
                        <a:pt x="14023" y="8161"/>
                        <a:pt x="13975" y="8161"/>
                      </a:cubicBezTo>
                      <a:cubicBezTo>
                        <a:pt x="13927" y="8161"/>
                        <a:pt x="13880" y="8153"/>
                        <a:pt x="13844" y="8136"/>
                      </a:cubicBezTo>
                      <a:lnTo>
                        <a:pt x="13515" y="7941"/>
                      </a:lnTo>
                      <a:cubicBezTo>
                        <a:pt x="13442" y="7897"/>
                        <a:pt x="13442" y="7834"/>
                        <a:pt x="13515" y="7791"/>
                      </a:cubicBezTo>
                      <a:lnTo>
                        <a:pt x="13823" y="7609"/>
                      </a:lnTo>
                      <a:cubicBezTo>
                        <a:pt x="13860" y="7588"/>
                        <a:pt x="13906" y="7577"/>
                        <a:pt x="13953" y="7577"/>
                      </a:cubicBezTo>
                      <a:close/>
                      <a:moveTo>
                        <a:pt x="15336" y="7599"/>
                      </a:moveTo>
                      <a:cubicBezTo>
                        <a:pt x="15385" y="7599"/>
                        <a:pt x="15433" y="7610"/>
                        <a:pt x="15469" y="7632"/>
                      </a:cubicBezTo>
                      <a:lnTo>
                        <a:pt x="15837" y="7841"/>
                      </a:lnTo>
                      <a:cubicBezTo>
                        <a:pt x="15914" y="7884"/>
                        <a:pt x="15914" y="7954"/>
                        <a:pt x="15844" y="7991"/>
                      </a:cubicBezTo>
                      <a:lnTo>
                        <a:pt x="15542" y="8163"/>
                      </a:lnTo>
                      <a:cubicBezTo>
                        <a:pt x="15505" y="8185"/>
                        <a:pt x="15458" y="8196"/>
                        <a:pt x="15412" y="8196"/>
                      </a:cubicBezTo>
                      <a:cubicBezTo>
                        <a:pt x="15365" y="8196"/>
                        <a:pt x="15318" y="8185"/>
                        <a:pt x="15283" y="8163"/>
                      </a:cubicBezTo>
                      <a:lnTo>
                        <a:pt x="14909" y="7954"/>
                      </a:lnTo>
                      <a:cubicBezTo>
                        <a:pt x="14836" y="7911"/>
                        <a:pt x="14836" y="7841"/>
                        <a:pt x="14909" y="7797"/>
                      </a:cubicBezTo>
                      <a:lnTo>
                        <a:pt x="15204" y="7632"/>
                      </a:lnTo>
                      <a:cubicBezTo>
                        <a:pt x="15240" y="7610"/>
                        <a:pt x="15288" y="7599"/>
                        <a:pt x="15336" y="7599"/>
                      </a:cubicBezTo>
                      <a:close/>
                      <a:moveTo>
                        <a:pt x="13266" y="7974"/>
                      </a:moveTo>
                      <a:cubicBezTo>
                        <a:pt x="13315" y="7974"/>
                        <a:pt x="13363" y="7985"/>
                        <a:pt x="13399" y="8006"/>
                      </a:cubicBezTo>
                      <a:lnTo>
                        <a:pt x="13730" y="8199"/>
                      </a:lnTo>
                      <a:cubicBezTo>
                        <a:pt x="13801" y="8243"/>
                        <a:pt x="13801" y="8308"/>
                        <a:pt x="13730" y="8351"/>
                      </a:cubicBezTo>
                      <a:lnTo>
                        <a:pt x="13421" y="8531"/>
                      </a:lnTo>
                      <a:cubicBezTo>
                        <a:pt x="13385" y="8552"/>
                        <a:pt x="13338" y="8563"/>
                        <a:pt x="13291" y="8563"/>
                      </a:cubicBezTo>
                      <a:cubicBezTo>
                        <a:pt x="13245" y="8563"/>
                        <a:pt x="13198" y="8552"/>
                        <a:pt x="13163" y="8531"/>
                      </a:cubicBezTo>
                      <a:lnTo>
                        <a:pt x="12831" y="8336"/>
                      </a:lnTo>
                      <a:cubicBezTo>
                        <a:pt x="12752" y="8299"/>
                        <a:pt x="12752" y="8229"/>
                        <a:pt x="12825" y="8186"/>
                      </a:cubicBezTo>
                      <a:lnTo>
                        <a:pt x="13133" y="8006"/>
                      </a:lnTo>
                      <a:cubicBezTo>
                        <a:pt x="13170" y="7985"/>
                        <a:pt x="13218" y="7974"/>
                        <a:pt x="13266" y="7974"/>
                      </a:cubicBezTo>
                      <a:close/>
                      <a:moveTo>
                        <a:pt x="14664" y="7988"/>
                      </a:moveTo>
                      <a:cubicBezTo>
                        <a:pt x="14711" y="7988"/>
                        <a:pt x="14758" y="7998"/>
                        <a:pt x="14793" y="8020"/>
                      </a:cubicBezTo>
                      <a:lnTo>
                        <a:pt x="15167" y="8236"/>
                      </a:lnTo>
                      <a:cubicBezTo>
                        <a:pt x="15240" y="8279"/>
                        <a:pt x="15240" y="8343"/>
                        <a:pt x="15167" y="8386"/>
                      </a:cubicBezTo>
                      <a:lnTo>
                        <a:pt x="14858" y="8567"/>
                      </a:lnTo>
                      <a:cubicBezTo>
                        <a:pt x="14822" y="8588"/>
                        <a:pt x="14774" y="8599"/>
                        <a:pt x="14725" y="8599"/>
                      </a:cubicBezTo>
                      <a:cubicBezTo>
                        <a:pt x="14676" y="8599"/>
                        <a:pt x="14628" y="8588"/>
                        <a:pt x="14593" y="8567"/>
                      </a:cubicBezTo>
                      <a:lnTo>
                        <a:pt x="14225" y="8351"/>
                      </a:lnTo>
                      <a:cubicBezTo>
                        <a:pt x="14155" y="8308"/>
                        <a:pt x="14155" y="8243"/>
                        <a:pt x="14225" y="8199"/>
                      </a:cubicBezTo>
                      <a:lnTo>
                        <a:pt x="14534" y="8020"/>
                      </a:lnTo>
                      <a:cubicBezTo>
                        <a:pt x="14570" y="7998"/>
                        <a:pt x="14617" y="7988"/>
                        <a:pt x="14664" y="7988"/>
                      </a:cubicBezTo>
                      <a:close/>
                      <a:moveTo>
                        <a:pt x="5938" y="4634"/>
                      </a:moveTo>
                      <a:cubicBezTo>
                        <a:pt x="5974" y="4634"/>
                        <a:pt x="6010" y="4641"/>
                        <a:pt x="6038" y="4656"/>
                      </a:cubicBezTo>
                      <a:lnTo>
                        <a:pt x="10566" y="7273"/>
                      </a:lnTo>
                      <a:cubicBezTo>
                        <a:pt x="10618" y="7308"/>
                        <a:pt x="10625" y="7359"/>
                        <a:pt x="10566" y="7387"/>
                      </a:cubicBezTo>
                      <a:lnTo>
                        <a:pt x="9100" y="8236"/>
                      </a:lnTo>
                      <a:lnTo>
                        <a:pt x="8439" y="8624"/>
                      </a:lnTo>
                      <a:cubicBezTo>
                        <a:pt x="8414" y="8638"/>
                        <a:pt x="8380" y="8646"/>
                        <a:pt x="8345" y="8646"/>
                      </a:cubicBezTo>
                      <a:cubicBezTo>
                        <a:pt x="8310" y="8646"/>
                        <a:pt x="8275" y="8638"/>
                        <a:pt x="8246" y="8624"/>
                      </a:cubicBezTo>
                      <a:lnTo>
                        <a:pt x="5809" y="7214"/>
                      </a:lnTo>
                      <a:lnTo>
                        <a:pt x="3718" y="6007"/>
                      </a:lnTo>
                      <a:cubicBezTo>
                        <a:pt x="3659" y="5979"/>
                        <a:pt x="3659" y="5927"/>
                        <a:pt x="3718" y="5893"/>
                      </a:cubicBezTo>
                      <a:lnTo>
                        <a:pt x="4378" y="5512"/>
                      </a:lnTo>
                      <a:lnTo>
                        <a:pt x="5838" y="4656"/>
                      </a:lnTo>
                      <a:cubicBezTo>
                        <a:pt x="5866" y="4641"/>
                        <a:pt x="5902" y="4634"/>
                        <a:pt x="5938" y="4634"/>
                      </a:cubicBezTo>
                      <a:close/>
                      <a:moveTo>
                        <a:pt x="13978" y="8388"/>
                      </a:moveTo>
                      <a:cubicBezTo>
                        <a:pt x="14027" y="8388"/>
                        <a:pt x="14075" y="8397"/>
                        <a:pt x="14112" y="8415"/>
                      </a:cubicBezTo>
                      <a:lnTo>
                        <a:pt x="14477" y="8631"/>
                      </a:lnTo>
                      <a:cubicBezTo>
                        <a:pt x="14550" y="8674"/>
                        <a:pt x="14550" y="8746"/>
                        <a:pt x="14477" y="8782"/>
                      </a:cubicBezTo>
                      <a:lnTo>
                        <a:pt x="14175" y="8962"/>
                      </a:lnTo>
                      <a:cubicBezTo>
                        <a:pt x="14139" y="8983"/>
                        <a:pt x="14091" y="8994"/>
                        <a:pt x="14043" y="8994"/>
                      </a:cubicBezTo>
                      <a:cubicBezTo>
                        <a:pt x="13994" y="8994"/>
                        <a:pt x="13946" y="8983"/>
                        <a:pt x="13910" y="8962"/>
                      </a:cubicBezTo>
                      <a:lnTo>
                        <a:pt x="13542" y="8753"/>
                      </a:lnTo>
                      <a:cubicBezTo>
                        <a:pt x="13465" y="8710"/>
                        <a:pt x="13465" y="8638"/>
                        <a:pt x="13535" y="8594"/>
                      </a:cubicBezTo>
                      <a:lnTo>
                        <a:pt x="13844" y="8415"/>
                      </a:lnTo>
                      <a:cubicBezTo>
                        <a:pt x="13880" y="8397"/>
                        <a:pt x="13929" y="8388"/>
                        <a:pt x="13978" y="8388"/>
                      </a:cubicBezTo>
                      <a:close/>
                      <a:moveTo>
                        <a:pt x="6931" y="1"/>
                      </a:moveTo>
                      <a:cubicBezTo>
                        <a:pt x="6848" y="1"/>
                        <a:pt x="6763" y="21"/>
                        <a:pt x="6700" y="55"/>
                      </a:cubicBezTo>
                      <a:lnTo>
                        <a:pt x="95" y="4102"/>
                      </a:lnTo>
                      <a:cubicBezTo>
                        <a:pt x="29" y="4138"/>
                        <a:pt x="0" y="4189"/>
                        <a:pt x="0" y="4239"/>
                      </a:cubicBezTo>
                      <a:cubicBezTo>
                        <a:pt x="0" y="4268"/>
                        <a:pt x="9" y="4304"/>
                        <a:pt x="36" y="4332"/>
                      </a:cubicBezTo>
                      <a:cubicBezTo>
                        <a:pt x="43" y="4332"/>
                        <a:pt x="43" y="4340"/>
                        <a:pt x="52" y="4340"/>
                      </a:cubicBezTo>
                      <a:cubicBezTo>
                        <a:pt x="52" y="4347"/>
                        <a:pt x="59" y="4347"/>
                        <a:pt x="66" y="4354"/>
                      </a:cubicBezTo>
                      <a:cubicBezTo>
                        <a:pt x="73" y="4361"/>
                        <a:pt x="86" y="4368"/>
                        <a:pt x="102" y="4375"/>
                      </a:cubicBezTo>
                      <a:lnTo>
                        <a:pt x="11394" y="10903"/>
                      </a:lnTo>
                      <a:cubicBezTo>
                        <a:pt x="11459" y="10938"/>
                        <a:pt x="11547" y="10956"/>
                        <a:pt x="11635" y="10956"/>
                      </a:cubicBezTo>
                      <a:cubicBezTo>
                        <a:pt x="11723" y="10956"/>
                        <a:pt x="11811" y="10938"/>
                        <a:pt x="11876" y="10903"/>
                      </a:cubicBezTo>
                      <a:lnTo>
                        <a:pt x="18481" y="6856"/>
                      </a:lnTo>
                      <a:cubicBezTo>
                        <a:pt x="18517" y="6833"/>
                        <a:pt x="18538" y="6812"/>
                        <a:pt x="18561" y="6783"/>
                      </a:cubicBezTo>
                      <a:cubicBezTo>
                        <a:pt x="18524" y="6783"/>
                        <a:pt x="18488" y="6776"/>
                        <a:pt x="18452" y="6755"/>
                      </a:cubicBezTo>
                      <a:lnTo>
                        <a:pt x="7152" y="228"/>
                      </a:lnTo>
                      <a:cubicBezTo>
                        <a:pt x="7073" y="185"/>
                        <a:pt x="7023" y="98"/>
                        <a:pt x="6995" y="5"/>
                      </a:cubicBezTo>
                      <a:cubicBezTo>
                        <a:pt x="6974" y="2"/>
                        <a:pt x="6953" y="1"/>
                        <a:pt x="693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8" name="Google Shape;1558;p44">
                  <a:extLst>
                    <a:ext uri="{FF2B5EF4-FFF2-40B4-BE49-F238E27FC236}">
                      <a16:creationId xmlns:a16="http://schemas.microsoft.com/office/drawing/2014/main" id="{7FED7AAF-BCB4-FE58-E7F0-05FDC783E333}"/>
                    </a:ext>
                  </a:extLst>
                </p:cNvPr>
                <p:cNvSpPr/>
                <p:nvPr/>
              </p:nvSpPr>
              <p:spPr>
                <a:xfrm>
                  <a:off x="-1495573" y="245308"/>
                  <a:ext cx="1155531" cy="1296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4" h="15657" extrusionOk="0">
                      <a:moveTo>
                        <a:pt x="2383" y="510"/>
                      </a:moveTo>
                      <a:cubicBezTo>
                        <a:pt x="2394" y="510"/>
                        <a:pt x="2405" y="513"/>
                        <a:pt x="2416" y="518"/>
                      </a:cubicBezTo>
                      <a:lnTo>
                        <a:pt x="13557" y="6951"/>
                      </a:lnTo>
                      <a:cubicBezTo>
                        <a:pt x="13600" y="6980"/>
                        <a:pt x="13623" y="7046"/>
                        <a:pt x="13609" y="7103"/>
                      </a:cubicBezTo>
                      <a:lnTo>
                        <a:pt x="11739" y="14585"/>
                      </a:lnTo>
                      <a:cubicBezTo>
                        <a:pt x="11728" y="14629"/>
                        <a:pt x="11702" y="14651"/>
                        <a:pt x="11668" y="14651"/>
                      </a:cubicBezTo>
                      <a:cubicBezTo>
                        <a:pt x="11657" y="14651"/>
                        <a:pt x="11644" y="14649"/>
                        <a:pt x="11632" y="14643"/>
                      </a:cubicBezTo>
                      <a:lnTo>
                        <a:pt x="498" y="8211"/>
                      </a:lnTo>
                      <a:cubicBezTo>
                        <a:pt x="446" y="8188"/>
                        <a:pt x="425" y="8116"/>
                        <a:pt x="439" y="8059"/>
                      </a:cubicBezTo>
                      <a:lnTo>
                        <a:pt x="2309" y="577"/>
                      </a:lnTo>
                      <a:cubicBezTo>
                        <a:pt x="2320" y="533"/>
                        <a:pt x="2350" y="510"/>
                        <a:pt x="2383" y="510"/>
                      </a:cubicBezTo>
                      <a:close/>
                      <a:moveTo>
                        <a:pt x="2309" y="1"/>
                      </a:moveTo>
                      <a:cubicBezTo>
                        <a:pt x="2230" y="23"/>
                        <a:pt x="2157" y="87"/>
                        <a:pt x="2128" y="196"/>
                      </a:cubicBezTo>
                      <a:lnTo>
                        <a:pt x="15" y="8656"/>
                      </a:lnTo>
                      <a:cubicBezTo>
                        <a:pt x="1" y="8728"/>
                        <a:pt x="1" y="8806"/>
                        <a:pt x="23" y="8878"/>
                      </a:cubicBezTo>
                      <a:cubicBezTo>
                        <a:pt x="51" y="8971"/>
                        <a:pt x="101" y="9058"/>
                        <a:pt x="180" y="9101"/>
                      </a:cubicBezTo>
                      <a:lnTo>
                        <a:pt x="11480" y="15628"/>
                      </a:lnTo>
                      <a:cubicBezTo>
                        <a:pt x="11516" y="15649"/>
                        <a:pt x="11552" y="15656"/>
                        <a:pt x="11589" y="15656"/>
                      </a:cubicBezTo>
                      <a:cubicBezTo>
                        <a:pt x="11595" y="15635"/>
                        <a:pt x="11602" y="15613"/>
                        <a:pt x="11602" y="15592"/>
                      </a:cubicBezTo>
                      <a:lnTo>
                        <a:pt x="11602" y="15656"/>
                      </a:lnTo>
                      <a:cubicBezTo>
                        <a:pt x="11609" y="15656"/>
                        <a:pt x="11616" y="15649"/>
                        <a:pt x="11616" y="15649"/>
                      </a:cubicBezTo>
                      <a:cubicBezTo>
                        <a:pt x="11632" y="15649"/>
                        <a:pt x="11639" y="15649"/>
                        <a:pt x="11646" y="15642"/>
                      </a:cubicBezTo>
                      <a:cubicBezTo>
                        <a:pt x="11659" y="15642"/>
                        <a:pt x="11668" y="15635"/>
                        <a:pt x="11675" y="15628"/>
                      </a:cubicBezTo>
                      <a:cubicBezTo>
                        <a:pt x="11682" y="15628"/>
                        <a:pt x="11689" y="15628"/>
                        <a:pt x="11689" y="15620"/>
                      </a:cubicBezTo>
                      <a:cubicBezTo>
                        <a:pt x="11696" y="15620"/>
                        <a:pt x="11696" y="15613"/>
                        <a:pt x="11702" y="15613"/>
                      </a:cubicBezTo>
                      <a:cubicBezTo>
                        <a:pt x="11725" y="15599"/>
                        <a:pt x="11739" y="15577"/>
                        <a:pt x="11754" y="15556"/>
                      </a:cubicBezTo>
                      <a:cubicBezTo>
                        <a:pt x="11761" y="15549"/>
                        <a:pt x="11761" y="15542"/>
                        <a:pt x="11768" y="15534"/>
                      </a:cubicBezTo>
                      <a:cubicBezTo>
                        <a:pt x="11775" y="15520"/>
                        <a:pt x="11775" y="15513"/>
                        <a:pt x="11782" y="15506"/>
                      </a:cubicBezTo>
                      <a:lnTo>
                        <a:pt x="11782" y="15499"/>
                      </a:lnTo>
                      <a:cubicBezTo>
                        <a:pt x="11782" y="15499"/>
                        <a:pt x="11782" y="15490"/>
                        <a:pt x="11789" y="15484"/>
                      </a:cubicBezTo>
                      <a:cubicBezTo>
                        <a:pt x="11789" y="15477"/>
                        <a:pt x="11789" y="15470"/>
                        <a:pt x="11797" y="15456"/>
                      </a:cubicBezTo>
                      <a:lnTo>
                        <a:pt x="13911" y="6994"/>
                      </a:lnTo>
                      <a:cubicBezTo>
                        <a:pt x="13954" y="6830"/>
                        <a:pt x="13874" y="6629"/>
                        <a:pt x="13745" y="6549"/>
                      </a:cubicBezTo>
                      <a:lnTo>
                        <a:pt x="2445" y="30"/>
                      </a:lnTo>
                      <a:cubicBezTo>
                        <a:pt x="2430" y="23"/>
                        <a:pt x="2409" y="16"/>
                        <a:pt x="2395" y="8"/>
                      </a:cubicBezTo>
                      <a:cubicBezTo>
                        <a:pt x="2373" y="1"/>
                        <a:pt x="2359" y="1"/>
                        <a:pt x="23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9" name="Google Shape;1559;p44">
                  <a:extLst>
                    <a:ext uri="{FF2B5EF4-FFF2-40B4-BE49-F238E27FC236}">
                      <a16:creationId xmlns:a16="http://schemas.microsoft.com/office/drawing/2014/main" id="{15E2C12A-CA7A-BD85-846F-D5DD21A6E339}"/>
                    </a:ext>
                  </a:extLst>
                </p:cNvPr>
                <p:cNvSpPr/>
                <p:nvPr/>
              </p:nvSpPr>
              <p:spPr>
                <a:xfrm>
                  <a:off x="-1460379" y="287542"/>
                  <a:ext cx="1092926" cy="1171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8" h="14142" extrusionOk="0">
                      <a:moveTo>
                        <a:pt x="5263" y="4953"/>
                      </a:moveTo>
                      <a:cubicBezTo>
                        <a:pt x="5384" y="4953"/>
                        <a:pt x="5513" y="4987"/>
                        <a:pt x="5643" y="5061"/>
                      </a:cubicBezTo>
                      <a:lnTo>
                        <a:pt x="7310" y="6025"/>
                      </a:lnTo>
                      <a:cubicBezTo>
                        <a:pt x="7784" y="6298"/>
                        <a:pt x="8095" y="7010"/>
                        <a:pt x="7993" y="7606"/>
                      </a:cubicBezTo>
                      <a:lnTo>
                        <a:pt x="7950" y="7844"/>
                      </a:lnTo>
                      <a:cubicBezTo>
                        <a:pt x="7877" y="8277"/>
                        <a:pt x="7611" y="8532"/>
                        <a:pt x="7287" y="8532"/>
                      </a:cubicBezTo>
                      <a:cubicBezTo>
                        <a:pt x="7164" y="8532"/>
                        <a:pt x="7033" y="8495"/>
                        <a:pt x="6901" y="8418"/>
                      </a:cubicBezTo>
                      <a:lnTo>
                        <a:pt x="5233" y="7456"/>
                      </a:lnTo>
                      <a:cubicBezTo>
                        <a:pt x="4758" y="7183"/>
                        <a:pt x="4449" y="6477"/>
                        <a:pt x="4550" y="5881"/>
                      </a:cubicBezTo>
                      <a:lnTo>
                        <a:pt x="4593" y="5637"/>
                      </a:lnTo>
                      <a:cubicBezTo>
                        <a:pt x="4667" y="5207"/>
                        <a:pt x="4936" y="4953"/>
                        <a:pt x="5263" y="4953"/>
                      </a:cubicBezTo>
                      <a:close/>
                      <a:moveTo>
                        <a:pt x="645" y="7298"/>
                      </a:moveTo>
                      <a:cubicBezTo>
                        <a:pt x="650" y="7298"/>
                        <a:pt x="656" y="7300"/>
                        <a:pt x="661" y="7304"/>
                      </a:cubicBezTo>
                      <a:lnTo>
                        <a:pt x="10710" y="13105"/>
                      </a:lnTo>
                      <a:cubicBezTo>
                        <a:pt x="10732" y="13119"/>
                        <a:pt x="10746" y="13148"/>
                        <a:pt x="10739" y="13178"/>
                      </a:cubicBezTo>
                      <a:cubicBezTo>
                        <a:pt x="10734" y="13198"/>
                        <a:pt x="10721" y="13211"/>
                        <a:pt x="10706" y="13211"/>
                      </a:cubicBezTo>
                      <a:cubicBezTo>
                        <a:pt x="10701" y="13211"/>
                        <a:pt x="10695" y="13210"/>
                        <a:pt x="10689" y="13205"/>
                      </a:cubicBezTo>
                      <a:lnTo>
                        <a:pt x="2911" y="8713"/>
                      </a:lnTo>
                      <a:lnTo>
                        <a:pt x="2904" y="8713"/>
                      </a:lnTo>
                      <a:lnTo>
                        <a:pt x="640" y="7406"/>
                      </a:lnTo>
                      <a:cubicBezTo>
                        <a:pt x="618" y="7390"/>
                        <a:pt x="604" y="7362"/>
                        <a:pt x="611" y="7333"/>
                      </a:cubicBezTo>
                      <a:cubicBezTo>
                        <a:pt x="616" y="7312"/>
                        <a:pt x="630" y="7298"/>
                        <a:pt x="645" y="7298"/>
                      </a:cubicBezTo>
                      <a:close/>
                      <a:moveTo>
                        <a:pt x="1958" y="0"/>
                      </a:moveTo>
                      <a:cubicBezTo>
                        <a:pt x="1925" y="0"/>
                        <a:pt x="1895" y="23"/>
                        <a:pt x="1884" y="67"/>
                      </a:cubicBezTo>
                      <a:lnTo>
                        <a:pt x="14" y="7549"/>
                      </a:lnTo>
                      <a:cubicBezTo>
                        <a:pt x="0" y="7606"/>
                        <a:pt x="21" y="7678"/>
                        <a:pt x="73" y="7701"/>
                      </a:cubicBezTo>
                      <a:lnTo>
                        <a:pt x="11207" y="14133"/>
                      </a:lnTo>
                      <a:cubicBezTo>
                        <a:pt x="11219" y="14139"/>
                        <a:pt x="11232" y="14141"/>
                        <a:pt x="11243" y="14141"/>
                      </a:cubicBezTo>
                      <a:cubicBezTo>
                        <a:pt x="11277" y="14141"/>
                        <a:pt x="11303" y="14119"/>
                        <a:pt x="11314" y="14075"/>
                      </a:cubicBezTo>
                      <a:lnTo>
                        <a:pt x="13184" y="6593"/>
                      </a:lnTo>
                      <a:cubicBezTo>
                        <a:pt x="13198" y="6536"/>
                        <a:pt x="13175" y="6470"/>
                        <a:pt x="13132" y="6441"/>
                      </a:cubicBezTo>
                      <a:lnTo>
                        <a:pt x="1991" y="8"/>
                      </a:lnTo>
                      <a:cubicBezTo>
                        <a:pt x="1980" y="3"/>
                        <a:pt x="1969" y="0"/>
                        <a:pt x="19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0" name="Google Shape;1560;p44">
                  <a:extLst>
                    <a:ext uri="{FF2B5EF4-FFF2-40B4-BE49-F238E27FC236}">
                      <a16:creationId xmlns:a16="http://schemas.microsoft.com/office/drawing/2014/main" id="{2FD8E786-F8CC-ED06-F905-4600E86C28FF}"/>
                    </a:ext>
                  </a:extLst>
                </p:cNvPr>
                <p:cNvSpPr/>
                <p:nvPr/>
              </p:nvSpPr>
              <p:spPr>
                <a:xfrm>
                  <a:off x="-1410361" y="891900"/>
                  <a:ext cx="194603" cy="117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0" h="1417" extrusionOk="0">
                      <a:moveTo>
                        <a:pt x="41" y="0"/>
                      </a:moveTo>
                      <a:cubicBezTo>
                        <a:pt x="26" y="0"/>
                        <a:pt x="12" y="14"/>
                        <a:pt x="7" y="35"/>
                      </a:cubicBezTo>
                      <a:cubicBezTo>
                        <a:pt x="0" y="64"/>
                        <a:pt x="14" y="92"/>
                        <a:pt x="36" y="108"/>
                      </a:cubicBezTo>
                      <a:lnTo>
                        <a:pt x="2307" y="1415"/>
                      </a:lnTo>
                      <a:cubicBezTo>
                        <a:pt x="2311" y="1416"/>
                        <a:pt x="2314" y="1417"/>
                        <a:pt x="2318" y="1417"/>
                      </a:cubicBezTo>
                      <a:cubicBezTo>
                        <a:pt x="2334" y="1417"/>
                        <a:pt x="2344" y="1404"/>
                        <a:pt x="2350" y="1386"/>
                      </a:cubicBezTo>
                      <a:cubicBezTo>
                        <a:pt x="2350" y="1358"/>
                        <a:pt x="2336" y="1322"/>
                        <a:pt x="2315" y="1315"/>
                      </a:cubicBezTo>
                      <a:lnTo>
                        <a:pt x="57" y="6"/>
                      </a:lnTo>
                      <a:cubicBezTo>
                        <a:pt x="52" y="2"/>
                        <a:pt x="46" y="0"/>
                        <a:pt x="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1" name="Google Shape;1561;p44">
                  <a:extLst>
                    <a:ext uri="{FF2B5EF4-FFF2-40B4-BE49-F238E27FC236}">
                      <a16:creationId xmlns:a16="http://schemas.microsoft.com/office/drawing/2014/main" id="{3E40D9DC-2FAA-6A62-94CC-A4761B7820B0}"/>
                    </a:ext>
                  </a:extLst>
                </p:cNvPr>
                <p:cNvSpPr/>
                <p:nvPr/>
              </p:nvSpPr>
              <p:spPr>
                <a:xfrm>
                  <a:off x="-1076549" y="1606396"/>
                  <a:ext cx="87696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9" h="590" extrusionOk="0">
                      <a:moveTo>
                        <a:pt x="515" y="0"/>
                      </a:moveTo>
                      <a:cubicBezTo>
                        <a:pt x="467" y="0"/>
                        <a:pt x="418" y="11"/>
                        <a:pt x="382" y="33"/>
                      </a:cubicBezTo>
                      <a:lnTo>
                        <a:pt x="73" y="205"/>
                      </a:lnTo>
                      <a:cubicBezTo>
                        <a:pt x="1" y="248"/>
                        <a:pt x="1" y="321"/>
                        <a:pt x="73" y="364"/>
                      </a:cubicBezTo>
                      <a:lnTo>
                        <a:pt x="418" y="557"/>
                      </a:lnTo>
                      <a:cubicBezTo>
                        <a:pt x="454" y="579"/>
                        <a:pt x="501" y="589"/>
                        <a:pt x="548" y="589"/>
                      </a:cubicBezTo>
                      <a:cubicBezTo>
                        <a:pt x="594" y="589"/>
                        <a:pt x="641" y="579"/>
                        <a:pt x="677" y="557"/>
                      </a:cubicBezTo>
                      <a:lnTo>
                        <a:pt x="986" y="378"/>
                      </a:lnTo>
                      <a:cubicBezTo>
                        <a:pt x="1058" y="334"/>
                        <a:pt x="1058" y="271"/>
                        <a:pt x="986" y="228"/>
                      </a:cubicBezTo>
                      <a:lnTo>
                        <a:pt x="648" y="33"/>
                      </a:lnTo>
                      <a:cubicBezTo>
                        <a:pt x="612" y="11"/>
                        <a:pt x="564" y="0"/>
                        <a:pt x="515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2" name="Google Shape;1562;p44">
                  <a:extLst>
                    <a:ext uri="{FF2B5EF4-FFF2-40B4-BE49-F238E27FC236}">
                      <a16:creationId xmlns:a16="http://schemas.microsoft.com/office/drawing/2014/main" id="{5A725315-020D-1DAD-E4C7-2F3463A35AC8}"/>
                    </a:ext>
                  </a:extLst>
                </p:cNvPr>
                <p:cNvSpPr/>
                <p:nvPr/>
              </p:nvSpPr>
              <p:spPr>
                <a:xfrm>
                  <a:off x="-959785" y="1607556"/>
                  <a:ext cx="86950" cy="48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" h="585" extrusionOk="0">
                      <a:moveTo>
                        <a:pt x="511" y="0"/>
                      </a:moveTo>
                      <a:cubicBezTo>
                        <a:pt x="464" y="0"/>
                        <a:pt x="418" y="11"/>
                        <a:pt x="381" y="32"/>
                      </a:cubicBezTo>
                      <a:lnTo>
                        <a:pt x="73" y="214"/>
                      </a:lnTo>
                      <a:cubicBezTo>
                        <a:pt x="0" y="257"/>
                        <a:pt x="0" y="320"/>
                        <a:pt x="73" y="364"/>
                      </a:cubicBezTo>
                      <a:lnTo>
                        <a:pt x="402" y="559"/>
                      </a:lnTo>
                      <a:cubicBezTo>
                        <a:pt x="438" y="576"/>
                        <a:pt x="485" y="584"/>
                        <a:pt x="533" y="584"/>
                      </a:cubicBezTo>
                      <a:cubicBezTo>
                        <a:pt x="581" y="584"/>
                        <a:pt x="630" y="576"/>
                        <a:pt x="670" y="559"/>
                      </a:cubicBezTo>
                      <a:lnTo>
                        <a:pt x="978" y="377"/>
                      </a:lnTo>
                      <a:cubicBezTo>
                        <a:pt x="1049" y="334"/>
                        <a:pt x="1042" y="264"/>
                        <a:pt x="971" y="220"/>
                      </a:cubicBezTo>
                      <a:lnTo>
                        <a:pt x="640" y="32"/>
                      </a:lnTo>
                      <a:cubicBezTo>
                        <a:pt x="604" y="11"/>
                        <a:pt x="557" y="0"/>
                        <a:pt x="511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3" name="Google Shape;1563;p44">
                  <a:extLst>
                    <a:ext uri="{FF2B5EF4-FFF2-40B4-BE49-F238E27FC236}">
                      <a16:creationId xmlns:a16="http://schemas.microsoft.com/office/drawing/2014/main" id="{8C37A8D2-61A1-5B65-D06D-CB40C8240387}"/>
                    </a:ext>
                  </a:extLst>
                </p:cNvPr>
                <p:cNvSpPr/>
                <p:nvPr/>
              </p:nvSpPr>
              <p:spPr>
                <a:xfrm>
                  <a:off x="-1016925" y="1640349"/>
                  <a:ext cx="86868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" h="590" extrusionOk="0">
                      <a:moveTo>
                        <a:pt x="514" y="1"/>
                      </a:moveTo>
                      <a:cubicBezTo>
                        <a:pt x="466" y="1"/>
                        <a:pt x="418" y="12"/>
                        <a:pt x="381" y="33"/>
                      </a:cubicBezTo>
                      <a:lnTo>
                        <a:pt x="73" y="213"/>
                      </a:lnTo>
                      <a:cubicBezTo>
                        <a:pt x="0" y="256"/>
                        <a:pt x="0" y="326"/>
                        <a:pt x="79" y="363"/>
                      </a:cubicBezTo>
                      <a:lnTo>
                        <a:pt x="411" y="558"/>
                      </a:lnTo>
                      <a:cubicBezTo>
                        <a:pt x="446" y="579"/>
                        <a:pt x="493" y="590"/>
                        <a:pt x="539" y="590"/>
                      </a:cubicBezTo>
                      <a:cubicBezTo>
                        <a:pt x="586" y="590"/>
                        <a:pt x="633" y="579"/>
                        <a:pt x="669" y="558"/>
                      </a:cubicBezTo>
                      <a:lnTo>
                        <a:pt x="978" y="378"/>
                      </a:lnTo>
                      <a:cubicBezTo>
                        <a:pt x="1049" y="335"/>
                        <a:pt x="1049" y="270"/>
                        <a:pt x="978" y="226"/>
                      </a:cubicBezTo>
                      <a:lnTo>
                        <a:pt x="647" y="33"/>
                      </a:lnTo>
                      <a:cubicBezTo>
                        <a:pt x="611" y="12"/>
                        <a:pt x="563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4" name="Google Shape;1564;p44">
                  <a:extLst>
                    <a:ext uri="{FF2B5EF4-FFF2-40B4-BE49-F238E27FC236}">
                      <a16:creationId xmlns:a16="http://schemas.microsoft.com/office/drawing/2014/main" id="{188290A6-5642-2E6D-16B5-6BE391C40FC3}"/>
                    </a:ext>
                  </a:extLst>
                </p:cNvPr>
                <p:cNvSpPr/>
                <p:nvPr/>
              </p:nvSpPr>
              <p:spPr>
                <a:xfrm>
                  <a:off x="-1072988" y="1542052"/>
                  <a:ext cx="141274" cy="79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6" h="965" extrusionOk="0">
                      <a:moveTo>
                        <a:pt x="512" y="1"/>
                      </a:moveTo>
                      <a:cubicBezTo>
                        <a:pt x="465" y="1"/>
                        <a:pt x="418" y="12"/>
                        <a:pt x="382" y="33"/>
                      </a:cubicBezTo>
                      <a:lnTo>
                        <a:pt x="73" y="213"/>
                      </a:lnTo>
                      <a:cubicBezTo>
                        <a:pt x="1" y="256"/>
                        <a:pt x="1" y="321"/>
                        <a:pt x="73" y="365"/>
                      </a:cubicBezTo>
                      <a:lnTo>
                        <a:pt x="1058" y="932"/>
                      </a:lnTo>
                      <a:cubicBezTo>
                        <a:pt x="1095" y="954"/>
                        <a:pt x="1143" y="964"/>
                        <a:pt x="1191" y="964"/>
                      </a:cubicBezTo>
                      <a:cubicBezTo>
                        <a:pt x="1240" y="964"/>
                        <a:pt x="1288" y="954"/>
                        <a:pt x="1324" y="932"/>
                      </a:cubicBezTo>
                      <a:lnTo>
                        <a:pt x="1633" y="760"/>
                      </a:lnTo>
                      <a:cubicBezTo>
                        <a:pt x="1705" y="716"/>
                        <a:pt x="1698" y="644"/>
                        <a:pt x="1626" y="601"/>
                      </a:cubicBezTo>
                      <a:lnTo>
                        <a:pt x="641" y="33"/>
                      </a:lnTo>
                      <a:cubicBezTo>
                        <a:pt x="606" y="12"/>
                        <a:pt x="559" y="1"/>
                        <a:pt x="51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5" name="Google Shape;1565;p44">
                  <a:extLst>
                    <a:ext uri="{FF2B5EF4-FFF2-40B4-BE49-F238E27FC236}">
                      <a16:creationId xmlns:a16="http://schemas.microsoft.com/office/drawing/2014/main" id="{A0B602E4-08A0-F968-EE41-956354D7EBE5}"/>
                    </a:ext>
                  </a:extLst>
                </p:cNvPr>
                <p:cNvSpPr/>
                <p:nvPr/>
              </p:nvSpPr>
              <p:spPr>
                <a:xfrm>
                  <a:off x="-1129383" y="1509921"/>
                  <a:ext cx="83969" cy="4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" h="567" extrusionOk="0">
                      <a:moveTo>
                        <a:pt x="514" y="1"/>
                      </a:moveTo>
                      <a:cubicBezTo>
                        <a:pt x="465" y="1"/>
                        <a:pt x="416" y="12"/>
                        <a:pt x="380" y="33"/>
                      </a:cubicBezTo>
                      <a:lnTo>
                        <a:pt x="71" y="213"/>
                      </a:lnTo>
                      <a:cubicBezTo>
                        <a:pt x="0" y="249"/>
                        <a:pt x="0" y="321"/>
                        <a:pt x="71" y="364"/>
                      </a:cubicBezTo>
                      <a:lnTo>
                        <a:pt x="373" y="537"/>
                      </a:lnTo>
                      <a:cubicBezTo>
                        <a:pt x="411" y="556"/>
                        <a:pt x="460" y="567"/>
                        <a:pt x="509" y="567"/>
                      </a:cubicBezTo>
                      <a:cubicBezTo>
                        <a:pt x="554" y="567"/>
                        <a:pt x="598" y="558"/>
                        <a:pt x="632" y="537"/>
                      </a:cubicBezTo>
                      <a:lnTo>
                        <a:pt x="941" y="357"/>
                      </a:lnTo>
                      <a:cubicBezTo>
                        <a:pt x="1013" y="314"/>
                        <a:pt x="1013" y="242"/>
                        <a:pt x="941" y="206"/>
                      </a:cubicBezTo>
                      <a:lnTo>
                        <a:pt x="647" y="33"/>
                      </a:lnTo>
                      <a:cubicBezTo>
                        <a:pt x="611" y="12"/>
                        <a:pt x="562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6" name="Google Shape;1566;p44">
                  <a:extLst>
                    <a:ext uri="{FF2B5EF4-FFF2-40B4-BE49-F238E27FC236}">
                      <a16:creationId xmlns:a16="http://schemas.microsoft.com/office/drawing/2014/main" id="{D18F681F-FD75-A6B4-6166-AD4000765D6D}"/>
                    </a:ext>
                  </a:extLst>
                </p:cNvPr>
                <p:cNvSpPr/>
                <p:nvPr/>
              </p:nvSpPr>
              <p:spPr>
                <a:xfrm>
                  <a:off x="-1060401" y="1417669"/>
                  <a:ext cx="8579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" h="583" extrusionOk="0">
                      <a:moveTo>
                        <a:pt x="536" y="0"/>
                      </a:moveTo>
                      <a:cubicBezTo>
                        <a:pt x="488" y="0"/>
                        <a:pt x="439" y="11"/>
                        <a:pt x="403" y="33"/>
                      </a:cubicBezTo>
                      <a:lnTo>
                        <a:pt x="73" y="228"/>
                      </a:lnTo>
                      <a:cubicBezTo>
                        <a:pt x="1" y="271"/>
                        <a:pt x="1" y="335"/>
                        <a:pt x="73" y="378"/>
                      </a:cubicBezTo>
                      <a:lnTo>
                        <a:pt x="366" y="550"/>
                      </a:lnTo>
                      <a:cubicBezTo>
                        <a:pt x="403" y="572"/>
                        <a:pt x="451" y="583"/>
                        <a:pt x="500" y="583"/>
                      </a:cubicBezTo>
                      <a:cubicBezTo>
                        <a:pt x="549" y="583"/>
                        <a:pt x="598" y="572"/>
                        <a:pt x="634" y="550"/>
                      </a:cubicBezTo>
                      <a:lnTo>
                        <a:pt x="963" y="357"/>
                      </a:lnTo>
                      <a:cubicBezTo>
                        <a:pt x="1036" y="314"/>
                        <a:pt x="1036" y="248"/>
                        <a:pt x="963" y="205"/>
                      </a:cubicBezTo>
                      <a:lnTo>
                        <a:pt x="668" y="33"/>
                      </a:lnTo>
                      <a:cubicBezTo>
                        <a:pt x="633" y="11"/>
                        <a:pt x="585" y="0"/>
                        <a:pt x="5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7" name="Google Shape;1567;p44">
                  <a:extLst>
                    <a:ext uri="{FF2B5EF4-FFF2-40B4-BE49-F238E27FC236}">
                      <a16:creationId xmlns:a16="http://schemas.microsoft.com/office/drawing/2014/main" id="{41873A89-7E81-A150-A4D1-5CC7D52D727B}"/>
                    </a:ext>
                  </a:extLst>
                </p:cNvPr>
                <p:cNvSpPr/>
                <p:nvPr/>
              </p:nvSpPr>
              <p:spPr>
                <a:xfrm>
                  <a:off x="-1004420" y="1450214"/>
                  <a:ext cx="87530" cy="48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" h="587" extrusionOk="0">
                      <a:moveTo>
                        <a:pt x="539" y="1"/>
                      </a:moveTo>
                      <a:cubicBezTo>
                        <a:pt x="493" y="1"/>
                        <a:pt x="446" y="10"/>
                        <a:pt x="410" y="28"/>
                      </a:cubicBezTo>
                      <a:lnTo>
                        <a:pt x="72" y="223"/>
                      </a:lnTo>
                      <a:cubicBezTo>
                        <a:pt x="1" y="266"/>
                        <a:pt x="1" y="337"/>
                        <a:pt x="72" y="380"/>
                      </a:cubicBezTo>
                      <a:lnTo>
                        <a:pt x="380" y="561"/>
                      </a:lnTo>
                      <a:cubicBezTo>
                        <a:pt x="420" y="578"/>
                        <a:pt x="469" y="587"/>
                        <a:pt x="517" y="587"/>
                      </a:cubicBezTo>
                      <a:cubicBezTo>
                        <a:pt x="565" y="587"/>
                        <a:pt x="612" y="578"/>
                        <a:pt x="648" y="561"/>
                      </a:cubicBezTo>
                      <a:lnTo>
                        <a:pt x="984" y="366"/>
                      </a:lnTo>
                      <a:cubicBezTo>
                        <a:pt x="1057" y="323"/>
                        <a:pt x="1057" y="250"/>
                        <a:pt x="977" y="207"/>
                      </a:cubicBezTo>
                      <a:lnTo>
                        <a:pt x="669" y="28"/>
                      </a:lnTo>
                      <a:cubicBezTo>
                        <a:pt x="632" y="10"/>
                        <a:pt x="586" y="1"/>
                        <a:pt x="53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8" name="Google Shape;1568;p44">
                  <a:extLst>
                    <a:ext uri="{FF2B5EF4-FFF2-40B4-BE49-F238E27FC236}">
                      <a16:creationId xmlns:a16="http://schemas.microsoft.com/office/drawing/2014/main" id="{C5A01156-5C13-7784-8B46-BB1DE0CB0679}"/>
                    </a:ext>
                  </a:extLst>
                </p:cNvPr>
                <p:cNvSpPr/>
                <p:nvPr/>
              </p:nvSpPr>
              <p:spPr>
                <a:xfrm>
                  <a:off x="-1072243" y="1290968"/>
                  <a:ext cx="59540" cy="3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" h="392" extrusionOk="0">
                      <a:moveTo>
                        <a:pt x="248" y="0"/>
                      </a:moveTo>
                      <a:cubicBezTo>
                        <a:pt x="199" y="0"/>
                        <a:pt x="151" y="11"/>
                        <a:pt x="114" y="33"/>
                      </a:cubicBezTo>
                      <a:lnTo>
                        <a:pt x="71" y="60"/>
                      </a:lnTo>
                      <a:cubicBezTo>
                        <a:pt x="1" y="96"/>
                        <a:pt x="1" y="169"/>
                        <a:pt x="71" y="212"/>
                      </a:cubicBezTo>
                      <a:lnTo>
                        <a:pt x="330" y="362"/>
                      </a:lnTo>
                      <a:cubicBezTo>
                        <a:pt x="365" y="383"/>
                        <a:pt x="411" y="392"/>
                        <a:pt x="457" y="392"/>
                      </a:cubicBezTo>
                      <a:cubicBezTo>
                        <a:pt x="508" y="392"/>
                        <a:pt x="559" y="381"/>
                        <a:pt x="596" y="362"/>
                      </a:cubicBezTo>
                      <a:lnTo>
                        <a:pt x="639" y="334"/>
                      </a:lnTo>
                      <a:cubicBezTo>
                        <a:pt x="718" y="291"/>
                        <a:pt x="711" y="219"/>
                        <a:pt x="639" y="176"/>
                      </a:cubicBezTo>
                      <a:lnTo>
                        <a:pt x="380" y="33"/>
                      </a:lnTo>
                      <a:cubicBezTo>
                        <a:pt x="345" y="11"/>
                        <a:pt x="296" y="0"/>
                        <a:pt x="248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9" name="Google Shape;1569;p44">
                  <a:extLst>
                    <a:ext uri="{FF2B5EF4-FFF2-40B4-BE49-F238E27FC236}">
                      <a16:creationId xmlns:a16="http://schemas.microsoft.com/office/drawing/2014/main" id="{E9543556-6122-2C25-3094-A5430960BA0D}"/>
                    </a:ext>
                  </a:extLst>
                </p:cNvPr>
                <p:cNvSpPr/>
                <p:nvPr/>
              </p:nvSpPr>
              <p:spPr>
                <a:xfrm>
                  <a:off x="-1019409" y="1321194"/>
                  <a:ext cx="65668" cy="36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440" extrusionOk="0">
                      <a:moveTo>
                        <a:pt x="253" y="1"/>
                      </a:moveTo>
                      <a:cubicBezTo>
                        <a:pt x="207" y="1"/>
                        <a:pt x="160" y="12"/>
                        <a:pt x="123" y="33"/>
                      </a:cubicBezTo>
                      <a:lnTo>
                        <a:pt x="73" y="63"/>
                      </a:lnTo>
                      <a:cubicBezTo>
                        <a:pt x="1" y="106"/>
                        <a:pt x="1" y="170"/>
                        <a:pt x="73" y="213"/>
                      </a:cubicBezTo>
                      <a:lnTo>
                        <a:pt x="411" y="408"/>
                      </a:lnTo>
                      <a:cubicBezTo>
                        <a:pt x="448" y="429"/>
                        <a:pt x="494" y="440"/>
                        <a:pt x="541" y="440"/>
                      </a:cubicBezTo>
                      <a:cubicBezTo>
                        <a:pt x="587" y="440"/>
                        <a:pt x="634" y="429"/>
                        <a:pt x="670" y="408"/>
                      </a:cubicBezTo>
                      <a:lnTo>
                        <a:pt x="720" y="378"/>
                      </a:lnTo>
                      <a:cubicBezTo>
                        <a:pt x="793" y="335"/>
                        <a:pt x="793" y="271"/>
                        <a:pt x="720" y="228"/>
                      </a:cubicBezTo>
                      <a:lnTo>
                        <a:pt x="382" y="33"/>
                      </a:lnTo>
                      <a:cubicBezTo>
                        <a:pt x="347" y="12"/>
                        <a:pt x="300" y="1"/>
                        <a:pt x="25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0" name="Google Shape;1570;p44">
                  <a:extLst>
                    <a:ext uri="{FF2B5EF4-FFF2-40B4-BE49-F238E27FC236}">
                      <a16:creationId xmlns:a16="http://schemas.microsoft.com/office/drawing/2014/main" id="{D49C309C-866D-B542-207A-499419D048CC}"/>
                    </a:ext>
                  </a:extLst>
                </p:cNvPr>
                <p:cNvSpPr/>
                <p:nvPr/>
              </p:nvSpPr>
              <p:spPr>
                <a:xfrm>
                  <a:off x="-1075804" y="1342062"/>
                  <a:ext cx="86371" cy="48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4" extrusionOk="0">
                      <a:moveTo>
                        <a:pt x="500" y="1"/>
                      </a:moveTo>
                      <a:cubicBezTo>
                        <a:pt x="451" y="1"/>
                        <a:pt x="402" y="12"/>
                        <a:pt x="366" y="33"/>
                      </a:cubicBezTo>
                      <a:lnTo>
                        <a:pt x="71" y="206"/>
                      </a:lnTo>
                      <a:cubicBezTo>
                        <a:pt x="0" y="249"/>
                        <a:pt x="0" y="321"/>
                        <a:pt x="71" y="357"/>
                      </a:cubicBezTo>
                      <a:lnTo>
                        <a:pt x="409" y="551"/>
                      </a:lnTo>
                      <a:cubicBezTo>
                        <a:pt x="445" y="572"/>
                        <a:pt x="492" y="583"/>
                        <a:pt x="539" y="583"/>
                      </a:cubicBezTo>
                      <a:cubicBezTo>
                        <a:pt x="585" y="583"/>
                        <a:pt x="632" y="572"/>
                        <a:pt x="668" y="551"/>
                      </a:cubicBezTo>
                      <a:lnTo>
                        <a:pt x="970" y="378"/>
                      </a:lnTo>
                      <a:cubicBezTo>
                        <a:pt x="1042" y="342"/>
                        <a:pt x="1042" y="271"/>
                        <a:pt x="970" y="228"/>
                      </a:cubicBezTo>
                      <a:lnTo>
                        <a:pt x="632" y="33"/>
                      </a:lnTo>
                      <a:cubicBezTo>
                        <a:pt x="596" y="12"/>
                        <a:pt x="548" y="1"/>
                        <a:pt x="50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1" name="Google Shape;1571;p44">
                  <a:extLst>
                    <a:ext uri="{FF2B5EF4-FFF2-40B4-BE49-F238E27FC236}">
                      <a16:creationId xmlns:a16="http://schemas.microsoft.com/office/drawing/2014/main" id="{5B95DC70-63A2-48F0-25C3-7623B88CEAAE}"/>
                    </a:ext>
                  </a:extLst>
                </p:cNvPr>
                <p:cNvSpPr/>
                <p:nvPr/>
              </p:nvSpPr>
              <p:spPr>
                <a:xfrm>
                  <a:off x="-1242503" y="1246250"/>
                  <a:ext cx="83307" cy="46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" h="562" extrusionOk="0">
                      <a:moveTo>
                        <a:pt x="503" y="0"/>
                      </a:moveTo>
                      <a:cubicBezTo>
                        <a:pt x="456" y="0"/>
                        <a:pt x="410" y="11"/>
                        <a:pt x="375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14"/>
                        <a:pt x="73" y="357"/>
                      </a:cubicBezTo>
                      <a:lnTo>
                        <a:pt x="375" y="529"/>
                      </a:lnTo>
                      <a:cubicBezTo>
                        <a:pt x="410" y="551"/>
                        <a:pt x="456" y="562"/>
                        <a:pt x="503" y="562"/>
                      </a:cubicBezTo>
                      <a:cubicBezTo>
                        <a:pt x="550" y="562"/>
                        <a:pt x="597" y="551"/>
                        <a:pt x="633" y="529"/>
                      </a:cubicBezTo>
                      <a:lnTo>
                        <a:pt x="935" y="357"/>
                      </a:lnTo>
                      <a:cubicBezTo>
                        <a:pt x="1006" y="314"/>
                        <a:pt x="1006" y="241"/>
                        <a:pt x="935" y="205"/>
                      </a:cubicBezTo>
                      <a:lnTo>
                        <a:pt x="633" y="33"/>
                      </a:lnTo>
                      <a:cubicBezTo>
                        <a:pt x="597" y="11"/>
                        <a:pt x="550" y="0"/>
                        <a:pt x="50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2" name="Google Shape;1572;p44">
                  <a:extLst>
                    <a:ext uri="{FF2B5EF4-FFF2-40B4-BE49-F238E27FC236}">
                      <a16:creationId xmlns:a16="http://schemas.microsoft.com/office/drawing/2014/main" id="{501E25FA-5591-EF4B-83C2-32219D3FDDA6}"/>
                    </a:ext>
                  </a:extLst>
                </p:cNvPr>
                <p:cNvSpPr/>
                <p:nvPr/>
              </p:nvSpPr>
              <p:spPr>
                <a:xfrm>
                  <a:off x="-1186522" y="1278380"/>
                  <a:ext cx="84466" cy="47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0" h="569" extrusionOk="0">
                      <a:moveTo>
                        <a:pt x="507" y="0"/>
                      </a:moveTo>
                      <a:cubicBezTo>
                        <a:pt x="458" y="0"/>
                        <a:pt x="409" y="11"/>
                        <a:pt x="373" y="33"/>
                      </a:cubicBezTo>
                      <a:lnTo>
                        <a:pt x="78" y="205"/>
                      </a:lnTo>
                      <a:cubicBezTo>
                        <a:pt x="0" y="248"/>
                        <a:pt x="7" y="321"/>
                        <a:pt x="78" y="357"/>
                      </a:cubicBezTo>
                      <a:lnTo>
                        <a:pt x="389" y="536"/>
                      </a:lnTo>
                      <a:cubicBezTo>
                        <a:pt x="424" y="558"/>
                        <a:pt x="472" y="569"/>
                        <a:pt x="521" y="569"/>
                      </a:cubicBezTo>
                      <a:cubicBezTo>
                        <a:pt x="569" y="569"/>
                        <a:pt x="618" y="558"/>
                        <a:pt x="654" y="536"/>
                      </a:cubicBezTo>
                      <a:lnTo>
                        <a:pt x="949" y="364"/>
                      </a:lnTo>
                      <a:cubicBezTo>
                        <a:pt x="1020" y="321"/>
                        <a:pt x="1020" y="255"/>
                        <a:pt x="949" y="212"/>
                      </a:cubicBezTo>
                      <a:lnTo>
                        <a:pt x="639" y="33"/>
                      </a:lnTo>
                      <a:cubicBezTo>
                        <a:pt x="603" y="11"/>
                        <a:pt x="555" y="0"/>
                        <a:pt x="50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3" name="Google Shape;1573;p44">
                  <a:extLst>
                    <a:ext uri="{FF2B5EF4-FFF2-40B4-BE49-F238E27FC236}">
                      <a16:creationId xmlns:a16="http://schemas.microsoft.com/office/drawing/2014/main" id="{28F9CD5D-8D04-DC4A-ECFF-023856CF73BC}"/>
                    </a:ext>
                  </a:extLst>
                </p:cNvPr>
                <p:cNvSpPr/>
                <p:nvPr/>
              </p:nvSpPr>
              <p:spPr>
                <a:xfrm>
                  <a:off x="-1516359" y="1154660"/>
                  <a:ext cx="8637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3" extrusionOk="0">
                      <a:moveTo>
                        <a:pt x="540" y="0"/>
                      </a:moveTo>
                      <a:cubicBezTo>
                        <a:pt x="493" y="0"/>
                        <a:pt x="446" y="11"/>
                        <a:pt x="411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35"/>
                        <a:pt x="79" y="378"/>
                      </a:cubicBezTo>
                      <a:lnTo>
                        <a:pt x="374" y="550"/>
                      </a:lnTo>
                      <a:cubicBezTo>
                        <a:pt x="411" y="572"/>
                        <a:pt x="459" y="583"/>
                        <a:pt x="507" y="583"/>
                      </a:cubicBezTo>
                      <a:cubicBezTo>
                        <a:pt x="556" y="583"/>
                        <a:pt x="604" y="572"/>
                        <a:pt x="640" y="550"/>
                      </a:cubicBezTo>
                      <a:lnTo>
                        <a:pt x="971" y="355"/>
                      </a:lnTo>
                      <a:cubicBezTo>
                        <a:pt x="1042" y="312"/>
                        <a:pt x="1042" y="248"/>
                        <a:pt x="971" y="205"/>
                      </a:cubicBezTo>
                      <a:lnTo>
                        <a:pt x="676" y="33"/>
                      </a:lnTo>
                      <a:cubicBezTo>
                        <a:pt x="637" y="11"/>
                        <a:pt x="588" y="0"/>
                        <a:pt x="54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4" name="Google Shape;1574;p44">
                  <a:extLst>
                    <a:ext uri="{FF2B5EF4-FFF2-40B4-BE49-F238E27FC236}">
                      <a16:creationId xmlns:a16="http://schemas.microsoft.com/office/drawing/2014/main" id="{2956D043-D092-D738-1360-F5E3E4C7B8E3}"/>
                    </a:ext>
                  </a:extLst>
                </p:cNvPr>
                <p:cNvSpPr/>
                <p:nvPr/>
              </p:nvSpPr>
              <p:spPr>
                <a:xfrm>
                  <a:off x="-1472221" y="1113503"/>
                  <a:ext cx="83307" cy="466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" h="563" extrusionOk="0">
                      <a:moveTo>
                        <a:pt x="504" y="1"/>
                      </a:moveTo>
                      <a:cubicBezTo>
                        <a:pt x="456" y="1"/>
                        <a:pt x="409" y="11"/>
                        <a:pt x="373" y="33"/>
                      </a:cubicBezTo>
                      <a:lnTo>
                        <a:pt x="71" y="205"/>
                      </a:lnTo>
                      <a:cubicBezTo>
                        <a:pt x="0" y="249"/>
                        <a:pt x="0" y="314"/>
                        <a:pt x="71" y="357"/>
                      </a:cubicBezTo>
                      <a:lnTo>
                        <a:pt x="373" y="530"/>
                      </a:lnTo>
                      <a:cubicBezTo>
                        <a:pt x="409" y="551"/>
                        <a:pt x="458" y="562"/>
                        <a:pt x="506" y="562"/>
                      </a:cubicBezTo>
                      <a:cubicBezTo>
                        <a:pt x="555" y="562"/>
                        <a:pt x="603" y="551"/>
                        <a:pt x="638" y="530"/>
                      </a:cubicBezTo>
                      <a:lnTo>
                        <a:pt x="933" y="357"/>
                      </a:lnTo>
                      <a:cubicBezTo>
                        <a:pt x="1006" y="314"/>
                        <a:pt x="1006" y="249"/>
                        <a:pt x="933" y="205"/>
                      </a:cubicBezTo>
                      <a:lnTo>
                        <a:pt x="638" y="33"/>
                      </a:lnTo>
                      <a:cubicBezTo>
                        <a:pt x="600" y="11"/>
                        <a:pt x="551" y="1"/>
                        <a:pt x="50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5" name="Google Shape;1575;p44">
                  <a:extLst>
                    <a:ext uri="{FF2B5EF4-FFF2-40B4-BE49-F238E27FC236}">
                      <a16:creationId xmlns:a16="http://schemas.microsoft.com/office/drawing/2014/main" id="{5210B913-0C4C-B7D4-F5C5-A328DD0E9B7E}"/>
                    </a:ext>
                  </a:extLst>
                </p:cNvPr>
                <p:cNvSpPr/>
                <p:nvPr/>
              </p:nvSpPr>
              <p:spPr>
                <a:xfrm>
                  <a:off x="-1415826" y="1092634"/>
                  <a:ext cx="62687" cy="34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" h="418" extrusionOk="0">
                      <a:moveTo>
                        <a:pt x="257" y="1"/>
                      </a:moveTo>
                      <a:cubicBezTo>
                        <a:pt x="208" y="1"/>
                        <a:pt x="159" y="12"/>
                        <a:pt x="123" y="33"/>
                      </a:cubicBezTo>
                      <a:lnTo>
                        <a:pt x="73" y="62"/>
                      </a:lnTo>
                      <a:cubicBezTo>
                        <a:pt x="1" y="106"/>
                        <a:pt x="1" y="169"/>
                        <a:pt x="73" y="213"/>
                      </a:cubicBezTo>
                      <a:lnTo>
                        <a:pt x="375" y="385"/>
                      </a:lnTo>
                      <a:cubicBezTo>
                        <a:pt x="411" y="407"/>
                        <a:pt x="460" y="417"/>
                        <a:pt x="508" y="417"/>
                      </a:cubicBezTo>
                      <a:cubicBezTo>
                        <a:pt x="557" y="417"/>
                        <a:pt x="605" y="407"/>
                        <a:pt x="641" y="385"/>
                      </a:cubicBezTo>
                      <a:lnTo>
                        <a:pt x="684" y="357"/>
                      </a:lnTo>
                      <a:cubicBezTo>
                        <a:pt x="756" y="314"/>
                        <a:pt x="756" y="249"/>
                        <a:pt x="684" y="206"/>
                      </a:cubicBezTo>
                      <a:lnTo>
                        <a:pt x="389" y="33"/>
                      </a:lnTo>
                      <a:cubicBezTo>
                        <a:pt x="353" y="12"/>
                        <a:pt x="305" y="1"/>
                        <a:pt x="257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6" name="Google Shape;1576;p44">
                  <a:extLst>
                    <a:ext uri="{FF2B5EF4-FFF2-40B4-BE49-F238E27FC236}">
                      <a16:creationId xmlns:a16="http://schemas.microsoft.com/office/drawing/2014/main" id="{A8BD9A55-0792-4F53-64FA-2DA9332139D3}"/>
                    </a:ext>
                  </a:extLst>
                </p:cNvPr>
                <p:cNvSpPr/>
                <p:nvPr/>
              </p:nvSpPr>
              <p:spPr>
                <a:xfrm>
                  <a:off x="-1359266" y="1124765"/>
                  <a:ext cx="63847" cy="35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" h="427" extrusionOk="0">
                      <a:moveTo>
                        <a:pt x="252" y="1"/>
                      </a:moveTo>
                      <a:cubicBezTo>
                        <a:pt x="204" y="1"/>
                        <a:pt x="156" y="12"/>
                        <a:pt x="116" y="33"/>
                      </a:cubicBezTo>
                      <a:lnTo>
                        <a:pt x="73" y="63"/>
                      </a:lnTo>
                      <a:cubicBezTo>
                        <a:pt x="1" y="106"/>
                        <a:pt x="1" y="178"/>
                        <a:pt x="73" y="213"/>
                      </a:cubicBezTo>
                      <a:lnTo>
                        <a:pt x="382" y="394"/>
                      </a:lnTo>
                      <a:cubicBezTo>
                        <a:pt x="418" y="415"/>
                        <a:pt x="467" y="426"/>
                        <a:pt x="515" y="426"/>
                      </a:cubicBezTo>
                      <a:cubicBezTo>
                        <a:pt x="564" y="426"/>
                        <a:pt x="612" y="415"/>
                        <a:pt x="648" y="394"/>
                      </a:cubicBezTo>
                      <a:lnTo>
                        <a:pt x="691" y="371"/>
                      </a:lnTo>
                      <a:cubicBezTo>
                        <a:pt x="770" y="328"/>
                        <a:pt x="763" y="256"/>
                        <a:pt x="691" y="213"/>
                      </a:cubicBezTo>
                      <a:lnTo>
                        <a:pt x="382" y="33"/>
                      </a:lnTo>
                      <a:cubicBezTo>
                        <a:pt x="346" y="12"/>
                        <a:pt x="299" y="1"/>
                        <a:pt x="25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7" name="Google Shape;1577;p44">
                  <a:extLst>
                    <a:ext uri="{FF2B5EF4-FFF2-40B4-BE49-F238E27FC236}">
                      <a16:creationId xmlns:a16="http://schemas.microsoft.com/office/drawing/2014/main" id="{F6E62F11-062A-0ACB-C2DE-2FAC837C5FF6}"/>
                    </a:ext>
                  </a:extLst>
                </p:cNvPr>
                <p:cNvSpPr/>
                <p:nvPr/>
              </p:nvSpPr>
              <p:spPr>
                <a:xfrm>
                  <a:off x="-1185943" y="1225381"/>
                  <a:ext cx="62522" cy="34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" h="413" extrusionOk="0">
                      <a:moveTo>
                        <a:pt x="252" y="0"/>
                      </a:moveTo>
                      <a:cubicBezTo>
                        <a:pt x="205" y="0"/>
                        <a:pt x="158" y="11"/>
                        <a:pt x="123" y="33"/>
                      </a:cubicBezTo>
                      <a:lnTo>
                        <a:pt x="71" y="55"/>
                      </a:lnTo>
                      <a:cubicBezTo>
                        <a:pt x="0" y="98"/>
                        <a:pt x="0" y="171"/>
                        <a:pt x="71" y="214"/>
                      </a:cubicBezTo>
                      <a:lnTo>
                        <a:pt x="373" y="386"/>
                      </a:lnTo>
                      <a:cubicBezTo>
                        <a:pt x="409" y="404"/>
                        <a:pt x="456" y="412"/>
                        <a:pt x="503" y="412"/>
                      </a:cubicBezTo>
                      <a:cubicBezTo>
                        <a:pt x="550" y="412"/>
                        <a:pt x="596" y="404"/>
                        <a:pt x="632" y="386"/>
                      </a:cubicBezTo>
                      <a:lnTo>
                        <a:pt x="683" y="357"/>
                      </a:lnTo>
                      <a:cubicBezTo>
                        <a:pt x="754" y="314"/>
                        <a:pt x="754" y="241"/>
                        <a:pt x="683" y="198"/>
                      </a:cubicBezTo>
                      <a:lnTo>
                        <a:pt x="388" y="33"/>
                      </a:lnTo>
                      <a:cubicBezTo>
                        <a:pt x="349" y="11"/>
                        <a:pt x="300" y="0"/>
                        <a:pt x="25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8" name="Google Shape;1578;p44">
                  <a:extLst>
                    <a:ext uri="{FF2B5EF4-FFF2-40B4-BE49-F238E27FC236}">
                      <a16:creationId xmlns:a16="http://schemas.microsoft.com/office/drawing/2014/main" id="{B223D805-A0E8-6872-547D-6C5F4568A4B3}"/>
                    </a:ext>
                  </a:extLst>
                </p:cNvPr>
                <p:cNvSpPr/>
                <p:nvPr/>
              </p:nvSpPr>
              <p:spPr>
                <a:xfrm>
                  <a:off x="-1302127" y="1158221"/>
                  <a:ext cx="63267" cy="34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" h="419" extrusionOk="0">
                      <a:moveTo>
                        <a:pt x="253" y="1"/>
                      </a:moveTo>
                      <a:cubicBezTo>
                        <a:pt x="206" y="1"/>
                        <a:pt x="160" y="11"/>
                        <a:pt x="123" y="33"/>
                      </a:cubicBezTo>
                      <a:lnTo>
                        <a:pt x="73" y="61"/>
                      </a:lnTo>
                      <a:cubicBezTo>
                        <a:pt x="1" y="104"/>
                        <a:pt x="1" y="169"/>
                        <a:pt x="73" y="212"/>
                      </a:cubicBezTo>
                      <a:lnTo>
                        <a:pt x="382" y="392"/>
                      </a:lnTo>
                      <a:cubicBezTo>
                        <a:pt x="418" y="410"/>
                        <a:pt x="465" y="419"/>
                        <a:pt x="511" y="419"/>
                      </a:cubicBezTo>
                      <a:cubicBezTo>
                        <a:pt x="558" y="419"/>
                        <a:pt x="605" y="410"/>
                        <a:pt x="641" y="392"/>
                      </a:cubicBezTo>
                      <a:lnTo>
                        <a:pt x="691" y="362"/>
                      </a:lnTo>
                      <a:cubicBezTo>
                        <a:pt x="763" y="319"/>
                        <a:pt x="763" y="249"/>
                        <a:pt x="691" y="205"/>
                      </a:cubicBezTo>
                      <a:lnTo>
                        <a:pt x="382" y="33"/>
                      </a:lnTo>
                      <a:cubicBezTo>
                        <a:pt x="346" y="11"/>
                        <a:pt x="299" y="1"/>
                        <a:pt x="25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9" name="Google Shape;1579;p44">
                  <a:extLst>
                    <a:ext uri="{FF2B5EF4-FFF2-40B4-BE49-F238E27FC236}">
                      <a16:creationId xmlns:a16="http://schemas.microsoft.com/office/drawing/2014/main" id="{A52460F9-1028-24BE-AFA4-216D36107221}"/>
                    </a:ext>
                  </a:extLst>
                </p:cNvPr>
                <p:cNvSpPr/>
                <p:nvPr/>
              </p:nvSpPr>
              <p:spPr>
                <a:xfrm>
                  <a:off x="-1415826" y="1146048"/>
                  <a:ext cx="84052" cy="46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" h="566" extrusionOk="0">
                      <a:moveTo>
                        <a:pt x="501" y="1"/>
                      </a:moveTo>
                      <a:cubicBezTo>
                        <a:pt x="453" y="1"/>
                        <a:pt x="404" y="10"/>
                        <a:pt x="368" y="28"/>
                      </a:cubicBezTo>
                      <a:lnTo>
                        <a:pt x="73" y="201"/>
                      </a:lnTo>
                      <a:cubicBezTo>
                        <a:pt x="1" y="244"/>
                        <a:pt x="1" y="316"/>
                        <a:pt x="73" y="359"/>
                      </a:cubicBezTo>
                      <a:lnTo>
                        <a:pt x="382" y="539"/>
                      </a:lnTo>
                      <a:cubicBezTo>
                        <a:pt x="418" y="557"/>
                        <a:pt x="467" y="566"/>
                        <a:pt x="515" y="566"/>
                      </a:cubicBezTo>
                      <a:cubicBezTo>
                        <a:pt x="564" y="566"/>
                        <a:pt x="612" y="557"/>
                        <a:pt x="648" y="539"/>
                      </a:cubicBezTo>
                      <a:lnTo>
                        <a:pt x="943" y="359"/>
                      </a:lnTo>
                      <a:cubicBezTo>
                        <a:pt x="1015" y="323"/>
                        <a:pt x="1015" y="251"/>
                        <a:pt x="943" y="208"/>
                      </a:cubicBezTo>
                      <a:lnTo>
                        <a:pt x="634" y="28"/>
                      </a:lnTo>
                      <a:cubicBezTo>
                        <a:pt x="597" y="10"/>
                        <a:pt x="549" y="1"/>
                        <a:pt x="50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0" name="Google Shape;1580;p44">
                  <a:extLst>
                    <a:ext uri="{FF2B5EF4-FFF2-40B4-BE49-F238E27FC236}">
                      <a16:creationId xmlns:a16="http://schemas.microsoft.com/office/drawing/2014/main" id="{AC1B93A0-A3E5-1323-5D4F-75A1308F892C}"/>
                    </a:ext>
                  </a:extLst>
                </p:cNvPr>
                <p:cNvSpPr/>
                <p:nvPr/>
              </p:nvSpPr>
              <p:spPr>
                <a:xfrm>
                  <a:off x="-1358687" y="1178924"/>
                  <a:ext cx="84135" cy="4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" h="570" extrusionOk="0">
                      <a:moveTo>
                        <a:pt x="501" y="1"/>
                      </a:moveTo>
                      <a:cubicBezTo>
                        <a:pt x="453" y="1"/>
                        <a:pt x="404" y="12"/>
                        <a:pt x="368" y="33"/>
                      </a:cubicBezTo>
                      <a:lnTo>
                        <a:pt x="73" y="206"/>
                      </a:lnTo>
                      <a:cubicBezTo>
                        <a:pt x="1" y="249"/>
                        <a:pt x="1" y="314"/>
                        <a:pt x="73" y="357"/>
                      </a:cubicBezTo>
                      <a:lnTo>
                        <a:pt x="382" y="537"/>
                      </a:lnTo>
                      <a:cubicBezTo>
                        <a:pt x="418" y="558"/>
                        <a:pt x="465" y="569"/>
                        <a:pt x="512" y="569"/>
                      </a:cubicBezTo>
                      <a:cubicBezTo>
                        <a:pt x="559" y="569"/>
                        <a:pt x="605" y="558"/>
                        <a:pt x="641" y="537"/>
                      </a:cubicBezTo>
                      <a:lnTo>
                        <a:pt x="943" y="364"/>
                      </a:lnTo>
                      <a:cubicBezTo>
                        <a:pt x="1015" y="321"/>
                        <a:pt x="1015" y="249"/>
                        <a:pt x="943" y="206"/>
                      </a:cubicBezTo>
                      <a:lnTo>
                        <a:pt x="634" y="33"/>
                      </a:lnTo>
                      <a:cubicBezTo>
                        <a:pt x="598" y="12"/>
                        <a:pt x="549" y="1"/>
                        <a:pt x="50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1" name="Google Shape;1581;p44">
                  <a:extLst>
                    <a:ext uri="{FF2B5EF4-FFF2-40B4-BE49-F238E27FC236}">
                      <a16:creationId xmlns:a16="http://schemas.microsoft.com/office/drawing/2014/main" id="{D1592C1C-D8E7-1F36-014A-882917D7022A}"/>
                    </a:ext>
                  </a:extLst>
                </p:cNvPr>
                <p:cNvSpPr/>
                <p:nvPr/>
              </p:nvSpPr>
              <p:spPr>
                <a:xfrm>
                  <a:off x="-1245567" y="1190932"/>
                  <a:ext cx="66248" cy="36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438" extrusionOk="0">
                      <a:moveTo>
                        <a:pt x="256" y="1"/>
                      </a:moveTo>
                      <a:cubicBezTo>
                        <a:pt x="208" y="1"/>
                        <a:pt x="160" y="11"/>
                        <a:pt x="123" y="33"/>
                      </a:cubicBezTo>
                      <a:lnTo>
                        <a:pt x="73" y="61"/>
                      </a:lnTo>
                      <a:cubicBezTo>
                        <a:pt x="1" y="104"/>
                        <a:pt x="1" y="169"/>
                        <a:pt x="73" y="212"/>
                      </a:cubicBezTo>
                      <a:lnTo>
                        <a:pt x="412" y="406"/>
                      </a:lnTo>
                      <a:cubicBezTo>
                        <a:pt x="447" y="427"/>
                        <a:pt x="495" y="438"/>
                        <a:pt x="544" y="438"/>
                      </a:cubicBezTo>
                      <a:cubicBezTo>
                        <a:pt x="592" y="438"/>
                        <a:pt x="641" y="427"/>
                        <a:pt x="677" y="406"/>
                      </a:cubicBezTo>
                      <a:lnTo>
                        <a:pt x="727" y="378"/>
                      </a:lnTo>
                      <a:cubicBezTo>
                        <a:pt x="800" y="335"/>
                        <a:pt x="800" y="269"/>
                        <a:pt x="727" y="226"/>
                      </a:cubicBezTo>
                      <a:lnTo>
                        <a:pt x="389" y="33"/>
                      </a:lnTo>
                      <a:cubicBezTo>
                        <a:pt x="353" y="11"/>
                        <a:pt x="305" y="1"/>
                        <a:pt x="25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2" name="Google Shape;1582;p44">
                  <a:extLst>
                    <a:ext uri="{FF2B5EF4-FFF2-40B4-BE49-F238E27FC236}">
                      <a16:creationId xmlns:a16="http://schemas.microsoft.com/office/drawing/2014/main" id="{19B6C4E2-ED66-280C-776B-6A20D0AE6BD3}"/>
                    </a:ext>
                  </a:extLst>
                </p:cNvPr>
                <p:cNvSpPr/>
                <p:nvPr/>
              </p:nvSpPr>
              <p:spPr>
                <a:xfrm>
                  <a:off x="-1302127" y="1211800"/>
                  <a:ext cx="87116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83" extrusionOk="0">
                      <a:moveTo>
                        <a:pt x="505" y="1"/>
                      </a:moveTo>
                      <a:cubicBezTo>
                        <a:pt x="458" y="1"/>
                        <a:pt x="411" y="11"/>
                        <a:pt x="375" y="33"/>
                      </a:cubicBezTo>
                      <a:lnTo>
                        <a:pt x="73" y="205"/>
                      </a:lnTo>
                      <a:cubicBezTo>
                        <a:pt x="1" y="248"/>
                        <a:pt x="1" y="319"/>
                        <a:pt x="80" y="355"/>
                      </a:cubicBezTo>
                      <a:lnTo>
                        <a:pt x="411" y="550"/>
                      </a:lnTo>
                      <a:cubicBezTo>
                        <a:pt x="447" y="572"/>
                        <a:pt x="495" y="583"/>
                        <a:pt x="544" y="583"/>
                      </a:cubicBezTo>
                      <a:cubicBezTo>
                        <a:pt x="592" y="583"/>
                        <a:pt x="641" y="572"/>
                        <a:pt x="677" y="550"/>
                      </a:cubicBezTo>
                      <a:lnTo>
                        <a:pt x="979" y="378"/>
                      </a:lnTo>
                      <a:cubicBezTo>
                        <a:pt x="1051" y="335"/>
                        <a:pt x="1051" y="269"/>
                        <a:pt x="972" y="226"/>
                      </a:cubicBezTo>
                      <a:lnTo>
                        <a:pt x="641" y="33"/>
                      </a:lnTo>
                      <a:cubicBezTo>
                        <a:pt x="601" y="11"/>
                        <a:pt x="553" y="1"/>
                        <a:pt x="50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3" name="Google Shape;1583;p44">
                  <a:extLst>
                    <a:ext uri="{FF2B5EF4-FFF2-40B4-BE49-F238E27FC236}">
                      <a16:creationId xmlns:a16="http://schemas.microsoft.com/office/drawing/2014/main" id="{F9F5C71F-936B-CA8C-C18D-11D5C8B1169E}"/>
                    </a:ext>
                  </a:extLst>
                </p:cNvPr>
                <p:cNvSpPr/>
                <p:nvPr/>
              </p:nvSpPr>
              <p:spPr>
                <a:xfrm>
                  <a:off x="-1611509" y="1166337"/>
                  <a:ext cx="86371" cy="48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0" extrusionOk="0">
                      <a:moveTo>
                        <a:pt x="503" y="1"/>
                      </a:moveTo>
                      <a:cubicBezTo>
                        <a:pt x="456" y="1"/>
                        <a:pt x="409" y="10"/>
                        <a:pt x="373" y="28"/>
                      </a:cubicBezTo>
                      <a:lnTo>
                        <a:pt x="71" y="201"/>
                      </a:lnTo>
                      <a:cubicBezTo>
                        <a:pt x="0" y="244"/>
                        <a:pt x="0" y="314"/>
                        <a:pt x="78" y="351"/>
                      </a:cubicBezTo>
                      <a:lnTo>
                        <a:pt x="409" y="553"/>
                      </a:lnTo>
                      <a:cubicBezTo>
                        <a:pt x="445" y="571"/>
                        <a:pt x="494" y="580"/>
                        <a:pt x="543" y="580"/>
                      </a:cubicBezTo>
                      <a:cubicBezTo>
                        <a:pt x="591" y="580"/>
                        <a:pt x="639" y="571"/>
                        <a:pt x="675" y="553"/>
                      </a:cubicBezTo>
                      <a:lnTo>
                        <a:pt x="970" y="380"/>
                      </a:lnTo>
                      <a:cubicBezTo>
                        <a:pt x="1042" y="337"/>
                        <a:pt x="1042" y="264"/>
                        <a:pt x="970" y="221"/>
                      </a:cubicBezTo>
                      <a:lnTo>
                        <a:pt x="632" y="28"/>
                      </a:lnTo>
                      <a:cubicBezTo>
                        <a:pt x="596" y="10"/>
                        <a:pt x="550" y="1"/>
                        <a:pt x="50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4" name="Google Shape;1584;p44">
                  <a:extLst>
                    <a:ext uri="{FF2B5EF4-FFF2-40B4-BE49-F238E27FC236}">
                      <a16:creationId xmlns:a16="http://schemas.microsoft.com/office/drawing/2014/main" id="{CD8D8EC1-ABFA-9FA9-575E-CD03438B1C98}"/>
                    </a:ext>
                  </a:extLst>
                </p:cNvPr>
                <p:cNvSpPr/>
                <p:nvPr/>
              </p:nvSpPr>
              <p:spPr>
                <a:xfrm>
                  <a:off x="-1552134" y="1200372"/>
                  <a:ext cx="83555" cy="466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563" extrusionOk="0">
                      <a:moveTo>
                        <a:pt x="500" y="0"/>
                      </a:moveTo>
                      <a:cubicBezTo>
                        <a:pt x="452" y="0"/>
                        <a:pt x="404" y="11"/>
                        <a:pt x="368" y="33"/>
                      </a:cubicBezTo>
                      <a:lnTo>
                        <a:pt x="73" y="205"/>
                      </a:lnTo>
                      <a:cubicBezTo>
                        <a:pt x="1" y="248"/>
                        <a:pt x="1" y="314"/>
                        <a:pt x="73" y="357"/>
                      </a:cubicBezTo>
                      <a:lnTo>
                        <a:pt x="375" y="530"/>
                      </a:lnTo>
                      <a:cubicBezTo>
                        <a:pt x="411" y="551"/>
                        <a:pt x="458" y="562"/>
                        <a:pt x="505" y="562"/>
                      </a:cubicBezTo>
                      <a:cubicBezTo>
                        <a:pt x="551" y="562"/>
                        <a:pt x="598" y="551"/>
                        <a:pt x="634" y="530"/>
                      </a:cubicBezTo>
                      <a:lnTo>
                        <a:pt x="936" y="357"/>
                      </a:lnTo>
                      <a:cubicBezTo>
                        <a:pt x="1008" y="314"/>
                        <a:pt x="1008" y="248"/>
                        <a:pt x="929" y="205"/>
                      </a:cubicBezTo>
                      <a:lnTo>
                        <a:pt x="634" y="33"/>
                      </a:lnTo>
                      <a:cubicBezTo>
                        <a:pt x="598" y="11"/>
                        <a:pt x="549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5" name="Google Shape;1585;p44">
                  <a:extLst>
                    <a:ext uri="{FF2B5EF4-FFF2-40B4-BE49-F238E27FC236}">
                      <a16:creationId xmlns:a16="http://schemas.microsoft.com/office/drawing/2014/main" id="{C4442FEC-513A-FA6C-1746-4DA7B97FA736}"/>
                    </a:ext>
                  </a:extLst>
                </p:cNvPr>
                <p:cNvSpPr/>
                <p:nvPr/>
              </p:nvSpPr>
              <p:spPr>
                <a:xfrm>
                  <a:off x="-1459799" y="1187371"/>
                  <a:ext cx="86950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" h="590" extrusionOk="0">
                      <a:moveTo>
                        <a:pt x="536" y="1"/>
                      </a:moveTo>
                      <a:cubicBezTo>
                        <a:pt x="487" y="1"/>
                        <a:pt x="438" y="11"/>
                        <a:pt x="402" y="33"/>
                      </a:cubicBezTo>
                      <a:lnTo>
                        <a:pt x="73" y="226"/>
                      </a:lnTo>
                      <a:cubicBezTo>
                        <a:pt x="0" y="262"/>
                        <a:pt x="0" y="335"/>
                        <a:pt x="73" y="378"/>
                      </a:cubicBezTo>
                      <a:lnTo>
                        <a:pt x="382" y="557"/>
                      </a:lnTo>
                      <a:cubicBezTo>
                        <a:pt x="418" y="579"/>
                        <a:pt x="466" y="590"/>
                        <a:pt x="514" y="590"/>
                      </a:cubicBezTo>
                      <a:cubicBezTo>
                        <a:pt x="563" y="590"/>
                        <a:pt x="611" y="579"/>
                        <a:pt x="647" y="557"/>
                      </a:cubicBezTo>
                      <a:lnTo>
                        <a:pt x="978" y="362"/>
                      </a:lnTo>
                      <a:cubicBezTo>
                        <a:pt x="1049" y="319"/>
                        <a:pt x="1049" y="248"/>
                        <a:pt x="978" y="205"/>
                      </a:cubicBezTo>
                      <a:lnTo>
                        <a:pt x="670" y="33"/>
                      </a:lnTo>
                      <a:cubicBezTo>
                        <a:pt x="633" y="11"/>
                        <a:pt x="585" y="1"/>
                        <a:pt x="53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6" name="Google Shape;1586;p44">
                  <a:extLst>
                    <a:ext uri="{FF2B5EF4-FFF2-40B4-BE49-F238E27FC236}">
                      <a16:creationId xmlns:a16="http://schemas.microsoft.com/office/drawing/2014/main" id="{40FB85A8-BF6B-BDCB-CEA0-3743202B387A}"/>
                    </a:ext>
                  </a:extLst>
                </p:cNvPr>
                <p:cNvSpPr/>
                <p:nvPr/>
              </p:nvSpPr>
              <p:spPr>
                <a:xfrm>
                  <a:off x="-1402659" y="1220081"/>
                  <a:ext cx="86950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" h="590" extrusionOk="0">
                      <a:moveTo>
                        <a:pt x="540" y="1"/>
                      </a:moveTo>
                      <a:cubicBezTo>
                        <a:pt x="493" y="1"/>
                        <a:pt x="446" y="11"/>
                        <a:pt x="411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35"/>
                        <a:pt x="73" y="378"/>
                      </a:cubicBezTo>
                      <a:lnTo>
                        <a:pt x="382" y="557"/>
                      </a:lnTo>
                      <a:cubicBezTo>
                        <a:pt x="418" y="579"/>
                        <a:pt x="464" y="590"/>
                        <a:pt x="511" y="590"/>
                      </a:cubicBezTo>
                      <a:cubicBezTo>
                        <a:pt x="558" y="590"/>
                        <a:pt x="604" y="579"/>
                        <a:pt x="640" y="557"/>
                      </a:cubicBezTo>
                      <a:lnTo>
                        <a:pt x="978" y="364"/>
                      </a:lnTo>
                      <a:cubicBezTo>
                        <a:pt x="1049" y="321"/>
                        <a:pt x="1049" y="249"/>
                        <a:pt x="978" y="212"/>
                      </a:cubicBezTo>
                      <a:lnTo>
                        <a:pt x="670" y="33"/>
                      </a:lnTo>
                      <a:cubicBezTo>
                        <a:pt x="633" y="11"/>
                        <a:pt x="586" y="1"/>
                        <a:pt x="54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7" name="Google Shape;1587;p44">
                  <a:extLst>
                    <a:ext uri="{FF2B5EF4-FFF2-40B4-BE49-F238E27FC236}">
                      <a16:creationId xmlns:a16="http://schemas.microsoft.com/office/drawing/2014/main" id="{AE9D2F72-7351-742E-0C70-C9C1FEFC8965}"/>
                    </a:ext>
                  </a:extLst>
                </p:cNvPr>
                <p:cNvSpPr/>
                <p:nvPr/>
              </p:nvSpPr>
              <p:spPr>
                <a:xfrm>
                  <a:off x="-1346099" y="1252792"/>
                  <a:ext cx="89932" cy="50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607" extrusionOk="0">
                      <a:moveTo>
                        <a:pt x="543" y="1"/>
                      </a:moveTo>
                      <a:cubicBezTo>
                        <a:pt x="494" y="1"/>
                        <a:pt x="446" y="11"/>
                        <a:pt x="409" y="33"/>
                      </a:cubicBezTo>
                      <a:lnTo>
                        <a:pt x="80" y="228"/>
                      </a:lnTo>
                      <a:cubicBezTo>
                        <a:pt x="0" y="271"/>
                        <a:pt x="7" y="342"/>
                        <a:pt x="80" y="378"/>
                      </a:cubicBezTo>
                      <a:lnTo>
                        <a:pt x="409" y="580"/>
                      </a:lnTo>
                      <a:cubicBezTo>
                        <a:pt x="449" y="598"/>
                        <a:pt x="498" y="607"/>
                        <a:pt x="546" y="607"/>
                      </a:cubicBezTo>
                      <a:cubicBezTo>
                        <a:pt x="593" y="607"/>
                        <a:pt x="640" y="598"/>
                        <a:pt x="677" y="580"/>
                      </a:cubicBezTo>
                      <a:lnTo>
                        <a:pt x="1013" y="378"/>
                      </a:lnTo>
                      <a:cubicBezTo>
                        <a:pt x="1086" y="342"/>
                        <a:pt x="1086" y="271"/>
                        <a:pt x="1013" y="228"/>
                      </a:cubicBezTo>
                      <a:lnTo>
                        <a:pt x="677" y="33"/>
                      </a:lnTo>
                      <a:cubicBezTo>
                        <a:pt x="640" y="11"/>
                        <a:pt x="592" y="1"/>
                        <a:pt x="54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8" name="Google Shape;1588;p44">
                  <a:extLst>
                    <a:ext uri="{FF2B5EF4-FFF2-40B4-BE49-F238E27FC236}">
                      <a16:creationId xmlns:a16="http://schemas.microsoft.com/office/drawing/2014/main" id="{EFB16ED2-2CF1-C1CD-05BC-2F7E2A8F013A}"/>
                    </a:ext>
                  </a:extLst>
                </p:cNvPr>
                <p:cNvSpPr/>
                <p:nvPr/>
              </p:nvSpPr>
              <p:spPr>
                <a:xfrm>
                  <a:off x="-1438351" y="1265959"/>
                  <a:ext cx="83307" cy="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" h="568" extrusionOk="0">
                      <a:moveTo>
                        <a:pt x="496" y="0"/>
                      </a:moveTo>
                      <a:cubicBezTo>
                        <a:pt x="449" y="0"/>
                        <a:pt x="403" y="11"/>
                        <a:pt x="367" y="33"/>
                      </a:cubicBezTo>
                      <a:lnTo>
                        <a:pt x="72" y="205"/>
                      </a:lnTo>
                      <a:cubicBezTo>
                        <a:pt x="0" y="248"/>
                        <a:pt x="0" y="312"/>
                        <a:pt x="72" y="355"/>
                      </a:cubicBezTo>
                      <a:lnTo>
                        <a:pt x="374" y="535"/>
                      </a:lnTo>
                      <a:cubicBezTo>
                        <a:pt x="414" y="556"/>
                        <a:pt x="462" y="567"/>
                        <a:pt x="510" y="567"/>
                      </a:cubicBezTo>
                      <a:cubicBezTo>
                        <a:pt x="557" y="567"/>
                        <a:pt x="604" y="556"/>
                        <a:pt x="640" y="535"/>
                      </a:cubicBezTo>
                      <a:lnTo>
                        <a:pt x="935" y="362"/>
                      </a:lnTo>
                      <a:cubicBezTo>
                        <a:pt x="1006" y="319"/>
                        <a:pt x="1006" y="248"/>
                        <a:pt x="935" y="212"/>
                      </a:cubicBezTo>
                      <a:lnTo>
                        <a:pt x="626" y="33"/>
                      </a:lnTo>
                      <a:cubicBezTo>
                        <a:pt x="590" y="11"/>
                        <a:pt x="543" y="0"/>
                        <a:pt x="49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9" name="Google Shape;1589;p44">
                  <a:extLst>
                    <a:ext uri="{FF2B5EF4-FFF2-40B4-BE49-F238E27FC236}">
                      <a16:creationId xmlns:a16="http://schemas.microsoft.com/office/drawing/2014/main" id="{622C4E91-2706-9314-C843-FAA215DF9FC4}"/>
                    </a:ext>
                  </a:extLst>
                </p:cNvPr>
                <p:cNvSpPr/>
                <p:nvPr/>
              </p:nvSpPr>
              <p:spPr>
                <a:xfrm>
                  <a:off x="-1286558" y="1287407"/>
                  <a:ext cx="8637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3" extrusionOk="0">
                      <a:moveTo>
                        <a:pt x="539" y="0"/>
                      </a:moveTo>
                      <a:cubicBezTo>
                        <a:pt x="492" y="0"/>
                        <a:pt x="446" y="11"/>
                        <a:pt x="410" y="32"/>
                      </a:cubicBezTo>
                      <a:lnTo>
                        <a:pt x="72" y="226"/>
                      </a:lnTo>
                      <a:cubicBezTo>
                        <a:pt x="1" y="269"/>
                        <a:pt x="1" y="334"/>
                        <a:pt x="72" y="377"/>
                      </a:cubicBezTo>
                      <a:lnTo>
                        <a:pt x="373" y="550"/>
                      </a:lnTo>
                      <a:cubicBezTo>
                        <a:pt x="410" y="572"/>
                        <a:pt x="457" y="582"/>
                        <a:pt x="503" y="582"/>
                      </a:cubicBezTo>
                      <a:cubicBezTo>
                        <a:pt x="550" y="582"/>
                        <a:pt x="597" y="572"/>
                        <a:pt x="632" y="550"/>
                      </a:cubicBezTo>
                      <a:lnTo>
                        <a:pt x="970" y="355"/>
                      </a:lnTo>
                      <a:cubicBezTo>
                        <a:pt x="1043" y="312"/>
                        <a:pt x="1043" y="248"/>
                        <a:pt x="970" y="205"/>
                      </a:cubicBezTo>
                      <a:lnTo>
                        <a:pt x="668" y="32"/>
                      </a:lnTo>
                      <a:cubicBezTo>
                        <a:pt x="632" y="11"/>
                        <a:pt x="586" y="0"/>
                        <a:pt x="539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0" name="Google Shape;1590;p44">
                  <a:extLst>
                    <a:ext uri="{FF2B5EF4-FFF2-40B4-BE49-F238E27FC236}">
                      <a16:creationId xmlns:a16="http://schemas.microsoft.com/office/drawing/2014/main" id="{3ED76982-22C7-E4ED-18C1-BC95387CCF44}"/>
                    </a:ext>
                  </a:extLst>
                </p:cNvPr>
                <p:cNvSpPr/>
                <p:nvPr/>
              </p:nvSpPr>
              <p:spPr>
                <a:xfrm>
                  <a:off x="-1381791" y="1298669"/>
                  <a:ext cx="8637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3" extrusionOk="0">
                      <a:moveTo>
                        <a:pt x="500" y="0"/>
                      </a:moveTo>
                      <a:cubicBezTo>
                        <a:pt x="451" y="0"/>
                        <a:pt x="402" y="11"/>
                        <a:pt x="366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12"/>
                        <a:pt x="73" y="355"/>
                      </a:cubicBezTo>
                      <a:lnTo>
                        <a:pt x="409" y="550"/>
                      </a:lnTo>
                      <a:cubicBezTo>
                        <a:pt x="445" y="572"/>
                        <a:pt x="494" y="583"/>
                        <a:pt x="543" y="583"/>
                      </a:cubicBezTo>
                      <a:cubicBezTo>
                        <a:pt x="591" y="583"/>
                        <a:pt x="640" y="572"/>
                        <a:pt x="676" y="550"/>
                      </a:cubicBezTo>
                      <a:lnTo>
                        <a:pt x="970" y="378"/>
                      </a:lnTo>
                      <a:cubicBezTo>
                        <a:pt x="1042" y="342"/>
                        <a:pt x="1042" y="269"/>
                        <a:pt x="970" y="226"/>
                      </a:cubicBezTo>
                      <a:lnTo>
                        <a:pt x="633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1" name="Google Shape;1591;p44">
                  <a:extLst>
                    <a:ext uri="{FF2B5EF4-FFF2-40B4-BE49-F238E27FC236}">
                      <a16:creationId xmlns:a16="http://schemas.microsoft.com/office/drawing/2014/main" id="{87EB56C1-64B0-7910-A522-B0E871A2548E}"/>
                    </a:ext>
                  </a:extLst>
                </p:cNvPr>
                <p:cNvSpPr/>
                <p:nvPr/>
              </p:nvSpPr>
              <p:spPr>
                <a:xfrm>
                  <a:off x="-1471641" y="1312333"/>
                  <a:ext cx="85211" cy="4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570" extrusionOk="0">
                      <a:moveTo>
                        <a:pt x="516" y="1"/>
                      </a:moveTo>
                      <a:cubicBezTo>
                        <a:pt x="468" y="1"/>
                        <a:pt x="420" y="12"/>
                        <a:pt x="381" y="33"/>
                      </a:cubicBezTo>
                      <a:lnTo>
                        <a:pt x="79" y="213"/>
                      </a:lnTo>
                      <a:cubicBezTo>
                        <a:pt x="0" y="256"/>
                        <a:pt x="7" y="320"/>
                        <a:pt x="79" y="363"/>
                      </a:cubicBezTo>
                      <a:lnTo>
                        <a:pt x="381" y="544"/>
                      </a:lnTo>
                      <a:cubicBezTo>
                        <a:pt x="417" y="561"/>
                        <a:pt x="465" y="570"/>
                        <a:pt x="514" y="570"/>
                      </a:cubicBezTo>
                      <a:cubicBezTo>
                        <a:pt x="562" y="570"/>
                        <a:pt x="611" y="561"/>
                        <a:pt x="647" y="544"/>
                      </a:cubicBezTo>
                      <a:lnTo>
                        <a:pt x="956" y="363"/>
                      </a:lnTo>
                      <a:cubicBezTo>
                        <a:pt x="1028" y="320"/>
                        <a:pt x="1028" y="249"/>
                        <a:pt x="956" y="206"/>
                      </a:cubicBezTo>
                      <a:lnTo>
                        <a:pt x="647" y="33"/>
                      </a:lnTo>
                      <a:cubicBezTo>
                        <a:pt x="611" y="12"/>
                        <a:pt x="564" y="1"/>
                        <a:pt x="51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2" name="Google Shape;1592;p44">
                  <a:extLst>
                    <a:ext uri="{FF2B5EF4-FFF2-40B4-BE49-F238E27FC236}">
                      <a16:creationId xmlns:a16="http://schemas.microsoft.com/office/drawing/2014/main" id="{5201902F-C663-C18D-7185-073217201BD4}"/>
                    </a:ext>
                  </a:extLst>
                </p:cNvPr>
                <p:cNvSpPr/>
                <p:nvPr/>
              </p:nvSpPr>
              <p:spPr>
                <a:xfrm>
                  <a:off x="-1577142" y="1317053"/>
                  <a:ext cx="85294" cy="47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" h="577" extrusionOk="0">
                      <a:moveTo>
                        <a:pt x="516" y="1"/>
                      </a:moveTo>
                      <a:cubicBezTo>
                        <a:pt x="467" y="1"/>
                        <a:pt x="418" y="12"/>
                        <a:pt x="382" y="33"/>
                      </a:cubicBezTo>
                      <a:lnTo>
                        <a:pt x="73" y="213"/>
                      </a:lnTo>
                      <a:cubicBezTo>
                        <a:pt x="1" y="256"/>
                        <a:pt x="1" y="321"/>
                        <a:pt x="80" y="364"/>
                      </a:cubicBezTo>
                      <a:lnTo>
                        <a:pt x="382" y="544"/>
                      </a:lnTo>
                      <a:cubicBezTo>
                        <a:pt x="418" y="565"/>
                        <a:pt x="467" y="576"/>
                        <a:pt x="516" y="576"/>
                      </a:cubicBezTo>
                      <a:cubicBezTo>
                        <a:pt x="564" y="576"/>
                        <a:pt x="613" y="565"/>
                        <a:pt x="648" y="544"/>
                      </a:cubicBezTo>
                      <a:lnTo>
                        <a:pt x="957" y="364"/>
                      </a:lnTo>
                      <a:cubicBezTo>
                        <a:pt x="1029" y="321"/>
                        <a:pt x="1022" y="249"/>
                        <a:pt x="950" y="213"/>
                      </a:cubicBezTo>
                      <a:lnTo>
                        <a:pt x="648" y="33"/>
                      </a:lnTo>
                      <a:cubicBezTo>
                        <a:pt x="613" y="12"/>
                        <a:pt x="564" y="1"/>
                        <a:pt x="51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3" name="Google Shape;1593;p44">
                  <a:extLst>
                    <a:ext uri="{FF2B5EF4-FFF2-40B4-BE49-F238E27FC236}">
                      <a16:creationId xmlns:a16="http://schemas.microsoft.com/office/drawing/2014/main" id="{A66DE9FB-37DB-70A8-3198-7B7ACB20A9BB}"/>
                    </a:ext>
                  </a:extLst>
                </p:cNvPr>
                <p:cNvSpPr/>
                <p:nvPr/>
              </p:nvSpPr>
              <p:spPr>
                <a:xfrm>
                  <a:off x="-1230081" y="1319538"/>
                  <a:ext cx="87033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" h="590" extrusionOk="0">
                      <a:moveTo>
                        <a:pt x="536" y="0"/>
                      </a:moveTo>
                      <a:cubicBezTo>
                        <a:pt x="488" y="0"/>
                        <a:pt x="439" y="11"/>
                        <a:pt x="404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41"/>
                        <a:pt x="73" y="385"/>
                      </a:cubicBezTo>
                      <a:lnTo>
                        <a:pt x="382" y="557"/>
                      </a:lnTo>
                      <a:cubicBezTo>
                        <a:pt x="418" y="579"/>
                        <a:pt x="466" y="589"/>
                        <a:pt x="515" y="589"/>
                      </a:cubicBezTo>
                      <a:cubicBezTo>
                        <a:pt x="564" y="589"/>
                        <a:pt x="612" y="579"/>
                        <a:pt x="647" y="557"/>
                      </a:cubicBezTo>
                      <a:lnTo>
                        <a:pt x="978" y="362"/>
                      </a:lnTo>
                      <a:cubicBezTo>
                        <a:pt x="1051" y="328"/>
                        <a:pt x="1051" y="255"/>
                        <a:pt x="978" y="212"/>
                      </a:cubicBezTo>
                      <a:lnTo>
                        <a:pt x="670" y="33"/>
                      </a:lnTo>
                      <a:cubicBezTo>
                        <a:pt x="633" y="11"/>
                        <a:pt x="585" y="0"/>
                        <a:pt x="5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4" name="Google Shape;1594;p44">
                  <a:extLst>
                    <a:ext uri="{FF2B5EF4-FFF2-40B4-BE49-F238E27FC236}">
                      <a16:creationId xmlns:a16="http://schemas.microsoft.com/office/drawing/2014/main" id="{367BD2F9-257F-DC9F-A478-185AC0250536}"/>
                    </a:ext>
                  </a:extLst>
                </p:cNvPr>
                <p:cNvSpPr/>
                <p:nvPr/>
              </p:nvSpPr>
              <p:spPr>
                <a:xfrm>
                  <a:off x="-1322250" y="1333202"/>
                  <a:ext cx="82810" cy="46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561" extrusionOk="0">
                      <a:moveTo>
                        <a:pt x="500" y="1"/>
                      </a:moveTo>
                      <a:cubicBezTo>
                        <a:pt x="451" y="1"/>
                        <a:pt x="403" y="12"/>
                        <a:pt x="366" y="33"/>
                      </a:cubicBezTo>
                      <a:lnTo>
                        <a:pt x="71" y="206"/>
                      </a:lnTo>
                      <a:cubicBezTo>
                        <a:pt x="1" y="240"/>
                        <a:pt x="1" y="313"/>
                        <a:pt x="71" y="356"/>
                      </a:cubicBezTo>
                      <a:lnTo>
                        <a:pt x="373" y="528"/>
                      </a:lnTo>
                      <a:cubicBezTo>
                        <a:pt x="409" y="550"/>
                        <a:pt x="456" y="561"/>
                        <a:pt x="503" y="561"/>
                      </a:cubicBezTo>
                      <a:cubicBezTo>
                        <a:pt x="550" y="561"/>
                        <a:pt x="597" y="550"/>
                        <a:pt x="632" y="528"/>
                      </a:cubicBezTo>
                      <a:lnTo>
                        <a:pt x="927" y="356"/>
                      </a:lnTo>
                      <a:cubicBezTo>
                        <a:pt x="999" y="313"/>
                        <a:pt x="999" y="240"/>
                        <a:pt x="927" y="206"/>
                      </a:cubicBezTo>
                      <a:lnTo>
                        <a:pt x="632" y="33"/>
                      </a:lnTo>
                      <a:cubicBezTo>
                        <a:pt x="597" y="12"/>
                        <a:pt x="548" y="1"/>
                        <a:pt x="50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5" name="Google Shape;1595;p44">
                  <a:extLst>
                    <a:ext uri="{FF2B5EF4-FFF2-40B4-BE49-F238E27FC236}">
                      <a16:creationId xmlns:a16="http://schemas.microsoft.com/office/drawing/2014/main" id="{F6827FDA-B205-B1EE-CC91-C014FFA7DF51}"/>
                    </a:ext>
                  </a:extLst>
                </p:cNvPr>
                <p:cNvSpPr/>
                <p:nvPr/>
              </p:nvSpPr>
              <p:spPr>
                <a:xfrm>
                  <a:off x="-1414501" y="1345126"/>
                  <a:ext cx="87447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" h="590" extrusionOk="0">
                      <a:moveTo>
                        <a:pt x="511" y="0"/>
                      </a:moveTo>
                      <a:cubicBezTo>
                        <a:pt x="463" y="0"/>
                        <a:pt x="417" y="11"/>
                        <a:pt x="381" y="32"/>
                      </a:cubicBezTo>
                      <a:lnTo>
                        <a:pt x="71" y="212"/>
                      </a:lnTo>
                      <a:cubicBezTo>
                        <a:pt x="0" y="255"/>
                        <a:pt x="0" y="320"/>
                        <a:pt x="71" y="364"/>
                      </a:cubicBezTo>
                      <a:lnTo>
                        <a:pt x="409" y="557"/>
                      </a:lnTo>
                      <a:cubicBezTo>
                        <a:pt x="445" y="578"/>
                        <a:pt x="494" y="589"/>
                        <a:pt x="542" y="589"/>
                      </a:cubicBezTo>
                      <a:cubicBezTo>
                        <a:pt x="591" y="589"/>
                        <a:pt x="639" y="578"/>
                        <a:pt x="675" y="557"/>
                      </a:cubicBezTo>
                      <a:lnTo>
                        <a:pt x="985" y="377"/>
                      </a:lnTo>
                      <a:cubicBezTo>
                        <a:pt x="1056" y="334"/>
                        <a:pt x="1056" y="269"/>
                        <a:pt x="977" y="226"/>
                      </a:cubicBezTo>
                      <a:lnTo>
                        <a:pt x="647" y="32"/>
                      </a:lnTo>
                      <a:cubicBezTo>
                        <a:pt x="607" y="11"/>
                        <a:pt x="559" y="0"/>
                        <a:pt x="511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6" name="Google Shape;1596;p44">
                  <a:extLst>
                    <a:ext uri="{FF2B5EF4-FFF2-40B4-BE49-F238E27FC236}">
                      <a16:creationId xmlns:a16="http://schemas.microsoft.com/office/drawing/2014/main" id="{55CC04D9-45A7-A693-E3F0-DAAEBBE2C878}"/>
                    </a:ext>
                  </a:extLst>
                </p:cNvPr>
                <p:cNvSpPr/>
                <p:nvPr/>
              </p:nvSpPr>
              <p:spPr>
                <a:xfrm>
                  <a:off x="-1172941" y="1352828"/>
                  <a:ext cx="82893" cy="46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" h="562" extrusionOk="0">
                      <a:moveTo>
                        <a:pt x="536" y="0"/>
                      </a:moveTo>
                      <a:cubicBezTo>
                        <a:pt x="488" y="0"/>
                        <a:pt x="439" y="11"/>
                        <a:pt x="404" y="33"/>
                      </a:cubicBezTo>
                      <a:lnTo>
                        <a:pt x="73" y="227"/>
                      </a:lnTo>
                      <a:cubicBezTo>
                        <a:pt x="0" y="271"/>
                        <a:pt x="0" y="334"/>
                        <a:pt x="73" y="378"/>
                      </a:cubicBezTo>
                      <a:lnTo>
                        <a:pt x="332" y="529"/>
                      </a:lnTo>
                      <a:cubicBezTo>
                        <a:pt x="368" y="551"/>
                        <a:pt x="416" y="562"/>
                        <a:pt x="465" y="562"/>
                      </a:cubicBezTo>
                      <a:cubicBezTo>
                        <a:pt x="514" y="562"/>
                        <a:pt x="562" y="551"/>
                        <a:pt x="597" y="529"/>
                      </a:cubicBezTo>
                      <a:lnTo>
                        <a:pt x="928" y="334"/>
                      </a:lnTo>
                      <a:cubicBezTo>
                        <a:pt x="1001" y="291"/>
                        <a:pt x="1001" y="227"/>
                        <a:pt x="928" y="184"/>
                      </a:cubicBezTo>
                      <a:lnTo>
                        <a:pt x="670" y="33"/>
                      </a:lnTo>
                      <a:cubicBezTo>
                        <a:pt x="633" y="11"/>
                        <a:pt x="585" y="0"/>
                        <a:pt x="5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7" name="Google Shape;1597;p44">
                  <a:extLst>
                    <a:ext uri="{FF2B5EF4-FFF2-40B4-BE49-F238E27FC236}">
                      <a16:creationId xmlns:a16="http://schemas.microsoft.com/office/drawing/2014/main" id="{839EEB63-4BBC-2468-1A9E-914625F5258E}"/>
                    </a:ext>
                  </a:extLst>
                </p:cNvPr>
                <p:cNvSpPr/>
                <p:nvPr/>
              </p:nvSpPr>
              <p:spPr>
                <a:xfrm>
                  <a:off x="-1266352" y="1365332"/>
                  <a:ext cx="84632" cy="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568" extrusionOk="0">
                      <a:moveTo>
                        <a:pt x="503" y="1"/>
                      </a:moveTo>
                      <a:cubicBezTo>
                        <a:pt x="456" y="1"/>
                        <a:pt x="407" y="12"/>
                        <a:pt x="368" y="33"/>
                      </a:cubicBezTo>
                      <a:lnTo>
                        <a:pt x="73" y="206"/>
                      </a:lnTo>
                      <a:cubicBezTo>
                        <a:pt x="0" y="249"/>
                        <a:pt x="0" y="320"/>
                        <a:pt x="73" y="356"/>
                      </a:cubicBezTo>
                      <a:lnTo>
                        <a:pt x="388" y="535"/>
                      </a:lnTo>
                      <a:cubicBezTo>
                        <a:pt x="424" y="557"/>
                        <a:pt x="471" y="568"/>
                        <a:pt x="518" y="568"/>
                      </a:cubicBezTo>
                      <a:cubicBezTo>
                        <a:pt x="565" y="568"/>
                        <a:pt x="612" y="557"/>
                        <a:pt x="647" y="535"/>
                      </a:cubicBezTo>
                      <a:lnTo>
                        <a:pt x="949" y="363"/>
                      </a:lnTo>
                      <a:cubicBezTo>
                        <a:pt x="1021" y="327"/>
                        <a:pt x="1014" y="256"/>
                        <a:pt x="942" y="213"/>
                      </a:cubicBezTo>
                      <a:lnTo>
                        <a:pt x="633" y="33"/>
                      </a:lnTo>
                      <a:cubicBezTo>
                        <a:pt x="597" y="12"/>
                        <a:pt x="550" y="1"/>
                        <a:pt x="50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8" name="Google Shape;1598;p44">
                  <a:extLst>
                    <a:ext uri="{FF2B5EF4-FFF2-40B4-BE49-F238E27FC236}">
                      <a16:creationId xmlns:a16="http://schemas.microsoft.com/office/drawing/2014/main" id="{C0A641B8-A17C-2FF9-50DC-4B9CC248A191}"/>
                    </a:ext>
                  </a:extLst>
                </p:cNvPr>
                <p:cNvSpPr/>
                <p:nvPr/>
              </p:nvSpPr>
              <p:spPr>
                <a:xfrm>
                  <a:off x="-1355126" y="1379493"/>
                  <a:ext cx="84135" cy="46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" h="565" extrusionOk="0">
                      <a:moveTo>
                        <a:pt x="512" y="0"/>
                      </a:moveTo>
                      <a:cubicBezTo>
                        <a:pt x="465" y="0"/>
                        <a:pt x="418" y="9"/>
                        <a:pt x="382" y="26"/>
                      </a:cubicBezTo>
                      <a:lnTo>
                        <a:pt x="73" y="207"/>
                      </a:lnTo>
                      <a:cubicBezTo>
                        <a:pt x="1" y="250"/>
                        <a:pt x="1" y="321"/>
                        <a:pt x="73" y="364"/>
                      </a:cubicBezTo>
                      <a:lnTo>
                        <a:pt x="368" y="537"/>
                      </a:lnTo>
                      <a:cubicBezTo>
                        <a:pt x="408" y="555"/>
                        <a:pt x="456" y="564"/>
                        <a:pt x="504" y="564"/>
                      </a:cubicBezTo>
                      <a:cubicBezTo>
                        <a:pt x="551" y="564"/>
                        <a:pt x="598" y="555"/>
                        <a:pt x="634" y="537"/>
                      </a:cubicBezTo>
                      <a:lnTo>
                        <a:pt x="943" y="357"/>
                      </a:lnTo>
                      <a:cubicBezTo>
                        <a:pt x="1015" y="314"/>
                        <a:pt x="1015" y="242"/>
                        <a:pt x="943" y="199"/>
                      </a:cubicBezTo>
                      <a:lnTo>
                        <a:pt x="641" y="26"/>
                      </a:lnTo>
                      <a:cubicBezTo>
                        <a:pt x="605" y="9"/>
                        <a:pt x="559" y="0"/>
                        <a:pt x="51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9" name="Google Shape;1599;p44">
                  <a:extLst>
                    <a:ext uri="{FF2B5EF4-FFF2-40B4-BE49-F238E27FC236}">
                      <a16:creationId xmlns:a16="http://schemas.microsoft.com/office/drawing/2014/main" id="{93513895-D97D-972D-5D0B-7BA45B4C05EE}"/>
                    </a:ext>
                  </a:extLst>
                </p:cNvPr>
                <p:cNvSpPr/>
                <p:nvPr/>
              </p:nvSpPr>
              <p:spPr>
                <a:xfrm>
                  <a:off x="-1119942" y="1383220"/>
                  <a:ext cx="89352" cy="50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606" extrusionOk="0">
                      <a:moveTo>
                        <a:pt x="539" y="1"/>
                      </a:moveTo>
                      <a:cubicBezTo>
                        <a:pt x="491" y="1"/>
                        <a:pt x="443" y="11"/>
                        <a:pt x="404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42"/>
                        <a:pt x="73" y="385"/>
                      </a:cubicBezTo>
                      <a:lnTo>
                        <a:pt x="411" y="578"/>
                      </a:lnTo>
                      <a:cubicBezTo>
                        <a:pt x="446" y="596"/>
                        <a:pt x="493" y="605"/>
                        <a:pt x="540" y="605"/>
                      </a:cubicBezTo>
                      <a:cubicBezTo>
                        <a:pt x="588" y="605"/>
                        <a:pt x="637" y="596"/>
                        <a:pt x="677" y="578"/>
                      </a:cubicBezTo>
                      <a:lnTo>
                        <a:pt x="1008" y="385"/>
                      </a:lnTo>
                      <a:cubicBezTo>
                        <a:pt x="1079" y="342"/>
                        <a:pt x="1079" y="269"/>
                        <a:pt x="1008" y="226"/>
                      </a:cubicBezTo>
                      <a:lnTo>
                        <a:pt x="670" y="33"/>
                      </a:lnTo>
                      <a:cubicBezTo>
                        <a:pt x="633" y="11"/>
                        <a:pt x="586" y="1"/>
                        <a:pt x="53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0" name="Google Shape;1600;p44">
                  <a:extLst>
                    <a:ext uri="{FF2B5EF4-FFF2-40B4-BE49-F238E27FC236}">
                      <a16:creationId xmlns:a16="http://schemas.microsoft.com/office/drawing/2014/main" id="{CCD0C405-7FD6-95CE-E371-EA3E186CD1CC}"/>
                    </a:ext>
                  </a:extLst>
                </p:cNvPr>
                <p:cNvSpPr/>
                <p:nvPr/>
              </p:nvSpPr>
              <p:spPr>
                <a:xfrm>
                  <a:off x="-1209212" y="1398623"/>
                  <a:ext cx="80491" cy="4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" h="541" extrusionOk="0">
                      <a:moveTo>
                        <a:pt x="504" y="1"/>
                      </a:moveTo>
                      <a:cubicBezTo>
                        <a:pt x="457" y="1"/>
                        <a:pt x="411" y="12"/>
                        <a:pt x="374" y="33"/>
                      </a:cubicBezTo>
                      <a:lnTo>
                        <a:pt x="73" y="206"/>
                      </a:lnTo>
                      <a:cubicBezTo>
                        <a:pt x="0" y="242"/>
                        <a:pt x="0" y="313"/>
                        <a:pt x="79" y="356"/>
                      </a:cubicBezTo>
                      <a:lnTo>
                        <a:pt x="338" y="508"/>
                      </a:lnTo>
                      <a:cubicBezTo>
                        <a:pt x="374" y="529"/>
                        <a:pt x="421" y="540"/>
                        <a:pt x="468" y="540"/>
                      </a:cubicBezTo>
                      <a:cubicBezTo>
                        <a:pt x="516" y="540"/>
                        <a:pt x="564" y="529"/>
                        <a:pt x="604" y="508"/>
                      </a:cubicBezTo>
                      <a:lnTo>
                        <a:pt x="899" y="335"/>
                      </a:lnTo>
                      <a:cubicBezTo>
                        <a:pt x="971" y="292"/>
                        <a:pt x="971" y="220"/>
                        <a:pt x="899" y="183"/>
                      </a:cubicBezTo>
                      <a:lnTo>
                        <a:pt x="633" y="33"/>
                      </a:lnTo>
                      <a:cubicBezTo>
                        <a:pt x="597" y="12"/>
                        <a:pt x="550" y="1"/>
                        <a:pt x="50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1" name="Google Shape;1601;p44">
                  <a:extLst>
                    <a:ext uri="{FF2B5EF4-FFF2-40B4-BE49-F238E27FC236}">
                      <a16:creationId xmlns:a16="http://schemas.microsoft.com/office/drawing/2014/main" id="{3E3B9AE4-0955-CFDA-3E09-84006D9C4814}"/>
                    </a:ext>
                  </a:extLst>
                </p:cNvPr>
                <p:cNvSpPr/>
                <p:nvPr/>
              </p:nvSpPr>
              <p:spPr>
                <a:xfrm>
                  <a:off x="-1299063" y="1411790"/>
                  <a:ext cx="85211" cy="47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575" extrusionOk="0">
                      <a:moveTo>
                        <a:pt x="514" y="1"/>
                      </a:moveTo>
                      <a:cubicBezTo>
                        <a:pt x="466" y="1"/>
                        <a:pt x="418" y="11"/>
                        <a:pt x="381" y="33"/>
                      </a:cubicBezTo>
                      <a:lnTo>
                        <a:pt x="72" y="212"/>
                      </a:lnTo>
                      <a:cubicBezTo>
                        <a:pt x="0" y="256"/>
                        <a:pt x="0" y="319"/>
                        <a:pt x="72" y="362"/>
                      </a:cubicBezTo>
                      <a:lnTo>
                        <a:pt x="388" y="542"/>
                      </a:lnTo>
                      <a:cubicBezTo>
                        <a:pt x="424" y="563"/>
                        <a:pt x="471" y="574"/>
                        <a:pt x="518" y="574"/>
                      </a:cubicBezTo>
                      <a:cubicBezTo>
                        <a:pt x="564" y="574"/>
                        <a:pt x="611" y="563"/>
                        <a:pt x="647" y="542"/>
                      </a:cubicBezTo>
                      <a:lnTo>
                        <a:pt x="956" y="362"/>
                      </a:lnTo>
                      <a:cubicBezTo>
                        <a:pt x="1028" y="319"/>
                        <a:pt x="1028" y="256"/>
                        <a:pt x="956" y="212"/>
                      </a:cubicBezTo>
                      <a:lnTo>
                        <a:pt x="647" y="33"/>
                      </a:lnTo>
                      <a:cubicBezTo>
                        <a:pt x="611" y="11"/>
                        <a:pt x="562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2" name="Google Shape;1602;p44">
                  <a:extLst>
                    <a:ext uri="{FF2B5EF4-FFF2-40B4-BE49-F238E27FC236}">
                      <a16:creationId xmlns:a16="http://schemas.microsoft.com/office/drawing/2014/main" id="{D9754AD5-CD39-6CE0-6141-ED1D87675FDE}"/>
                    </a:ext>
                  </a:extLst>
                </p:cNvPr>
                <p:cNvSpPr/>
                <p:nvPr/>
              </p:nvSpPr>
              <p:spPr>
                <a:xfrm>
                  <a:off x="-1155634" y="1428931"/>
                  <a:ext cx="8579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" h="583" extrusionOk="0">
                      <a:moveTo>
                        <a:pt x="496" y="1"/>
                      </a:moveTo>
                      <a:cubicBezTo>
                        <a:pt x="449" y="1"/>
                        <a:pt x="403" y="11"/>
                        <a:pt x="367" y="33"/>
                      </a:cubicBezTo>
                      <a:lnTo>
                        <a:pt x="72" y="206"/>
                      </a:lnTo>
                      <a:cubicBezTo>
                        <a:pt x="0" y="249"/>
                        <a:pt x="0" y="321"/>
                        <a:pt x="72" y="357"/>
                      </a:cubicBezTo>
                      <a:lnTo>
                        <a:pt x="411" y="551"/>
                      </a:lnTo>
                      <a:cubicBezTo>
                        <a:pt x="446" y="572"/>
                        <a:pt x="493" y="583"/>
                        <a:pt x="539" y="583"/>
                      </a:cubicBezTo>
                      <a:cubicBezTo>
                        <a:pt x="586" y="583"/>
                        <a:pt x="633" y="572"/>
                        <a:pt x="669" y="551"/>
                      </a:cubicBezTo>
                      <a:lnTo>
                        <a:pt x="964" y="378"/>
                      </a:lnTo>
                      <a:cubicBezTo>
                        <a:pt x="1035" y="344"/>
                        <a:pt x="1035" y="271"/>
                        <a:pt x="964" y="228"/>
                      </a:cubicBezTo>
                      <a:lnTo>
                        <a:pt x="626" y="33"/>
                      </a:lnTo>
                      <a:cubicBezTo>
                        <a:pt x="590" y="11"/>
                        <a:pt x="543" y="1"/>
                        <a:pt x="49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3" name="Google Shape;1603;p44">
                  <a:extLst>
                    <a:ext uri="{FF2B5EF4-FFF2-40B4-BE49-F238E27FC236}">
                      <a16:creationId xmlns:a16="http://schemas.microsoft.com/office/drawing/2014/main" id="{906189C1-0601-8711-34AC-9F1FC29C5FEA}"/>
                    </a:ext>
                  </a:extLst>
                </p:cNvPr>
                <p:cNvSpPr/>
                <p:nvPr/>
              </p:nvSpPr>
              <p:spPr>
                <a:xfrm>
                  <a:off x="-1241923" y="1445080"/>
                  <a:ext cx="81071" cy="44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9" h="542" extrusionOk="0">
                      <a:moveTo>
                        <a:pt x="514" y="1"/>
                      </a:moveTo>
                      <a:cubicBezTo>
                        <a:pt x="466" y="1"/>
                        <a:pt x="418" y="11"/>
                        <a:pt x="381" y="33"/>
                      </a:cubicBezTo>
                      <a:lnTo>
                        <a:pt x="73" y="205"/>
                      </a:lnTo>
                      <a:cubicBezTo>
                        <a:pt x="0" y="249"/>
                        <a:pt x="0" y="321"/>
                        <a:pt x="73" y="364"/>
                      </a:cubicBezTo>
                      <a:lnTo>
                        <a:pt x="338" y="514"/>
                      </a:lnTo>
                      <a:cubicBezTo>
                        <a:pt x="374" y="532"/>
                        <a:pt x="421" y="541"/>
                        <a:pt x="468" y="541"/>
                      </a:cubicBezTo>
                      <a:cubicBezTo>
                        <a:pt x="514" y="541"/>
                        <a:pt x="561" y="532"/>
                        <a:pt x="597" y="514"/>
                      </a:cubicBezTo>
                      <a:lnTo>
                        <a:pt x="906" y="335"/>
                      </a:lnTo>
                      <a:cubicBezTo>
                        <a:pt x="978" y="292"/>
                        <a:pt x="978" y="219"/>
                        <a:pt x="906" y="176"/>
                      </a:cubicBezTo>
                      <a:lnTo>
                        <a:pt x="647" y="33"/>
                      </a:lnTo>
                      <a:cubicBezTo>
                        <a:pt x="611" y="11"/>
                        <a:pt x="562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4" name="Google Shape;1604;p44">
                  <a:extLst>
                    <a:ext uri="{FF2B5EF4-FFF2-40B4-BE49-F238E27FC236}">
                      <a16:creationId xmlns:a16="http://schemas.microsoft.com/office/drawing/2014/main" id="{871FCE30-A317-B68E-C2FF-8AD74E4657C7}"/>
                    </a:ext>
                  </a:extLst>
                </p:cNvPr>
                <p:cNvSpPr/>
                <p:nvPr/>
              </p:nvSpPr>
              <p:spPr>
                <a:xfrm>
                  <a:off x="-1096672" y="1463547"/>
                  <a:ext cx="83390" cy="46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" h="562" extrusionOk="0">
                      <a:moveTo>
                        <a:pt x="503" y="0"/>
                      </a:moveTo>
                      <a:cubicBezTo>
                        <a:pt x="456" y="0"/>
                        <a:pt x="409" y="11"/>
                        <a:pt x="373" y="32"/>
                      </a:cubicBezTo>
                      <a:lnTo>
                        <a:pt x="71" y="205"/>
                      </a:lnTo>
                      <a:cubicBezTo>
                        <a:pt x="1" y="248"/>
                        <a:pt x="1" y="314"/>
                        <a:pt x="80" y="357"/>
                      </a:cubicBezTo>
                      <a:lnTo>
                        <a:pt x="373" y="529"/>
                      </a:lnTo>
                      <a:cubicBezTo>
                        <a:pt x="409" y="551"/>
                        <a:pt x="458" y="562"/>
                        <a:pt x="507" y="562"/>
                      </a:cubicBezTo>
                      <a:cubicBezTo>
                        <a:pt x="556" y="562"/>
                        <a:pt x="604" y="551"/>
                        <a:pt x="641" y="529"/>
                      </a:cubicBezTo>
                      <a:lnTo>
                        <a:pt x="934" y="357"/>
                      </a:lnTo>
                      <a:cubicBezTo>
                        <a:pt x="1006" y="314"/>
                        <a:pt x="1006" y="248"/>
                        <a:pt x="934" y="205"/>
                      </a:cubicBezTo>
                      <a:lnTo>
                        <a:pt x="632" y="32"/>
                      </a:lnTo>
                      <a:cubicBezTo>
                        <a:pt x="597" y="11"/>
                        <a:pt x="550" y="0"/>
                        <a:pt x="50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5" name="Google Shape;1605;p44">
                  <a:extLst>
                    <a:ext uri="{FF2B5EF4-FFF2-40B4-BE49-F238E27FC236}">
                      <a16:creationId xmlns:a16="http://schemas.microsoft.com/office/drawing/2014/main" id="{5516B595-D0CB-7123-A398-1E1D43DF3C97}"/>
                    </a:ext>
                  </a:extLst>
                </p:cNvPr>
                <p:cNvSpPr/>
                <p:nvPr/>
              </p:nvSpPr>
              <p:spPr>
                <a:xfrm>
                  <a:off x="-1188924" y="1475389"/>
                  <a:ext cx="87447" cy="49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" h="592" extrusionOk="0">
                      <a:moveTo>
                        <a:pt x="517" y="0"/>
                      </a:moveTo>
                      <a:cubicBezTo>
                        <a:pt x="469" y="0"/>
                        <a:pt x="421" y="11"/>
                        <a:pt x="381" y="33"/>
                      </a:cubicBezTo>
                      <a:lnTo>
                        <a:pt x="79" y="214"/>
                      </a:lnTo>
                      <a:cubicBezTo>
                        <a:pt x="0" y="257"/>
                        <a:pt x="7" y="321"/>
                        <a:pt x="79" y="364"/>
                      </a:cubicBezTo>
                      <a:lnTo>
                        <a:pt x="409" y="559"/>
                      </a:lnTo>
                      <a:cubicBezTo>
                        <a:pt x="449" y="580"/>
                        <a:pt x="497" y="591"/>
                        <a:pt x="545" y="591"/>
                      </a:cubicBezTo>
                      <a:cubicBezTo>
                        <a:pt x="593" y="591"/>
                        <a:pt x="640" y="580"/>
                        <a:pt x="676" y="559"/>
                      </a:cubicBezTo>
                      <a:lnTo>
                        <a:pt x="985" y="378"/>
                      </a:lnTo>
                      <a:cubicBezTo>
                        <a:pt x="1056" y="335"/>
                        <a:pt x="1056" y="271"/>
                        <a:pt x="985" y="228"/>
                      </a:cubicBezTo>
                      <a:lnTo>
                        <a:pt x="647" y="33"/>
                      </a:lnTo>
                      <a:cubicBezTo>
                        <a:pt x="611" y="11"/>
                        <a:pt x="564" y="0"/>
                        <a:pt x="51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6" name="Google Shape;1606;p44">
                  <a:extLst>
                    <a:ext uri="{FF2B5EF4-FFF2-40B4-BE49-F238E27FC236}">
                      <a16:creationId xmlns:a16="http://schemas.microsoft.com/office/drawing/2014/main" id="{DE23D9D4-6725-AA31-6D91-D0067A5ED0AA}"/>
                    </a:ext>
                  </a:extLst>
                </p:cNvPr>
                <p:cNvSpPr/>
                <p:nvPr/>
              </p:nvSpPr>
              <p:spPr>
                <a:xfrm>
                  <a:off x="-1520003" y="1349764"/>
                  <a:ext cx="362128" cy="207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3" h="2505" extrusionOk="0">
                      <a:moveTo>
                        <a:pt x="512" y="1"/>
                      </a:moveTo>
                      <a:cubicBezTo>
                        <a:pt x="465" y="1"/>
                        <a:pt x="418" y="12"/>
                        <a:pt x="382" y="33"/>
                      </a:cubicBezTo>
                      <a:lnTo>
                        <a:pt x="73" y="213"/>
                      </a:lnTo>
                      <a:cubicBezTo>
                        <a:pt x="1" y="256"/>
                        <a:pt x="1" y="321"/>
                        <a:pt x="73" y="365"/>
                      </a:cubicBezTo>
                      <a:lnTo>
                        <a:pt x="3726" y="2478"/>
                      </a:lnTo>
                      <a:cubicBezTo>
                        <a:pt x="3761" y="2496"/>
                        <a:pt x="3809" y="2505"/>
                        <a:pt x="3858" y="2505"/>
                      </a:cubicBezTo>
                      <a:cubicBezTo>
                        <a:pt x="3906" y="2505"/>
                        <a:pt x="3955" y="2496"/>
                        <a:pt x="3991" y="2478"/>
                      </a:cubicBezTo>
                      <a:lnTo>
                        <a:pt x="4300" y="2298"/>
                      </a:lnTo>
                      <a:cubicBezTo>
                        <a:pt x="4372" y="2255"/>
                        <a:pt x="4372" y="2183"/>
                        <a:pt x="4293" y="2147"/>
                      </a:cubicBezTo>
                      <a:lnTo>
                        <a:pt x="641" y="33"/>
                      </a:lnTo>
                      <a:cubicBezTo>
                        <a:pt x="605" y="12"/>
                        <a:pt x="558" y="1"/>
                        <a:pt x="51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7" name="Google Shape;1607;p44">
                  <a:extLst>
                    <a:ext uri="{FF2B5EF4-FFF2-40B4-BE49-F238E27FC236}">
                      <a16:creationId xmlns:a16="http://schemas.microsoft.com/office/drawing/2014/main" id="{08BB0B0B-213D-1B45-A93D-562EE05A9008}"/>
                    </a:ext>
                  </a:extLst>
                </p:cNvPr>
                <p:cNvSpPr/>
                <p:nvPr/>
              </p:nvSpPr>
              <p:spPr>
                <a:xfrm>
                  <a:off x="-1185943" y="1542632"/>
                  <a:ext cx="83887" cy="4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" h="570" extrusionOk="0">
                      <a:moveTo>
                        <a:pt x="510" y="1"/>
                      </a:moveTo>
                      <a:cubicBezTo>
                        <a:pt x="464" y="1"/>
                        <a:pt x="417" y="12"/>
                        <a:pt x="382" y="33"/>
                      </a:cubicBezTo>
                      <a:lnTo>
                        <a:pt x="71" y="213"/>
                      </a:lnTo>
                      <a:cubicBezTo>
                        <a:pt x="0" y="256"/>
                        <a:pt x="0" y="321"/>
                        <a:pt x="71" y="364"/>
                      </a:cubicBezTo>
                      <a:lnTo>
                        <a:pt x="366" y="537"/>
                      </a:lnTo>
                      <a:cubicBezTo>
                        <a:pt x="406" y="558"/>
                        <a:pt x="454" y="569"/>
                        <a:pt x="502" y="569"/>
                      </a:cubicBezTo>
                      <a:cubicBezTo>
                        <a:pt x="550" y="569"/>
                        <a:pt x="596" y="558"/>
                        <a:pt x="632" y="537"/>
                      </a:cubicBezTo>
                      <a:lnTo>
                        <a:pt x="942" y="358"/>
                      </a:lnTo>
                      <a:cubicBezTo>
                        <a:pt x="1013" y="314"/>
                        <a:pt x="1013" y="249"/>
                        <a:pt x="942" y="206"/>
                      </a:cubicBezTo>
                      <a:lnTo>
                        <a:pt x="640" y="33"/>
                      </a:lnTo>
                      <a:cubicBezTo>
                        <a:pt x="604" y="12"/>
                        <a:pt x="557" y="1"/>
                        <a:pt x="51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8" name="Google Shape;1608;p44">
                  <a:extLst>
                    <a:ext uri="{FF2B5EF4-FFF2-40B4-BE49-F238E27FC236}">
                      <a16:creationId xmlns:a16="http://schemas.microsoft.com/office/drawing/2014/main" id="{1B76DC56-F1C8-A9F9-83FF-4CB08ED561C3}"/>
                    </a:ext>
                  </a:extLst>
                </p:cNvPr>
                <p:cNvSpPr/>
                <p:nvPr/>
              </p:nvSpPr>
              <p:spPr>
                <a:xfrm>
                  <a:off x="-1591966" y="1541224"/>
                  <a:ext cx="272693" cy="154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3" h="1870" extrusionOk="0">
                      <a:moveTo>
                        <a:pt x="756" y="0"/>
                      </a:moveTo>
                      <a:lnTo>
                        <a:pt x="1" y="438"/>
                      </a:lnTo>
                      <a:lnTo>
                        <a:pt x="2438" y="1848"/>
                      </a:lnTo>
                      <a:cubicBezTo>
                        <a:pt x="2467" y="1862"/>
                        <a:pt x="2502" y="1870"/>
                        <a:pt x="2537" y="1870"/>
                      </a:cubicBezTo>
                      <a:cubicBezTo>
                        <a:pt x="2572" y="1870"/>
                        <a:pt x="2606" y="1862"/>
                        <a:pt x="2631" y="1848"/>
                      </a:cubicBezTo>
                      <a:lnTo>
                        <a:pt x="3292" y="1460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9" name="Google Shape;1609;p44">
                  <a:extLst>
                    <a:ext uri="{FF2B5EF4-FFF2-40B4-BE49-F238E27FC236}">
                      <a16:creationId xmlns:a16="http://schemas.microsoft.com/office/drawing/2014/main" id="{1E52F428-D438-C5A5-D6E2-9E0D83269A16}"/>
                    </a:ext>
                  </a:extLst>
                </p:cNvPr>
                <p:cNvSpPr/>
                <p:nvPr/>
              </p:nvSpPr>
              <p:spPr>
                <a:xfrm>
                  <a:off x="-1769927" y="1436467"/>
                  <a:ext cx="240646" cy="141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6" h="1704" extrusionOk="0">
                      <a:moveTo>
                        <a:pt x="719" y="1"/>
                      </a:moveTo>
                      <a:lnTo>
                        <a:pt x="59" y="382"/>
                      </a:lnTo>
                      <a:cubicBezTo>
                        <a:pt x="0" y="416"/>
                        <a:pt x="0" y="468"/>
                        <a:pt x="59" y="496"/>
                      </a:cubicBezTo>
                      <a:lnTo>
                        <a:pt x="2150" y="1703"/>
                      </a:lnTo>
                      <a:lnTo>
                        <a:pt x="2905" y="1265"/>
                      </a:lnTo>
                      <a:lnTo>
                        <a:pt x="719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0" name="Google Shape;1610;p44">
                  <a:extLst>
                    <a:ext uri="{FF2B5EF4-FFF2-40B4-BE49-F238E27FC236}">
                      <a16:creationId xmlns:a16="http://schemas.microsoft.com/office/drawing/2014/main" id="{794AE08C-EA52-9F5D-F1AA-582F8DD92A5B}"/>
                    </a:ext>
                  </a:extLst>
                </p:cNvPr>
                <p:cNvSpPr/>
                <p:nvPr/>
              </p:nvSpPr>
              <p:spPr>
                <a:xfrm>
                  <a:off x="-1710386" y="1363842"/>
                  <a:ext cx="517397" cy="298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8" h="3602" extrusionOk="0">
                      <a:moveTo>
                        <a:pt x="1560" y="0"/>
                      </a:moveTo>
                      <a:cubicBezTo>
                        <a:pt x="1524" y="0"/>
                        <a:pt x="1488" y="7"/>
                        <a:pt x="1460" y="22"/>
                      </a:cubicBezTo>
                      <a:lnTo>
                        <a:pt x="0" y="878"/>
                      </a:lnTo>
                      <a:lnTo>
                        <a:pt x="2186" y="2142"/>
                      </a:lnTo>
                      <a:lnTo>
                        <a:pt x="4722" y="3602"/>
                      </a:lnTo>
                      <a:lnTo>
                        <a:pt x="6188" y="2753"/>
                      </a:lnTo>
                      <a:cubicBezTo>
                        <a:pt x="6247" y="2725"/>
                        <a:pt x="6240" y="2674"/>
                        <a:pt x="6188" y="2639"/>
                      </a:cubicBezTo>
                      <a:lnTo>
                        <a:pt x="1660" y="22"/>
                      </a:lnTo>
                      <a:cubicBezTo>
                        <a:pt x="1632" y="7"/>
                        <a:pt x="1596" y="0"/>
                        <a:pt x="156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1" name="Google Shape;1611;p44">
                  <a:extLst>
                    <a:ext uri="{FF2B5EF4-FFF2-40B4-BE49-F238E27FC236}">
                      <a16:creationId xmlns:a16="http://schemas.microsoft.com/office/drawing/2014/main" id="{7EC532E1-9603-F285-3F6A-7E826828676C}"/>
                    </a:ext>
                  </a:extLst>
                </p:cNvPr>
                <p:cNvSpPr/>
                <p:nvPr/>
              </p:nvSpPr>
              <p:spPr>
                <a:xfrm>
                  <a:off x="-1130128" y="1575342"/>
                  <a:ext cx="81651" cy="45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6" h="549" extrusionOk="0">
                      <a:moveTo>
                        <a:pt x="516" y="1"/>
                      </a:moveTo>
                      <a:cubicBezTo>
                        <a:pt x="467" y="1"/>
                        <a:pt x="418" y="12"/>
                        <a:pt x="382" y="33"/>
                      </a:cubicBezTo>
                      <a:lnTo>
                        <a:pt x="73" y="206"/>
                      </a:lnTo>
                      <a:cubicBezTo>
                        <a:pt x="1" y="249"/>
                        <a:pt x="1" y="321"/>
                        <a:pt x="73" y="364"/>
                      </a:cubicBezTo>
                      <a:lnTo>
                        <a:pt x="346" y="516"/>
                      </a:lnTo>
                      <a:cubicBezTo>
                        <a:pt x="382" y="538"/>
                        <a:pt x="429" y="549"/>
                        <a:pt x="476" y="549"/>
                      </a:cubicBezTo>
                      <a:cubicBezTo>
                        <a:pt x="523" y="549"/>
                        <a:pt x="569" y="538"/>
                        <a:pt x="605" y="516"/>
                      </a:cubicBezTo>
                      <a:lnTo>
                        <a:pt x="915" y="335"/>
                      </a:lnTo>
                      <a:cubicBezTo>
                        <a:pt x="986" y="292"/>
                        <a:pt x="986" y="228"/>
                        <a:pt x="915" y="185"/>
                      </a:cubicBezTo>
                      <a:lnTo>
                        <a:pt x="648" y="33"/>
                      </a:lnTo>
                      <a:cubicBezTo>
                        <a:pt x="612" y="12"/>
                        <a:pt x="564" y="1"/>
                        <a:pt x="51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2" name="Google Shape;1612;p44">
                  <a:extLst>
                    <a:ext uri="{FF2B5EF4-FFF2-40B4-BE49-F238E27FC236}">
                      <a16:creationId xmlns:a16="http://schemas.microsoft.com/office/drawing/2014/main" id="{0FF7BE42-FB68-81A7-FCBE-5E6066F708CA}"/>
                    </a:ext>
                  </a:extLst>
                </p:cNvPr>
                <p:cNvSpPr/>
                <p:nvPr/>
              </p:nvSpPr>
              <p:spPr>
                <a:xfrm>
                  <a:off x="-1634282" y="1284260"/>
                  <a:ext cx="85294" cy="4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" h="573" extrusionOk="0">
                      <a:moveTo>
                        <a:pt x="509" y="1"/>
                      </a:moveTo>
                      <a:cubicBezTo>
                        <a:pt x="463" y="1"/>
                        <a:pt x="417" y="10"/>
                        <a:pt x="382" y="27"/>
                      </a:cubicBezTo>
                      <a:lnTo>
                        <a:pt x="73" y="207"/>
                      </a:lnTo>
                      <a:cubicBezTo>
                        <a:pt x="1" y="250"/>
                        <a:pt x="1" y="322"/>
                        <a:pt x="73" y="365"/>
                      </a:cubicBezTo>
                      <a:lnTo>
                        <a:pt x="389" y="545"/>
                      </a:lnTo>
                      <a:cubicBezTo>
                        <a:pt x="425" y="563"/>
                        <a:pt x="472" y="572"/>
                        <a:pt x="519" y="572"/>
                      </a:cubicBezTo>
                      <a:cubicBezTo>
                        <a:pt x="566" y="572"/>
                        <a:pt x="612" y="563"/>
                        <a:pt x="648" y="545"/>
                      </a:cubicBezTo>
                      <a:lnTo>
                        <a:pt x="957" y="365"/>
                      </a:lnTo>
                      <a:cubicBezTo>
                        <a:pt x="1029" y="322"/>
                        <a:pt x="1029" y="250"/>
                        <a:pt x="957" y="214"/>
                      </a:cubicBezTo>
                      <a:lnTo>
                        <a:pt x="648" y="34"/>
                      </a:lnTo>
                      <a:cubicBezTo>
                        <a:pt x="611" y="12"/>
                        <a:pt x="560" y="1"/>
                        <a:pt x="50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3" name="Google Shape;1613;p44">
                  <a:extLst>
                    <a:ext uri="{FF2B5EF4-FFF2-40B4-BE49-F238E27FC236}">
                      <a16:creationId xmlns:a16="http://schemas.microsoft.com/office/drawing/2014/main" id="{923AD68C-F222-E85F-05F4-1B81CC6DB00C}"/>
                    </a:ext>
                  </a:extLst>
                </p:cNvPr>
                <p:cNvSpPr/>
                <p:nvPr/>
              </p:nvSpPr>
              <p:spPr>
                <a:xfrm>
                  <a:off x="-1690097" y="1251632"/>
                  <a:ext cx="83969" cy="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" h="568" extrusionOk="0">
                      <a:moveTo>
                        <a:pt x="510" y="1"/>
                      </a:moveTo>
                      <a:cubicBezTo>
                        <a:pt x="463" y="1"/>
                        <a:pt x="416" y="12"/>
                        <a:pt x="380" y="33"/>
                      </a:cubicBezTo>
                      <a:lnTo>
                        <a:pt x="71" y="213"/>
                      </a:lnTo>
                      <a:cubicBezTo>
                        <a:pt x="0" y="256"/>
                        <a:pt x="0" y="320"/>
                        <a:pt x="71" y="363"/>
                      </a:cubicBezTo>
                      <a:lnTo>
                        <a:pt x="366" y="535"/>
                      </a:lnTo>
                      <a:cubicBezTo>
                        <a:pt x="406" y="557"/>
                        <a:pt x="455" y="568"/>
                        <a:pt x="502" y="568"/>
                      </a:cubicBezTo>
                      <a:cubicBezTo>
                        <a:pt x="550" y="568"/>
                        <a:pt x="596" y="557"/>
                        <a:pt x="632" y="535"/>
                      </a:cubicBezTo>
                      <a:lnTo>
                        <a:pt x="941" y="356"/>
                      </a:lnTo>
                      <a:cubicBezTo>
                        <a:pt x="1013" y="313"/>
                        <a:pt x="1013" y="249"/>
                        <a:pt x="941" y="206"/>
                      </a:cubicBezTo>
                      <a:lnTo>
                        <a:pt x="639" y="33"/>
                      </a:lnTo>
                      <a:cubicBezTo>
                        <a:pt x="603" y="12"/>
                        <a:pt x="557" y="1"/>
                        <a:pt x="51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4" name="Google Shape;1614;p44">
                  <a:extLst>
                    <a:ext uri="{FF2B5EF4-FFF2-40B4-BE49-F238E27FC236}">
                      <a16:creationId xmlns:a16="http://schemas.microsoft.com/office/drawing/2014/main" id="{D572278B-8786-3FDD-EB8F-89FAFEB5E8BF}"/>
                    </a:ext>
                  </a:extLst>
                </p:cNvPr>
                <p:cNvSpPr/>
                <p:nvPr/>
              </p:nvSpPr>
              <p:spPr>
                <a:xfrm>
                  <a:off x="-1749638" y="1217514"/>
                  <a:ext cx="87447" cy="48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" h="587" extrusionOk="0">
                      <a:moveTo>
                        <a:pt x="511" y="1"/>
                      </a:moveTo>
                      <a:cubicBezTo>
                        <a:pt x="463" y="1"/>
                        <a:pt x="417" y="10"/>
                        <a:pt x="381" y="28"/>
                      </a:cubicBezTo>
                      <a:lnTo>
                        <a:pt x="72" y="207"/>
                      </a:lnTo>
                      <a:cubicBezTo>
                        <a:pt x="0" y="250"/>
                        <a:pt x="0" y="323"/>
                        <a:pt x="72" y="366"/>
                      </a:cubicBezTo>
                      <a:lnTo>
                        <a:pt x="409" y="559"/>
                      </a:lnTo>
                      <a:cubicBezTo>
                        <a:pt x="445" y="577"/>
                        <a:pt x="494" y="586"/>
                        <a:pt x="543" y="586"/>
                      </a:cubicBezTo>
                      <a:cubicBezTo>
                        <a:pt x="591" y="586"/>
                        <a:pt x="640" y="577"/>
                        <a:pt x="676" y="559"/>
                      </a:cubicBezTo>
                      <a:lnTo>
                        <a:pt x="978" y="380"/>
                      </a:lnTo>
                      <a:cubicBezTo>
                        <a:pt x="1056" y="336"/>
                        <a:pt x="1049" y="266"/>
                        <a:pt x="978" y="223"/>
                      </a:cubicBezTo>
                      <a:lnTo>
                        <a:pt x="647" y="28"/>
                      </a:lnTo>
                      <a:cubicBezTo>
                        <a:pt x="607" y="10"/>
                        <a:pt x="559" y="1"/>
                        <a:pt x="51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5" name="Google Shape;1615;p44">
                  <a:extLst>
                    <a:ext uri="{FF2B5EF4-FFF2-40B4-BE49-F238E27FC236}">
                      <a16:creationId xmlns:a16="http://schemas.microsoft.com/office/drawing/2014/main" id="{BB31A7FC-4603-3268-50D3-BCB12E84A331}"/>
                    </a:ext>
                  </a:extLst>
                </p:cNvPr>
                <p:cNvSpPr/>
                <p:nvPr/>
              </p:nvSpPr>
              <p:spPr>
                <a:xfrm>
                  <a:off x="-844346" y="1609378"/>
                  <a:ext cx="89352" cy="4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597" extrusionOk="0">
                      <a:moveTo>
                        <a:pt x="500" y="0"/>
                      </a:moveTo>
                      <a:cubicBezTo>
                        <a:pt x="452" y="0"/>
                        <a:pt x="404" y="11"/>
                        <a:pt x="368" y="33"/>
                      </a:cubicBezTo>
                      <a:lnTo>
                        <a:pt x="73" y="198"/>
                      </a:lnTo>
                      <a:cubicBezTo>
                        <a:pt x="0" y="242"/>
                        <a:pt x="0" y="312"/>
                        <a:pt x="73" y="355"/>
                      </a:cubicBezTo>
                      <a:lnTo>
                        <a:pt x="447" y="564"/>
                      </a:lnTo>
                      <a:cubicBezTo>
                        <a:pt x="482" y="586"/>
                        <a:pt x="529" y="597"/>
                        <a:pt x="576" y="597"/>
                      </a:cubicBezTo>
                      <a:cubicBezTo>
                        <a:pt x="622" y="597"/>
                        <a:pt x="669" y="586"/>
                        <a:pt x="706" y="564"/>
                      </a:cubicBezTo>
                      <a:lnTo>
                        <a:pt x="1008" y="392"/>
                      </a:lnTo>
                      <a:cubicBezTo>
                        <a:pt x="1078" y="355"/>
                        <a:pt x="1078" y="285"/>
                        <a:pt x="1001" y="242"/>
                      </a:cubicBezTo>
                      <a:lnTo>
                        <a:pt x="633" y="33"/>
                      </a:lnTo>
                      <a:cubicBezTo>
                        <a:pt x="597" y="11"/>
                        <a:pt x="549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6" name="Google Shape;1616;p44">
                  <a:extLst>
                    <a:ext uri="{FF2B5EF4-FFF2-40B4-BE49-F238E27FC236}">
                      <a16:creationId xmlns:a16="http://schemas.microsoft.com/office/drawing/2014/main" id="{4F773487-0589-F115-D5F4-00F2B396F993}"/>
                    </a:ext>
                  </a:extLst>
                </p:cNvPr>
                <p:cNvSpPr/>
                <p:nvPr/>
              </p:nvSpPr>
              <p:spPr>
                <a:xfrm>
                  <a:off x="-900824" y="1641508"/>
                  <a:ext cx="89932" cy="5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613" extrusionOk="0">
                      <a:moveTo>
                        <a:pt x="510" y="1"/>
                      </a:moveTo>
                      <a:cubicBezTo>
                        <a:pt x="463" y="1"/>
                        <a:pt x="416" y="11"/>
                        <a:pt x="380" y="33"/>
                      </a:cubicBezTo>
                      <a:lnTo>
                        <a:pt x="71" y="212"/>
                      </a:lnTo>
                      <a:cubicBezTo>
                        <a:pt x="1" y="256"/>
                        <a:pt x="1" y="321"/>
                        <a:pt x="71" y="364"/>
                      </a:cubicBezTo>
                      <a:lnTo>
                        <a:pt x="439" y="580"/>
                      </a:lnTo>
                      <a:cubicBezTo>
                        <a:pt x="474" y="601"/>
                        <a:pt x="522" y="612"/>
                        <a:pt x="571" y="612"/>
                      </a:cubicBezTo>
                      <a:cubicBezTo>
                        <a:pt x="620" y="612"/>
                        <a:pt x="668" y="601"/>
                        <a:pt x="704" y="580"/>
                      </a:cubicBezTo>
                      <a:lnTo>
                        <a:pt x="1013" y="399"/>
                      </a:lnTo>
                      <a:cubicBezTo>
                        <a:pt x="1086" y="356"/>
                        <a:pt x="1086" y="292"/>
                        <a:pt x="1013" y="249"/>
                      </a:cubicBezTo>
                      <a:lnTo>
                        <a:pt x="639" y="33"/>
                      </a:lnTo>
                      <a:cubicBezTo>
                        <a:pt x="604" y="11"/>
                        <a:pt x="557" y="1"/>
                        <a:pt x="51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7" name="Google Shape;1617;p44">
                  <a:extLst>
                    <a:ext uri="{FF2B5EF4-FFF2-40B4-BE49-F238E27FC236}">
                      <a16:creationId xmlns:a16="http://schemas.microsoft.com/office/drawing/2014/main" id="{163B9252-BC81-26C0-D2FD-B6ACF8E37501}"/>
                    </a:ext>
                  </a:extLst>
                </p:cNvPr>
                <p:cNvSpPr/>
                <p:nvPr/>
              </p:nvSpPr>
              <p:spPr>
                <a:xfrm>
                  <a:off x="-1528781" y="1278960"/>
                  <a:ext cx="85211" cy="47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576" extrusionOk="0">
                      <a:moveTo>
                        <a:pt x="513" y="0"/>
                      </a:moveTo>
                      <a:cubicBezTo>
                        <a:pt x="465" y="0"/>
                        <a:pt x="417" y="11"/>
                        <a:pt x="381" y="33"/>
                      </a:cubicBezTo>
                      <a:lnTo>
                        <a:pt x="71" y="214"/>
                      </a:lnTo>
                      <a:cubicBezTo>
                        <a:pt x="0" y="257"/>
                        <a:pt x="0" y="328"/>
                        <a:pt x="71" y="364"/>
                      </a:cubicBezTo>
                      <a:lnTo>
                        <a:pt x="388" y="543"/>
                      </a:lnTo>
                      <a:cubicBezTo>
                        <a:pt x="424" y="565"/>
                        <a:pt x="470" y="576"/>
                        <a:pt x="517" y="576"/>
                      </a:cubicBezTo>
                      <a:cubicBezTo>
                        <a:pt x="564" y="576"/>
                        <a:pt x="611" y="565"/>
                        <a:pt x="647" y="543"/>
                      </a:cubicBezTo>
                      <a:lnTo>
                        <a:pt x="956" y="364"/>
                      </a:lnTo>
                      <a:cubicBezTo>
                        <a:pt x="1028" y="328"/>
                        <a:pt x="1028" y="257"/>
                        <a:pt x="956" y="214"/>
                      </a:cubicBezTo>
                      <a:lnTo>
                        <a:pt x="647" y="33"/>
                      </a:lnTo>
                      <a:cubicBezTo>
                        <a:pt x="611" y="11"/>
                        <a:pt x="562" y="0"/>
                        <a:pt x="51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8" name="Google Shape;1618;p44">
                  <a:extLst>
                    <a:ext uri="{FF2B5EF4-FFF2-40B4-BE49-F238E27FC236}">
                      <a16:creationId xmlns:a16="http://schemas.microsoft.com/office/drawing/2014/main" id="{935574B4-5FCE-1057-A04C-7065597A8001}"/>
                    </a:ext>
                  </a:extLst>
                </p:cNvPr>
                <p:cNvSpPr/>
                <p:nvPr/>
              </p:nvSpPr>
              <p:spPr>
                <a:xfrm>
                  <a:off x="-1474705" y="1058268"/>
                  <a:ext cx="65503" cy="36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438" extrusionOk="0">
                      <a:moveTo>
                        <a:pt x="249" y="0"/>
                      </a:moveTo>
                      <a:cubicBezTo>
                        <a:pt x="200" y="0"/>
                        <a:pt x="152" y="11"/>
                        <a:pt x="116" y="32"/>
                      </a:cubicBezTo>
                      <a:lnTo>
                        <a:pt x="73" y="60"/>
                      </a:lnTo>
                      <a:cubicBezTo>
                        <a:pt x="1" y="103"/>
                        <a:pt x="1" y="176"/>
                        <a:pt x="73" y="212"/>
                      </a:cubicBezTo>
                      <a:lnTo>
                        <a:pt x="410" y="405"/>
                      </a:lnTo>
                      <a:cubicBezTo>
                        <a:pt x="446" y="427"/>
                        <a:pt x="493" y="437"/>
                        <a:pt x="540" y="437"/>
                      </a:cubicBezTo>
                      <a:cubicBezTo>
                        <a:pt x="587" y="437"/>
                        <a:pt x="633" y="427"/>
                        <a:pt x="668" y="405"/>
                      </a:cubicBezTo>
                      <a:lnTo>
                        <a:pt x="720" y="377"/>
                      </a:lnTo>
                      <a:cubicBezTo>
                        <a:pt x="791" y="341"/>
                        <a:pt x="791" y="269"/>
                        <a:pt x="720" y="226"/>
                      </a:cubicBezTo>
                      <a:lnTo>
                        <a:pt x="382" y="32"/>
                      </a:lnTo>
                      <a:cubicBezTo>
                        <a:pt x="346" y="11"/>
                        <a:pt x="297" y="0"/>
                        <a:pt x="249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9" name="Google Shape;1619;p44">
                  <a:extLst>
                    <a:ext uri="{FF2B5EF4-FFF2-40B4-BE49-F238E27FC236}">
                      <a16:creationId xmlns:a16="http://schemas.microsoft.com/office/drawing/2014/main" id="{0C0D9B31-4BA3-2325-461F-B29423D66C3A}"/>
                    </a:ext>
                  </a:extLst>
                </p:cNvPr>
                <p:cNvSpPr/>
                <p:nvPr/>
              </p:nvSpPr>
              <p:spPr>
                <a:xfrm>
                  <a:off x="-1536565" y="1022907"/>
                  <a:ext cx="67987" cy="37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456" extrusionOk="0">
                      <a:moveTo>
                        <a:pt x="252" y="1"/>
                      </a:moveTo>
                      <a:cubicBezTo>
                        <a:pt x="205" y="1"/>
                        <a:pt x="158" y="10"/>
                        <a:pt x="122" y="28"/>
                      </a:cubicBezTo>
                      <a:lnTo>
                        <a:pt x="72" y="56"/>
                      </a:lnTo>
                      <a:cubicBezTo>
                        <a:pt x="1" y="99"/>
                        <a:pt x="1" y="171"/>
                        <a:pt x="72" y="214"/>
                      </a:cubicBezTo>
                      <a:lnTo>
                        <a:pt x="439" y="423"/>
                      </a:lnTo>
                      <a:cubicBezTo>
                        <a:pt x="474" y="445"/>
                        <a:pt x="521" y="455"/>
                        <a:pt x="568" y="455"/>
                      </a:cubicBezTo>
                      <a:cubicBezTo>
                        <a:pt x="615" y="455"/>
                        <a:pt x="662" y="445"/>
                        <a:pt x="698" y="423"/>
                      </a:cubicBezTo>
                      <a:lnTo>
                        <a:pt x="748" y="394"/>
                      </a:lnTo>
                      <a:cubicBezTo>
                        <a:pt x="820" y="351"/>
                        <a:pt x="820" y="287"/>
                        <a:pt x="748" y="244"/>
                      </a:cubicBezTo>
                      <a:lnTo>
                        <a:pt x="380" y="28"/>
                      </a:lnTo>
                      <a:cubicBezTo>
                        <a:pt x="345" y="10"/>
                        <a:pt x="298" y="1"/>
                        <a:pt x="25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0" name="Google Shape;1620;p44">
                  <a:extLst>
                    <a:ext uri="{FF2B5EF4-FFF2-40B4-BE49-F238E27FC236}">
                      <a16:creationId xmlns:a16="http://schemas.microsoft.com/office/drawing/2014/main" id="{1714DE32-F550-5608-3D0F-B42F7A49E8E8}"/>
                    </a:ext>
                  </a:extLst>
                </p:cNvPr>
                <p:cNvSpPr/>
                <p:nvPr/>
              </p:nvSpPr>
              <p:spPr>
                <a:xfrm>
                  <a:off x="-1593125" y="1043776"/>
                  <a:ext cx="88855" cy="49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" h="599" extrusionOk="0">
                      <a:moveTo>
                        <a:pt x="500" y="0"/>
                      </a:moveTo>
                      <a:cubicBezTo>
                        <a:pt x="451" y="0"/>
                        <a:pt x="403" y="9"/>
                        <a:pt x="366" y="26"/>
                      </a:cubicBezTo>
                      <a:lnTo>
                        <a:pt x="71" y="207"/>
                      </a:lnTo>
                      <a:cubicBezTo>
                        <a:pt x="1" y="242"/>
                        <a:pt x="1" y="314"/>
                        <a:pt x="71" y="357"/>
                      </a:cubicBezTo>
                      <a:lnTo>
                        <a:pt x="439" y="566"/>
                      </a:lnTo>
                      <a:cubicBezTo>
                        <a:pt x="475" y="588"/>
                        <a:pt x="522" y="599"/>
                        <a:pt x="568" y="599"/>
                      </a:cubicBezTo>
                      <a:cubicBezTo>
                        <a:pt x="615" y="599"/>
                        <a:pt x="661" y="588"/>
                        <a:pt x="698" y="566"/>
                      </a:cubicBezTo>
                      <a:lnTo>
                        <a:pt x="1000" y="394"/>
                      </a:lnTo>
                      <a:cubicBezTo>
                        <a:pt x="1072" y="351"/>
                        <a:pt x="1072" y="285"/>
                        <a:pt x="1000" y="242"/>
                      </a:cubicBezTo>
                      <a:lnTo>
                        <a:pt x="632" y="26"/>
                      </a:lnTo>
                      <a:cubicBezTo>
                        <a:pt x="597" y="9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1" name="Google Shape;1621;p44">
                  <a:extLst>
                    <a:ext uri="{FF2B5EF4-FFF2-40B4-BE49-F238E27FC236}">
                      <a16:creationId xmlns:a16="http://schemas.microsoft.com/office/drawing/2014/main" id="{14DA4FAF-981E-1FB4-72BC-9A70BF0333B0}"/>
                    </a:ext>
                  </a:extLst>
                </p:cNvPr>
                <p:cNvSpPr/>
                <p:nvPr/>
              </p:nvSpPr>
              <p:spPr>
                <a:xfrm>
                  <a:off x="-1531265" y="1078971"/>
                  <a:ext cx="86371" cy="48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5" extrusionOk="0">
                      <a:moveTo>
                        <a:pt x="500" y="0"/>
                      </a:moveTo>
                      <a:cubicBezTo>
                        <a:pt x="452" y="0"/>
                        <a:pt x="404" y="11"/>
                        <a:pt x="368" y="32"/>
                      </a:cubicBezTo>
                      <a:lnTo>
                        <a:pt x="73" y="205"/>
                      </a:lnTo>
                      <a:cubicBezTo>
                        <a:pt x="1" y="248"/>
                        <a:pt x="1" y="321"/>
                        <a:pt x="73" y="364"/>
                      </a:cubicBezTo>
                      <a:lnTo>
                        <a:pt x="411" y="559"/>
                      </a:lnTo>
                      <a:cubicBezTo>
                        <a:pt x="447" y="576"/>
                        <a:pt x="493" y="585"/>
                        <a:pt x="540" y="585"/>
                      </a:cubicBezTo>
                      <a:cubicBezTo>
                        <a:pt x="587" y="585"/>
                        <a:pt x="634" y="576"/>
                        <a:pt x="670" y="559"/>
                      </a:cubicBezTo>
                      <a:lnTo>
                        <a:pt x="972" y="378"/>
                      </a:lnTo>
                      <a:cubicBezTo>
                        <a:pt x="1043" y="343"/>
                        <a:pt x="1043" y="271"/>
                        <a:pt x="972" y="227"/>
                      </a:cubicBezTo>
                      <a:lnTo>
                        <a:pt x="634" y="32"/>
                      </a:lnTo>
                      <a:cubicBezTo>
                        <a:pt x="598" y="11"/>
                        <a:pt x="549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2" name="Google Shape;1622;p44">
                  <a:extLst>
                    <a:ext uri="{FF2B5EF4-FFF2-40B4-BE49-F238E27FC236}">
                      <a16:creationId xmlns:a16="http://schemas.microsoft.com/office/drawing/2014/main" id="{7462032D-6BC1-666B-1852-53EE8D11E4B1}"/>
                    </a:ext>
                  </a:extLst>
                </p:cNvPr>
                <p:cNvSpPr/>
                <p:nvPr/>
              </p:nvSpPr>
              <p:spPr>
                <a:xfrm>
                  <a:off x="-1652087" y="1076072"/>
                  <a:ext cx="106659" cy="60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" h="727" extrusionOk="0">
                      <a:moveTo>
                        <a:pt x="536" y="1"/>
                      </a:moveTo>
                      <a:cubicBezTo>
                        <a:pt x="488" y="1"/>
                        <a:pt x="439" y="11"/>
                        <a:pt x="404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42"/>
                        <a:pt x="73" y="378"/>
                      </a:cubicBezTo>
                      <a:lnTo>
                        <a:pt x="620" y="694"/>
                      </a:lnTo>
                      <a:cubicBezTo>
                        <a:pt x="655" y="715"/>
                        <a:pt x="702" y="726"/>
                        <a:pt x="749" y="726"/>
                      </a:cubicBezTo>
                      <a:cubicBezTo>
                        <a:pt x="797" y="726"/>
                        <a:pt x="846" y="715"/>
                        <a:pt x="885" y="694"/>
                      </a:cubicBezTo>
                      <a:lnTo>
                        <a:pt x="1215" y="499"/>
                      </a:lnTo>
                      <a:cubicBezTo>
                        <a:pt x="1287" y="456"/>
                        <a:pt x="1287" y="392"/>
                        <a:pt x="1215" y="349"/>
                      </a:cubicBezTo>
                      <a:lnTo>
                        <a:pt x="670" y="33"/>
                      </a:lnTo>
                      <a:cubicBezTo>
                        <a:pt x="633" y="11"/>
                        <a:pt x="585" y="1"/>
                        <a:pt x="53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3" name="Google Shape;1623;p44">
                  <a:extLst>
                    <a:ext uri="{FF2B5EF4-FFF2-40B4-BE49-F238E27FC236}">
                      <a16:creationId xmlns:a16="http://schemas.microsoft.com/office/drawing/2014/main" id="{835E2F77-F74A-2BE2-458E-E293F79E1AB1}"/>
                    </a:ext>
                  </a:extLst>
                </p:cNvPr>
                <p:cNvSpPr/>
                <p:nvPr/>
              </p:nvSpPr>
              <p:spPr>
                <a:xfrm>
                  <a:off x="-1575238" y="1120542"/>
                  <a:ext cx="89352" cy="50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607" extrusionOk="0">
                      <a:moveTo>
                        <a:pt x="536" y="0"/>
                      </a:moveTo>
                      <a:cubicBezTo>
                        <a:pt x="487" y="0"/>
                        <a:pt x="439" y="9"/>
                        <a:pt x="402" y="27"/>
                      </a:cubicBezTo>
                      <a:lnTo>
                        <a:pt x="71" y="229"/>
                      </a:lnTo>
                      <a:cubicBezTo>
                        <a:pt x="0" y="264"/>
                        <a:pt x="0" y="336"/>
                        <a:pt x="71" y="379"/>
                      </a:cubicBezTo>
                      <a:lnTo>
                        <a:pt x="409" y="574"/>
                      </a:lnTo>
                      <a:cubicBezTo>
                        <a:pt x="445" y="596"/>
                        <a:pt x="492" y="607"/>
                        <a:pt x="539" y="607"/>
                      </a:cubicBezTo>
                      <a:cubicBezTo>
                        <a:pt x="586" y="607"/>
                        <a:pt x="633" y="596"/>
                        <a:pt x="668" y="574"/>
                      </a:cubicBezTo>
                      <a:lnTo>
                        <a:pt x="1006" y="379"/>
                      </a:lnTo>
                      <a:cubicBezTo>
                        <a:pt x="1079" y="336"/>
                        <a:pt x="1079" y="264"/>
                        <a:pt x="1006" y="229"/>
                      </a:cubicBezTo>
                      <a:lnTo>
                        <a:pt x="668" y="27"/>
                      </a:lnTo>
                      <a:cubicBezTo>
                        <a:pt x="633" y="9"/>
                        <a:pt x="584" y="0"/>
                        <a:pt x="5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4" name="Google Shape;1624;p44">
                  <a:extLst>
                    <a:ext uri="{FF2B5EF4-FFF2-40B4-BE49-F238E27FC236}">
                      <a16:creationId xmlns:a16="http://schemas.microsoft.com/office/drawing/2014/main" id="{8E153EB1-35B6-6364-69F0-DB0063D186D6}"/>
                    </a:ext>
                  </a:extLst>
                </p:cNvPr>
                <p:cNvSpPr/>
                <p:nvPr/>
              </p:nvSpPr>
              <p:spPr>
                <a:xfrm>
                  <a:off x="-1707984" y="1110522"/>
                  <a:ext cx="123221" cy="697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8" h="842" extrusionOk="0">
                      <a:moveTo>
                        <a:pt x="500" y="0"/>
                      </a:moveTo>
                      <a:cubicBezTo>
                        <a:pt x="451" y="0"/>
                        <a:pt x="403" y="11"/>
                        <a:pt x="366" y="33"/>
                      </a:cubicBezTo>
                      <a:lnTo>
                        <a:pt x="71" y="205"/>
                      </a:lnTo>
                      <a:cubicBezTo>
                        <a:pt x="1" y="241"/>
                        <a:pt x="1" y="314"/>
                        <a:pt x="71" y="357"/>
                      </a:cubicBezTo>
                      <a:lnTo>
                        <a:pt x="863" y="809"/>
                      </a:lnTo>
                      <a:cubicBezTo>
                        <a:pt x="899" y="831"/>
                        <a:pt x="945" y="841"/>
                        <a:pt x="992" y="841"/>
                      </a:cubicBezTo>
                      <a:cubicBezTo>
                        <a:pt x="1039" y="841"/>
                        <a:pt x="1086" y="831"/>
                        <a:pt x="1122" y="809"/>
                      </a:cubicBezTo>
                      <a:lnTo>
                        <a:pt x="1415" y="637"/>
                      </a:lnTo>
                      <a:cubicBezTo>
                        <a:pt x="1488" y="593"/>
                        <a:pt x="1488" y="530"/>
                        <a:pt x="1415" y="486"/>
                      </a:cubicBezTo>
                      <a:lnTo>
                        <a:pt x="632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5" name="Google Shape;1625;p44">
                  <a:extLst>
                    <a:ext uri="{FF2B5EF4-FFF2-40B4-BE49-F238E27FC236}">
                      <a16:creationId xmlns:a16="http://schemas.microsoft.com/office/drawing/2014/main" id="{97CE40B6-528B-BD19-56E8-7DB16B025567}"/>
                    </a:ext>
                  </a:extLst>
                </p:cNvPr>
                <p:cNvSpPr/>
                <p:nvPr/>
              </p:nvSpPr>
              <p:spPr>
                <a:xfrm>
                  <a:off x="-1821684" y="1176108"/>
                  <a:ext cx="100117" cy="55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9" h="676" extrusionOk="0">
                      <a:moveTo>
                        <a:pt x="514" y="0"/>
                      </a:moveTo>
                      <a:cubicBezTo>
                        <a:pt x="465" y="0"/>
                        <a:pt x="417" y="11"/>
                        <a:pt x="382" y="33"/>
                      </a:cubicBezTo>
                      <a:lnTo>
                        <a:pt x="71" y="205"/>
                      </a:lnTo>
                      <a:cubicBezTo>
                        <a:pt x="1" y="248"/>
                        <a:pt x="1" y="319"/>
                        <a:pt x="71" y="362"/>
                      </a:cubicBezTo>
                      <a:lnTo>
                        <a:pt x="561" y="643"/>
                      </a:lnTo>
                      <a:cubicBezTo>
                        <a:pt x="597" y="665"/>
                        <a:pt x="645" y="676"/>
                        <a:pt x="693" y="676"/>
                      </a:cubicBezTo>
                      <a:cubicBezTo>
                        <a:pt x="742" y="676"/>
                        <a:pt x="791" y="665"/>
                        <a:pt x="827" y="643"/>
                      </a:cubicBezTo>
                      <a:lnTo>
                        <a:pt x="1136" y="464"/>
                      </a:lnTo>
                      <a:cubicBezTo>
                        <a:pt x="1208" y="421"/>
                        <a:pt x="1208" y="355"/>
                        <a:pt x="1136" y="312"/>
                      </a:cubicBezTo>
                      <a:lnTo>
                        <a:pt x="647" y="33"/>
                      </a:lnTo>
                      <a:cubicBezTo>
                        <a:pt x="611" y="11"/>
                        <a:pt x="563" y="0"/>
                        <a:pt x="514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6" name="Google Shape;1626;p44">
                  <a:extLst>
                    <a:ext uri="{FF2B5EF4-FFF2-40B4-BE49-F238E27FC236}">
                      <a16:creationId xmlns:a16="http://schemas.microsoft.com/office/drawing/2014/main" id="{25B3659C-A805-239A-431D-85A4255922B8}"/>
                    </a:ext>
                  </a:extLst>
                </p:cNvPr>
                <p:cNvSpPr/>
                <p:nvPr/>
              </p:nvSpPr>
              <p:spPr>
                <a:xfrm>
                  <a:off x="-1764544" y="1142653"/>
                  <a:ext cx="148230" cy="84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" h="1021" extrusionOk="0">
                      <a:moveTo>
                        <a:pt x="511" y="1"/>
                      </a:moveTo>
                      <a:cubicBezTo>
                        <a:pt x="464" y="1"/>
                        <a:pt x="417" y="11"/>
                        <a:pt x="382" y="33"/>
                      </a:cubicBezTo>
                      <a:lnTo>
                        <a:pt x="71" y="212"/>
                      </a:lnTo>
                      <a:cubicBezTo>
                        <a:pt x="1" y="255"/>
                        <a:pt x="1" y="321"/>
                        <a:pt x="71" y="364"/>
                      </a:cubicBezTo>
                      <a:lnTo>
                        <a:pt x="1143" y="989"/>
                      </a:lnTo>
                      <a:cubicBezTo>
                        <a:pt x="1182" y="1010"/>
                        <a:pt x="1231" y="1021"/>
                        <a:pt x="1279" y="1021"/>
                      </a:cubicBezTo>
                      <a:cubicBezTo>
                        <a:pt x="1326" y="1021"/>
                        <a:pt x="1373" y="1010"/>
                        <a:pt x="1408" y="989"/>
                      </a:cubicBezTo>
                      <a:lnTo>
                        <a:pt x="1719" y="809"/>
                      </a:lnTo>
                      <a:cubicBezTo>
                        <a:pt x="1790" y="766"/>
                        <a:pt x="1790" y="695"/>
                        <a:pt x="1719" y="659"/>
                      </a:cubicBezTo>
                      <a:lnTo>
                        <a:pt x="641" y="33"/>
                      </a:lnTo>
                      <a:cubicBezTo>
                        <a:pt x="604" y="11"/>
                        <a:pt x="557" y="1"/>
                        <a:pt x="51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7" name="Google Shape;1627;p44">
                  <a:extLst>
                    <a:ext uri="{FF2B5EF4-FFF2-40B4-BE49-F238E27FC236}">
                      <a16:creationId xmlns:a16="http://schemas.microsoft.com/office/drawing/2014/main" id="{4AD39040-9410-5585-4336-890A6FF08885}"/>
                    </a:ext>
                  </a:extLst>
                </p:cNvPr>
                <p:cNvSpPr/>
                <p:nvPr/>
              </p:nvSpPr>
              <p:spPr>
                <a:xfrm>
                  <a:off x="-1644385" y="1212380"/>
                  <a:ext cx="87613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8" h="590" extrusionOk="0">
                      <a:moveTo>
                        <a:pt x="515" y="0"/>
                      </a:moveTo>
                      <a:cubicBezTo>
                        <a:pt x="467" y="0"/>
                        <a:pt x="418" y="11"/>
                        <a:pt x="382" y="33"/>
                      </a:cubicBezTo>
                      <a:lnTo>
                        <a:pt x="73" y="212"/>
                      </a:lnTo>
                      <a:cubicBezTo>
                        <a:pt x="0" y="255"/>
                        <a:pt x="0" y="319"/>
                        <a:pt x="73" y="362"/>
                      </a:cubicBezTo>
                      <a:lnTo>
                        <a:pt x="411" y="557"/>
                      </a:lnTo>
                      <a:cubicBezTo>
                        <a:pt x="447" y="579"/>
                        <a:pt x="496" y="590"/>
                        <a:pt x="544" y="590"/>
                      </a:cubicBezTo>
                      <a:cubicBezTo>
                        <a:pt x="592" y="590"/>
                        <a:pt x="640" y="579"/>
                        <a:pt x="677" y="557"/>
                      </a:cubicBezTo>
                      <a:lnTo>
                        <a:pt x="985" y="378"/>
                      </a:lnTo>
                      <a:cubicBezTo>
                        <a:pt x="1058" y="342"/>
                        <a:pt x="1058" y="269"/>
                        <a:pt x="985" y="226"/>
                      </a:cubicBezTo>
                      <a:lnTo>
                        <a:pt x="647" y="33"/>
                      </a:lnTo>
                      <a:cubicBezTo>
                        <a:pt x="612" y="11"/>
                        <a:pt x="564" y="0"/>
                        <a:pt x="515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8" name="Google Shape;1628;p44">
                  <a:extLst>
                    <a:ext uri="{FF2B5EF4-FFF2-40B4-BE49-F238E27FC236}">
                      <a16:creationId xmlns:a16="http://schemas.microsoft.com/office/drawing/2014/main" id="{C16F0964-BC4D-A932-1F80-B214BF94AAFE}"/>
                    </a:ext>
                  </a:extLst>
                </p:cNvPr>
                <p:cNvSpPr/>
                <p:nvPr/>
              </p:nvSpPr>
              <p:spPr>
                <a:xfrm>
                  <a:off x="-1584844" y="1246829"/>
                  <a:ext cx="84135" cy="47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" h="569" extrusionOk="0">
                      <a:moveTo>
                        <a:pt x="512" y="0"/>
                      </a:moveTo>
                      <a:cubicBezTo>
                        <a:pt x="465" y="0"/>
                        <a:pt x="418" y="11"/>
                        <a:pt x="382" y="32"/>
                      </a:cubicBezTo>
                      <a:lnTo>
                        <a:pt x="73" y="214"/>
                      </a:lnTo>
                      <a:cubicBezTo>
                        <a:pt x="1" y="257"/>
                        <a:pt x="1" y="321"/>
                        <a:pt x="73" y="364"/>
                      </a:cubicBezTo>
                      <a:lnTo>
                        <a:pt x="375" y="536"/>
                      </a:lnTo>
                      <a:cubicBezTo>
                        <a:pt x="411" y="558"/>
                        <a:pt x="457" y="569"/>
                        <a:pt x="504" y="569"/>
                      </a:cubicBezTo>
                      <a:cubicBezTo>
                        <a:pt x="551" y="569"/>
                        <a:pt x="598" y="558"/>
                        <a:pt x="634" y="536"/>
                      </a:cubicBezTo>
                      <a:lnTo>
                        <a:pt x="943" y="357"/>
                      </a:lnTo>
                      <a:cubicBezTo>
                        <a:pt x="1015" y="314"/>
                        <a:pt x="1015" y="248"/>
                        <a:pt x="943" y="205"/>
                      </a:cubicBezTo>
                      <a:lnTo>
                        <a:pt x="648" y="32"/>
                      </a:lnTo>
                      <a:cubicBezTo>
                        <a:pt x="608" y="11"/>
                        <a:pt x="560" y="0"/>
                        <a:pt x="51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9" name="Google Shape;1629;p44">
                  <a:extLst>
                    <a:ext uri="{FF2B5EF4-FFF2-40B4-BE49-F238E27FC236}">
                      <a16:creationId xmlns:a16="http://schemas.microsoft.com/office/drawing/2014/main" id="{9775BEF6-F5C4-FB50-32A4-BDA25B7454C7}"/>
                    </a:ext>
                  </a:extLst>
                </p:cNvPr>
                <p:cNvSpPr/>
                <p:nvPr/>
              </p:nvSpPr>
              <p:spPr>
                <a:xfrm>
                  <a:off x="-888982" y="1516960"/>
                  <a:ext cx="130426" cy="73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5" h="888" extrusionOk="0">
                      <a:moveTo>
                        <a:pt x="540" y="0"/>
                      </a:moveTo>
                      <a:cubicBezTo>
                        <a:pt x="493" y="0"/>
                        <a:pt x="446" y="9"/>
                        <a:pt x="410" y="28"/>
                      </a:cubicBezTo>
                      <a:lnTo>
                        <a:pt x="73" y="221"/>
                      </a:lnTo>
                      <a:cubicBezTo>
                        <a:pt x="1" y="264"/>
                        <a:pt x="1" y="336"/>
                        <a:pt x="73" y="379"/>
                      </a:cubicBezTo>
                      <a:lnTo>
                        <a:pt x="907" y="861"/>
                      </a:lnTo>
                      <a:cubicBezTo>
                        <a:pt x="943" y="879"/>
                        <a:pt x="991" y="888"/>
                        <a:pt x="1039" y="888"/>
                      </a:cubicBezTo>
                      <a:cubicBezTo>
                        <a:pt x="1088" y="888"/>
                        <a:pt x="1136" y="879"/>
                        <a:pt x="1172" y="861"/>
                      </a:cubicBezTo>
                      <a:lnTo>
                        <a:pt x="1503" y="668"/>
                      </a:lnTo>
                      <a:cubicBezTo>
                        <a:pt x="1574" y="624"/>
                        <a:pt x="1574" y="552"/>
                        <a:pt x="1503" y="509"/>
                      </a:cubicBezTo>
                      <a:lnTo>
                        <a:pt x="668" y="28"/>
                      </a:lnTo>
                      <a:cubicBezTo>
                        <a:pt x="633" y="9"/>
                        <a:pt x="587" y="0"/>
                        <a:pt x="54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0" name="Google Shape;1630;p44">
                  <a:extLst>
                    <a:ext uri="{FF2B5EF4-FFF2-40B4-BE49-F238E27FC236}">
                      <a16:creationId xmlns:a16="http://schemas.microsoft.com/office/drawing/2014/main" id="{24ADA776-9E60-AA88-B28E-AA3D8B2B58DA}"/>
                    </a:ext>
                  </a:extLst>
                </p:cNvPr>
                <p:cNvSpPr/>
                <p:nvPr/>
              </p:nvSpPr>
              <p:spPr>
                <a:xfrm>
                  <a:off x="-947281" y="1483256"/>
                  <a:ext cx="88690" cy="4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597" extrusionOk="0">
                      <a:moveTo>
                        <a:pt x="539" y="0"/>
                      </a:moveTo>
                      <a:cubicBezTo>
                        <a:pt x="493" y="0"/>
                        <a:pt x="446" y="11"/>
                        <a:pt x="410" y="33"/>
                      </a:cubicBezTo>
                      <a:lnTo>
                        <a:pt x="72" y="226"/>
                      </a:lnTo>
                      <a:cubicBezTo>
                        <a:pt x="1" y="269"/>
                        <a:pt x="1" y="334"/>
                        <a:pt x="72" y="378"/>
                      </a:cubicBezTo>
                      <a:lnTo>
                        <a:pt x="396" y="564"/>
                      </a:lnTo>
                      <a:cubicBezTo>
                        <a:pt x="431" y="585"/>
                        <a:pt x="480" y="596"/>
                        <a:pt x="528" y="596"/>
                      </a:cubicBezTo>
                      <a:cubicBezTo>
                        <a:pt x="577" y="596"/>
                        <a:pt x="625" y="585"/>
                        <a:pt x="662" y="564"/>
                      </a:cubicBezTo>
                      <a:lnTo>
                        <a:pt x="993" y="369"/>
                      </a:lnTo>
                      <a:cubicBezTo>
                        <a:pt x="1071" y="326"/>
                        <a:pt x="1064" y="262"/>
                        <a:pt x="993" y="219"/>
                      </a:cubicBezTo>
                      <a:lnTo>
                        <a:pt x="669" y="33"/>
                      </a:lnTo>
                      <a:cubicBezTo>
                        <a:pt x="632" y="11"/>
                        <a:pt x="586" y="0"/>
                        <a:pt x="539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1" name="Google Shape;1631;p44">
                  <a:extLst>
                    <a:ext uri="{FF2B5EF4-FFF2-40B4-BE49-F238E27FC236}">
                      <a16:creationId xmlns:a16="http://schemas.microsoft.com/office/drawing/2014/main" id="{A27B47BC-EEA6-F739-A280-5253D8D26CC8}"/>
                    </a:ext>
                  </a:extLst>
                </p:cNvPr>
                <p:cNvSpPr/>
                <p:nvPr/>
              </p:nvSpPr>
              <p:spPr>
                <a:xfrm>
                  <a:off x="-982972" y="1528968"/>
                  <a:ext cx="165537" cy="94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9" h="1137" extrusionOk="0">
                      <a:moveTo>
                        <a:pt x="500" y="0"/>
                      </a:moveTo>
                      <a:cubicBezTo>
                        <a:pt x="451" y="0"/>
                        <a:pt x="403" y="11"/>
                        <a:pt x="366" y="33"/>
                      </a:cubicBezTo>
                      <a:lnTo>
                        <a:pt x="71" y="205"/>
                      </a:lnTo>
                      <a:cubicBezTo>
                        <a:pt x="1" y="248"/>
                        <a:pt x="1" y="314"/>
                        <a:pt x="71" y="357"/>
                      </a:cubicBezTo>
                      <a:lnTo>
                        <a:pt x="1365" y="1104"/>
                      </a:lnTo>
                      <a:cubicBezTo>
                        <a:pt x="1405" y="1125"/>
                        <a:pt x="1454" y="1136"/>
                        <a:pt x="1501" y="1136"/>
                      </a:cubicBezTo>
                      <a:cubicBezTo>
                        <a:pt x="1549" y="1136"/>
                        <a:pt x="1596" y="1125"/>
                        <a:pt x="1631" y="1104"/>
                      </a:cubicBezTo>
                      <a:lnTo>
                        <a:pt x="1926" y="931"/>
                      </a:lnTo>
                      <a:cubicBezTo>
                        <a:pt x="1998" y="888"/>
                        <a:pt x="1998" y="824"/>
                        <a:pt x="1926" y="781"/>
                      </a:cubicBezTo>
                      <a:lnTo>
                        <a:pt x="632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2" name="Google Shape;1632;p44">
                  <a:extLst>
                    <a:ext uri="{FF2B5EF4-FFF2-40B4-BE49-F238E27FC236}">
                      <a16:creationId xmlns:a16="http://schemas.microsoft.com/office/drawing/2014/main" id="{F93390B6-970A-C7EE-284A-9AB7D95BFF97}"/>
                    </a:ext>
                  </a:extLst>
                </p:cNvPr>
                <p:cNvSpPr/>
                <p:nvPr/>
              </p:nvSpPr>
              <p:spPr>
                <a:xfrm>
                  <a:off x="-1040112" y="1495677"/>
                  <a:ext cx="83969" cy="47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" h="569" extrusionOk="0">
                      <a:moveTo>
                        <a:pt x="500" y="0"/>
                      </a:moveTo>
                      <a:cubicBezTo>
                        <a:pt x="451" y="0"/>
                        <a:pt x="403" y="11"/>
                        <a:pt x="366" y="33"/>
                      </a:cubicBezTo>
                      <a:lnTo>
                        <a:pt x="71" y="205"/>
                      </a:lnTo>
                      <a:cubicBezTo>
                        <a:pt x="1" y="248"/>
                        <a:pt x="1" y="321"/>
                        <a:pt x="71" y="357"/>
                      </a:cubicBezTo>
                      <a:lnTo>
                        <a:pt x="380" y="536"/>
                      </a:lnTo>
                      <a:cubicBezTo>
                        <a:pt x="416" y="558"/>
                        <a:pt x="465" y="569"/>
                        <a:pt x="514" y="569"/>
                      </a:cubicBezTo>
                      <a:cubicBezTo>
                        <a:pt x="563" y="569"/>
                        <a:pt x="611" y="558"/>
                        <a:pt x="648" y="536"/>
                      </a:cubicBezTo>
                      <a:lnTo>
                        <a:pt x="941" y="364"/>
                      </a:lnTo>
                      <a:cubicBezTo>
                        <a:pt x="1013" y="328"/>
                        <a:pt x="1013" y="255"/>
                        <a:pt x="941" y="212"/>
                      </a:cubicBezTo>
                      <a:lnTo>
                        <a:pt x="632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3" name="Google Shape;1633;p44">
                  <a:extLst>
                    <a:ext uri="{FF2B5EF4-FFF2-40B4-BE49-F238E27FC236}">
                      <a16:creationId xmlns:a16="http://schemas.microsoft.com/office/drawing/2014/main" id="{744EE523-76FA-F3BD-03EC-99D28908E7B3}"/>
                    </a:ext>
                  </a:extLst>
                </p:cNvPr>
                <p:cNvSpPr/>
                <p:nvPr/>
              </p:nvSpPr>
              <p:spPr>
                <a:xfrm>
                  <a:off x="-1496070" y="1233083"/>
                  <a:ext cx="84632" cy="46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564" extrusionOk="0">
                      <a:moveTo>
                        <a:pt x="503" y="0"/>
                      </a:moveTo>
                      <a:cubicBezTo>
                        <a:pt x="456" y="0"/>
                        <a:pt x="410" y="9"/>
                        <a:pt x="374" y="26"/>
                      </a:cubicBezTo>
                      <a:lnTo>
                        <a:pt x="79" y="198"/>
                      </a:lnTo>
                      <a:cubicBezTo>
                        <a:pt x="0" y="242"/>
                        <a:pt x="7" y="314"/>
                        <a:pt x="79" y="357"/>
                      </a:cubicBezTo>
                      <a:lnTo>
                        <a:pt x="388" y="537"/>
                      </a:lnTo>
                      <a:cubicBezTo>
                        <a:pt x="424" y="555"/>
                        <a:pt x="471" y="564"/>
                        <a:pt x="518" y="564"/>
                      </a:cubicBezTo>
                      <a:cubicBezTo>
                        <a:pt x="566" y="564"/>
                        <a:pt x="614" y="555"/>
                        <a:pt x="654" y="537"/>
                      </a:cubicBezTo>
                      <a:lnTo>
                        <a:pt x="949" y="364"/>
                      </a:lnTo>
                      <a:cubicBezTo>
                        <a:pt x="1021" y="321"/>
                        <a:pt x="1021" y="250"/>
                        <a:pt x="949" y="207"/>
                      </a:cubicBezTo>
                      <a:lnTo>
                        <a:pt x="633" y="26"/>
                      </a:lnTo>
                      <a:cubicBezTo>
                        <a:pt x="597" y="9"/>
                        <a:pt x="550" y="0"/>
                        <a:pt x="50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4" name="Google Shape;1634;p44">
                  <a:extLst>
                    <a:ext uri="{FF2B5EF4-FFF2-40B4-BE49-F238E27FC236}">
                      <a16:creationId xmlns:a16="http://schemas.microsoft.com/office/drawing/2014/main" id="{CA344D59-7F82-E9FA-F83D-1B305DD28AEC}"/>
                    </a:ext>
                  </a:extLst>
                </p:cNvPr>
                <p:cNvSpPr/>
                <p:nvPr/>
              </p:nvSpPr>
              <p:spPr>
                <a:xfrm>
                  <a:off x="-729405" y="1542052"/>
                  <a:ext cx="89352" cy="50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606" extrusionOk="0">
                      <a:moveTo>
                        <a:pt x="503" y="1"/>
                      </a:moveTo>
                      <a:cubicBezTo>
                        <a:pt x="457" y="1"/>
                        <a:pt x="410" y="12"/>
                        <a:pt x="373" y="33"/>
                      </a:cubicBezTo>
                      <a:lnTo>
                        <a:pt x="72" y="206"/>
                      </a:lnTo>
                      <a:cubicBezTo>
                        <a:pt x="1" y="249"/>
                        <a:pt x="1" y="321"/>
                        <a:pt x="72" y="365"/>
                      </a:cubicBezTo>
                      <a:lnTo>
                        <a:pt x="446" y="573"/>
                      </a:lnTo>
                      <a:cubicBezTo>
                        <a:pt x="482" y="595"/>
                        <a:pt x="529" y="606"/>
                        <a:pt x="575" y="606"/>
                      </a:cubicBezTo>
                      <a:cubicBezTo>
                        <a:pt x="622" y="606"/>
                        <a:pt x="668" y="595"/>
                        <a:pt x="705" y="573"/>
                      </a:cubicBezTo>
                      <a:lnTo>
                        <a:pt x="1007" y="401"/>
                      </a:lnTo>
                      <a:cubicBezTo>
                        <a:pt x="1079" y="358"/>
                        <a:pt x="1079" y="292"/>
                        <a:pt x="1007" y="249"/>
                      </a:cubicBezTo>
                      <a:lnTo>
                        <a:pt x="632" y="33"/>
                      </a:lnTo>
                      <a:cubicBezTo>
                        <a:pt x="597" y="12"/>
                        <a:pt x="550" y="1"/>
                        <a:pt x="50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5" name="Google Shape;1635;p44">
                  <a:extLst>
                    <a:ext uri="{FF2B5EF4-FFF2-40B4-BE49-F238E27FC236}">
                      <a16:creationId xmlns:a16="http://schemas.microsoft.com/office/drawing/2014/main" id="{BCE09BF4-79FD-A925-6910-C0673076C2ED}"/>
                    </a:ext>
                  </a:extLst>
                </p:cNvPr>
                <p:cNvSpPr/>
                <p:nvPr/>
              </p:nvSpPr>
              <p:spPr>
                <a:xfrm>
                  <a:off x="-788366" y="1574845"/>
                  <a:ext cx="92333" cy="51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626" extrusionOk="0">
                      <a:moveTo>
                        <a:pt x="540" y="0"/>
                      </a:moveTo>
                      <a:cubicBezTo>
                        <a:pt x="493" y="0"/>
                        <a:pt x="446" y="11"/>
                        <a:pt x="411" y="32"/>
                      </a:cubicBezTo>
                      <a:lnTo>
                        <a:pt x="73" y="227"/>
                      </a:lnTo>
                      <a:cubicBezTo>
                        <a:pt x="0" y="270"/>
                        <a:pt x="0" y="334"/>
                        <a:pt x="73" y="377"/>
                      </a:cubicBezTo>
                      <a:lnTo>
                        <a:pt x="438" y="593"/>
                      </a:lnTo>
                      <a:cubicBezTo>
                        <a:pt x="478" y="615"/>
                        <a:pt x="527" y="625"/>
                        <a:pt x="575" y="625"/>
                      </a:cubicBezTo>
                      <a:cubicBezTo>
                        <a:pt x="622" y="625"/>
                        <a:pt x="669" y="615"/>
                        <a:pt x="704" y="593"/>
                      </a:cubicBezTo>
                      <a:lnTo>
                        <a:pt x="1042" y="400"/>
                      </a:lnTo>
                      <a:cubicBezTo>
                        <a:pt x="1115" y="357"/>
                        <a:pt x="1115" y="284"/>
                        <a:pt x="1042" y="248"/>
                      </a:cubicBezTo>
                      <a:lnTo>
                        <a:pt x="670" y="32"/>
                      </a:lnTo>
                      <a:cubicBezTo>
                        <a:pt x="633" y="11"/>
                        <a:pt x="586" y="0"/>
                        <a:pt x="54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6" name="Google Shape;1636;p44">
                  <a:extLst>
                    <a:ext uri="{FF2B5EF4-FFF2-40B4-BE49-F238E27FC236}">
                      <a16:creationId xmlns:a16="http://schemas.microsoft.com/office/drawing/2014/main" id="{1E729543-ED29-36DD-5A8E-D8DCEF69CD38}"/>
                    </a:ext>
                  </a:extLst>
                </p:cNvPr>
                <p:cNvSpPr/>
                <p:nvPr/>
              </p:nvSpPr>
              <p:spPr>
                <a:xfrm>
                  <a:off x="-1128803" y="1311836"/>
                  <a:ext cx="79746" cy="44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" h="540" extrusionOk="0">
                      <a:moveTo>
                        <a:pt x="500" y="0"/>
                      </a:moveTo>
                      <a:cubicBezTo>
                        <a:pt x="451" y="0"/>
                        <a:pt x="402" y="11"/>
                        <a:pt x="366" y="32"/>
                      </a:cubicBezTo>
                      <a:lnTo>
                        <a:pt x="71" y="205"/>
                      </a:lnTo>
                      <a:cubicBezTo>
                        <a:pt x="0" y="239"/>
                        <a:pt x="0" y="312"/>
                        <a:pt x="71" y="355"/>
                      </a:cubicBezTo>
                      <a:lnTo>
                        <a:pt x="330" y="507"/>
                      </a:lnTo>
                      <a:cubicBezTo>
                        <a:pt x="366" y="528"/>
                        <a:pt x="415" y="539"/>
                        <a:pt x="464" y="539"/>
                      </a:cubicBezTo>
                      <a:cubicBezTo>
                        <a:pt x="512" y="539"/>
                        <a:pt x="561" y="528"/>
                        <a:pt x="597" y="507"/>
                      </a:cubicBezTo>
                      <a:lnTo>
                        <a:pt x="891" y="334"/>
                      </a:lnTo>
                      <a:cubicBezTo>
                        <a:pt x="963" y="291"/>
                        <a:pt x="963" y="219"/>
                        <a:pt x="891" y="176"/>
                      </a:cubicBezTo>
                      <a:lnTo>
                        <a:pt x="632" y="32"/>
                      </a:lnTo>
                      <a:cubicBezTo>
                        <a:pt x="596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7" name="Google Shape;1637;p44">
                  <a:extLst>
                    <a:ext uri="{FF2B5EF4-FFF2-40B4-BE49-F238E27FC236}">
                      <a16:creationId xmlns:a16="http://schemas.microsoft.com/office/drawing/2014/main" id="{BA91AE6B-A836-BE2E-9CA7-09110BF611D1}"/>
                    </a:ext>
                  </a:extLst>
                </p:cNvPr>
                <p:cNvSpPr/>
                <p:nvPr/>
              </p:nvSpPr>
              <p:spPr>
                <a:xfrm>
                  <a:off x="-672927" y="1521266"/>
                  <a:ext cx="68649" cy="3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9" h="460" extrusionOk="0">
                      <a:moveTo>
                        <a:pt x="254" y="0"/>
                      </a:moveTo>
                      <a:cubicBezTo>
                        <a:pt x="206" y="0"/>
                        <a:pt x="159" y="11"/>
                        <a:pt x="123" y="32"/>
                      </a:cubicBezTo>
                      <a:lnTo>
                        <a:pt x="73" y="62"/>
                      </a:lnTo>
                      <a:cubicBezTo>
                        <a:pt x="0" y="105"/>
                        <a:pt x="0" y="177"/>
                        <a:pt x="73" y="212"/>
                      </a:cubicBezTo>
                      <a:lnTo>
                        <a:pt x="447" y="427"/>
                      </a:lnTo>
                      <a:cubicBezTo>
                        <a:pt x="482" y="449"/>
                        <a:pt x="529" y="460"/>
                        <a:pt x="576" y="460"/>
                      </a:cubicBezTo>
                      <a:cubicBezTo>
                        <a:pt x="623" y="460"/>
                        <a:pt x="670" y="449"/>
                        <a:pt x="706" y="427"/>
                      </a:cubicBezTo>
                      <a:lnTo>
                        <a:pt x="756" y="400"/>
                      </a:lnTo>
                      <a:cubicBezTo>
                        <a:pt x="828" y="357"/>
                        <a:pt x="828" y="291"/>
                        <a:pt x="756" y="248"/>
                      </a:cubicBezTo>
                      <a:lnTo>
                        <a:pt x="388" y="32"/>
                      </a:lnTo>
                      <a:cubicBezTo>
                        <a:pt x="350" y="11"/>
                        <a:pt x="301" y="0"/>
                        <a:pt x="254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8" name="Google Shape;1638;p44">
                  <a:extLst>
                    <a:ext uri="{FF2B5EF4-FFF2-40B4-BE49-F238E27FC236}">
                      <a16:creationId xmlns:a16="http://schemas.microsoft.com/office/drawing/2014/main" id="{AB0B3341-DE0E-AB0B-67FA-A73B56170182}"/>
                    </a:ext>
                  </a:extLst>
                </p:cNvPr>
                <p:cNvSpPr/>
                <p:nvPr/>
              </p:nvSpPr>
              <p:spPr>
                <a:xfrm>
                  <a:off x="-788366" y="1454686"/>
                  <a:ext cx="65503" cy="36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438" extrusionOk="0">
                      <a:moveTo>
                        <a:pt x="252" y="0"/>
                      </a:moveTo>
                      <a:cubicBezTo>
                        <a:pt x="206" y="0"/>
                        <a:pt x="159" y="11"/>
                        <a:pt x="123" y="33"/>
                      </a:cubicBezTo>
                      <a:lnTo>
                        <a:pt x="73" y="60"/>
                      </a:lnTo>
                      <a:cubicBezTo>
                        <a:pt x="0" y="103"/>
                        <a:pt x="0" y="169"/>
                        <a:pt x="73" y="212"/>
                      </a:cubicBezTo>
                      <a:lnTo>
                        <a:pt x="411" y="405"/>
                      </a:lnTo>
                      <a:cubicBezTo>
                        <a:pt x="446" y="427"/>
                        <a:pt x="493" y="438"/>
                        <a:pt x="540" y="438"/>
                      </a:cubicBezTo>
                      <a:cubicBezTo>
                        <a:pt x="588" y="438"/>
                        <a:pt x="637" y="427"/>
                        <a:pt x="677" y="405"/>
                      </a:cubicBezTo>
                      <a:lnTo>
                        <a:pt x="720" y="378"/>
                      </a:lnTo>
                      <a:cubicBezTo>
                        <a:pt x="790" y="341"/>
                        <a:pt x="790" y="269"/>
                        <a:pt x="720" y="226"/>
                      </a:cubicBezTo>
                      <a:lnTo>
                        <a:pt x="382" y="33"/>
                      </a:lnTo>
                      <a:cubicBezTo>
                        <a:pt x="345" y="11"/>
                        <a:pt x="299" y="0"/>
                        <a:pt x="25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9" name="Google Shape;1639;p44">
                  <a:extLst>
                    <a:ext uri="{FF2B5EF4-FFF2-40B4-BE49-F238E27FC236}">
                      <a16:creationId xmlns:a16="http://schemas.microsoft.com/office/drawing/2014/main" id="{7E0B99A3-E4E3-75C8-3272-D0DF01054CF6}"/>
                    </a:ext>
                  </a:extLst>
                </p:cNvPr>
                <p:cNvSpPr/>
                <p:nvPr/>
              </p:nvSpPr>
              <p:spPr>
                <a:xfrm>
                  <a:off x="-728825" y="1489053"/>
                  <a:ext cx="62522" cy="34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" h="418" extrusionOk="0">
                      <a:moveTo>
                        <a:pt x="252" y="1"/>
                      </a:moveTo>
                      <a:cubicBezTo>
                        <a:pt x="205" y="1"/>
                        <a:pt x="159" y="12"/>
                        <a:pt x="123" y="33"/>
                      </a:cubicBezTo>
                      <a:lnTo>
                        <a:pt x="71" y="63"/>
                      </a:lnTo>
                      <a:cubicBezTo>
                        <a:pt x="1" y="106"/>
                        <a:pt x="1" y="170"/>
                        <a:pt x="71" y="213"/>
                      </a:cubicBezTo>
                      <a:lnTo>
                        <a:pt x="366" y="385"/>
                      </a:lnTo>
                      <a:cubicBezTo>
                        <a:pt x="403" y="407"/>
                        <a:pt x="451" y="418"/>
                        <a:pt x="500" y="418"/>
                      </a:cubicBezTo>
                      <a:cubicBezTo>
                        <a:pt x="548" y="418"/>
                        <a:pt x="597" y="407"/>
                        <a:pt x="632" y="385"/>
                      </a:cubicBezTo>
                      <a:lnTo>
                        <a:pt x="684" y="358"/>
                      </a:lnTo>
                      <a:cubicBezTo>
                        <a:pt x="755" y="314"/>
                        <a:pt x="755" y="242"/>
                        <a:pt x="684" y="206"/>
                      </a:cubicBezTo>
                      <a:lnTo>
                        <a:pt x="382" y="33"/>
                      </a:lnTo>
                      <a:cubicBezTo>
                        <a:pt x="346" y="12"/>
                        <a:pt x="299" y="1"/>
                        <a:pt x="25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0" name="Google Shape;1640;p44">
                  <a:extLst>
                    <a:ext uri="{FF2B5EF4-FFF2-40B4-BE49-F238E27FC236}">
                      <a16:creationId xmlns:a16="http://schemas.microsoft.com/office/drawing/2014/main" id="{4F4EB12E-DE00-348E-02E9-1D21E3886662}"/>
                    </a:ext>
                  </a:extLst>
                </p:cNvPr>
                <p:cNvSpPr/>
                <p:nvPr/>
              </p:nvSpPr>
              <p:spPr>
                <a:xfrm>
                  <a:off x="-844926" y="1475389"/>
                  <a:ext cx="142930" cy="81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" h="980" extrusionOk="0">
                      <a:moveTo>
                        <a:pt x="504" y="0"/>
                      </a:moveTo>
                      <a:cubicBezTo>
                        <a:pt x="457" y="0"/>
                        <a:pt x="411" y="11"/>
                        <a:pt x="375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21"/>
                        <a:pt x="73" y="357"/>
                      </a:cubicBezTo>
                      <a:lnTo>
                        <a:pt x="1085" y="947"/>
                      </a:lnTo>
                      <a:cubicBezTo>
                        <a:pt x="1121" y="969"/>
                        <a:pt x="1170" y="979"/>
                        <a:pt x="1219" y="979"/>
                      </a:cubicBezTo>
                      <a:cubicBezTo>
                        <a:pt x="1268" y="979"/>
                        <a:pt x="1316" y="969"/>
                        <a:pt x="1353" y="947"/>
                      </a:cubicBezTo>
                      <a:lnTo>
                        <a:pt x="1646" y="774"/>
                      </a:lnTo>
                      <a:cubicBezTo>
                        <a:pt x="1725" y="731"/>
                        <a:pt x="1718" y="666"/>
                        <a:pt x="1646" y="623"/>
                      </a:cubicBezTo>
                      <a:lnTo>
                        <a:pt x="633" y="33"/>
                      </a:lnTo>
                      <a:cubicBezTo>
                        <a:pt x="597" y="11"/>
                        <a:pt x="550" y="0"/>
                        <a:pt x="504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1" name="Google Shape;1641;p44">
                  <a:extLst>
                    <a:ext uri="{FF2B5EF4-FFF2-40B4-BE49-F238E27FC236}">
                      <a16:creationId xmlns:a16="http://schemas.microsoft.com/office/drawing/2014/main" id="{DE20FA14-C3CF-0CF6-9A40-BA02F099F8E2}"/>
                    </a:ext>
                  </a:extLst>
                </p:cNvPr>
                <p:cNvSpPr/>
                <p:nvPr/>
              </p:nvSpPr>
              <p:spPr>
                <a:xfrm>
                  <a:off x="-846665" y="1421230"/>
                  <a:ext cx="64923" cy="35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" h="433" extrusionOk="0">
                      <a:moveTo>
                        <a:pt x="253" y="1"/>
                      </a:moveTo>
                      <a:cubicBezTo>
                        <a:pt x="205" y="1"/>
                        <a:pt x="158" y="11"/>
                        <a:pt x="123" y="33"/>
                      </a:cubicBezTo>
                      <a:lnTo>
                        <a:pt x="71" y="62"/>
                      </a:lnTo>
                      <a:cubicBezTo>
                        <a:pt x="0" y="98"/>
                        <a:pt x="0" y="169"/>
                        <a:pt x="71" y="212"/>
                      </a:cubicBezTo>
                      <a:lnTo>
                        <a:pt x="396" y="400"/>
                      </a:lnTo>
                      <a:cubicBezTo>
                        <a:pt x="432" y="422"/>
                        <a:pt x="480" y="433"/>
                        <a:pt x="528" y="433"/>
                      </a:cubicBezTo>
                      <a:cubicBezTo>
                        <a:pt x="577" y="433"/>
                        <a:pt x="625" y="422"/>
                        <a:pt x="661" y="400"/>
                      </a:cubicBezTo>
                      <a:lnTo>
                        <a:pt x="711" y="371"/>
                      </a:lnTo>
                      <a:cubicBezTo>
                        <a:pt x="784" y="328"/>
                        <a:pt x="784" y="255"/>
                        <a:pt x="704" y="221"/>
                      </a:cubicBezTo>
                      <a:lnTo>
                        <a:pt x="389" y="33"/>
                      </a:lnTo>
                      <a:cubicBezTo>
                        <a:pt x="349" y="11"/>
                        <a:pt x="300" y="1"/>
                        <a:pt x="25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2" name="Google Shape;1642;p44">
                  <a:extLst>
                    <a:ext uri="{FF2B5EF4-FFF2-40B4-BE49-F238E27FC236}">
                      <a16:creationId xmlns:a16="http://schemas.microsoft.com/office/drawing/2014/main" id="{BC454AEA-1977-FAE2-781E-995A9A7A5A07}"/>
                    </a:ext>
                  </a:extLst>
                </p:cNvPr>
                <p:cNvSpPr/>
                <p:nvPr/>
              </p:nvSpPr>
              <p:spPr>
                <a:xfrm>
                  <a:off x="-903805" y="1387940"/>
                  <a:ext cx="63764" cy="35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" h="425" extrusionOk="0">
                      <a:moveTo>
                        <a:pt x="252" y="1"/>
                      </a:moveTo>
                      <a:cubicBezTo>
                        <a:pt x="205" y="1"/>
                        <a:pt x="158" y="11"/>
                        <a:pt x="123" y="33"/>
                      </a:cubicBezTo>
                      <a:lnTo>
                        <a:pt x="71" y="62"/>
                      </a:lnTo>
                      <a:cubicBezTo>
                        <a:pt x="0" y="105"/>
                        <a:pt x="0" y="169"/>
                        <a:pt x="71" y="212"/>
                      </a:cubicBezTo>
                      <a:lnTo>
                        <a:pt x="382" y="392"/>
                      </a:lnTo>
                      <a:cubicBezTo>
                        <a:pt x="417" y="413"/>
                        <a:pt x="465" y="424"/>
                        <a:pt x="514" y="424"/>
                      </a:cubicBezTo>
                      <a:cubicBezTo>
                        <a:pt x="562" y="424"/>
                        <a:pt x="611" y="413"/>
                        <a:pt x="647" y="392"/>
                      </a:cubicBezTo>
                      <a:lnTo>
                        <a:pt x="697" y="364"/>
                      </a:lnTo>
                      <a:cubicBezTo>
                        <a:pt x="770" y="321"/>
                        <a:pt x="770" y="255"/>
                        <a:pt x="697" y="212"/>
                      </a:cubicBezTo>
                      <a:lnTo>
                        <a:pt x="382" y="33"/>
                      </a:lnTo>
                      <a:cubicBezTo>
                        <a:pt x="345" y="11"/>
                        <a:pt x="298" y="1"/>
                        <a:pt x="25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3" name="Google Shape;1643;p44">
                  <a:extLst>
                    <a:ext uri="{FF2B5EF4-FFF2-40B4-BE49-F238E27FC236}">
                      <a16:creationId xmlns:a16="http://schemas.microsoft.com/office/drawing/2014/main" id="{D8D675C3-7527-6FBC-A25B-4D1CD0940C68}"/>
                    </a:ext>
                  </a:extLst>
                </p:cNvPr>
                <p:cNvSpPr/>
                <p:nvPr/>
              </p:nvSpPr>
              <p:spPr>
                <a:xfrm>
                  <a:off x="-959785" y="1355809"/>
                  <a:ext cx="62604" cy="34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418" extrusionOk="0">
                      <a:moveTo>
                        <a:pt x="248" y="0"/>
                      </a:moveTo>
                      <a:cubicBezTo>
                        <a:pt x="199" y="0"/>
                        <a:pt x="151" y="11"/>
                        <a:pt x="116" y="33"/>
                      </a:cubicBezTo>
                      <a:lnTo>
                        <a:pt x="73" y="62"/>
                      </a:lnTo>
                      <a:cubicBezTo>
                        <a:pt x="0" y="97"/>
                        <a:pt x="0" y="169"/>
                        <a:pt x="73" y="212"/>
                      </a:cubicBezTo>
                      <a:lnTo>
                        <a:pt x="368" y="385"/>
                      </a:lnTo>
                      <a:cubicBezTo>
                        <a:pt x="403" y="406"/>
                        <a:pt x="451" y="417"/>
                        <a:pt x="500" y="417"/>
                      </a:cubicBezTo>
                      <a:cubicBezTo>
                        <a:pt x="548" y="417"/>
                        <a:pt x="597" y="406"/>
                        <a:pt x="633" y="385"/>
                      </a:cubicBezTo>
                      <a:lnTo>
                        <a:pt x="683" y="355"/>
                      </a:lnTo>
                      <a:cubicBezTo>
                        <a:pt x="756" y="312"/>
                        <a:pt x="756" y="241"/>
                        <a:pt x="676" y="205"/>
                      </a:cubicBezTo>
                      <a:lnTo>
                        <a:pt x="381" y="33"/>
                      </a:lnTo>
                      <a:cubicBezTo>
                        <a:pt x="345" y="11"/>
                        <a:pt x="296" y="0"/>
                        <a:pt x="248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4" name="Google Shape;1644;p44">
                  <a:extLst>
                    <a:ext uri="{FF2B5EF4-FFF2-40B4-BE49-F238E27FC236}">
                      <a16:creationId xmlns:a16="http://schemas.microsoft.com/office/drawing/2014/main" id="{C2B1C97E-1390-81C9-81DB-E59755461DFF}"/>
                    </a:ext>
                  </a:extLst>
                </p:cNvPr>
                <p:cNvSpPr/>
                <p:nvPr/>
              </p:nvSpPr>
              <p:spPr>
                <a:xfrm>
                  <a:off x="-1016345" y="1376678"/>
                  <a:ext cx="82727" cy="46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" h="561" extrusionOk="0">
                      <a:moveTo>
                        <a:pt x="500" y="0"/>
                      </a:moveTo>
                      <a:cubicBezTo>
                        <a:pt x="451" y="0"/>
                        <a:pt x="403" y="11"/>
                        <a:pt x="367" y="33"/>
                      </a:cubicBezTo>
                      <a:lnTo>
                        <a:pt x="72" y="205"/>
                      </a:lnTo>
                      <a:cubicBezTo>
                        <a:pt x="0" y="248"/>
                        <a:pt x="0" y="312"/>
                        <a:pt x="72" y="355"/>
                      </a:cubicBezTo>
                      <a:lnTo>
                        <a:pt x="367" y="528"/>
                      </a:lnTo>
                      <a:cubicBezTo>
                        <a:pt x="403" y="549"/>
                        <a:pt x="451" y="560"/>
                        <a:pt x="500" y="560"/>
                      </a:cubicBezTo>
                      <a:cubicBezTo>
                        <a:pt x="548" y="560"/>
                        <a:pt x="597" y="549"/>
                        <a:pt x="633" y="528"/>
                      </a:cubicBezTo>
                      <a:lnTo>
                        <a:pt x="928" y="355"/>
                      </a:lnTo>
                      <a:cubicBezTo>
                        <a:pt x="999" y="312"/>
                        <a:pt x="999" y="241"/>
                        <a:pt x="928" y="205"/>
                      </a:cubicBezTo>
                      <a:lnTo>
                        <a:pt x="633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5" name="Google Shape;1645;p44">
                  <a:extLst>
                    <a:ext uri="{FF2B5EF4-FFF2-40B4-BE49-F238E27FC236}">
                      <a16:creationId xmlns:a16="http://schemas.microsoft.com/office/drawing/2014/main" id="{BF335128-023E-5767-0BEE-87CC298986CC}"/>
                    </a:ext>
                  </a:extLst>
                </p:cNvPr>
                <p:cNvSpPr/>
                <p:nvPr/>
              </p:nvSpPr>
              <p:spPr>
                <a:xfrm>
                  <a:off x="-960365" y="1408808"/>
                  <a:ext cx="84632" cy="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568" extrusionOk="0">
                      <a:moveTo>
                        <a:pt x="502" y="0"/>
                      </a:moveTo>
                      <a:cubicBezTo>
                        <a:pt x="454" y="0"/>
                        <a:pt x="406" y="11"/>
                        <a:pt x="366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19"/>
                        <a:pt x="73" y="355"/>
                      </a:cubicBezTo>
                      <a:lnTo>
                        <a:pt x="382" y="535"/>
                      </a:lnTo>
                      <a:cubicBezTo>
                        <a:pt x="421" y="556"/>
                        <a:pt x="470" y="567"/>
                        <a:pt x="517" y="567"/>
                      </a:cubicBezTo>
                      <a:cubicBezTo>
                        <a:pt x="564" y="567"/>
                        <a:pt x="611" y="556"/>
                        <a:pt x="647" y="535"/>
                      </a:cubicBezTo>
                      <a:lnTo>
                        <a:pt x="942" y="362"/>
                      </a:lnTo>
                      <a:cubicBezTo>
                        <a:pt x="1022" y="319"/>
                        <a:pt x="1013" y="255"/>
                        <a:pt x="942" y="212"/>
                      </a:cubicBezTo>
                      <a:lnTo>
                        <a:pt x="633" y="33"/>
                      </a:lnTo>
                      <a:cubicBezTo>
                        <a:pt x="597" y="11"/>
                        <a:pt x="550" y="0"/>
                        <a:pt x="50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6" name="Google Shape;1646;p44">
                  <a:extLst>
                    <a:ext uri="{FF2B5EF4-FFF2-40B4-BE49-F238E27FC236}">
                      <a16:creationId xmlns:a16="http://schemas.microsoft.com/office/drawing/2014/main" id="{075AC126-2139-AFCB-F105-BC0D69F9AD1B}"/>
                    </a:ext>
                  </a:extLst>
                </p:cNvPr>
                <p:cNvSpPr/>
                <p:nvPr/>
              </p:nvSpPr>
              <p:spPr>
                <a:xfrm>
                  <a:off x="-903225" y="1442099"/>
                  <a:ext cx="85211" cy="47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576" extrusionOk="0">
                      <a:moveTo>
                        <a:pt x="503" y="0"/>
                      </a:moveTo>
                      <a:cubicBezTo>
                        <a:pt x="457" y="0"/>
                        <a:pt x="410" y="11"/>
                        <a:pt x="375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14"/>
                        <a:pt x="73" y="357"/>
                      </a:cubicBezTo>
                      <a:lnTo>
                        <a:pt x="395" y="543"/>
                      </a:lnTo>
                      <a:cubicBezTo>
                        <a:pt x="432" y="565"/>
                        <a:pt x="480" y="576"/>
                        <a:pt x="529" y="576"/>
                      </a:cubicBezTo>
                      <a:cubicBezTo>
                        <a:pt x="577" y="576"/>
                        <a:pt x="626" y="565"/>
                        <a:pt x="661" y="543"/>
                      </a:cubicBezTo>
                      <a:lnTo>
                        <a:pt x="956" y="371"/>
                      </a:lnTo>
                      <a:cubicBezTo>
                        <a:pt x="1028" y="328"/>
                        <a:pt x="1028" y="255"/>
                        <a:pt x="956" y="219"/>
                      </a:cubicBezTo>
                      <a:lnTo>
                        <a:pt x="633" y="33"/>
                      </a:lnTo>
                      <a:cubicBezTo>
                        <a:pt x="597" y="11"/>
                        <a:pt x="550" y="0"/>
                        <a:pt x="50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7" name="Google Shape;1647;p44">
                  <a:extLst>
                    <a:ext uri="{FF2B5EF4-FFF2-40B4-BE49-F238E27FC236}">
                      <a16:creationId xmlns:a16="http://schemas.microsoft.com/office/drawing/2014/main" id="{A4DAD493-E3F4-06E4-1036-1EB4DB930471}"/>
                    </a:ext>
                  </a:extLst>
                </p:cNvPr>
                <p:cNvSpPr/>
                <p:nvPr/>
              </p:nvSpPr>
              <p:spPr>
                <a:xfrm>
                  <a:off x="-1130128" y="1257512"/>
                  <a:ext cx="63847" cy="35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" h="426" extrusionOk="0">
                      <a:moveTo>
                        <a:pt x="257" y="1"/>
                      </a:moveTo>
                      <a:cubicBezTo>
                        <a:pt x="208" y="1"/>
                        <a:pt x="160" y="11"/>
                        <a:pt x="123" y="33"/>
                      </a:cubicBezTo>
                      <a:lnTo>
                        <a:pt x="73" y="62"/>
                      </a:lnTo>
                      <a:cubicBezTo>
                        <a:pt x="1" y="105"/>
                        <a:pt x="9" y="171"/>
                        <a:pt x="80" y="214"/>
                      </a:cubicBezTo>
                      <a:lnTo>
                        <a:pt x="389" y="393"/>
                      </a:lnTo>
                      <a:cubicBezTo>
                        <a:pt x="425" y="415"/>
                        <a:pt x="472" y="426"/>
                        <a:pt x="519" y="426"/>
                      </a:cubicBezTo>
                      <a:cubicBezTo>
                        <a:pt x="566" y="426"/>
                        <a:pt x="612" y="415"/>
                        <a:pt x="648" y="393"/>
                      </a:cubicBezTo>
                      <a:lnTo>
                        <a:pt x="700" y="364"/>
                      </a:lnTo>
                      <a:cubicBezTo>
                        <a:pt x="770" y="321"/>
                        <a:pt x="770" y="257"/>
                        <a:pt x="700" y="214"/>
                      </a:cubicBezTo>
                      <a:lnTo>
                        <a:pt x="389" y="33"/>
                      </a:lnTo>
                      <a:cubicBezTo>
                        <a:pt x="354" y="11"/>
                        <a:pt x="305" y="1"/>
                        <a:pt x="257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8" name="Google Shape;1648;p44">
                  <a:extLst>
                    <a:ext uri="{FF2B5EF4-FFF2-40B4-BE49-F238E27FC236}">
                      <a16:creationId xmlns:a16="http://schemas.microsoft.com/office/drawing/2014/main" id="{E0892C28-7924-6C94-5949-A74F0A527E63}"/>
                    </a:ext>
                  </a:extLst>
                </p:cNvPr>
                <p:cNvSpPr/>
                <p:nvPr/>
              </p:nvSpPr>
              <p:spPr>
                <a:xfrm>
                  <a:off x="-957963" y="1674633"/>
                  <a:ext cx="89932" cy="50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608" extrusionOk="0">
                      <a:moveTo>
                        <a:pt x="514" y="1"/>
                      </a:moveTo>
                      <a:cubicBezTo>
                        <a:pt x="465" y="1"/>
                        <a:pt x="416" y="10"/>
                        <a:pt x="380" y="28"/>
                      </a:cubicBezTo>
                      <a:lnTo>
                        <a:pt x="71" y="207"/>
                      </a:lnTo>
                      <a:cubicBezTo>
                        <a:pt x="1" y="251"/>
                        <a:pt x="1" y="323"/>
                        <a:pt x="78" y="366"/>
                      </a:cubicBezTo>
                      <a:lnTo>
                        <a:pt x="446" y="575"/>
                      </a:lnTo>
                      <a:cubicBezTo>
                        <a:pt x="482" y="596"/>
                        <a:pt x="530" y="607"/>
                        <a:pt x="579" y="607"/>
                      </a:cubicBezTo>
                      <a:cubicBezTo>
                        <a:pt x="627" y="607"/>
                        <a:pt x="675" y="596"/>
                        <a:pt x="711" y="575"/>
                      </a:cubicBezTo>
                      <a:lnTo>
                        <a:pt x="1013" y="395"/>
                      </a:lnTo>
                      <a:cubicBezTo>
                        <a:pt x="1086" y="359"/>
                        <a:pt x="1086" y="287"/>
                        <a:pt x="1013" y="244"/>
                      </a:cubicBezTo>
                      <a:lnTo>
                        <a:pt x="648" y="28"/>
                      </a:lnTo>
                      <a:cubicBezTo>
                        <a:pt x="611" y="10"/>
                        <a:pt x="563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9" name="Google Shape;1649;p44">
                  <a:extLst>
                    <a:ext uri="{FF2B5EF4-FFF2-40B4-BE49-F238E27FC236}">
                      <a16:creationId xmlns:a16="http://schemas.microsoft.com/office/drawing/2014/main" id="{168A16E0-1B5D-B9D6-86BA-6A71B150262F}"/>
                    </a:ext>
                  </a:extLst>
                </p:cNvPr>
                <p:cNvSpPr/>
                <p:nvPr/>
              </p:nvSpPr>
              <p:spPr>
                <a:xfrm>
                  <a:off x="-1942505" y="1547517"/>
                  <a:ext cx="51756" cy="59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" h="723" extrusionOk="0">
                      <a:moveTo>
                        <a:pt x="294" y="0"/>
                      </a:moveTo>
                      <a:cubicBezTo>
                        <a:pt x="285" y="0"/>
                        <a:pt x="276" y="1"/>
                        <a:pt x="266" y="4"/>
                      </a:cubicBezTo>
                      <a:cubicBezTo>
                        <a:pt x="245" y="10"/>
                        <a:pt x="223" y="17"/>
                        <a:pt x="193" y="33"/>
                      </a:cubicBezTo>
                      <a:lnTo>
                        <a:pt x="0" y="147"/>
                      </a:lnTo>
                      <a:lnTo>
                        <a:pt x="223" y="276"/>
                      </a:lnTo>
                      <a:lnTo>
                        <a:pt x="338" y="571"/>
                      </a:lnTo>
                      <a:lnTo>
                        <a:pt x="230" y="723"/>
                      </a:lnTo>
                      <a:cubicBezTo>
                        <a:pt x="323" y="664"/>
                        <a:pt x="424" y="607"/>
                        <a:pt x="504" y="564"/>
                      </a:cubicBezTo>
                      <a:cubicBezTo>
                        <a:pt x="511" y="557"/>
                        <a:pt x="525" y="550"/>
                        <a:pt x="531" y="542"/>
                      </a:cubicBezTo>
                      <a:cubicBezTo>
                        <a:pt x="538" y="535"/>
                        <a:pt x="547" y="528"/>
                        <a:pt x="554" y="521"/>
                      </a:cubicBezTo>
                      <a:cubicBezTo>
                        <a:pt x="568" y="507"/>
                        <a:pt x="581" y="485"/>
                        <a:pt x="590" y="471"/>
                      </a:cubicBezTo>
                      <a:cubicBezTo>
                        <a:pt x="597" y="471"/>
                        <a:pt x="597" y="471"/>
                        <a:pt x="597" y="464"/>
                      </a:cubicBezTo>
                      <a:cubicBezTo>
                        <a:pt x="597" y="464"/>
                        <a:pt x="604" y="456"/>
                        <a:pt x="604" y="449"/>
                      </a:cubicBezTo>
                      <a:cubicBezTo>
                        <a:pt x="604" y="449"/>
                        <a:pt x="604" y="442"/>
                        <a:pt x="611" y="442"/>
                      </a:cubicBezTo>
                      <a:lnTo>
                        <a:pt x="611" y="428"/>
                      </a:lnTo>
                      <a:cubicBezTo>
                        <a:pt x="611" y="421"/>
                        <a:pt x="618" y="421"/>
                        <a:pt x="618" y="412"/>
                      </a:cubicBezTo>
                      <a:lnTo>
                        <a:pt x="618" y="405"/>
                      </a:lnTo>
                      <a:cubicBezTo>
                        <a:pt x="618" y="399"/>
                        <a:pt x="625" y="392"/>
                        <a:pt x="625" y="385"/>
                      </a:cubicBezTo>
                      <a:lnTo>
                        <a:pt x="625" y="355"/>
                      </a:lnTo>
                      <a:lnTo>
                        <a:pt x="625" y="349"/>
                      </a:lnTo>
                      <a:lnTo>
                        <a:pt x="625" y="335"/>
                      </a:lnTo>
                      <a:cubicBezTo>
                        <a:pt x="625" y="305"/>
                        <a:pt x="625" y="283"/>
                        <a:pt x="611" y="240"/>
                      </a:cubicBezTo>
                      <a:cubicBezTo>
                        <a:pt x="611" y="233"/>
                        <a:pt x="604" y="212"/>
                        <a:pt x="597" y="205"/>
                      </a:cubicBezTo>
                      <a:cubicBezTo>
                        <a:pt x="590" y="190"/>
                        <a:pt x="590" y="190"/>
                        <a:pt x="575" y="162"/>
                      </a:cubicBezTo>
                      <a:cubicBezTo>
                        <a:pt x="575" y="154"/>
                        <a:pt x="561" y="126"/>
                        <a:pt x="525" y="97"/>
                      </a:cubicBezTo>
                      <a:cubicBezTo>
                        <a:pt x="504" y="76"/>
                        <a:pt x="481" y="54"/>
                        <a:pt x="468" y="47"/>
                      </a:cubicBezTo>
                      <a:cubicBezTo>
                        <a:pt x="431" y="24"/>
                        <a:pt x="381" y="4"/>
                        <a:pt x="338" y="4"/>
                      </a:cubicBezTo>
                      <a:cubicBezTo>
                        <a:pt x="328" y="4"/>
                        <a:pt x="312" y="0"/>
                        <a:pt x="294" y="0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0" name="Google Shape;1650;p44">
                  <a:extLst>
                    <a:ext uri="{FF2B5EF4-FFF2-40B4-BE49-F238E27FC236}">
                      <a16:creationId xmlns:a16="http://schemas.microsoft.com/office/drawing/2014/main" id="{B3CE971C-5C86-8021-E95D-5DB1A682E58C}"/>
                    </a:ext>
                  </a:extLst>
                </p:cNvPr>
                <p:cNvSpPr/>
                <p:nvPr/>
              </p:nvSpPr>
              <p:spPr>
                <a:xfrm>
                  <a:off x="-1945569" y="1594803"/>
                  <a:ext cx="31137" cy="26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316" extrusionOk="0">
                      <a:moveTo>
                        <a:pt x="375" y="0"/>
                      </a:moveTo>
                      <a:lnTo>
                        <a:pt x="116" y="152"/>
                      </a:lnTo>
                      <a:lnTo>
                        <a:pt x="73" y="216"/>
                      </a:lnTo>
                      <a:lnTo>
                        <a:pt x="1" y="316"/>
                      </a:lnTo>
                      <a:lnTo>
                        <a:pt x="260" y="166"/>
                      </a:lnTo>
                      <a:lnTo>
                        <a:pt x="267" y="152"/>
                      </a:lnTo>
                      <a:lnTo>
                        <a:pt x="375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1" name="Google Shape;1651;p44">
                  <a:extLst>
                    <a:ext uri="{FF2B5EF4-FFF2-40B4-BE49-F238E27FC236}">
                      <a16:creationId xmlns:a16="http://schemas.microsoft.com/office/drawing/2014/main" id="{61873F26-F55E-1FFC-4703-9AA0BC4D0CE0}"/>
                    </a:ext>
                  </a:extLst>
                </p:cNvPr>
                <p:cNvSpPr/>
                <p:nvPr/>
              </p:nvSpPr>
              <p:spPr>
                <a:xfrm>
                  <a:off x="-2344388" y="1571616"/>
                  <a:ext cx="398896" cy="230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7" h="2789" extrusionOk="0">
                      <a:moveTo>
                        <a:pt x="4594" y="1"/>
                      </a:moveTo>
                      <a:lnTo>
                        <a:pt x="0" y="2659"/>
                      </a:lnTo>
                      <a:lnTo>
                        <a:pt x="232" y="2788"/>
                      </a:lnTo>
                      <a:lnTo>
                        <a:pt x="4644" y="237"/>
                      </a:lnTo>
                      <a:lnTo>
                        <a:pt x="4817" y="137"/>
                      </a:lnTo>
                      <a:lnTo>
                        <a:pt x="4631" y="21"/>
                      </a:lnTo>
                      <a:lnTo>
                        <a:pt x="4594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2" name="Google Shape;1652;p44">
                  <a:extLst>
                    <a:ext uri="{FF2B5EF4-FFF2-40B4-BE49-F238E27FC236}">
                      <a16:creationId xmlns:a16="http://schemas.microsoft.com/office/drawing/2014/main" id="{1D830D0E-A53B-E331-C48E-1031F3185CC2}"/>
                    </a:ext>
                  </a:extLst>
                </p:cNvPr>
                <p:cNvSpPr/>
                <p:nvPr/>
              </p:nvSpPr>
              <p:spPr>
                <a:xfrm>
                  <a:off x="-2325259" y="1582878"/>
                  <a:ext cx="389373" cy="24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2" h="2955" extrusionOk="0">
                      <a:moveTo>
                        <a:pt x="4586" y="1"/>
                      </a:moveTo>
                      <a:lnTo>
                        <a:pt x="4413" y="101"/>
                      </a:lnTo>
                      <a:lnTo>
                        <a:pt x="1" y="2652"/>
                      </a:lnTo>
                      <a:lnTo>
                        <a:pt x="114" y="2954"/>
                      </a:lnTo>
                      <a:lnTo>
                        <a:pt x="4622" y="346"/>
                      </a:lnTo>
                      <a:lnTo>
                        <a:pt x="4701" y="296"/>
                      </a:lnTo>
                      <a:lnTo>
                        <a:pt x="4586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3" name="Google Shape;1653;p44">
                  <a:extLst>
                    <a:ext uri="{FF2B5EF4-FFF2-40B4-BE49-F238E27FC236}">
                      <a16:creationId xmlns:a16="http://schemas.microsoft.com/office/drawing/2014/main" id="{4BF96C37-CCCF-842D-304C-DAC45C12CCE8}"/>
                    </a:ext>
                  </a:extLst>
                </p:cNvPr>
                <p:cNvSpPr/>
                <p:nvPr/>
              </p:nvSpPr>
              <p:spPr>
                <a:xfrm>
                  <a:off x="-1945569" y="1570373"/>
                  <a:ext cx="31137" cy="37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447" extrusionOk="0">
                      <a:moveTo>
                        <a:pt x="260" y="0"/>
                      </a:moveTo>
                      <a:lnTo>
                        <a:pt x="1" y="152"/>
                      </a:lnTo>
                      <a:lnTo>
                        <a:pt x="116" y="447"/>
                      </a:lnTo>
                      <a:lnTo>
                        <a:pt x="375" y="295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4" name="Google Shape;1654;p44">
                  <a:extLst>
                    <a:ext uri="{FF2B5EF4-FFF2-40B4-BE49-F238E27FC236}">
                      <a16:creationId xmlns:a16="http://schemas.microsoft.com/office/drawing/2014/main" id="{9E48A9D5-EDD9-F3C5-27B6-4041AB88D962}"/>
                    </a:ext>
                  </a:extLst>
                </p:cNvPr>
                <p:cNvSpPr/>
                <p:nvPr/>
              </p:nvSpPr>
              <p:spPr>
                <a:xfrm>
                  <a:off x="-1963953" y="1559608"/>
                  <a:ext cx="39914" cy="2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" h="282" extrusionOk="0">
                      <a:moveTo>
                        <a:pt x="252" y="1"/>
                      </a:moveTo>
                      <a:lnTo>
                        <a:pt x="0" y="146"/>
                      </a:lnTo>
                      <a:lnTo>
                        <a:pt x="37" y="166"/>
                      </a:lnTo>
                      <a:lnTo>
                        <a:pt x="223" y="282"/>
                      </a:lnTo>
                      <a:lnTo>
                        <a:pt x="482" y="130"/>
                      </a:lnTo>
                      <a:lnTo>
                        <a:pt x="259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5" name="Google Shape;1655;p44">
                  <a:extLst>
                    <a:ext uri="{FF2B5EF4-FFF2-40B4-BE49-F238E27FC236}">
                      <a16:creationId xmlns:a16="http://schemas.microsoft.com/office/drawing/2014/main" id="{63E97E48-E751-D782-8EA3-2BAD48564D72}"/>
                    </a:ext>
                  </a:extLst>
                </p:cNvPr>
                <p:cNvSpPr/>
                <p:nvPr/>
              </p:nvSpPr>
              <p:spPr>
                <a:xfrm>
                  <a:off x="-2377678" y="1791811"/>
                  <a:ext cx="61942" cy="57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" h="691" extrusionOk="0">
                      <a:moveTo>
                        <a:pt x="402" y="0"/>
                      </a:moveTo>
                      <a:cubicBezTo>
                        <a:pt x="402" y="0"/>
                        <a:pt x="180" y="223"/>
                        <a:pt x="0" y="404"/>
                      </a:cubicBezTo>
                      <a:lnTo>
                        <a:pt x="0" y="411"/>
                      </a:lnTo>
                      <a:cubicBezTo>
                        <a:pt x="0" y="411"/>
                        <a:pt x="173" y="490"/>
                        <a:pt x="152" y="690"/>
                      </a:cubicBezTo>
                      <a:cubicBezTo>
                        <a:pt x="375" y="647"/>
                        <a:pt x="634" y="590"/>
                        <a:pt x="634" y="590"/>
                      </a:cubicBezTo>
                      <a:lnTo>
                        <a:pt x="747" y="431"/>
                      </a:lnTo>
                      <a:lnTo>
                        <a:pt x="634" y="129"/>
                      </a:lnTo>
                      <a:lnTo>
                        <a:pt x="402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6" name="Google Shape;1656;p44">
                  <a:extLst>
                    <a:ext uri="{FF2B5EF4-FFF2-40B4-BE49-F238E27FC236}">
                      <a16:creationId xmlns:a16="http://schemas.microsoft.com/office/drawing/2014/main" id="{EEC65A53-BACE-B4DD-36CE-77F4E4C7A3D6}"/>
                    </a:ext>
                  </a:extLst>
                </p:cNvPr>
                <p:cNvSpPr/>
                <p:nvPr/>
              </p:nvSpPr>
              <p:spPr>
                <a:xfrm>
                  <a:off x="-2400037" y="1825184"/>
                  <a:ext cx="36685" cy="28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" h="347" extrusionOk="0">
                      <a:moveTo>
                        <a:pt x="270" y="1"/>
                      </a:moveTo>
                      <a:cubicBezTo>
                        <a:pt x="170" y="101"/>
                        <a:pt x="91" y="194"/>
                        <a:pt x="55" y="230"/>
                      </a:cubicBezTo>
                      <a:cubicBezTo>
                        <a:pt x="1" y="284"/>
                        <a:pt x="23" y="346"/>
                        <a:pt x="99" y="346"/>
                      </a:cubicBezTo>
                      <a:cubicBezTo>
                        <a:pt x="103" y="346"/>
                        <a:pt x="107" y="346"/>
                        <a:pt x="112" y="346"/>
                      </a:cubicBezTo>
                      <a:cubicBezTo>
                        <a:pt x="148" y="337"/>
                        <a:pt x="277" y="316"/>
                        <a:pt x="422" y="287"/>
                      </a:cubicBezTo>
                      <a:cubicBezTo>
                        <a:pt x="443" y="87"/>
                        <a:pt x="270" y="8"/>
                        <a:pt x="270" y="8"/>
                      </a:cubicBezTo>
                      <a:lnTo>
                        <a:pt x="270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7" name="Google Shape;1657;p44">
                  <a:extLst>
                    <a:ext uri="{FF2B5EF4-FFF2-40B4-BE49-F238E27FC236}">
                      <a16:creationId xmlns:a16="http://schemas.microsoft.com/office/drawing/2014/main" id="{85029C94-96EE-5CA3-21AD-4B4AD6BA52AF}"/>
                    </a:ext>
                  </a:extLst>
                </p:cNvPr>
                <p:cNvSpPr/>
                <p:nvPr/>
              </p:nvSpPr>
              <p:spPr>
                <a:xfrm>
                  <a:off x="-2365091" y="1848951"/>
                  <a:ext cx="83" cy="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0"/>
                      </a:move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8" name="Google Shape;1658;p44">
                  <a:extLst>
                    <a:ext uri="{FF2B5EF4-FFF2-40B4-BE49-F238E27FC236}">
                      <a16:creationId xmlns:a16="http://schemas.microsoft.com/office/drawing/2014/main" id="{D34945D0-A140-D31B-7FC3-28C669CD5EF7}"/>
                    </a:ext>
                  </a:extLst>
                </p:cNvPr>
                <p:cNvSpPr/>
                <p:nvPr/>
              </p:nvSpPr>
              <p:spPr>
                <a:xfrm>
                  <a:off x="-2365091" y="1848951"/>
                  <a:ext cx="83" cy="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9" name="Google Shape;1659;p44">
                  <a:extLst>
                    <a:ext uri="{FF2B5EF4-FFF2-40B4-BE49-F238E27FC236}">
                      <a16:creationId xmlns:a16="http://schemas.microsoft.com/office/drawing/2014/main" id="{B1B5A523-EF5B-AF8E-E318-243678562AA2}"/>
                    </a:ext>
                  </a:extLst>
                </p:cNvPr>
                <p:cNvSpPr/>
                <p:nvPr/>
              </p:nvSpPr>
              <p:spPr>
                <a:xfrm>
                  <a:off x="-2325259" y="1607307"/>
                  <a:ext cx="389373" cy="233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2" h="2818" extrusionOk="0">
                      <a:moveTo>
                        <a:pt x="4701" y="1"/>
                      </a:moveTo>
                      <a:lnTo>
                        <a:pt x="4622" y="51"/>
                      </a:lnTo>
                      <a:lnTo>
                        <a:pt x="114" y="2659"/>
                      </a:lnTo>
                      <a:lnTo>
                        <a:pt x="1" y="2818"/>
                      </a:lnTo>
                      <a:lnTo>
                        <a:pt x="4586" y="165"/>
                      </a:lnTo>
                      <a:lnTo>
                        <a:pt x="4658" y="65"/>
                      </a:lnTo>
                      <a:lnTo>
                        <a:pt x="4701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0" name="Google Shape;1660;p44">
                  <a:extLst>
                    <a:ext uri="{FF2B5EF4-FFF2-40B4-BE49-F238E27FC236}">
                      <a16:creationId xmlns:a16="http://schemas.microsoft.com/office/drawing/2014/main" id="{C23CCE8E-37A6-29C9-B3E4-434253326866}"/>
                    </a:ext>
                  </a:extLst>
                </p:cNvPr>
                <p:cNvSpPr/>
                <p:nvPr/>
              </p:nvSpPr>
              <p:spPr>
                <a:xfrm>
                  <a:off x="-2271100" y="1785931"/>
                  <a:ext cx="781064" cy="307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32" h="3711" extrusionOk="0">
                      <a:moveTo>
                        <a:pt x="9432" y="0"/>
                      </a:moveTo>
                      <a:cubicBezTo>
                        <a:pt x="9432" y="35"/>
                        <a:pt x="9409" y="71"/>
                        <a:pt x="9366" y="93"/>
                      </a:cubicBezTo>
                      <a:lnTo>
                        <a:pt x="3875" y="3285"/>
                      </a:lnTo>
                      <a:cubicBezTo>
                        <a:pt x="3828" y="3310"/>
                        <a:pt x="3769" y="3322"/>
                        <a:pt x="3709" y="3322"/>
                      </a:cubicBezTo>
                      <a:cubicBezTo>
                        <a:pt x="3650" y="3322"/>
                        <a:pt x="3590" y="3310"/>
                        <a:pt x="3544" y="3285"/>
                      </a:cubicBezTo>
                      <a:lnTo>
                        <a:pt x="7" y="1242"/>
                      </a:lnTo>
                      <a:lnTo>
                        <a:pt x="7" y="1624"/>
                      </a:lnTo>
                      <a:lnTo>
                        <a:pt x="0" y="1631"/>
                      </a:lnTo>
                      <a:lnTo>
                        <a:pt x="107" y="1689"/>
                      </a:lnTo>
                      <a:lnTo>
                        <a:pt x="116" y="1380"/>
                      </a:lnTo>
                      <a:lnTo>
                        <a:pt x="332" y="1510"/>
                      </a:lnTo>
                      <a:lnTo>
                        <a:pt x="332" y="1819"/>
                      </a:lnTo>
                      <a:lnTo>
                        <a:pt x="3544" y="3673"/>
                      </a:lnTo>
                      <a:cubicBezTo>
                        <a:pt x="3590" y="3698"/>
                        <a:pt x="3650" y="3711"/>
                        <a:pt x="3709" y="3711"/>
                      </a:cubicBezTo>
                      <a:cubicBezTo>
                        <a:pt x="3769" y="3711"/>
                        <a:pt x="3828" y="3698"/>
                        <a:pt x="3875" y="3673"/>
                      </a:cubicBezTo>
                      <a:lnTo>
                        <a:pt x="9366" y="482"/>
                      </a:lnTo>
                      <a:cubicBezTo>
                        <a:pt x="9409" y="459"/>
                        <a:pt x="9432" y="423"/>
                        <a:pt x="9432" y="388"/>
                      </a:cubicBezTo>
                      <a:lnTo>
                        <a:pt x="9432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1" name="Google Shape;1661;p44">
                  <a:extLst>
                    <a:ext uri="{FF2B5EF4-FFF2-40B4-BE49-F238E27FC236}">
                      <a16:creationId xmlns:a16="http://schemas.microsoft.com/office/drawing/2014/main" id="{F53E962E-FE7B-83EE-2FBB-51B316A81551}"/>
                    </a:ext>
                  </a:extLst>
                </p:cNvPr>
                <p:cNvSpPr/>
                <p:nvPr/>
              </p:nvSpPr>
              <p:spPr>
                <a:xfrm>
                  <a:off x="-2279381" y="1879922"/>
                  <a:ext cx="8943" cy="41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96" extrusionOk="0">
                      <a:moveTo>
                        <a:pt x="0" y="0"/>
                      </a:moveTo>
                      <a:lnTo>
                        <a:pt x="0" y="382"/>
                      </a:lnTo>
                      <a:cubicBezTo>
                        <a:pt x="0" y="409"/>
                        <a:pt x="21" y="445"/>
                        <a:pt x="64" y="468"/>
                      </a:cubicBezTo>
                      <a:lnTo>
                        <a:pt x="100" y="496"/>
                      </a:lnTo>
                      <a:lnTo>
                        <a:pt x="107" y="489"/>
                      </a:lnTo>
                      <a:lnTo>
                        <a:pt x="107" y="107"/>
                      </a:lnTo>
                      <a:lnTo>
                        <a:pt x="64" y="87"/>
                      </a:lnTo>
                      <a:cubicBezTo>
                        <a:pt x="28" y="57"/>
                        <a:pt x="7" y="30"/>
                        <a:pt x="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2" name="Google Shape;1662;p44">
                  <a:extLst>
                    <a:ext uri="{FF2B5EF4-FFF2-40B4-BE49-F238E27FC236}">
                      <a16:creationId xmlns:a16="http://schemas.microsoft.com/office/drawing/2014/main" id="{F48DA60E-B3C2-9D91-3946-8DC46B25A533}"/>
                    </a:ext>
                  </a:extLst>
                </p:cNvPr>
                <p:cNvSpPr/>
                <p:nvPr/>
              </p:nvSpPr>
              <p:spPr>
                <a:xfrm>
                  <a:off x="-2279381" y="1878763"/>
                  <a:ext cx="83" cy="1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5" extrusionOk="0">
                      <a:moveTo>
                        <a:pt x="0" y="14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3" name="Google Shape;1663;p44">
                  <a:extLst>
                    <a:ext uri="{FF2B5EF4-FFF2-40B4-BE49-F238E27FC236}">
                      <a16:creationId xmlns:a16="http://schemas.microsoft.com/office/drawing/2014/main" id="{D695EC69-6D33-57F9-8793-30011EB39671}"/>
                    </a:ext>
                  </a:extLst>
                </p:cNvPr>
                <p:cNvSpPr/>
                <p:nvPr/>
              </p:nvSpPr>
              <p:spPr>
                <a:xfrm>
                  <a:off x="-2279381" y="1878763"/>
                  <a:ext cx="83" cy="1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5" fill="none" extrusionOk="0">
                      <a:moveTo>
                        <a:pt x="0" y="14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4" name="Google Shape;1664;p44">
                  <a:extLst>
                    <a:ext uri="{FF2B5EF4-FFF2-40B4-BE49-F238E27FC236}">
                      <a16:creationId xmlns:a16="http://schemas.microsoft.com/office/drawing/2014/main" id="{68B6D1A7-2931-87E7-452B-17796EBD11B1}"/>
                    </a:ext>
                  </a:extLst>
                </p:cNvPr>
                <p:cNvSpPr/>
                <p:nvPr/>
              </p:nvSpPr>
              <p:spPr>
                <a:xfrm>
                  <a:off x="-2279381" y="1598820"/>
                  <a:ext cx="789345" cy="457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32" h="5529" extrusionOk="0">
                      <a:moveTo>
                        <a:pt x="5860" y="667"/>
                      </a:moveTo>
                      <a:cubicBezTo>
                        <a:pt x="5910" y="667"/>
                        <a:pt x="5959" y="678"/>
                        <a:pt x="5995" y="699"/>
                      </a:cubicBezTo>
                      <a:lnTo>
                        <a:pt x="8143" y="1936"/>
                      </a:lnTo>
                      <a:cubicBezTo>
                        <a:pt x="8222" y="1979"/>
                        <a:pt x="8222" y="2050"/>
                        <a:pt x="8143" y="2093"/>
                      </a:cubicBezTo>
                      <a:lnTo>
                        <a:pt x="7108" y="2697"/>
                      </a:lnTo>
                      <a:cubicBezTo>
                        <a:pt x="7069" y="2718"/>
                        <a:pt x="7019" y="2729"/>
                        <a:pt x="6970" y="2729"/>
                      </a:cubicBezTo>
                      <a:cubicBezTo>
                        <a:pt x="6920" y="2729"/>
                        <a:pt x="6871" y="2718"/>
                        <a:pt x="6835" y="2697"/>
                      </a:cubicBezTo>
                      <a:lnTo>
                        <a:pt x="4686" y="1462"/>
                      </a:lnTo>
                      <a:cubicBezTo>
                        <a:pt x="4606" y="1418"/>
                        <a:pt x="4606" y="1346"/>
                        <a:pt x="4686" y="1303"/>
                      </a:cubicBezTo>
                      <a:lnTo>
                        <a:pt x="5721" y="699"/>
                      </a:lnTo>
                      <a:cubicBezTo>
                        <a:pt x="5760" y="678"/>
                        <a:pt x="5811" y="667"/>
                        <a:pt x="5860" y="667"/>
                      </a:cubicBezTo>
                      <a:close/>
                      <a:moveTo>
                        <a:pt x="5721" y="1"/>
                      </a:moveTo>
                      <a:cubicBezTo>
                        <a:pt x="5662" y="1"/>
                        <a:pt x="5603" y="13"/>
                        <a:pt x="5555" y="38"/>
                      </a:cubicBezTo>
                      <a:lnTo>
                        <a:pt x="64" y="3230"/>
                      </a:lnTo>
                      <a:cubicBezTo>
                        <a:pt x="21" y="3257"/>
                        <a:pt x="0" y="3294"/>
                        <a:pt x="0" y="3323"/>
                      </a:cubicBezTo>
                      <a:cubicBezTo>
                        <a:pt x="0" y="3359"/>
                        <a:pt x="21" y="3395"/>
                        <a:pt x="64" y="3423"/>
                      </a:cubicBezTo>
                      <a:lnTo>
                        <a:pt x="3651" y="5486"/>
                      </a:lnTo>
                      <a:cubicBezTo>
                        <a:pt x="3694" y="5515"/>
                        <a:pt x="3752" y="5529"/>
                        <a:pt x="3810" y="5529"/>
                      </a:cubicBezTo>
                      <a:cubicBezTo>
                        <a:pt x="3869" y="5529"/>
                        <a:pt x="3928" y="5515"/>
                        <a:pt x="3975" y="5486"/>
                      </a:cubicBezTo>
                      <a:lnTo>
                        <a:pt x="9466" y="2295"/>
                      </a:lnTo>
                      <a:cubicBezTo>
                        <a:pt x="9509" y="2274"/>
                        <a:pt x="9532" y="2238"/>
                        <a:pt x="9532" y="2202"/>
                      </a:cubicBezTo>
                      <a:cubicBezTo>
                        <a:pt x="9532" y="2172"/>
                        <a:pt x="9509" y="2136"/>
                        <a:pt x="9466" y="2109"/>
                      </a:cubicBezTo>
                      <a:lnTo>
                        <a:pt x="5886" y="38"/>
                      </a:lnTo>
                      <a:cubicBezTo>
                        <a:pt x="5840" y="13"/>
                        <a:pt x="5781" y="1"/>
                        <a:pt x="572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5" name="Google Shape;1665;p44">
                  <a:extLst>
                    <a:ext uri="{FF2B5EF4-FFF2-40B4-BE49-F238E27FC236}">
                      <a16:creationId xmlns:a16="http://schemas.microsoft.com/office/drawing/2014/main" id="{3EF805D3-4136-F318-C2E9-2ABC2A02E7B1}"/>
                    </a:ext>
                  </a:extLst>
                </p:cNvPr>
                <p:cNvSpPr/>
                <p:nvPr/>
              </p:nvSpPr>
              <p:spPr>
                <a:xfrm>
                  <a:off x="-2262239" y="1900211"/>
                  <a:ext cx="18632" cy="4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" h="539" extrusionOk="0">
                      <a:moveTo>
                        <a:pt x="9" y="0"/>
                      </a:moveTo>
                      <a:lnTo>
                        <a:pt x="0" y="309"/>
                      </a:lnTo>
                      <a:lnTo>
                        <a:pt x="0" y="409"/>
                      </a:lnTo>
                      <a:lnTo>
                        <a:pt x="116" y="395"/>
                      </a:lnTo>
                      <a:lnTo>
                        <a:pt x="225" y="539"/>
                      </a:lnTo>
                      <a:lnTo>
                        <a:pt x="225" y="439"/>
                      </a:lnTo>
                      <a:lnTo>
                        <a:pt x="225" y="13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66" name="Google Shape;1666;p44">
                  <a:extLst>
                    <a:ext uri="{FF2B5EF4-FFF2-40B4-BE49-F238E27FC236}">
                      <a16:creationId xmlns:a16="http://schemas.microsoft.com/office/drawing/2014/main" id="{01B0B627-66E3-4F02-C53B-1957212A08A2}"/>
                    </a:ext>
                  </a:extLst>
                </p:cNvPr>
                <p:cNvGrpSpPr/>
                <p:nvPr/>
              </p:nvGrpSpPr>
              <p:grpSpPr>
                <a:xfrm>
                  <a:off x="-1841973" y="1685233"/>
                  <a:ext cx="179782" cy="101940"/>
                  <a:chOff x="-1841973" y="1685233"/>
                  <a:chExt cx="179782" cy="101940"/>
                </a:xfrm>
              </p:grpSpPr>
              <p:sp>
                <p:nvSpPr>
                  <p:cNvPr id="1667" name="Google Shape;1667;p44">
                    <a:extLst>
                      <a:ext uri="{FF2B5EF4-FFF2-40B4-BE49-F238E27FC236}">
                        <a16:creationId xmlns:a16="http://schemas.microsoft.com/office/drawing/2014/main" id="{7D97DF8C-C4F9-7D27-4973-0546A6097923}"/>
                      </a:ext>
                    </a:extLst>
                  </p:cNvPr>
                  <p:cNvSpPr/>
                  <p:nvPr/>
                </p:nvSpPr>
                <p:spPr>
                  <a:xfrm>
                    <a:off x="-1716928" y="1759597"/>
                    <a:ext cx="54737" cy="275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" h="333" extrusionOk="0">
                        <a:moveTo>
                          <a:pt x="370" y="1"/>
                        </a:moveTo>
                        <a:cubicBezTo>
                          <a:pt x="332" y="1"/>
                          <a:pt x="294" y="10"/>
                          <a:pt x="259" y="30"/>
                        </a:cubicBezTo>
                        <a:cubicBezTo>
                          <a:pt x="173" y="80"/>
                          <a:pt x="195" y="116"/>
                          <a:pt x="266" y="173"/>
                        </a:cubicBezTo>
                        <a:cubicBezTo>
                          <a:pt x="324" y="223"/>
                          <a:pt x="324" y="232"/>
                          <a:pt x="309" y="239"/>
                        </a:cubicBezTo>
                        <a:cubicBezTo>
                          <a:pt x="300" y="245"/>
                          <a:pt x="292" y="248"/>
                          <a:pt x="281" y="248"/>
                        </a:cubicBezTo>
                        <a:cubicBezTo>
                          <a:pt x="265" y="248"/>
                          <a:pt x="245" y="241"/>
                          <a:pt x="216" y="223"/>
                        </a:cubicBezTo>
                        <a:cubicBezTo>
                          <a:pt x="173" y="203"/>
                          <a:pt x="93" y="137"/>
                          <a:pt x="93" y="137"/>
                        </a:cubicBezTo>
                        <a:lnTo>
                          <a:pt x="0" y="189"/>
                        </a:lnTo>
                        <a:cubicBezTo>
                          <a:pt x="7" y="189"/>
                          <a:pt x="79" y="246"/>
                          <a:pt x="129" y="282"/>
                        </a:cubicBezTo>
                        <a:cubicBezTo>
                          <a:pt x="185" y="314"/>
                          <a:pt x="240" y="332"/>
                          <a:pt x="292" y="332"/>
                        </a:cubicBezTo>
                        <a:cubicBezTo>
                          <a:pt x="333" y="332"/>
                          <a:pt x="373" y="321"/>
                          <a:pt x="411" y="296"/>
                        </a:cubicBezTo>
                        <a:cubicBezTo>
                          <a:pt x="488" y="253"/>
                          <a:pt x="481" y="223"/>
                          <a:pt x="411" y="160"/>
                        </a:cubicBezTo>
                        <a:cubicBezTo>
                          <a:pt x="352" y="110"/>
                          <a:pt x="345" y="103"/>
                          <a:pt x="359" y="87"/>
                        </a:cubicBezTo>
                        <a:cubicBezTo>
                          <a:pt x="367" y="85"/>
                          <a:pt x="375" y="83"/>
                          <a:pt x="383" y="83"/>
                        </a:cubicBezTo>
                        <a:cubicBezTo>
                          <a:pt x="399" y="83"/>
                          <a:pt x="417" y="88"/>
                          <a:pt x="445" y="103"/>
                        </a:cubicBezTo>
                        <a:cubicBezTo>
                          <a:pt x="488" y="130"/>
                          <a:pt x="568" y="189"/>
                          <a:pt x="575" y="189"/>
                        </a:cubicBezTo>
                        <a:lnTo>
                          <a:pt x="661" y="146"/>
                        </a:lnTo>
                        <a:cubicBezTo>
                          <a:pt x="654" y="137"/>
                          <a:pt x="583" y="80"/>
                          <a:pt x="531" y="44"/>
                        </a:cubicBezTo>
                        <a:cubicBezTo>
                          <a:pt x="481" y="19"/>
                          <a:pt x="425" y="1"/>
                          <a:pt x="37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8" name="Google Shape;1668;p44">
                    <a:extLst>
                      <a:ext uri="{FF2B5EF4-FFF2-40B4-BE49-F238E27FC236}">
                        <a16:creationId xmlns:a16="http://schemas.microsoft.com/office/drawing/2014/main" id="{0A92F994-1A33-FD85-C051-9942636413B1}"/>
                      </a:ext>
                    </a:extLst>
                  </p:cNvPr>
                  <p:cNvSpPr/>
                  <p:nvPr/>
                </p:nvSpPr>
                <p:spPr>
                  <a:xfrm>
                    <a:off x="-1747237" y="1741793"/>
                    <a:ext cx="52916" cy="29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9" h="361" extrusionOk="0">
                        <a:moveTo>
                          <a:pt x="378" y="76"/>
                        </a:moveTo>
                        <a:cubicBezTo>
                          <a:pt x="398" y="76"/>
                          <a:pt x="417" y="81"/>
                          <a:pt x="439" y="93"/>
                        </a:cubicBezTo>
                        <a:cubicBezTo>
                          <a:pt x="489" y="123"/>
                          <a:pt x="489" y="145"/>
                          <a:pt x="423" y="180"/>
                        </a:cubicBezTo>
                        <a:lnTo>
                          <a:pt x="287" y="102"/>
                        </a:lnTo>
                        <a:cubicBezTo>
                          <a:pt x="324" y="85"/>
                          <a:pt x="352" y="76"/>
                          <a:pt x="378" y="76"/>
                        </a:cubicBezTo>
                        <a:close/>
                        <a:moveTo>
                          <a:pt x="361" y="0"/>
                        </a:moveTo>
                        <a:cubicBezTo>
                          <a:pt x="292" y="0"/>
                          <a:pt x="219" y="22"/>
                          <a:pt x="144" y="66"/>
                        </a:cubicBezTo>
                        <a:cubicBezTo>
                          <a:pt x="7" y="145"/>
                          <a:pt x="0" y="209"/>
                          <a:pt x="114" y="275"/>
                        </a:cubicBezTo>
                        <a:cubicBezTo>
                          <a:pt x="187" y="318"/>
                          <a:pt x="294" y="352"/>
                          <a:pt x="302" y="361"/>
                        </a:cubicBezTo>
                        <a:lnTo>
                          <a:pt x="373" y="309"/>
                        </a:lnTo>
                        <a:cubicBezTo>
                          <a:pt x="366" y="309"/>
                          <a:pt x="287" y="266"/>
                          <a:pt x="223" y="231"/>
                        </a:cubicBezTo>
                        <a:cubicBezTo>
                          <a:pt x="173" y="202"/>
                          <a:pt x="164" y="173"/>
                          <a:pt x="216" y="152"/>
                        </a:cubicBezTo>
                        <a:lnTo>
                          <a:pt x="216" y="152"/>
                        </a:lnTo>
                        <a:lnTo>
                          <a:pt x="439" y="281"/>
                        </a:lnTo>
                        <a:lnTo>
                          <a:pt x="518" y="245"/>
                        </a:lnTo>
                        <a:cubicBezTo>
                          <a:pt x="632" y="173"/>
                          <a:pt x="639" y="109"/>
                          <a:pt x="525" y="43"/>
                        </a:cubicBezTo>
                        <a:cubicBezTo>
                          <a:pt x="473" y="15"/>
                          <a:pt x="418" y="0"/>
                          <a:pt x="36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9" name="Google Shape;1669;p44">
                    <a:extLst>
                      <a:ext uri="{FF2B5EF4-FFF2-40B4-BE49-F238E27FC236}">
                        <a16:creationId xmlns:a16="http://schemas.microsoft.com/office/drawing/2014/main" id="{891A2B05-1F7A-BBF6-17D2-931A84C51F74}"/>
                      </a:ext>
                    </a:extLst>
                  </p:cNvPr>
                  <p:cNvSpPr/>
                  <p:nvPr/>
                </p:nvSpPr>
                <p:spPr>
                  <a:xfrm>
                    <a:off x="-1769430" y="1720924"/>
                    <a:ext cx="47864" cy="329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8" h="398" extrusionOk="0">
                        <a:moveTo>
                          <a:pt x="475" y="0"/>
                        </a:moveTo>
                        <a:lnTo>
                          <a:pt x="368" y="59"/>
                        </a:lnTo>
                        <a:lnTo>
                          <a:pt x="318" y="37"/>
                        </a:lnTo>
                        <a:lnTo>
                          <a:pt x="232" y="87"/>
                        </a:lnTo>
                        <a:lnTo>
                          <a:pt x="275" y="109"/>
                        </a:lnTo>
                        <a:lnTo>
                          <a:pt x="117" y="202"/>
                        </a:lnTo>
                        <a:cubicBezTo>
                          <a:pt x="10" y="268"/>
                          <a:pt x="1" y="302"/>
                          <a:pt x="96" y="361"/>
                        </a:cubicBezTo>
                        <a:cubicBezTo>
                          <a:pt x="117" y="375"/>
                          <a:pt x="182" y="397"/>
                          <a:pt x="182" y="397"/>
                        </a:cubicBezTo>
                        <a:lnTo>
                          <a:pt x="260" y="345"/>
                        </a:lnTo>
                        <a:cubicBezTo>
                          <a:pt x="260" y="345"/>
                          <a:pt x="225" y="325"/>
                          <a:pt x="203" y="318"/>
                        </a:cubicBezTo>
                        <a:cubicBezTo>
                          <a:pt x="167" y="295"/>
                          <a:pt x="189" y="288"/>
                          <a:pt x="225" y="268"/>
                        </a:cubicBezTo>
                        <a:lnTo>
                          <a:pt x="382" y="173"/>
                        </a:lnTo>
                        <a:lnTo>
                          <a:pt x="475" y="225"/>
                        </a:lnTo>
                        <a:lnTo>
                          <a:pt x="562" y="173"/>
                        </a:lnTo>
                        <a:lnTo>
                          <a:pt x="468" y="123"/>
                        </a:lnTo>
                        <a:lnTo>
                          <a:pt x="577" y="59"/>
                        </a:lnTo>
                        <a:lnTo>
                          <a:pt x="475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0" name="Google Shape;1670;p44">
                    <a:extLst>
                      <a:ext uri="{FF2B5EF4-FFF2-40B4-BE49-F238E27FC236}">
                        <a16:creationId xmlns:a16="http://schemas.microsoft.com/office/drawing/2014/main" id="{336DE7F5-3AA1-E9AE-5851-814FB33CCEF3}"/>
                      </a:ext>
                    </a:extLst>
                  </p:cNvPr>
                  <p:cNvSpPr/>
                  <p:nvPr/>
                </p:nvSpPr>
                <p:spPr>
                  <a:xfrm>
                    <a:off x="-1805122" y="1708503"/>
                    <a:ext cx="55566" cy="275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1" h="333" extrusionOk="0">
                        <a:moveTo>
                          <a:pt x="381" y="80"/>
                        </a:moveTo>
                        <a:cubicBezTo>
                          <a:pt x="404" y="80"/>
                          <a:pt x="425" y="86"/>
                          <a:pt x="447" y="100"/>
                        </a:cubicBezTo>
                        <a:cubicBezTo>
                          <a:pt x="504" y="137"/>
                          <a:pt x="484" y="166"/>
                          <a:pt x="411" y="209"/>
                        </a:cubicBezTo>
                        <a:cubicBezTo>
                          <a:pt x="363" y="235"/>
                          <a:pt x="326" y="250"/>
                          <a:pt x="291" y="250"/>
                        </a:cubicBezTo>
                        <a:cubicBezTo>
                          <a:pt x="269" y="250"/>
                          <a:pt x="247" y="244"/>
                          <a:pt x="225" y="230"/>
                        </a:cubicBezTo>
                        <a:cubicBezTo>
                          <a:pt x="166" y="202"/>
                          <a:pt x="189" y="166"/>
                          <a:pt x="259" y="123"/>
                        </a:cubicBezTo>
                        <a:cubicBezTo>
                          <a:pt x="308" y="96"/>
                          <a:pt x="346" y="80"/>
                          <a:pt x="381" y="80"/>
                        </a:cubicBezTo>
                        <a:close/>
                        <a:moveTo>
                          <a:pt x="364" y="0"/>
                        </a:moveTo>
                        <a:cubicBezTo>
                          <a:pt x="293" y="0"/>
                          <a:pt x="224" y="25"/>
                          <a:pt x="159" y="64"/>
                        </a:cubicBezTo>
                        <a:cubicBezTo>
                          <a:pt x="37" y="130"/>
                          <a:pt x="1" y="209"/>
                          <a:pt x="130" y="288"/>
                        </a:cubicBezTo>
                        <a:cubicBezTo>
                          <a:pt x="189" y="319"/>
                          <a:pt x="246" y="332"/>
                          <a:pt x="301" y="332"/>
                        </a:cubicBezTo>
                        <a:cubicBezTo>
                          <a:pt x="376" y="332"/>
                          <a:pt x="446" y="308"/>
                          <a:pt x="511" y="266"/>
                        </a:cubicBezTo>
                        <a:cubicBezTo>
                          <a:pt x="634" y="202"/>
                          <a:pt x="670" y="130"/>
                          <a:pt x="534" y="50"/>
                        </a:cubicBezTo>
                        <a:cubicBezTo>
                          <a:pt x="477" y="15"/>
                          <a:pt x="420" y="0"/>
                          <a:pt x="36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1" name="Google Shape;1671;p44">
                    <a:extLst>
                      <a:ext uri="{FF2B5EF4-FFF2-40B4-BE49-F238E27FC236}">
                        <a16:creationId xmlns:a16="http://schemas.microsoft.com/office/drawing/2014/main" id="{32D736D2-E1F1-2890-3C7B-B01E088ECC05}"/>
                      </a:ext>
                    </a:extLst>
                  </p:cNvPr>
                  <p:cNvSpPr/>
                  <p:nvPr/>
                </p:nvSpPr>
                <p:spPr>
                  <a:xfrm>
                    <a:off x="-1841973" y="1685233"/>
                    <a:ext cx="58381" cy="346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5" h="418" extrusionOk="0">
                        <a:moveTo>
                          <a:pt x="389" y="0"/>
                        </a:moveTo>
                        <a:lnTo>
                          <a:pt x="1" y="224"/>
                        </a:lnTo>
                        <a:lnTo>
                          <a:pt x="109" y="281"/>
                        </a:lnTo>
                        <a:lnTo>
                          <a:pt x="396" y="116"/>
                        </a:lnTo>
                        <a:cubicBezTo>
                          <a:pt x="396" y="116"/>
                          <a:pt x="439" y="123"/>
                          <a:pt x="475" y="145"/>
                        </a:cubicBezTo>
                        <a:cubicBezTo>
                          <a:pt x="525" y="173"/>
                          <a:pt x="497" y="202"/>
                          <a:pt x="439" y="238"/>
                        </a:cubicBezTo>
                        <a:lnTo>
                          <a:pt x="230" y="354"/>
                        </a:lnTo>
                        <a:lnTo>
                          <a:pt x="339" y="418"/>
                        </a:lnTo>
                        <a:lnTo>
                          <a:pt x="547" y="295"/>
                        </a:lnTo>
                        <a:cubicBezTo>
                          <a:pt x="661" y="224"/>
                          <a:pt x="704" y="173"/>
                          <a:pt x="597" y="109"/>
                        </a:cubicBezTo>
                        <a:cubicBezTo>
                          <a:pt x="554" y="79"/>
                          <a:pt x="475" y="73"/>
                          <a:pt x="468" y="73"/>
                        </a:cubicBezTo>
                        <a:lnTo>
                          <a:pt x="489" y="59"/>
                        </a:lnTo>
                        <a:lnTo>
                          <a:pt x="38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672" name="Google Shape;1672;p44">
                  <a:extLst>
                    <a:ext uri="{FF2B5EF4-FFF2-40B4-BE49-F238E27FC236}">
                      <a16:creationId xmlns:a16="http://schemas.microsoft.com/office/drawing/2014/main" id="{4EDC4403-91D8-00EC-DDC4-D58517B9EE96}"/>
                    </a:ext>
                  </a:extLst>
                </p:cNvPr>
                <p:cNvSpPr/>
                <p:nvPr/>
              </p:nvSpPr>
              <p:spPr>
                <a:xfrm>
                  <a:off x="-1091952" y="697624"/>
                  <a:ext cx="301925" cy="296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6" h="3580" extrusionOk="0">
                      <a:moveTo>
                        <a:pt x="1576" y="957"/>
                      </a:moveTo>
                      <a:cubicBezTo>
                        <a:pt x="1594" y="957"/>
                        <a:pt x="1613" y="962"/>
                        <a:pt x="1632" y="972"/>
                      </a:cubicBezTo>
                      <a:cubicBezTo>
                        <a:pt x="1669" y="994"/>
                        <a:pt x="1705" y="1030"/>
                        <a:pt x="1739" y="1087"/>
                      </a:cubicBezTo>
                      <a:lnTo>
                        <a:pt x="2272" y="1877"/>
                      </a:lnTo>
                      <a:cubicBezTo>
                        <a:pt x="2402" y="2058"/>
                        <a:pt x="2372" y="2222"/>
                        <a:pt x="2214" y="2245"/>
                      </a:cubicBezTo>
                      <a:lnTo>
                        <a:pt x="1524" y="2331"/>
                      </a:lnTo>
                      <a:cubicBezTo>
                        <a:pt x="1513" y="2333"/>
                        <a:pt x="1502" y="2334"/>
                        <a:pt x="1492" y="2334"/>
                      </a:cubicBezTo>
                      <a:cubicBezTo>
                        <a:pt x="1460" y="2334"/>
                        <a:pt x="1429" y="2326"/>
                        <a:pt x="1403" y="2309"/>
                      </a:cubicBezTo>
                      <a:cubicBezTo>
                        <a:pt x="1324" y="2259"/>
                        <a:pt x="1280" y="2145"/>
                        <a:pt x="1301" y="2000"/>
                      </a:cubicBezTo>
                      <a:lnTo>
                        <a:pt x="1453" y="1123"/>
                      </a:lnTo>
                      <a:cubicBezTo>
                        <a:pt x="1469" y="1013"/>
                        <a:pt x="1516" y="957"/>
                        <a:pt x="1576" y="957"/>
                      </a:cubicBezTo>
                      <a:close/>
                      <a:moveTo>
                        <a:pt x="814" y="1"/>
                      </a:moveTo>
                      <a:cubicBezTo>
                        <a:pt x="487" y="1"/>
                        <a:pt x="218" y="255"/>
                        <a:pt x="144" y="685"/>
                      </a:cubicBezTo>
                      <a:lnTo>
                        <a:pt x="101" y="929"/>
                      </a:lnTo>
                      <a:cubicBezTo>
                        <a:pt x="0" y="1525"/>
                        <a:pt x="309" y="2231"/>
                        <a:pt x="784" y="2504"/>
                      </a:cubicBezTo>
                      <a:lnTo>
                        <a:pt x="2452" y="3466"/>
                      </a:lnTo>
                      <a:cubicBezTo>
                        <a:pt x="2584" y="3543"/>
                        <a:pt x="2715" y="3580"/>
                        <a:pt x="2838" y="3580"/>
                      </a:cubicBezTo>
                      <a:cubicBezTo>
                        <a:pt x="3162" y="3580"/>
                        <a:pt x="3428" y="3325"/>
                        <a:pt x="3501" y="2892"/>
                      </a:cubicBezTo>
                      <a:lnTo>
                        <a:pt x="3544" y="2654"/>
                      </a:lnTo>
                      <a:cubicBezTo>
                        <a:pt x="3646" y="2058"/>
                        <a:pt x="3335" y="1346"/>
                        <a:pt x="2861" y="1073"/>
                      </a:cubicBezTo>
                      <a:lnTo>
                        <a:pt x="1194" y="109"/>
                      </a:lnTo>
                      <a:cubicBezTo>
                        <a:pt x="1064" y="35"/>
                        <a:pt x="935" y="1"/>
                        <a:pt x="81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lt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" name="Google Shape;779;p41">
            <a:extLst>
              <a:ext uri="{FF2B5EF4-FFF2-40B4-BE49-F238E27FC236}">
                <a16:creationId xmlns:a16="http://schemas.microsoft.com/office/drawing/2014/main" id="{785F5575-A617-E1A7-96AE-5AA24C8EFFFD}"/>
              </a:ext>
            </a:extLst>
          </p:cNvPr>
          <p:cNvSpPr txBox="1">
            <a:spLocks/>
          </p:cNvSpPr>
          <p:nvPr/>
        </p:nvSpPr>
        <p:spPr>
          <a:xfrm>
            <a:off x="6317597" y="87283"/>
            <a:ext cx="3230880" cy="549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6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pt-BR" sz="2000" dirty="0"/>
              <a:t>Segundo Diamante</a:t>
            </a:r>
          </a:p>
        </p:txBody>
      </p:sp>
    </p:spTree>
    <p:extLst>
      <p:ext uri="{BB962C8B-B14F-4D97-AF65-F5344CB8AC3E}">
        <p14:creationId xmlns:p14="http://schemas.microsoft.com/office/powerpoint/2010/main" val="3974208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>
          <a:extLst>
            <a:ext uri="{FF2B5EF4-FFF2-40B4-BE49-F238E27FC236}">
              <a16:creationId xmlns:a16="http://schemas.microsoft.com/office/drawing/2014/main" id="{2425C048-ACA3-2381-B23B-BC390977B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44">
            <a:extLst>
              <a:ext uri="{FF2B5EF4-FFF2-40B4-BE49-F238E27FC236}">
                <a16:creationId xmlns:a16="http://schemas.microsoft.com/office/drawing/2014/main" id="{700F6F82-12A5-52E4-E801-41ECD69779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4662" y="479204"/>
            <a:ext cx="77109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Entregando</a:t>
            </a:r>
            <a:endParaRPr sz="6000" dirty="0"/>
          </a:p>
        </p:txBody>
      </p:sp>
      <p:sp>
        <p:nvSpPr>
          <p:cNvPr id="1534" name="Google Shape;1534;p44">
            <a:extLst>
              <a:ext uri="{FF2B5EF4-FFF2-40B4-BE49-F238E27FC236}">
                <a16:creationId xmlns:a16="http://schemas.microsoft.com/office/drawing/2014/main" id="{C95D2D33-E901-39A5-2760-5F0FC64972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35975" y="1507500"/>
            <a:ext cx="4294800" cy="21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b="1" dirty="0">
                <a:solidFill>
                  <a:schemeClr val="tx2"/>
                </a:solidFill>
              </a:rPr>
              <a:t>Onde: </a:t>
            </a:r>
            <a:r>
              <a:rPr lang="pt-BR" dirty="0">
                <a:solidFill>
                  <a:schemeClr val="tx1"/>
                </a:solidFill>
              </a:rPr>
              <a:t>Primeiro ao longo do curso e depois para o público.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pt-BR" b="1" dirty="0">
              <a:solidFill>
                <a:schemeClr val="tx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pt-BR" b="1" dirty="0">
                <a:solidFill>
                  <a:schemeClr val="tx2"/>
                </a:solidFill>
              </a:rPr>
              <a:t>Necessário: </a:t>
            </a:r>
            <a:r>
              <a:rPr lang="pt-BR" dirty="0">
                <a:solidFill>
                  <a:schemeClr val="tx1"/>
                </a:solidFill>
              </a:rPr>
              <a:t>Pensar em estratégias de divulgação e convênios.</a:t>
            </a:r>
            <a:endParaRPr b="1" dirty="0">
              <a:solidFill>
                <a:schemeClr val="tx2"/>
              </a:solidFill>
            </a:endParaRPr>
          </a:p>
        </p:txBody>
      </p:sp>
      <p:grpSp>
        <p:nvGrpSpPr>
          <p:cNvPr id="1535" name="Google Shape;1535;p44">
            <a:extLst>
              <a:ext uri="{FF2B5EF4-FFF2-40B4-BE49-F238E27FC236}">
                <a16:creationId xmlns:a16="http://schemas.microsoft.com/office/drawing/2014/main" id="{0F4D527B-B613-E302-3CEF-D6737CBA9B0A}"/>
              </a:ext>
            </a:extLst>
          </p:cNvPr>
          <p:cNvGrpSpPr/>
          <p:nvPr/>
        </p:nvGrpSpPr>
        <p:grpSpPr>
          <a:xfrm>
            <a:off x="-564500" y="1477273"/>
            <a:ext cx="7031434" cy="3716657"/>
            <a:chOff x="-564500" y="1477273"/>
            <a:chExt cx="7031434" cy="3716657"/>
          </a:xfrm>
        </p:grpSpPr>
        <p:grpSp>
          <p:nvGrpSpPr>
            <p:cNvPr id="1536" name="Google Shape;1536;p44">
              <a:extLst>
                <a:ext uri="{FF2B5EF4-FFF2-40B4-BE49-F238E27FC236}">
                  <a16:creationId xmlns:a16="http://schemas.microsoft.com/office/drawing/2014/main" id="{DC64E5E9-F53F-8F79-6A4D-AC7624329198}"/>
                </a:ext>
              </a:extLst>
            </p:cNvPr>
            <p:cNvGrpSpPr/>
            <p:nvPr/>
          </p:nvGrpSpPr>
          <p:grpSpPr>
            <a:xfrm>
              <a:off x="904290" y="1477273"/>
              <a:ext cx="783133" cy="1070328"/>
              <a:chOff x="904290" y="1477273"/>
              <a:chExt cx="783133" cy="1070328"/>
            </a:xfrm>
          </p:grpSpPr>
          <p:sp>
            <p:nvSpPr>
              <p:cNvPr id="1537" name="Google Shape;1537;p44">
                <a:extLst>
                  <a:ext uri="{FF2B5EF4-FFF2-40B4-BE49-F238E27FC236}">
                    <a16:creationId xmlns:a16="http://schemas.microsoft.com/office/drawing/2014/main" id="{5548160D-E69C-E04C-B015-4733DBA116F0}"/>
                  </a:ext>
                </a:extLst>
              </p:cNvPr>
              <p:cNvSpPr/>
              <p:nvPr/>
            </p:nvSpPr>
            <p:spPr>
              <a:xfrm>
                <a:off x="954662" y="244825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38" name="Google Shape;1538;p44">
                <a:extLst>
                  <a:ext uri="{FF2B5EF4-FFF2-40B4-BE49-F238E27FC236}">
                    <a16:creationId xmlns:a16="http://schemas.microsoft.com/office/drawing/2014/main" id="{32CE4173-AC04-EF32-CBAF-7CD4A8DF1E32}"/>
                  </a:ext>
                </a:extLst>
              </p:cNvPr>
              <p:cNvGrpSpPr/>
              <p:nvPr/>
            </p:nvGrpSpPr>
            <p:grpSpPr>
              <a:xfrm>
                <a:off x="904290" y="1477273"/>
                <a:ext cx="114150" cy="114196"/>
                <a:chOff x="-685100" y="4136737"/>
                <a:chExt cx="38359" cy="38359"/>
              </a:xfrm>
            </p:grpSpPr>
            <p:sp>
              <p:nvSpPr>
                <p:cNvPr id="1539" name="Google Shape;1539;p44">
                  <a:extLst>
                    <a:ext uri="{FF2B5EF4-FFF2-40B4-BE49-F238E27FC236}">
                      <a16:creationId xmlns:a16="http://schemas.microsoft.com/office/drawing/2014/main" id="{4110A802-9695-9AD9-76EB-7007498EE965}"/>
                    </a:ext>
                  </a:extLst>
                </p:cNvPr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0" name="Google Shape;1540;p44">
                  <a:extLst>
                    <a:ext uri="{FF2B5EF4-FFF2-40B4-BE49-F238E27FC236}">
                      <a16:creationId xmlns:a16="http://schemas.microsoft.com/office/drawing/2014/main" id="{A7034062-02C7-7140-F135-5523F1E097B0}"/>
                    </a:ext>
                  </a:extLst>
                </p:cNvPr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41" name="Google Shape;1541;p44">
                <a:extLst>
                  <a:ext uri="{FF2B5EF4-FFF2-40B4-BE49-F238E27FC236}">
                    <a16:creationId xmlns:a16="http://schemas.microsoft.com/office/drawing/2014/main" id="{79A1E5C7-8A31-19B8-BD76-8BC26D3CC430}"/>
                  </a:ext>
                </a:extLst>
              </p:cNvPr>
              <p:cNvSpPr/>
              <p:nvPr/>
            </p:nvSpPr>
            <p:spPr>
              <a:xfrm>
                <a:off x="1268290" y="201603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44">
              <a:extLst>
                <a:ext uri="{FF2B5EF4-FFF2-40B4-BE49-F238E27FC236}">
                  <a16:creationId xmlns:a16="http://schemas.microsoft.com/office/drawing/2014/main" id="{52247340-391E-F054-62BB-72C43970F01F}"/>
                </a:ext>
              </a:extLst>
            </p:cNvPr>
            <p:cNvGrpSpPr/>
            <p:nvPr/>
          </p:nvGrpSpPr>
          <p:grpSpPr>
            <a:xfrm>
              <a:off x="-564500" y="1591470"/>
              <a:ext cx="7031434" cy="3602460"/>
              <a:chOff x="-564500" y="1591470"/>
              <a:chExt cx="7031434" cy="3602460"/>
            </a:xfrm>
          </p:grpSpPr>
          <p:sp>
            <p:nvSpPr>
              <p:cNvPr id="1543" name="Google Shape;1543;p44">
                <a:extLst>
                  <a:ext uri="{FF2B5EF4-FFF2-40B4-BE49-F238E27FC236}">
                    <a16:creationId xmlns:a16="http://schemas.microsoft.com/office/drawing/2014/main" id="{62A71B77-7C34-A43F-2F13-36F9D8C536BC}"/>
                  </a:ext>
                </a:extLst>
              </p:cNvPr>
              <p:cNvSpPr/>
              <p:nvPr/>
            </p:nvSpPr>
            <p:spPr>
              <a:xfrm>
                <a:off x="-564500" y="2552900"/>
                <a:ext cx="7031434" cy="2641030"/>
              </a:xfrm>
              <a:custGeom>
                <a:avLst/>
                <a:gdLst/>
                <a:ahLst/>
                <a:cxnLst/>
                <a:rect l="l" t="t" r="r" b="b"/>
                <a:pathLst>
                  <a:path w="321584" h="120788" extrusionOk="0">
                    <a:moveTo>
                      <a:pt x="0" y="65800"/>
                    </a:moveTo>
                    <a:lnTo>
                      <a:pt x="112755" y="0"/>
                    </a:lnTo>
                    <a:lnTo>
                      <a:pt x="321584" y="120788"/>
                    </a:lnTo>
                    <a:lnTo>
                      <a:pt x="1853" y="12078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544" name="Google Shape;1544;p44">
                <a:extLst>
                  <a:ext uri="{FF2B5EF4-FFF2-40B4-BE49-F238E27FC236}">
                    <a16:creationId xmlns:a16="http://schemas.microsoft.com/office/drawing/2014/main" id="{810611D9-C945-A269-7A9E-1108A04D8BA4}"/>
                  </a:ext>
                </a:extLst>
              </p:cNvPr>
              <p:cNvGrpSpPr/>
              <p:nvPr/>
            </p:nvGrpSpPr>
            <p:grpSpPr>
              <a:xfrm>
                <a:off x="369532" y="1591470"/>
                <a:ext cx="3279262" cy="2924703"/>
                <a:chOff x="-2400037" y="242162"/>
                <a:chExt cx="2075482" cy="1851078"/>
              </a:xfrm>
            </p:grpSpPr>
            <p:sp>
              <p:nvSpPr>
                <p:cNvPr id="1545" name="Google Shape;1545;p44">
                  <a:extLst>
                    <a:ext uri="{FF2B5EF4-FFF2-40B4-BE49-F238E27FC236}">
                      <a16:creationId xmlns:a16="http://schemas.microsoft.com/office/drawing/2014/main" id="{D6F69373-704A-3196-9D03-21BF6E076C53}"/>
                    </a:ext>
                  </a:extLst>
                </p:cNvPr>
                <p:cNvSpPr/>
                <p:nvPr/>
              </p:nvSpPr>
              <p:spPr>
                <a:xfrm>
                  <a:off x="-1078925" y="736525"/>
                  <a:ext cx="287400" cy="2073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6" name="Google Shape;1546;p44">
                  <a:extLst>
                    <a:ext uri="{FF2B5EF4-FFF2-40B4-BE49-F238E27FC236}">
                      <a16:creationId xmlns:a16="http://schemas.microsoft.com/office/drawing/2014/main" id="{114AE777-8D94-7A46-E683-98073403E50C}"/>
                    </a:ext>
                  </a:extLst>
                </p:cNvPr>
                <p:cNvSpPr/>
                <p:nvPr/>
              </p:nvSpPr>
              <p:spPr>
                <a:xfrm>
                  <a:off x="-535958" y="1536503"/>
                  <a:ext cx="1242" cy="5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65" extrusionOk="0">
                      <a:moveTo>
                        <a:pt x="14" y="0"/>
                      </a:moveTo>
                      <a:cubicBezTo>
                        <a:pt x="14" y="21"/>
                        <a:pt x="7" y="43"/>
                        <a:pt x="1" y="64"/>
                      </a:cubicBezTo>
                      <a:lnTo>
                        <a:pt x="14" y="64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7" name="Google Shape;1547;p44">
                  <a:extLst>
                    <a:ext uri="{FF2B5EF4-FFF2-40B4-BE49-F238E27FC236}">
                      <a16:creationId xmlns:a16="http://schemas.microsoft.com/office/drawing/2014/main" id="{58999548-3157-40C4-4A16-98BBF0624E75}"/>
                    </a:ext>
                  </a:extLst>
                </p:cNvPr>
                <p:cNvSpPr/>
                <p:nvPr/>
              </p:nvSpPr>
              <p:spPr>
                <a:xfrm>
                  <a:off x="-1407380" y="900760"/>
                  <a:ext cx="188062" cy="10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" h="1309" extrusionOk="0">
                      <a:moveTo>
                        <a:pt x="0" y="1"/>
                      </a:moveTo>
                      <a:lnTo>
                        <a:pt x="2264" y="1308"/>
                      </a:lnTo>
                      <a:lnTo>
                        <a:pt x="2271" y="13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8" name="Google Shape;1548;p44">
                  <a:extLst>
                    <a:ext uri="{FF2B5EF4-FFF2-40B4-BE49-F238E27FC236}">
                      <a16:creationId xmlns:a16="http://schemas.microsoft.com/office/drawing/2014/main" id="{5544E9A6-1E21-C641-6467-6D6B3C75EA66}"/>
                    </a:ext>
                  </a:extLst>
                </p:cNvPr>
                <p:cNvSpPr/>
                <p:nvPr/>
              </p:nvSpPr>
              <p:spPr>
                <a:xfrm>
                  <a:off x="-535958" y="1536503"/>
                  <a:ext cx="1242" cy="5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65" extrusionOk="0">
                      <a:moveTo>
                        <a:pt x="14" y="0"/>
                      </a:moveTo>
                      <a:cubicBezTo>
                        <a:pt x="14" y="21"/>
                        <a:pt x="7" y="43"/>
                        <a:pt x="1" y="64"/>
                      </a:cubicBezTo>
                      <a:lnTo>
                        <a:pt x="14" y="64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9" name="Google Shape;1549;p44">
                  <a:extLst>
                    <a:ext uri="{FF2B5EF4-FFF2-40B4-BE49-F238E27FC236}">
                      <a16:creationId xmlns:a16="http://schemas.microsoft.com/office/drawing/2014/main" id="{C0745E8F-F3DE-FA6B-F037-305D84471174}"/>
                    </a:ext>
                  </a:extLst>
                </p:cNvPr>
                <p:cNvSpPr/>
                <p:nvPr/>
              </p:nvSpPr>
              <p:spPr>
                <a:xfrm>
                  <a:off x="-1407380" y="900760"/>
                  <a:ext cx="188062" cy="10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" h="1309" extrusionOk="0">
                      <a:moveTo>
                        <a:pt x="0" y="1"/>
                      </a:moveTo>
                      <a:lnTo>
                        <a:pt x="2264" y="1308"/>
                      </a:lnTo>
                      <a:lnTo>
                        <a:pt x="2271" y="13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0" name="Google Shape;1550;p44">
                  <a:extLst>
                    <a:ext uri="{FF2B5EF4-FFF2-40B4-BE49-F238E27FC236}">
                      <a16:creationId xmlns:a16="http://schemas.microsoft.com/office/drawing/2014/main" id="{427CB69D-7006-72C0-1AA4-A4FD4F597F03}"/>
                    </a:ext>
                  </a:extLst>
                </p:cNvPr>
                <p:cNvSpPr/>
                <p:nvPr/>
              </p:nvSpPr>
              <p:spPr>
                <a:xfrm>
                  <a:off x="-1407380" y="900760"/>
                  <a:ext cx="188062" cy="10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" h="1309" extrusionOk="0">
                      <a:moveTo>
                        <a:pt x="0" y="1"/>
                      </a:moveTo>
                      <a:lnTo>
                        <a:pt x="2264" y="1308"/>
                      </a:lnTo>
                      <a:lnTo>
                        <a:pt x="2271" y="13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1" name="Google Shape;1551;p44">
                  <a:extLst>
                    <a:ext uri="{FF2B5EF4-FFF2-40B4-BE49-F238E27FC236}">
                      <a16:creationId xmlns:a16="http://schemas.microsoft.com/office/drawing/2014/main" id="{94FBD6CC-FA80-F0AF-35B3-C953DB99050B}"/>
                    </a:ext>
                  </a:extLst>
                </p:cNvPr>
                <p:cNvSpPr/>
                <p:nvPr/>
              </p:nvSpPr>
              <p:spPr>
                <a:xfrm>
                  <a:off x="-1305108" y="245308"/>
                  <a:ext cx="828" cy="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8" extrusionOk="0">
                      <a:moveTo>
                        <a:pt x="9" y="1"/>
                      </a:moveTo>
                      <a:cubicBezTo>
                        <a:pt x="1" y="1"/>
                        <a:pt x="1" y="1"/>
                        <a:pt x="1" y="8"/>
                      </a:cubicBezTo>
                      <a:lnTo>
                        <a:pt x="9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2" name="Google Shape;1552;p44">
                  <a:extLst>
                    <a:ext uri="{FF2B5EF4-FFF2-40B4-BE49-F238E27FC236}">
                      <a16:creationId xmlns:a16="http://schemas.microsoft.com/office/drawing/2014/main" id="{912A1E13-10CB-014A-D2EB-CAC77C87AB4D}"/>
                    </a:ext>
                  </a:extLst>
                </p:cNvPr>
                <p:cNvSpPr/>
                <p:nvPr/>
              </p:nvSpPr>
              <p:spPr>
                <a:xfrm>
                  <a:off x="-1305108" y="245308"/>
                  <a:ext cx="828" cy="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8" fill="none" extrusionOk="0">
                      <a:moveTo>
                        <a:pt x="9" y="1"/>
                      </a:moveTo>
                      <a:cubicBezTo>
                        <a:pt x="1" y="1"/>
                        <a:pt x="1" y="1"/>
                        <a:pt x="1" y="8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3" name="Google Shape;1553;p44">
                  <a:extLst>
                    <a:ext uri="{FF2B5EF4-FFF2-40B4-BE49-F238E27FC236}">
                      <a16:creationId xmlns:a16="http://schemas.microsoft.com/office/drawing/2014/main" id="{44D409F2-3062-4D1E-92EF-D1821881333E}"/>
                    </a:ext>
                  </a:extLst>
                </p:cNvPr>
                <p:cNvSpPr/>
                <p:nvPr/>
              </p:nvSpPr>
              <p:spPr>
                <a:xfrm>
                  <a:off x="-1304363" y="242162"/>
                  <a:ext cx="979808" cy="1299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2" h="15688" extrusionOk="0">
                      <a:moveTo>
                        <a:pt x="218" y="0"/>
                      </a:moveTo>
                      <a:cubicBezTo>
                        <a:pt x="207" y="0"/>
                        <a:pt x="197" y="1"/>
                        <a:pt x="187" y="2"/>
                      </a:cubicBezTo>
                      <a:cubicBezTo>
                        <a:pt x="157" y="11"/>
                        <a:pt x="114" y="18"/>
                        <a:pt x="71" y="25"/>
                      </a:cubicBezTo>
                      <a:cubicBezTo>
                        <a:pt x="64" y="25"/>
                        <a:pt x="57" y="32"/>
                        <a:pt x="50" y="32"/>
                      </a:cubicBezTo>
                      <a:cubicBezTo>
                        <a:pt x="28" y="32"/>
                        <a:pt x="14" y="39"/>
                        <a:pt x="0" y="39"/>
                      </a:cubicBezTo>
                      <a:lnTo>
                        <a:pt x="35" y="39"/>
                      </a:lnTo>
                      <a:cubicBezTo>
                        <a:pt x="50" y="39"/>
                        <a:pt x="64" y="39"/>
                        <a:pt x="86" y="46"/>
                      </a:cubicBezTo>
                      <a:cubicBezTo>
                        <a:pt x="100" y="54"/>
                        <a:pt x="121" y="61"/>
                        <a:pt x="136" y="68"/>
                      </a:cubicBezTo>
                      <a:lnTo>
                        <a:pt x="11436" y="6587"/>
                      </a:lnTo>
                      <a:cubicBezTo>
                        <a:pt x="11565" y="6667"/>
                        <a:pt x="11645" y="6868"/>
                        <a:pt x="11602" y="7032"/>
                      </a:cubicBezTo>
                      <a:lnTo>
                        <a:pt x="9488" y="15494"/>
                      </a:lnTo>
                      <a:cubicBezTo>
                        <a:pt x="9480" y="15508"/>
                        <a:pt x="9480" y="15515"/>
                        <a:pt x="9480" y="15522"/>
                      </a:cubicBezTo>
                      <a:cubicBezTo>
                        <a:pt x="9473" y="15528"/>
                        <a:pt x="9473" y="15537"/>
                        <a:pt x="9473" y="15537"/>
                      </a:cubicBezTo>
                      <a:lnTo>
                        <a:pt x="9473" y="15544"/>
                      </a:lnTo>
                      <a:cubicBezTo>
                        <a:pt x="9466" y="15551"/>
                        <a:pt x="9466" y="15558"/>
                        <a:pt x="9459" y="15572"/>
                      </a:cubicBezTo>
                      <a:cubicBezTo>
                        <a:pt x="9452" y="15580"/>
                        <a:pt x="9452" y="15587"/>
                        <a:pt x="9445" y="15594"/>
                      </a:cubicBezTo>
                      <a:cubicBezTo>
                        <a:pt x="9430" y="15615"/>
                        <a:pt x="9416" y="15637"/>
                        <a:pt x="9393" y="15651"/>
                      </a:cubicBezTo>
                      <a:cubicBezTo>
                        <a:pt x="9387" y="15651"/>
                        <a:pt x="9387" y="15658"/>
                        <a:pt x="9380" y="15658"/>
                      </a:cubicBezTo>
                      <a:cubicBezTo>
                        <a:pt x="9380" y="15666"/>
                        <a:pt x="9373" y="15666"/>
                        <a:pt x="9366" y="15666"/>
                      </a:cubicBezTo>
                      <a:cubicBezTo>
                        <a:pt x="9359" y="15673"/>
                        <a:pt x="9350" y="15680"/>
                        <a:pt x="9337" y="15680"/>
                      </a:cubicBezTo>
                      <a:cubicBezTo>
                        <a:pt x="9335" y="15682"/>
                        <a:pt x="9333" y="15683"/>
                        <a:pt x="9331" y="15684"/>
                      </a:cubicBezTo>
                      <a:lnTo>
                        <a:pt x="9331" y="15684"/>
                      </a:lnTo>
                      <a:cubicBezTo>
                        <a:pt x="9388" y="15677"/>
                        <a:pt x="9444" y="15665"/>
                        <a:pt x="9495" y="15651"/>
                      </a:cubicBezTo>
                      <a:cubicBezTo>
                        <a:pt x="9581" y="15637"/>
                        <a:pt x="9645" y="15565"/>
                        <a:pt x="9675" y="15458"/>
                      </a:cubicBezTo>
                      <a:lnTo>
                        <a:pt x="11788" y="6998"/>
                      </a:lnTo>
                      <a:cubicBezTo>
                        <a:pt x="11831" y="6832"/>
                        <a:pt x="11759" y="6630"/>
                        <a:pt x="11622" y="6551"/>
                      </a:cubicBezTo>
                      <a:lnTo>
                        <a:pt x="330" y="32"/>
                      </a:lnTo>
                      <a:cubicBezTo>
                        <a:pt x="291" y="9"/>
                        <a:pt x="253" y="0"/>
                        <a:pt x="218" y="0"/>
                      </a:cubicBezTo>
                      <a:close/>
                      <a:moveTo>
                        <a:pt x="9331" y="15684"/>
                      </a:moveTo>
                      <a:cubicBezTo>
                        <a:pt x="9323" y="15685"/>
                        <a:pt x="9315" y="15686"/>
                        <a:pt x="9307" y="15687"/>
                      </a:cubicBezTo>
                      <a:cubicBezTo>
                        <a:pt x="9319" y="15687"/>
                        <a:pt x="9325" y="15687"/>
                        <a:pt x="9331" y="1568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4" name="Google Shape;1554;p44">
                  <a:extLst>
                    <a:ext uri="{FF2B5EF4-FFF2-40B4-BE49-F238E27FC236}">
                      <a16:creationId xmlns:a16="http://schemas.microsoft.com/office/drawing/2014/main" id="{6E5C747F-F02B-BF22-EF42-23A48F045B55}"/>
                    </a:ext>
                  </a:extLst>
                </p:cNvPr>
                <p:cNvSpPr/>
                <p:nvPr/>
              </p:nvSpPr>
              <p:spPr>
                <a:xfrm>
                  <a:off x="-1407380" y="900760"/>
                  <a:ext cx="188062" cy="1083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" h="1309" extrusionOk="0">
                      <a:moveTo>
                        <a:pt x="0" y="1"/>
                      </a:moveTo>
                      <a:lnTo>
                        <a:pt x="2264" y="1308"/>
                      </a:lnTo>
                      <a:lnTo>
                        <a:pt x="2271" y="13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5" name="Google Shape;1555;p44">
                  <a:extLst>
                    <a:ext uri="{FF2B5EF4-FFF2-40B4-BE49-F238E27FC236}">
                      <a16:creationId xmlns:a16="http://schemas.microsoft.com/office/drawing/2014/main" id="{47B5340D-5ECB-1B82-94C6-B5C7C459DF13}"/>
                    </a:ext>
                  </a:extLst>
                </p:cNvPr>
                <p:cNvSpPr/>
                <p:nvPr/>
              </p:nvSpPr>
              <p:spPr>
                <a:xfrm>
                  <a:off x="-535958" y="1536503"/>
                  <a:ext cx="1242" cy="5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" h="65" extrusionOk="0">
                      <a:moveTo>
                        <a:pt x="14" y="0"/>
                      </a:moveTo>
                      <a:cubicBezTo>
                        <a:pt x="14" y="21"/>
                        <a:pt x="7" y="43"/>
                        <a:pt x="1" y="64"/>
                      </a:cubicBezTo>
                      <a:lnTo>
                        <a:pt x="14" y="64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6" name="Google Shape;1556;p44">
                  <a:extLst>
                    <a:ext uri="{FF2B5EF4-FFF2-40B4-BE49-F238E27FC236}">
                      <a16:creationId xmlns:a16="http://schemas.microsoft.com/office/drawing/2014/main" id="{04119AEF-2712-A9DB-27E5-C4502FB0FCEF}"/>
                    </a:ext>
                  </a:extLst>
                </p:cNvPr>
                <p:cNvSpPr/>
                <p:nvPr/>
              </p:nvSpPr>
              <p:spPr>
                <a:xfrm>
                  <a:off x="-2073513" y="1331048"/>
                  <a:ext cx="1538775" cy="57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2" h="6975" extrusionOk="0">
                      <a:moveTo>
                        <a:pt x="7" y="1"/>
                      </a:moveTo>
                      <a:lnTo>
                        <a:pt x="7" y="252"/>
                      </a:lnTo>
                      <a:cubicBezTo>
                        <a:pt x="0" y="302"/>
                        <a:pt x="36" y="352"/>
                        <a:pt x="102" y="396"/>
                      </a:cubicBezTo>
                      <a:lnTo>
                        <a:pt x="11401" y="6916"/>
                      </a:lnTo>
                      <a:cubicBezTo>
                        <a:pt x="11466" y="6955"/>
                        <a:pt x="11552" y="6975"/>
                        <a:pt x="11640" y="6975"/>
                      </a:cubicBezTo>
                      <a:cubicBezTo>
                        <a:pt x="11727" y="6975"/>
                        <a:pt x="11815" y="6955"/>
                        <a:pt x="11883" y="6916"/>
                      </a:cubicBezTo>
                      <a:lnTo>
                        <a:pt x="18481" y="3078"/>
                      </a:lnTo>
                      <a:cubicBezTo>
                        <a:pt x="18552" y="3042"/>
                        <a:pt x="18581" y="2992"/>
                        <a:pt x="18581" y="2940"/>
                      </a:cubicBezTo>
                      <a:lnTo>
                        <a:pt x="18581" y="2545"/>
                      </a:lnTo>
                      <a:lnTo>
                        <a:pt x="18568" y="2545"/>
                      </a:lnTo>
                      <a:cubicBezTo>
                        <a:pt x="18545" y="2574"/>
                        <a:pt x="18524" y="2595"/>
                        <a:pt x="18488" y="2618"/>
                      </a:cubicBezTo>
                      <a:lnTo>
                        <a:pt x="11883" y="6665"/>
                      </a:lnTo>
                      <a:cubicBezTo>
                        <a:pt x="11818" y="6700"/>
                        <a:pt x="11730" y="6718"/>
                        <a:pt x="11642" y="6718"/>
                      </a:cubicBezTo>
                      <a:cubicBezTo>
                        <a:pt x="11554" y="6718"/>
                        <a:pt x="11466" y="6700"/>
                        <a:pt x="11401" y="6665"/>
                      </a:cubicBezTo>
                      <a:lnTo>
                        <a:pt x="109" y="137"/>
                      </a:lnTo>
                      <a:cubicBezTo>
                        <a:pt x="93" y="130"/>
                        <a:pt x="80" y="123"/>
                        <a:pt x="73" y="116"/>
                      </a:cubicBezTo>
                      <a:cubicBezTo>
                        <a:pt x="66" y="109"/>
                        <a:pt x="59" y="109"/>
                        <a:pt x="59" y="102"/>
                      </a:cubicBezTo>
                      <a:cubicBezTo>
                        <a:pt x="50" y="102"/>
                        <a:pt x="50" y="94"/>
                        <a:pt x="43" y="94"/>
                      </a:cubicBezTo>
                      <a:cubicBezTo>
                        <a:pt x="16" y="66"/>
                        <a:pt x="7" y="30"/>
                        <a:pt x="7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7" name="Google Shape;1557;p44">
                  <a:extLst>
                    <a:ext uri="{FF2B5EF4-FFF2-40B4-BE49-F238E27FC236}">
                      <a16:creationId xmlns:a16="http://schemas.microsoft.com/office/drawing/2014/main" id="{56E9056C-A5DC-7CDD-5F87-38EA1C7967A0}"/>
                    </a:ext>
                  </a:extLst>
                </p:cNvPr>
                <p:cNvSpPr/>
                <p:nvPr/>
              </p:nvSpPr>
              <p:spPr>
                <a:xfrm>
                  <a:off x="-2072933" y="980094"/>
                  <a:ext cx="1537036" cy="907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61" h="10956" extrusionOk="0">
                      <a:moveTo>
                        <a:pt x="6729" y="518"/>
                      </a:moveTo>
                      <a:cubicBezTo>
                        <a:pt x="6775" y="518"/>
                        <a:pt x="6822" y="527"/>
                        <a:pt x="6857" y="545"/>
                      </a:cubicBezTo>
                      <a:lnTo>
                        <a:pt x="7225" y="761"/>
                      </a:lnTo>
                      <a:cubicBezTo>
                        <a:pt x="7297" y="804"/>
                        <a:pt x="7297" y="868"/>
                        <a:pt x="7225" y="911"/>
                      </a:cubicBezTo>
                      <a:lnTo>
                        <a:pt x="7175" y="940"/>
                      </a:lnTo>
                      <a:cubicBezTo>
                        <a:pt x="7139" y="962"/>
                        <a:pt x="7092" y="972"/>
                        <a:pt x="7045" y="972"/>
                      </a:cubicBezTo>
                      <a:cubicBezTo>
                        <a:pt x="6998" y="972"/>
                        <a:pt x="6951" y="962"/>
                        <a:pt x="6916" y="940"/>
                      </a:cubicBezTo>
                      <a:lnTo>
                        <a:pt x="6549" y="731"/>
                      </a:lnTo>
                      <a:cubicBezTo>
                        <a:pt x="6478" y="688"/>
                        <a:pt x="6478" y="616"/>
                        <a:pt x="6549" y="573"/>
                      </a:cubicBezTo>
                      <a:lnTo>
                        <a:pt x="6599" y="545"/>
                      </a:lnTo>
                      <a:cubicBezTo>
                        <a:pt x="6635" y="527"/>
                        <a:pt x="6682" y="518"/>
                        <a:pt x="6729" y="518"/>
                      </a:cubicBezTo>
                      <a:close/>
                      <a:moveTo>
                        <a:pt x="6294" y="769"/>
                      </a:moveTo>
                      <a:cubicBezTo>
                        <a:pt x="6342" y="769"/>
                        <a:pt x="6391" y="778"/>
                        <a:pt x="6426" y="795"/>
                      </a:cubicBezTo>
                      <a:lnTo>
                        <a:pt x="6794" y="1011"/>
                      </a:lnTo>
                      <a:cubicBezTo>
                        <a:pt x="6866" y="1054"/>
                        <a:pt x="6866" y="1120"/>
                        <a:pt x="6794" y="1163"/>
                      </a:cubicBezTo>
                      <a:lnTo>
                        <a:pt x="6492" y="1335"/>
                      </a:lnTo>
                      <a:cubicBezTo>
                        <a:pt x="6455" y="1357"/>
                        <a:pt x="6409" y="1368"/>
                        <a:pt x="6362" y="1368"/>
                      </a:cubicBezTo>
                      <a:cubicBezTo>
                        <a:pt x="6316" y="1368"/>
                        <a:pt x="6269" y="1357"/>
                        <a:pt x="6233" y="1335"/>
                      </a:cubicBezTo>
                      <a:lnTo>
                        <a:pt x="5865" y="1126"/>
                      </a:lnTo>
                      <a:cubicBezTo>
                        <a:pt x="5795" y="1083"/>
                        <a:pt x="5795" y="1011"/>
                        <a:pt x="5865" y="976"/>
                      </a:cubicBezTo>
                      <a:lnTo>
                        <a:pt x="6160" y="795"/>
                      </a:lnTo>
                      <a:cubicBezTo>
                        <a:pt x="6197" y="778"/>
                        <a:pt x="6245" y="769"/>
                        <a:pt x="6294" y="769"/>
                      </a:cubicBezTo>
                      <a:close/>
                      <a:moveTo>
                        <a:pt x="7473" y="944"/>
                      </a:moveTo>
                      <a:cubicBezTo>
                        <a:pt x="7521" y="944"/>
                        <a:pt x="7570" y="955"/>
                        <a:pt x="7606" y="976"/>
                      </a:cubicBezTo>
                      <a:lnTo>
                        <a:pt x="7944" y="1170"/>
                      </a:lnTo>
                      <a:cubicBezTo>
                        <a:pt x="8015" y="1213"/>
                        <a:pt x="8015" y="1285"/>
                        <a:pt x="7944" y="1321"/>
                      </a:cubicBezTo>
                      <a:lnTo>
                        <a:pt x="7892" y="1349"/>
                      </a:lnTo>
                      <a:cubicBezTo>
                        <a:pt x="7857" y="1371"/>
                        <a:pt x="7811" y="1381"/>
                        <a:pt x="7764" y="1381"/>
                      </a:cubicBezTo>
                      <a:cubicBezTo>
                        <a:pt x="7717" y="1381"/>
                        <a:pt x="7670" y="1371"/>
                        <a:pt x="7634" y="1349"/>
                      </a:cubicBezTo>
                      <a:lnTo>
                        <a:pt x="7297" y="1156"/>
                      </a:lnTo>
                      <a:cubicBezTo>
                        <a:pt x="7225" y="1120"/>
                        <a:pt x="7225" y="1047"/>
                        <a:pt x="7297" y="1004"/>
                      </a:cubicBezTo>
                      <a:lnTo>
                        <a:pt x="7340" y="976"/>
                      </a:lnTo>
                      <a:cubicBezTo>
                        <a:pt x="7376" y="955"/>
                        <a:pt x="7424" y="944"/>
                        <a:pt x="7473" y="944"/>
                      </a:cubicBezTo>
                      <a:close/>
                      <a:moveTo>
                        <a:pt x="8192" y="1360"/>
                      </a:moveTo>
                      <a:cubicBezTo>
                        <a:pt x="8240" y="1360"/>
                        <a:pt x="8288" y="1371"/>
                        <a:pt x="8324" y="1392"/>
                      </a:cubicBezTo>
                      <a:lnTo>
                        <a:pt x="8619" y="1565"/>
                      </a:lnTo>
                      <a:cubicBezTo>
                        <a:pt x="8691" y="1608"/>
                        <a:pt x="8691" y="1673"/>
                        <a:pt x="8619" y="1716"/>
                      </a:cubicBezTo>
                      <a:lnTo>
                        <a:pt x="8576" y="1744"/>
                      </a:lnTo>
                      <a:cubicBezTo>
                        <a:pt x="8540" y="1766"/>
                        <a:pt x="8492" y="1776"/>
                        <a:pt x="8443" y="1776"/>
                      </a:cubicBezTo>
                      <a:cubicBezTo>
                        <a:pt x="8395" y="1776"/>
                        <a:pt x="8346" y="1766"/>
                        <a:pt x="8310" y="1744"/>
                      </a:cubicBezTo>
                      <a:lnTo>
                        <a:pt x="8008" y="1572"/>
                      </a:lnTo>
                      <a:cubicBezTo>
                        <a:pt x="7936" y="1528"/>
                        <a:pt x="7936" y="1465"/>
                        <a:pt x="8008" y="1421"/>
                      </a:cubicBezTo>
                      <a:lnTo>
                        <a:pt x="8058" y="1392"/>
                      </a:lnTo>
                      <a:cubicBezTo>
                        <a:pt x="8094" y="1371"/>
                        <a:pt x="8143" y="1360"/>
                        <a:pt x="8192" y="1360"/>
                      </a:cubicBezTo>
                      <a:close/>
                      <a:moveTo>
                        <a:pt x="7041" y="1194"/>
                      </a:moveTo>
                      <a:cubicBezTo>
                        <a:pt x="7090" y="1194"/>
                        <a:pt x="7139" y="1205"/>
                        <a:pt x="7175" y="1226"/>
                      </a:cubicBezTo>
                      <a:lnTo>
                        <a:pt x="7513" y="1421"/>
                      </a:lnTo>
                      <a:cubicBezTo>
                        <a:pt x="7584" y="1465"/>
                        <a:pt x="7584" y="1537"/>
                        <a:pt x="7513" y="1572"/>
                      </a:cubicBezTo>
                      <a:lnTo>
                        <a:pt x="7211" y="1753"/>
                      </a:lnTo>
                      <a:cubicBezTo>
                        <a:pt x="7175" y="1770"/>
                        <a:pt x="7128" y="1779"/>
                        <a:pt x="7081" y="1779"/>
                      </a:cubicBezTo>
                      <a:cubicBezTo>
                        <a:pt x="7034" y="1779"/>
                        <a:pt x="6988" y="1770"/>
                        <a:pt x="6952" y="1753"/>
                      </a:cubicBezTo>
                      <a:lnTo>
                        <a:pt x="6614" y="1558"/>
                      </a:lnTo>
                      <a:cubicBezTo>
                        <a:pt x="6542" y="1515"/>
                        <a:pt x="6542" y="1442"/>
                        <a:pt x="6614" y="1399"/>
                      </a:cubicBezTo>
                      <a:lnTo>
                        <a:pt x="6909" y="1226"/>
                      </a:lnTo>
                      <a:cubicBezTo>
                        <a:pt x="6945" y="1205"/>
                        <a:pt x="6993" y="1194"/>
                        <a:pt x="7041" y="1194"/>
                      </a:cubicBezTo>
                      <a:close/>
                      <a:moveTo>
                        <a:pt x="5618" y="1160"/>
                      </a:moveTo>
                      <a:cubicBezTo>
                        <a:pt x="5667" y="1160"/>
                        <a:pt x="5715" y="1170"/>
                        <a:pt x="5752" y="1192"/>
                      </a:cubicBezTo>
                      <a:lnTo>
                        <a:pt x="6297" y="1508"/>
                      </a:lnTo>
                      <a:cubicBezTo>
                        <a:pt x="6369" y="1551"/>
                        <a:pt x="6369" y="1615"/>
                        <a:pt x="6297" y="1658"/>
                      </a:cubicBezTo>
                      <a:lnTo>
                        <a:pt x="5967" y="1853"/>
                      </a:lnTo>
                      <a:cubicBezTo>
                        <a:pt x="5928" y="1874"/>
                        <a:pt x="5879" y="1885"/>
                        <a:pt x="5831" y="1885"/>
                      </a:cubicBezTo>
                      <a:cubicBezTo>
                        <a:pt x="5784" y="1885"/>
                        <a:pt x="5737" y="1874"/>
                        <a:pt x="5702" y="1853"/>
                      </a:cubicBezTo>
                      <a:lnTo>
                        <a:pt x="5155" y="1537"/>
                      </a:lnTo>
                      <a:cubicBezTo>
                        <a:pt x="5082" y="1501"/>
                        <a:pt x="5082" y="1428"/>
                        <a:pt x="5155" y="1385"/>
                      </a:cubicBezTo>
                      <a:lnTo>
                        <a:pt x="5486" y="1192"/>
                      </a:lnTo>
                      <a:cubicBezTo>
                        <a:pt x="5521" y="1170"/>
                        <a:pt x="5570" y="1160"/>
                        <a:pt x="5618" y="1160"/>
                      </a:cubicBezTo>
                      <a:close/>
                      <a:moveTo>
                        <a:pt x="7758" y="1612"/>
                      </a:moveTo>
                      <a:cubicBezTo>
                        <a:pt x="7805" y="1612"/>
                        <a:pt x="7854" y="1622"/>
                        <a:pt x="7892" y="1644"/>
                      </a:cubicBezTo>
                      <a:lnTo>
                        <a:pt x="8187" y="1816"/>
                      </a:lnTo>
                      <a:cubicBezTo>
                        <a:pt x="8260" y="1860"/>
                        <a:pt x="8260" y="1925"/>
                        <a:pt x="8187" y="1968"/>
                      </a:cubicBezTo>
                      <a:lnTo>
                        <a:pt x="7892" y="2141"/>
                      </a:lnTo>
                      <a:cubicBezTo>
                        <a:pt x="7857" y="2162"/>
                        <a:pt x="7809" y="2173"/>
                        <a:pt x="7760" y="2173"/>
                      </a:cubicBezTo>
                      <a:cubicBezTo>
                        <a:pt x="7712" y="2173"/>
                        <a:pt x="7663" y="2162"/>
                        <a:pt x="7627" y="2141"/>
                      </a:cubicBezTo>
                      <a:lnTo>
                        <a:pt x="7325" y="1968"/>
                      </a:lnTo>
                      <a:cubicBezTo>
                        <a:pt x="7254" y="1925"/>
                        <a:pt x="7254" y="1860"/>
                        <a:pt x="7325" y="1816"/>
                      </a:cubicBezTo>
                      <a:lnTo>
                        <a:pt x="7627" y="1644"/>
                      </a:lnTo>
                      <a:cubicBezTo>
                        <a:pt x="7663" y="1622"/>
                        <a:pt x="7710" y="1612"/>
                        <a:pt x="7758" y="1612"/>
                      </a:cubicBezTo>
                      <a:close/>
                      <a:moveTo>
                        <a:pt x="8870" y="1748"/>
                      </a:moveTo>
                      <a:cubicBezTo>
                        <a:pt x="8917" y="1748"/>
                        <a:pt x="8964" y="1759"/>
                        <a:pt x="9000" y="1780"/>
                      </a:cubicBezTo>
                      <a:lnTo>
                        <a:pt x="9309" y="1960"/>
                      </a:lnTo>
                      <a:cubicBezTo>
                        <a:pt x="9381" y="2003"/>
                        <a:pt x="9388" y="2075"/>
                        <a:pt x="9309" y="2118"/>
                      </a:cubicBezTo>
                      <a:lnTo>
                        <a:pt x="9266" y="2141"/>
                      </a:lnTo>
                      <a:cubicBezTo>
                        <a:pt x="9230" y="2162"/>
                        <a:pt x="9182" y="2173"/>
                        <a:pt x="9133" y="2173"/>
                      </a:cubicBezTo>
                      <a:cubicBezTo>
                        <a:pt x="9085" y="2173"/>
                        <a:pt x="9036" y="2162"/>
                        <a:pt x="9000" y="2141"/>
                      </a:cubicBezTo>
                      <a:lnTo>
                        <a:pt x="8691" y="1960"/>
                      </a:lnTo>
                      <a:cubicBezTo>
                        <a:pt x="8619" y="1925"/>
                        <a:pt x="8619" y="1853"/>
                        <a:pt x="8691" y="1810"/>
                      </a:cubicBezTo>
                      <a:lnTo>
                        <a:pt x="8734" y="1780"/>
                      </a:lnTo>
                      <a:cubicBezTo>
                        <a:pt x="8774" y="1759"/>
                        <a:pt x="8822" y="1748"/>
                        <a:pt x="8870" y="1748"/>
                      </a:cubicBezTo>
                      <a:close/>
                      <a:moveTo>
                        <a:pt x="6546" y="1696"/>
                      </a:moveTo>
                      <a:cubicBezTo>
                        <a:pt x="6594" y="1696"/>
                        <a:pt x="6643" y="1705"/>
                        <a:pt x="6678" y="1723"/>
                      </a:cubicBezTo>
                      <a:lnTo>
                        <a:pt x="7016" y="1925"/>
                      </a:lnTo>
                      <a:cubicBezTo>
                        <a:pt x="7089" y="1960"/>
                        <a:pt x="7089" y="2032"/>
                        <a:pt x="7016" y="2075"/>
                      </a:cubicBezTo>
                      <a:lnTo>
                        <a:pt x="6678" y="2270"/>
                      </a:lnTo>
                      <a:cubicBezTo>
                        <a:pt x="6643" y="2292"/>
                        <a:pt x="6596" y="2303"/>
                        <a:pt x="6549" y="2303"/>
                      </a:cubicBezTo>
                      <a:cubicBezTo>
                        <a:pt x="6502" y="2303"/>
                        <a:pt x="6455" y="2292"/>
                        <a:pt x="6419" y="2270"/>
                      </a:cubicBezTo>
                      <a:lnTo>
                        <a:pt x="6081" y="2075"/>
                      </a:lnTo>
                      <a:cubicBezTo>
                        <a:pt x="6010" y="2032"/>
                        <a:pt x="6010" y="1960"/>
                        <a:pt x="6081" y="1925"/>
                      </a:cubicBezTo>
                      <a:lnTo>
                        <a:pt x="6412" y="1723"/>
                      </a:lnTo>
                      <a:cubicBezTo>
                        <a:pt x="6449" y="1705"/>
                        <a:pt x="6497" y="1696"/>
                        <a:pt x="6546" y="1696"/>
                      </a:cubicBezTo>
                      <a:close/>
                      <a:moveTo>
                        <a:pt x="4907" y="1575"/>
                      </a:moveTo>
                      <a:cubicBezTo>
                        <a:pt x="4955" y="1575"/>
                        <a:pt x="5004" y="1586"/>
                        <a:pt x="5039" y="1608"/>
                      </a:cubicBezTo>
                      <a:lnTo>
                        <a:pt x="5822" y="2061"/>
                      </a:lnTo>
                      <a:cubicBezTo>
                        <a:pt x="5895" y="2105"/>
                        <a:pt x="5895" y="2168"/>
                        <a:pt x="5822" y="2212"/>
                      </a:cubicBezTo>
                      <a:lnTo>
                        <a:pt x="5529" y="2384"/>
                      </a:lnTo>
                      <a:cubicBezTo>
                        <a:pt x="5493" y="2406"/>
                        <a:pt x="5446" y="2416"/>
                        <a:pt x="5399" y="2416"/>
                      </a:cubicBezTo>
                      <a:cubicBezTo>
                        <a:pt x="5352" y="2416"/>
                        <a:pt x="5306" y="2406"/>
                        <a:pt x="5270" y="2384"/>
                      </a:cubicBezTo>
                      <a:lnTo>
                        <a:pt x="4478" y="1932"/>
                      </a:lnTo>
                      <a:cubicBezTo>
                        <a:pt x="4408" y="1889"/>
                        <a:pt x="4408" y="1816"/>
                        <a:pt x="4478" y="1780"/>
                      </a:cubicBezTo>
                      <a:lnTo>
                        <a:pt x="4773" y="1608"/>
                      </a:lnTo>
                      <a:cubicBezTo>
                        <a:pt x="4810" y="1586"/>
                        <a:pt x="4858" y="1575"/>
                        <a:pt x="4907" y="1575"/>
                      </a:cubicBezTo>
                      <a:close/>
                      <a:moveTo>
                        <a:pt x="8436" y="2005"/>
                      </a:moveTo>
                      <a:cubicBezTo>
                        <a:pt x="8484" y="2005"/>
                        <a:pt x="8532" y="2014"/>
                        <a:pt x="8569" y="2032"/>
                      </a:cubicBezTo>
                      <a:lnTo>
                        <a:pt x="8878" y="2212"/>
                      </a:lnTo>
                      <a:cubicBezTo>
                        <a:pt x="8950" y="2255"/>
                        <a:pt x="8950" y="2327"/>
                        <a:pt x="8878" y="2363"/>
                      </a:cubicBezTo>
                      <a:lnTo>
                        <a:pt x="8583" y="2543"/>
                      </a:lnTo>
                      <a:cubicBezTo>
                        <a:pt x="8547" y="2561"/>
                        <a:pt x="8499" y="2570"/>
                        <a:pt x="8450" y="2570"/>
                      </a:cubicBezTo>
                      <a:cubicBezTo>
                        <a:pt x="8402" y="2570"/>
                        <a:pt x="8353" y="2561"/>
                        <a:pt x="8317" y="2543"/>
                      </a:cubicBezTo>
                      <a:lnTo>
                        <a:pt x="8008" y="2363"/>
                      </a:lnTo>
                      <a:cubicBezTo>
                        <a:pt x="7936" y="2320"/>
                        <a:pt x="7936" y="2248"/>
                        <a:pt x="8008" y="2205"/>
                      </a:cubicBezTo>
                      <a:lnTo>
                        <a:pt x="8303" y="2032"/>
                      </a:lnTo>
                      <a:cubicBezTo>
                        <a:pt x="8339" y="2014"/>
                        <a:pt x="8388" y="2005"/>
                        <a:pt x="8436" y="2005"/>
                      </a:cubicBezTo>
                      <a:close/>
                      <a:moveTo>
                        <a:pt x="9561" y="2152"/>
                      </a:moveTo>
                      <a:cubicBezTo>
                        <a:pt x="9607" y="2152"/>
                        <a:pt x="9654" y="2162"/>
                        <a:pt x="9690" y="2184"/>
                      </a:cubicBezTo>
                      <a:lnTo>
                        <a:pt x="9999" y="2356"/>
                      </a:lnTo>
                      <a:cubicBezTo>
                        <a:pt x="10071" y="2400"/>
                        <a:pt x="10071" y="2470"/>
                        <a:pt x="9999" y="2513"/>
                      </a:cubicBezTo>
                      <a:lnTo>
                        <a:pt x="9949" y="2543"/>
                      </a:lnTo>
                      <a:cubicBezTo>
                        <a:pt x="9913" y="2561"/>
                        <a:pt x="9866" y="2570"/>
                        <a:pt x="9819" y="2570"/>
                      </a:cubicBezTo>
                      <a:cubicBezTo>
                        <a:pt x="9773" y="2570"/>
                        <a:pt x="9726" y="2561"/>
                        <a:pt x="9690" y="2543"/>
                      </a:cubicBezTo>
                      <a:lnTo>
                        <a:pt x="9381" y="2363"/>
                      </a:lnTo>
                      <a:cubicBezTo>
                        <a:pt x="9309" y="2320"/>
                        <a:pt x="9309" y="2255"/>
                        <a:pt x="9381" y="2212"/>
                      </a:cubicBezTo>
                      <a:lnTo>
                        <a:pt x="9431" y="2184"/>
                      </a:lnTo>
                      <a:cubicBezTo>
                        <a:pt x="9468" y="2162"/>
                        <a:pt x="9514" y="2152"/>
                        <a:pt x="9561" y="2152"/>
                      </a:cubicBezTo>
                      <a:close/>
                      <a:moveTo>
                        <a:pt x="7261" y="2108"/>
                      </a:moveTo>
                      <a:cubicBezTo>
                        <a:pt x="7309" y="2108"/>
                        <a:pt x="7358" y="2119"/>
                        <a:pt x="7397" y="2141"/>
                      </a:cubicBezTo>
                      <a:lnTo>
                        <a:pt x="7692" y="2313"/>
                      </a:lnTo>
                      <a:cubicBezTo>
                        <a:pt x="7763" y="2356"/>
                        <a:pt x="7763" y="2420"/>
                        <a:pt x="7692" y="2463"/>
                      </a:cubicBezTo>
                      <a:lnTo>
                        <a:pt x="7361" y="2658"/>
                      </a:lnTo>
                      <a:cubicBezTo>
                        <a:pt x="7325" y="2680"/>
                        <a:pt x="7277" y="2691"/>
                        <a:pt x="7228" y="2691"/>
                      </a:cubicBezTo>
                      <a:cubicBezTo>
                        <a:pt x="7180" y="2691"/>
                        <a:pt x="7132" y="2680"/>
                        <a:pt x="7095" y="2658"/>
                      </a:cubicBezTo>
                      <a:lnTo>
                        <a:pt x="6800" y="2486"/>
                      </a:lnTo>
                      <a:cubicBezTo>
                        <a:pt x="6721" y="2443"/>
                        <a:pt x="6721" y="2377"/>
                        <a:pt x="6794" y="2334"/>
                      </a:cubicBezTo>
                      <a:lnTo>
                        <a:pt x="7132" y="2141"/>
                      </a:lnTo>
                      <a:cubicBezTo>
                        <a:pt x="7167" y="2119"/>
                        <a:pt x="7214" y="2108"/>
                        <a:pt x="7261" y="2108"/>
                      </a:cubicBezTo>
                      <a:close/>
                      <a:moveTo>
                        <a:pt x="6075" y="2250"/>
                      </a:moveTo>
                      <a:cubicBezTo>
                        <a:pt x="6122" y="2250"/>
                        <a:pt x="6168" y="2259"/>
                        <a:pt x="6204" y="2277"/>
                      </a:cubicBezTo>
                      <a:lnTo>
                        <a:pt x="6542" y="2470"/>
                      </a:lnTo>
                      <a:cubicBezTo>
                        <a:pt x="6614" y="2513"/>
                        <a:pt x="6614" y="2586"/>
                        <a:pt x="6542" y="2629"/>
                      </a:cubicBezTo>
                      <a:lnTo>
                        <a:pt x="6247" y="2802"/>
                      </a:lnTo>
                      <a:cubicBezTo>
                        <a:pt x="6211" y="2820"/>
                        <a:pt x="6163" y="2829"/>
                        <a:pt x="6115" y="2829"/>
                      </a:cubicBezTo>
                      <a:cubicBezTo>
                        <a:pt x="6066" y="2829"/>
                        <a:pt x="6017" y="2820"/>
                        <a:pt x="5981" y="2802"/>
                      </a:cubicBezTo>
                      <a:lnTo>
                        <a:pt x="5650" y="2600"/>
                      </a:lnTo>
                      <a:cubicBezTo>
                        <a:pt x="5572" y="2563"/>
                        <a:pt x="5572" y="2493"/>
                        <a:pt x="5643" y="2450"/>
                      </a:cubicBezTo>
                      <a:lnTo>
                        <a:pt x="5945" y="2277"/>
                      </a:lnTo>
                      <a:cubicBezTo>
                        <a:pt x="5981" y="2259"/>
                        <a:pt x="6028" y="2250"/>
                        <a:pt x="6075" y="2250"/>
                      </a:cubicBezTo>
                      <a:close/>
                      <a:moveTo>
                        <a:pt x="9126" y="2402"/>
                      </a:moveTo>
                      <a:cubicBezTo>
                        <a:pt x="9174" y="2402"/>
                        <a:pt x="9223" y="2413"/>
                        <a:pt x="9259" y="2434"/>
                      </a:cubicBezTo>
                      <a:lnTo>
                        <a:pt x="9568" y="2607"/>
                      </a:lnTo>
                      <a:cubicBezTo>
                        <a:pt x="9640" y="2650"/>
                        <a:pt x="9640" y="2722"/>
                        <a:pt x="9568" y="2765"/>
                      </a:cubicBezTo>
                      <a:lnTo>
                        <a:pt x="9266" y="2938"/>
                      </a:lnTo>
                      <a:cubicBezTo>
                        <a:pt x="9230" y="2959"/>
                        <a:pt x="9184" y="2970"/>
                        <a:pt x="9137" y="2970"/>
                      </a:cubicBezTo>
                      <a:cubicBezTo>
                        <a:pt x="9090" y="2970"/>
                        <a:pt x="9043" y="2959"/>
                        <a:pt x="9007" y="2938"/>
                      </a:cubicBezTo>
                      <a:lnTo>
                        <a:pt x="8698" y="2758"/>
                      </a:lnTo>
                      <a:cubicBezTo>
                        <a:pt x="8626" y="2715"/>
                        <a:pt x="8626" y="2650"/>
                        <a:pt x="8698" y="2607"/>
                      </a:cubicBezTo>
                      <a:lnTo>
                        <a:pt x="8993" y="2434"/>
                      </a:lnTo>
                      <a:cubicBezTo>
                        <a:pt x="9029" y="2413"/>
                        <a:pt x="9078" y="2402"/>
                        <a:pt x="9126" y="2402"/>
                      </a:cubicBezTo>
                      <a:close/>
                      <a:moveTo>
                        <a:pt x="4235" y="1964"/>
                      </a:moveTo>
                      <a:cubicBezTo>
                        <a:pt x="4281" y="1964"/>
                        <a:pt x="4328" y="1974"/>
                        <a:pt x="4365" y="1996"/>
                      </a:cubicBezTo>
                      <a:lnTo>
                        <a:pt x="5443" y="2622"/>
                      </a:lnTo>
                      <a:cubicBezTo>
                        <a:pt x="5514" y="2658"/>
                        <a:pt x="5514" y="2729"/>
                        <a:pt x="5443" y="2772"/>
                      </a:cubicBezTo>
                      <a:lnTo>
                        <a:pt x="5132" y="2952"/>
                      </a:lnTo>
                      <a:cubicBezTo>
                        <a:pt x="5097" y="2973"/>
                        <a:pt x="5050" y="2984"/>
                        <a:pt x="5003" y="2984"/>
                      </a:cubicBezTo>
                      <a:cubicBezTo>
                        <a:pt x="4955" y="2984"/>
                        <a:pt x="4906" y="2973"/>
                        <a:pt x="4867" y="2952"/>
                      </a:cubicBezTo>
                      <a:lnTo>
                        <a:pt x="3795" y="2327"/>
                      </a:lnTo>
                      <a:cubicBezTo>
                        <a:pt x="3725" y="2284"/>
                        <a:pt x="3725" y="2218"/>
                        <a:pt x="3795" y="2175"/>
                      </a:cubicBezTo>
                      <a:lnTo>
                        <a:pt x="4106" y="1996"/>
                      </a:lnTo>
                      <a:cubicBezTo>
                        <a:pt x="4141" y="1974"/>
                        <a:pt x="4188" y="1964"/>
                        <a:pt x="4235" y="1964"/>
                      </a:cubicBezTo>
                      <a:close/>
                      <a:moveTo>
                        <a:pt x="10247" y="2547"/>
                      </a:moveTo>
                      <a:cubicBezTo>
                        <a:pt x="10296" y="2547"/>
                        <a:pt x="10344" y="2557"/>
                        <a:pt x="10380" y="2579"/>
                      </a:cubicBezTo>
                      <a:lnTo>
                        <a:pt x="10718" y="2772"/>
                      </a:lnTo>
                      <a:cubicBezTo>
                        <a:pt x="10791" y="2815"/>
                        <a:pt x="10791" y="2881"/>
                        <a:pt x="10718" y="2924"/>
                      </a:cubicBezTo>
                      <a:lnTo>
                        <a:pt x="10668" y="2952"/>
                      </a:lnTo>
                      <a:cubicBezTo>
                        <a:pt x="10632" y="2973"/>
                        <a:pt x="10583" y="2984"/>
                        <a:pt x="10535" y="2984"/>
                      </a:cubicBezTo>
                      <a:cubicBezTo>
                        <a:pt x="10486" y="2984"/>
                        <a:pt x="10438" y="2973"/>
                        <a:pt x="10403" y="2952"/>
                      </a:cubicBezTo>
                      <a:lnTo>
                        <a:pt x="10064" y="2758"/>
                      </a:lnTo>
                      <a:cubicBezTo>
                        <a:pt x="9992" y="2715"/>
                        <a:pt x="9992" y="2650"/>
                        <a:pt x="10064" y="2607"/>
                      </a:cubicBezTo>
                      <a:lnTo>
                        <a:pt x="10114" y="2579"/>
                      </a:lnTo>
                      <a:cubicBezTo>
                        <a:pt x="10151" y="2557"/>
                        <a:pt x="10199" y="2547"/>
                        <a:pt x="10247" y="2547"/>
                      </a:cubicBezTo>
                      <a:close/>
                      <a:moveTo>
                        <a:pt x="3548" y="2367"/>
                      </a:moveTo>
                      <a:cubicBezTo>
                        <a:pt x="3597" y="2367"/>
                        <a:pt x="3645" y="2378"/>
                        <a:pt x="3681" y="2400"/>
                      </a:cubicBezTo>
                      <a:lnTo>
                        <a:pt x="4170" y="2679"/>
                      </a:lnTo>
                      <a:cubicBezTo>
                        <a:pt x="4242" y="2722"/>
                        <a:pt x="4242" y="2788"/>
                        <a:pt x="4170" y="2831"/>
                      </a:cubicBezTo>
                      <a:lnTo>
                        <a:pt x="3861" y="3010"/>
                      </a:lnTo>
                      <a:cubicBezTo>
                        <a:pt x="3825" y="3032"/>
                        <a:pt x="3776" y="3043"/>
                        <a:pt x="3727" y="3043"/>
                      </a:cubicBezTo>
                      <a:cubicBezTo>
                        <a:pt x="3679" y="3043"/>
                        <a:pt x="3631" y="3032"/>
                        <a:pt x="3595" y="3010"/>
                      </a:cubicBezTo>
                      <a:lnTo>
                        <a:pt x="3105" y="2729"/>
                      </a:lnTo>
                      <a:cubicBezTo>
                        <a:pt x="3035" y="2686"/>
                        <a:pt x="3035" y="2615"/>
                        <a:pt x="3105" y="2572"/>
                      </a:cubicBezTo>
                      <a:lnTo>
                        <a:pt x="3416" y="2400"/>
                      </a:lnTo>
                      <a:cubicBezTo>
                        <a:pt x="3451" y="2378"/>
                        <a:pt x="3499" y="2367"/>
                        <a:pt x="3548" y="2367"/>
                      </a:cubicBezTo>
                      <a:close/>
                      <a:moveTo>
                        <a:pt x="7940" y="2504"/>
                      </a:moveTo>
                      <a:cubicBezTo>
                        <a:pt x="7989" y="2504"/>
                        <a:pt x="8037" y="2514"/>
                        <a:pt x="8074" y="2536"/>
                      </a:cubicBezTo>
                      <a:lnTo>
                        <a:pt x="8382" y="2708"/>
                      </a:lnTo>
                      <a:cubicBezTo>
                        <a:pt x="8453" y="2751"/>
                        <a:pt x="8453" y="2822"/>
                        <a:pt x="8382" y="2865"/>
                      </a:cubicBezTo>
                      <a:lnTo>
                        <a:pt x="8051" y="3060"/>
                      </a:lnTo>
                      <a:cubicBezTo>
                        <a:pt x="8015" y="3082"/>
                        <a:pt x="7967" y="3093"/>
                        <a:pt x="7918" y="3093"/>
                      </a:cubicBezTo>
                      <a:cubicBezTo>
                        <a:pt x="7870" y="3093"/>
                        <a:pt x="7822" y="3082"/>
                        <a:pt x="7786" y="3060"/>
                      </a:cubicBezTo>
                      <a:lnTo>
                        <a:pt x="7477" y="2881"/>
                      </a:lnTo>
                      <a:cubicBezTo>
                        <a:pt x="7404" y="2838"/>
                        <a:pt x="7404" y="2765"/>
                        <a:pt x="7477" y="2729"/>
                      </a:cubicBezTo>
                      <a:lnTo>
                        <a:pt x="7806" y="2536"/>
                      </a:lnTo>
                      <a:cubicBezTo>
                        <a:pt x="7842" y="2514"/>
                        <a:pt x="7891" y="2504"/>
                        <a:pt x="7940" y="2504"/>
                      </a:cubicBezTo>
                      <a:close/>
                      <a:moveTo>
                        <a:pt x="6789" y="2660"/>
                      </a:moveTo>
                      <a:cubicBezTo>
                        <a:pt x="6838" y="2660"/>
                        <a:pt x="6887" y="2671"/>
                        <a:pt x="6923" y="2693"/>
                      </a:cubicBezTo>
                      <a:lnTo>
                        <a:pt x="7218" y="2865"/>
                      </a:lnTo>
                      <a:cubicBezTo>
                        <a:pt x="7297" y="2908"/>
                        <a:pt x="7297" y="2974"/>
                        <a:pt x="7225" y="3017"/>
                      </a:cubicBezTo>
                      <a:lnTo>
                        <a:pt x="6923" y="3190"/>
                      </a:lnTo>
                      <a:cubicBezTo>
                        <a:pt x="6887" y="3211"/>
                        <a:pt x="6840" y="3222"/>
                        <a:pt x="6794" y="3222"/>
                      </a:cubicBezTo>
                      <a:cubicBezTo>
                        <a:pt x="6747" y="3222"/>
                        <a:pt x="6700" y="3211"/>
                        <a:pt x="6664" y="3190"/>
                      </a:cubicBezTo>
                      <a:lnTo>
                        <a:pt x="6362" y="3017"/>
                      </a:lnTo>
                      <a:cubicBezTo>
                        <a:pt x="6290" y="2974"/>
                        <a:pt x="6290" y="2908"/>
                        <a:pt x="6362" y="2865"/>
                      </a:cubicBezTo>
                      <a:lnTo>
                        <a:pt x="6657" y="2693"/>
                      </a:lnTo>
                      <a:cubicBezTo>
                        <a:pt x="6693" y="2671"/>
                        <a:pt x="6741" y="2660"/>
                        <a:pt x="6789" y="2660"/>
                      </a:cubicBezTo>
                      <a:close/>
                      <a:moveTo>
                        <a:pt x="10963" y="2962"/>
                      </a:moveTo>
                      <a:cubicBezTo>
                        <a:pt x="11011" y="2962"/>
                        <a:pt x="11060" y="2973"/>
                        <a:pt x="11099" y="2995"/>
                      </a:cubicBezTo>
                      <a:lnTo>
                        <a:pt x="11394" y="3160"/>
                      </a:lnTo>
                      <a:cubicBezTo>
                        <a:pt x="11465" y="3203"/>
                        <a:pt x="11465" y="3276"/>
                        <a:pt x="11394" y="3319"/>
                      </a:cubicBezTo>
                      <a:lnTo>
                        <a:pt x="11343" y="3348"/>
                      </a:lnTo>
                      <a:cubicBezTo>
                        <a:pt x="11307" y="3366"/>
                        <a:pt x="11261" y="3374"/>
                        <a:pt x="11214" y="3374"/>
                      </a:cubicBezTo>
                      <a:cubicBezTo>
                        <a:pt x="11167" y="3374"/>
                        <a:pt x="11120" y="3366"/>
                        <a:pt x="11084" y="3348"/>
                      </a:cubicBezTo>
                      <a:lnTo>
                        <a:pt x="10782" y="3176"/>
                      </a:lnTo>
                      <a:cubicBezTo>
                        <a:pt x="10711" y="3133"/>
                        <a:pt x="10711" y="3060"/>
                        <a:pt x="10782" y="3017"/>
                      </a:cubicBezTo>
                      <a:lnTo>
                        <a:pt x="10834" y="2995"/>
                      </a:lnTo>
                      <a:cubicBezTo>
                        <a:pt x="10869" y="2973"/>
                        <a:pt x="10916" y="2962"/>
                        <a:pt x="10963" y="2962"/>
                      </a:cubicBezTo>
                      <a:close/>
                      <a:moveTo>
                        <a:pt x="9813" y="2799"/>
                      </a:moveTo>
                      <a:cubicBezTo>
                        <a:pt x="9861" y="2799"/>
                        <a:pt x="9909" y="2809"/>
                        <a:pt x="9949" y="2831"/>
                      </a:cubicBezTo>
                      <a:lnTo>
                        <a:pt x="10280" y="3024"/>
                      </a:lnTo>
                      <a:cubicBezTo>
                        <a:pt x="10359" y="3067"/>
                        <a:pt x="10359" y="3133"/>
                        <a:pt x="10287" y="3176"/>
                      </a:cubicBezTo>
                      <a:lnTo>
                        <a:pt x="9985" y="3348"/>
                      </a:lnTo>
                      <a:cubicBezTo>
                        <a:pt x="9949" y="3370"/>
                        <a:pt x="9900" y="3381"/>
                        <a:pt x="9852" y="3381"/>
                      </a:cubicBezTo>
                      <a:cubicBezTo>
                        <a:pt x="9803" y="3381"/>
                        <a:pt x="9755" y="3370"/>
                        <a:pt x="9719" y="3348"/>
                      </a:cubicBezTo>
                      <a:lnTo>
                        <a:pt x="9388" y="3153"/>
                      </a:lnTo>
                      <a:cubicBezTo>
                        <a:pt x="9309" y="3117"/>
                        <a:pt x="9309" y="3046"/>
                        <a:pt x="9381" y="3003"/>
                      </a:cubicBezTo>
                      <a:lnTo>
                        <a:pt x="9683" y="2831"/>
                      </a:lnTo>
                      <a:cubicBezTo>
                        <a:pt x="9719" y="2809"/>
                        <a:pt x="9766" y="2799"/>
                        <a:pt x="9813" y="2799"/>
                      </a:cubicBezTo>
                      <a:close/>
                      <a:moveTo>
                        <a:pt x="5690" y="2805"/>
                      </a:moveTo>
                      <a:cubicBezTo>
                        <a:pt x="5739" y="2805"/>
                        <a:pt x="5787" y="2816"/>
                        <a:pt x="5822" y="2838"/>
                      </a:cubicBezTo>
                      <a:lnTo>
                        <a:pt x="6160" y="3031"/>
                      </a:lnTo>
                      <a:cubicBezTo>
                        <a:pt x="6233" y="3074"/>
                        <a:pt x="6233" y="3147"/>
                        <a:pt x="6160" y="3183"/>
                      </a:cubicBezTo>
                      <a:lnTo>
                        <a:pt x="5852" y="3362"/>
                      </a:lnTo>
                      <a:cubicBezTo>
                        <a:pt x="5815" y="3384"/>
                        <a:pt x="5767" y="3395"/>
                        <a:pt x="5719" y="3395"/>
                      </a:cubicBezTo>
                      <a:cubicBezTo>
                        <a:pt x="5671" y="3395"/>
                        <a:pt x="5622" y="3384"/>
                        <a:pt x="5586" y="3362"/>
                      </a:cubicBezTo>
                      <a:lnTo>
                        <a:pt x="5248" y="3167"/>
                      </a:lnTo>
                      <a:cubicBezTo>
                        <a:pt x="5175" y="3124"/>
                        <a:pt x="5175" y="3060"/>
                        <a:pt x="5248" y="3017"/>
                      </a:cubicBezTo>
                      <a:lnTo>
                        <a:pt x="5557" y="2838"/>
                      </a:lnTo>
                      <a:cubicBezTo>
                        <a:pt x="5593" y="2816"/>
                        <a:pt x="5642" y="2805"/>
                        <a:pt x="5690" y="2805"/>
                      </a:cubicBezTo>
                      <a:close/>
                      <a:moveTo>
                        <a:pt x="4415" y="2868"/>
                      </a:moveTo>
                      <a:cubicBezTo>
                        <a:pt x="4463" y="2868"/>
                        <a:pt x="4511" y="2877"/>
                        <a:pt x="4551" y="2895"/>
                      </a:cubicBezTo>
                      <a:lnTo>
                        <a:pt x="4882" y="3090"/>
                      </a:lnTo>
                      <a:cubicBezTo>
                        <a:pt x="4953" y="3133"/>
                        <a:pt x="4960" y="3203"/>
                        <a:pt x="4882" y="3247"/>
                      </a:cubicBezTo>
                      <a:lnTo>
                        <a:pt x="4580" y="3426"/>
                      </a:lnTo>
                      <a:cubicBezTo>
                        <a:pt x="4544" y="3444"/>
                        <a:pt x="4495" y="3453"/>
                        <a:pt x="4447" y="3453"/>
                      </a:cubicBezTo>
                      <a:cubicBezTo>
                        <a:pt x="4398" y="3453"/>
                        <a:pt x="4349" y="3444"/>
                        <a:pt x="4313" y="3426"/>
                      </a:cubicBezTo>
                      <a:lnTo>
                        <a:pt x="3976" y="3233"/>
                      </a:lnTo>
                      <a:cubicBezTo>
                        <a:pt x="3904" y="3190"/>
                        <a:pt x="3904" y="3117"/>
                        <a:pt x="3976" y="3074"/>
                      </a:cubicBezTo>
                      <a:lnTo>
                        <a:pt x="4285" y="2895"/>
                      </a:lnTo>
                      <a:cubicBezTo>
                        <a:pt x="4321" y="2877"/>
                        <a:pt x="4367" y="2868"/>
                        <a:pt x="4415" y="2868"/>
                      </a:cubicBezTo>
                      <a:close/>
                      <a:moveTo>
                        <a:pt x="8634" y="2899"/>
                      </a:moveTo>
                      <a:cubicBezTo>
                        <a:pt x="8680" y="2899"/>
                        <a:pt x="8727" y="2909"/>
                        <a:pt x="8764" y="2931"/>
                      </a:cubicBezTo>
                      <a:lnTo>
                        <a:pt x="9072" y="3110"/>
                      </a:lnTo>
                      <a:cubicBezTo>
                        <a:pt x="9143" y="3147"/>
                        <a:pt x="9143" y="3219"/>
                        <a:pt x="9072" y="3262"/>
                      </a:cubicBezTo>
                      <a:lnTo>
                        <a:pt x="8734" y="3455"/>
                      </a:lnTo>
                      <a:cubicBezTo>
                        <a:pt x="8698" y="3477"/>
                        <a:pt x="8652" y="3488"/>
                        <a:pt x="8605" y="3488"/>
                      </a:cubicBezTo>
                      <a:cubicBezTo>
                        <a:pt x="8558" y="3488"/>
                        <a:pt x="8512" y="3477"/>
                        <a:pt x="8476" y="3455"/>
                      </a:cubicBezTo>
                      <a:lnTo>
                        <a:pt x="8167" y="3276"/>
                      </a:lnTo>
                      <a:cubicBezTo>
                        <a:pt x="8094" y="3233"/>
                        <a:pt x="8094" y="3167"/>
                        <a:pt x="8167" y="3124"/>
                      </a:cubicBezTo>
                      <a:lnTo>
                        <a:pt x="8505" y="2931"/>
                      </a:lnTo>
                      <a:cubicBezTo>
                        <a:pt x="8540" y="2909"/>
                        <a:pt x="8587" y="2899"/>
                        <a:pt x="8634" y="2899"/>
                      </a:cubicBezTo>
                      <a:close/>
                      <a:moveTo>
                        <a:pt x="7469" y="3055"/>
                      </a:moveTo>
                      <a:cubicBezTo>
                        <a:pt x="7516" y="3055"/>
                        <a:pt x="7563" y="3064"/>
                        <a:pt x="7599" y="3081"/>
                      </a:cubicBezTo>
                      <a:lnTo>
                        <a:pt x="7915" y="3262"/>
                      </a:lnTo>
                      <a:cubicBezTo>
                        <a:pt x="7987" y="3305"/>
                        <a:pt x="7987" y="3376"/>
                        <a:pt x="7915" y="3419"/>
                      </a:cubicBezTo>
                      <a:lnTo>
                        <a:pt x="7620" y="3592"/>
                      </a:lnTo>
                      <a:cubicBezTo>
                        <a:pt x="7580" y="3610"/>
                        <a:pt x="7532" y="3619"/>
                        <a:pt x="7484" y="3619"/>
                      </a:cubicBezTo>
                      <a:cubicBezTo>
                        <a:pt x="7437" y="3619"/>
                        <a:pt x="7390" y="3610"/>
                        <a:pt x="7354" y="3592"/>
                      </a:cubicBezTo>
                      <a:lnTo>
                        <a:pt x="7045" y="3412"/>
                      </a:lnTo>
                      <a:cubicBezTo>
                        <a:pt x="6973" y="3369"/>
                        <a:pt x="6966" y="3297"/>
                        <a:pt x="7045" y="3253"/>
                      </a:cubicBezTo>
                      <a:lnTo>
                        <a:pt x="7340" y="3081"/>
                      </a:lnTo>
                      <a:cubicBezTo>
                        <a:pt x="7376" y="3064"/>
                        <a:pt x="7422" y="3055"/>
                        <a:pt x="7469" y="3055"/>
                      </a:cubicBezTo>
                      <a:close/>
                      <a:moveTo>
                        <a:pt x="10531" y="3214"/>
                      </a:moveTo>
                      <a:cubicBezTo>
                        <a:pt x="10578" y="3214"/>
                        <a:pt x="10625" y="3225"/>
                        <a:pt x="10661" y="3247"/>
                      </a:cubicBezTo>
                      <a:lnTo>
                        <a:pt x="10963" y="3419"/>
                      </a:lnTo>
                      <a:cubicBezTo>
                        <a:pt x="11034" y="3455"/>
                        <a:pt x="11034" y="3528"/>
                        <a:pt x="10963" y="3571"/>
                      </a:cubicBezTo>
                      <a:lnTo>
                        <a:pt x="10661" y="3743"/>
                      </a:lnTo>
                      <a:cubicBezTo>
                        <a:pt x="10625" y="3765"/>
                        <a:pt x="10578" y="3776"/>
                        <a:pt x="10531" y="3776"/>
                      </a:cubicBezTo>
                      <a:cubicBezTo>
                        <a:pt x="10484" y="3776"/>
                        <a:pt x="10438" y="3765"/>
                        <a:pt x="10403" y="3743"/>
                      </a:cubicBezTo>
                      <a:lnTo>
                        <a:pt x="10101" y="3571"/>
                      </a:lnTo>
                      <a:cubicBezTo>
                        <a:pt x="10028" y="3528"/>
                        <a:pt x="10028" y="3462"/>
                        <a:pt x="10101" y="3419"/>
                      </a:cubicBezTo>
                      <a:lnTo>
                        <a:pt x="10403" y="3247"/>
                      </a:lnTo>
                      <a:cubicBezTo>
                        <a:pt x="10438" y="3225"/>
                        <a:pt x="10484" y="3214"/>
                        <a:pt x="10531" y="3214"/>
                      </a:cubicBezTo>
                      <a:close/>
                      <a:moveTo>
                        <a:pt x="11642" y="3351"/>
                      </a:moveTo>
                      <a:cubicBezTo>
                        <a:pt x="11690" y="3351"/>
                        <a:pt x="11739" y="3361"/>
                        <a:pt x="11774" y="3383"/>
                      </a:cubicBezTo>
                      <a:lnTo>
                        <a:pt x="12085" y="3564"/>
                      </a:lnTo>
                      <a:cubicBezTo>
                        <a:pt x="12155" y="3607"/>
                        <a:pt x="12155" y="3671"/>
                        <a:pt x="12085" y="3714"/>
                      </a:cubicBezTo>
                      <a:lnTo>
                        <a:pt x="12033" y="3743"/>
                      </a:lnTo>
                      <a:cubicBezTo>
                        <a:pt x="11997" y="3765"/>
                        <a:pt x="11951" y="3776"/>
                        <a:pt x="11904" y="3776"/>
                      </a:cubicBezTo>
                      <a:cubicBezTo>
                        <a:pt x="11857" y="3776"/>
                        <a:pt x="11810" y="3765"/>
                        <a:pt x="11774" y="3743"/>
                      </a:cubicBezTo>
                      <a:lnTo>
                        <a:pt x="11465" y="3564"/>
                      </a:lnTo>
                      <a:cubicBezTo>
                        <a:pt x="11394" y="3521"/>
                        <a:pt x="11386" y="3455"/>
                        <a:pt x="11458" y="3412"/>
                      </a:cubicBezTo>
                      <a:lnTo>
                        <a:pt x="11508" y="3383"/>
                      </a:lnTo>
                      <a:cubicBezTo>
                        <a:pt x="11545" y="3361"/>
                        <a:pt x="11593" y="3351"/>
                        <a:pt x="11642" y="3351"/>
                      </a:cubicBezTo>
                      <a:close/>
                      <a:moveTo>
                        <a:pt x="6406" y="3221"/>
                      </a:moveTo>
                      <a:cubicBezTo>
                        <a:pt x="6454" y="3221"/>
                        <a:pt x="6502" y="3232"/>
                        <a:pt x="6542" y="3253"/>
                      </a:cubicBezTo>
                      <a:lnTo>
                        <a:pt x="6837" y="3426"/>
                      </a:lnTo>
                      <a:cubicBezTo>
                        <a:pt x="6909" y="3469"/>
                        <a:pt x="6909" y="3535"/>
                        <a:pt x="6837" y="3578"/>
                      </a:cubicBezTo>
                      <a:lnTo>
                        <a:pt x="6528" y="3757"/>
                      </a:lnTo>
                      <a:cubicBezTo>
                        <a:pt x="6492" y="3779"/>
                        <a:pt x="6445" y="3790"/>
                        <a:pt x="6398" y="3790"/>
                      </a:cubicBezTo>
                      <a:cubicBezTo>
                        <a:pt x="6351" y="3790"/>
                        <a:pt x="6305" y="3779"/>
                        <a:pt x="6269" y="3757"/>
                      </a:cubicBezTo>
                      <a:lnTo>
                        <a:pt x="5967" y="3585"/>
                      </a:lnTo>
                      <a:cubicBezTo>
                        <a:pt x="5895" y="3542"/>
                        <a:pt x="5895" y="3478"/>
                        <a:pt x="5967" y="3435"/>
                      </a:cubicBezTo>
                      <a:lnTo>
                        <a:pt x="6276" y="3253"/>
                      </a:lnTo>
                      <a:cubicBezTo>
                        <a:pt x="6312" y="3232"/>
                        <a:pt x="6359" y="3221"/>
                        <a:pt x="6406" y="3221"/>
                      </a:cubicBezTo>
                      <a:close/>
                      <a:moveTo>
                        <a:pt x="5133" y="3280"/>
                      </a:moveTo>
                      <a:cubicBezTo>
                        <a:pt x="5180" y="3280"/>
                        <a:pt x="5226" y="3291"/>
                        <a:pt x="5262" y="3312"/>
                      </a:cubicBezTo>
                      <a:lnTo>
                        <a:pt x="5564" y="3485"/>
                      </a:lnTo>
                      <a:cubicBezTo>
                        <a:pt x="5636" y="3528"/>
                        <a:pt x="5636" y="3592"/>
                        <a:pt x="5564" y="3635"/>
                      </a:cubicBezTo>
                      <a:lnTo>
                        <a:pt x="5255" y="3814"/>
                      </a:lnTo>
                      <a:cubicBezTo>
                        <a:pt x="5219" y="3836"/>
                        <a:pt x="5173" y="3847"/>
                        <a:pt x="5125" y="3847"/>
                      </a:cubicBezTo>
                      <a:cubicBezTo>
                        <a:pt x="5078" y="3847"/>
                        <a:pt x="5029" y="3836"/>
                        <a:pt x="4989" y="3814"/>
                      </a:cubicBezTo>
                      <a:lnTo>
                        <a:pt x="4694" y="3642"/>
                      </a:lnTo>
                      <a:cubicBezTo>
                        <a:pt x="4623" y="3599"/>
                        <a:pt x="4623" y="3535"/>
                        <a:pt x="4694" y="3492"/>
                      </a:cubicBezTo>
                      <a:lnTo>
                        <a:pt x="5003" y="3312"/>
                      </a:lnTo>
                      <a:cubicBezTo>
                        <a:pt x="5039" y="3291"/>
                        <a:pt x="5086" y="3280"/>
                        <a:pt x="5133" y="3280"/>
                      </a:cubicBezTo>
                      <a:close/>
                      <a:moveTo>
                        <a:pt x="9320" y="3294"/>
                      </a:moveTo>
                      <a:cubicBezTo>
                        <a:pt x="9369" y="3294"/>
                        <a:pt x="9417" y="3304"/>
                        <a:pt x="9454" y="3326"/>
                      </a:cubicBezTo>
                      <a:lnTo>
                        <a:pt x="9790" y="3521"/>
                      </a:lnTo>
                      <a:cubicBezTo>
                        <a:pt x="9863" y="3564"/>
                        <a:pt x="9863" y="3635"/>
                        <a:pt x="9790" y="3671"/>
                      </a:cubicBezTo>
                      <a:lnTo>
                        <a:pt x="9454" y="3873"/>
                      </a:lnTo>
                      <a:cubicBezTo>
                        <a:pt x="9417" y="3891"/>
                        <a:pt x="9370" y="3900"/>
                        <a:pt x="9323" y="3900"/>
                      </a:cubicBezTo>
                      <a:cubicBezTo>
                        <a:pt x="9275" y="3900"/>
                        <a:pt x="9226" y="3891"/>
                        <a:pt x="9186" y="3873"/>
                      </a:cubicBezTo>
                      <a:lnTo>
                        <a:pt x="8857" y="3671"/>
                      </a:lnTo>
                      <a:cubicBezTo>
                        <a:pt x="8784" y="3635"/>
                        <a:pt x="8777" y="3564"/>
                        <a:pt x="8857" y="3521"/>
                      </a:cubicBezTo>
                      <a:lnTo>
                        <a:pt x="9186" y="3326"/>
                      </a:lnTo>
                      <a:cubicBezTo>
                        <a:pt x="9223" y="3304"/>
                        <a:pt x="9271" y="3294"/>
                        <a:pt x="9320" y="3294"/>
                      </a:cubicBezTo>
                      <a:close/>
                      <a:moveTo>
                        <a:pt x="8159" y="3452"/>
                      </a:moveTo>
                      <a:cubicBezTo>
                        <a:pt x="8206" y="3452"/>
                        <a:pt x="8253" y="3463"/>
                        <a:pt x="8289" y="3485"/>
                      </a:cubicBezTo>
                      <a:lnTo>
                        <a:pt x="8598" y="3664"/>
                      </a:lnTo>
                      <a:cubicBezTo>
                        <a:pt x="8669" y="3700"/>
                        <a:pt x="8669" y="3771"/>
                        <a:pt x="8598" y="3814"/>
                      </a:cubicBezTo>
                      <a:lnTo>
                        <a:pt x="8303" y="3987"/>
                      </a:lnTo>
                      <a:cubicBezTo>
                        <a:pt x="8267" y="4008"/>
                        <a:pt x="8220" y="4019"/>
                        <a:pt x="8173" y="4019"/>
                      </a:cubicBezTo>
                      <a:cubicBezTo>
                        <a:pt x="8125" y="4019"/>
                        <a:pt x="8077" y="4008"/>
                        <a:pt x="8037" y="3987"/>
                      </a:cubicBezTo>
                      <a:lnTo>
                        <a:pt x="7735" y="3807"/>
                      </a:lnTo>
                      <a:cubicBezTo>
                        <a:pt x="7663" y="3764"/>
                        <a:pt x="7663" y="3700"/>
                        <a:pt x="7735" y="3657"/>
                      </a:cubicBezTo>
                      <a:lnTo>
                        <a:pt x="8030" y="3485"/>
                      </a:lnTo>
                      <a:cubicBezTo>
                        <a:pt x="8066" y="3463"/>
                        <a:pt x="8112" y="3452"/>
                        <a:pt x="8159" y="3452"/>
                      </a:cubicBezTo>
                      <a:close/>
                      <a:moveTo>
                        <a:pt x="12332" y="3754"/>
                      </a:moveTo>
                      <a:cubicBezTo>
                        <a:pt x="12380" y="3754"/>
                        <a:pt x="12429" y="3765"/>
                        <a:pt x="12464" y="3787"/>
                      </a:cubicBezTo>
                      <a:lnTo>
                        <a:pt x="12723" y="3930"/>
                      </a:lnTo>
                      <a:cubicBezTo>
                        <a:pt x="12795" y="3973"/>
                        <a:pt x="12802" y="4045"/>
                        <a:pt x="12723" y="4088"/>
                      </a:cubicBezTo>
                      <a:lnTo>
                        <a:pt x="12680" y="4116"/>
                      </a:lnTo>
                      <a:cubicBezTo>
                        <a:pt x="12643" y="4135"/>
                        <a:pt x="12592" y="4146"/>
                        <a:pt x="12541" y="4146"/>
                      </a:cubicBezTo>
                      <a:cubicBezTo>
                        <a:pt x="12495" y="4146"/>
                        <a:pt x="12449" y="4137"/>
                        <a:pt x="12414" y="4116"/>
                      </a:cubicBezTo>
                      <a:lnTo>
                        <a:pt x="12155" y="3966"/>
                      </a:lnTo>
                      <a:cubicBezTo>
                        <a:pt x="12085" y="3923"/>
                        <a:pt x="12085" y="3850"/>
                        <a:pt x="12155" y="3814"/>
                      </a:cubicBezTo>
                      <a:lnTo>
                        <a:pt x="12198" y="3787"/>
                      </a:lnTo>
                      <a:cubicBezTo>
                        <a:pt x="12235" y="3765"/>
                        <a:pt x="12283" y="3754"/>
                        <a:pt x="12332" y="3754"/>
                      </a:cubicBezTo>
                      <a:close/>
                      <a:moveTo>
                        <a:pt x="11211" y="3602"/>
                      </a:moveTo>
                      <a:cubicBezTo>
                        <a:pt x="11259" y="3602"/>
                        <a:pt x="11307" y="3613"/>
                        <a:pt x="11343" y="3635"/>
                      </a:cubicBezTo>
                      <a:lnTo>
                        <a:pt x="11653" y="3814"/>
                      </a:lnTo>
                      <a:cubicBezTo>
                        <a:pt x="11724" y="3857"/>
                        <a:pt x="11724" y="3923"/>
                        <a:pt x="11653" y="3966"/>
                      </a:cubicBezTo>
                      <a:lnTo>
                        <a:pt x="11358" y="4138"/>
                      </a:lnTo>
                      <a:cubicBezTo>
                        <a:pt x="11322" y="4160"/>
                        <a:pt x="11273" y="4171"/>
                        <a:pt x="11225" y="4171"/>
                      </a:cubicBezTo>
                      <a:cubicBezTo>
                        <a:pt x="11176" y="4171"/>
                        <a:pt x="11128" y="4160"/>
                        <a:pt x="11093" y="4138"/>
                      </a:cubicBezTo>
                      <a:lnTo>
                        <a:pt x="10782" y="3959"/>
                      </a:lnTo>
                      <a:cubicBezTo>
                        <a:pt x="10711" y="3923"/>
                        <a:pt x="10704" y="3850"/>
                        <a:pt x="10782" y="3807"/>
                      </a:cubicBezTo>
                      <a:lnTo>
                        <a:pt x="11077" y="3635"/>
                      </a:lnTo>
                      <a:cubicBezTo>
                        <a:pt x="11113" y="3613"/>
                        <a:pt x="11162" y="3602"/>
                        <a:pt x="11211" y="3602"/>
                      </a:cubicBezTo>
                      <a:close/>
                      <a:moveTo>
                        <a:pt x="7084" y="3609"/>
                      </a:moveTo>
                      <a:cubicBezTo>
                        <a:pt x="7133" y="3609"/>
                        <a:pt x="7182" y="3620"/>
                        <a:pt x="7218" y="3642"/>
                      </a:cubicBezTo>
                      <a:lnTo>
                        <a:pt x="7527" y="3823"/>
                      </a:lnTo>
                      <a:cubicBezTo>
                        <a:pt x="7599" y="3866"/>
                        <a:pt x="7599" y="3937"/>
                        <a:pt x="7527" y="3973"/>
                      </a:cubicBezTo>
                      <a:lnTo>
                        <a:pt x="7218" y="4152"/>
                      </a:lnTo>
                      <a:cubicBezTo>
                        <a:pt x="7182" y="4174"/>
                        <a:pt x="7135" y="4185"/>
                        <a:pt x="7088" y="4185"/>
                      </a:cubicBezTo>
                      <a:cubicBezTo>
                        <a:pt x="7041" y="4185"/>
                        <a:pt x="6995" y="4174"/>
                        <a:pt x="6959" y="4152"/>
                      </a:cubicBezTo>
                      <a:lnTo>
                        <a:pt x="6642" y="3973"/>
                      </a:lnTo>
                      <a:cubicBezTo>
                        <a:pt x="6571" y="3937"/>
                        <a:pt x="6571" y="3866"/>
                        <a:pt x="6642" y="3823"/>
                      </a:cubicBezTo>
                      <a:lnTo>
                        <a:pt x="6952" y="3642"/>
                      </a:lnTo>
                      <a:cubicBezTo>
                        <a:pt x="6988" y="3620"/>
                        <a:pt x="7036" y="3609"/>
                        <a:pt x="7084" y="3609"/>
                      </a:cubicBezTo>
                      <a:close/>
                      <a:moveTo>
                        <a:pt x="5806" y="3674"/>
                      </a:moveTo>
                      <a:cubicBezTo>
                        <a:pt x="5857" y="3674"/>
                        <a:pt x="5908" y="3685"/>
                        <a:pt x="5945" y="3707"/>
                      </a:cubicBezTo>
                      <a:lnTo>
                        <a:pt x="6254" y="3887"/>
                      </a:lnTo>
                      <a:cubicBezTo>
                        <a:pt x="6326" y="3923"/>
                        <a:pt x="6326" y="3995"/>
                        <a:pt x="6254" y="4038"/>
                      </a:cubicBezTo>
                      <a:lnTo>
                        <a:pt x="5945" y="4218"/>
                      </a:lnTo>
                      <a:cubicBezTo>
                        <a:pt x="5909" y="4236"/>
                        <a:pt x="5863" y="4245"/>
                        <a:pt x="5816" y="4245"/>
                      </a:cubicBezTo>
                      <a:cubicBezTo>
                        <a:pt x="5769" y="4245"/>
                        <a:pt x="5722" y="4236"/>
                        <a:pt x="5686" y="4218"/>
                      </a:cubicBezTo>
                      <a:lnTo>
                        <a:pt x="5370" y="4038"/>
                      </a:lnTo>
                      <a:cubicBezTo>
                        <a:pt x="5298" y="3995"/>
                        <a:pt x="5298" y="3923"/>
                        <a:pt x="5370" y="3880"/>
                      </a:cubicBezTo>
                      <a:lnTo>
                        <a:pt x="5679" y="3700"/>
                      </a:lnTo>
                      <a:cubicBezTo>
                        <a:pt x="5714" y="3683"/>
                        <a:pt x="5760" y="3674"/>
                        <a:pt x="5806" y="3674"/>
                      </a:cubicBezTo>
                      <a:close/>
                      <a:moveTo>
                        <a:pt x="10035" y="3711"/>
                      </a:moveTo>
                      <a:cubicBezTo>
                        <a:pt x="10082" y="3711"/>
                        <a:pt x="10128" y="3722"/>
                        <a:pt x="10164" y="3743"/>
                      </a:cubicBezTo>
                      <a:lnTo>
                        <a:pt x="10466" y="3916"/>
                      </a:lnTo>
                      <a:cubicBezTo>
                        <a:pt x="10539" y="3959"/>
                        <a:pt x="10539" y="4023"/>
                        <a:pt x="10466" y="4066"/>
                      </a:cubicBezTo>
                      <a:lnTo>
                        <a:pt x="10128" y="4261"/>
                      </a:lnTo>
                      <a:cubicBezTo>
                        <a:pt x="10093" y="4283"/>
                        <a:pt x="10046" y="4293"/>
                        <a:pt x="9999" y="4293"/>
                      </a:cubicBezTo>
                      <a:cubicBezTo>
                        <a:pt x="9953" y="4293"/>
                        <a:pt x="9906" y="4283"/>
                        <a:pt x="9869" y="4261"/>
                      </a:cubicBezTo>
                      <a:lnTo>
                        <a:pt x="9568" y="4088"/>
                      </a:lnTo>
                      <a:cubicBezTo>
                        <a:pt x="9497" y="4045"/>
                        <a:pt x="9497" y="3980"/>
                        <a:pt x="9568" y="3937"/>
                      </a:cubicBezTo>
                      <a:lnTo>
                        <a:pt x="9906" y="3743"/>
                      </a:lnTo>
                      <a:cubicBezTo>
                        <a:pt x="9942" y="3722"/>
                        <a:pt x="9988" y="3711"/>
                        <a:pt x="10035" y="3711"/>
                      </a:cubicBezTo>
                      <a:close/>
                      <a:moveTo>
                        <a:pt x="8846" y="3847"/>
                      </a:moveTo>
                      <a:cubicBezTo>
                        <a:pt x="8894" y="3847"/>
                        <a:pt x="8943" y="3858"/>
                        <a:pt x="8979" y="3880"/>
                      </a:cubicBezTo>
                      <a:lnTo>
                        <a:pt x="9316" y="4073"/>
                      </a:lnTo>
                      <a:cubicBezTo>
                        <a:pt x="9388" y="4116"/>
                        <a:pt x="9388" y="4189"/>
                        <a:pt x="9316" y="4225"/>
                      </a:cubicBezTo>
                      <a:lnTo>
                        <a:pt x="9022" y="4397"/>
                      </a:lnTo>
                      <a:cubicBezTo>
                        <a:pt x="8986" y="4419"/>
                        <a:pt x="8937" y="4430"/>
                        <a:pt x="8889" y="4430"/>
                      </a:cubicBezTo>
                      <a:cubicBezTo>
                        <a:pt x="8840" y="4430"/>
                        <a:pt x="8791" y="4419"/>
                        <a:pt x="8755" y="4397"/>
                      </a:cubicBezTo>
                      <a:lnTo>
                        <a:pt x="8419" y="4202"/>
                      </a:lnTo>
                      <a:cubicBezTo>
                        <a:pt x="8346" y="4159"/>
                        <a:pt x="8346" y="4095"/>
                        <a:pt x="8419" y="4052"/>
                      </a:cubicBezTo>
                      <a:lnTo>
                        <a:pt x="8712" y="3880"/>
                      </a:lnTo>
                      <a:cubicBezTo>
                        <a:pt x="8748" y="3858"/>
                        <a:pt x="8797" y="3847"/>
                        <a:pt x="8846" y="3847"/>
                      </a:cubicBezTo>
                      <a:close/>
                      <a:moveTo>
                        <a:pt x="11901" y="4006"/>
                      </a:moveTo>
                      <a:cubicBezTo>
                        <a:pt x="11949" y="4006"/>
                        <a:pt x="11997" y="4017"/>
                        <a:pt x="12033" y="4038"/>
                      </a:cubicBezTo>
                      <a:lnTo>
                        <a:pt x="12292" y="4182"/>
                      </a:lnTo>
                      <a:cubicBezTo>
                        <a:pt x="12364" y="4225"/>
                        <a:pt x="12364" y="4297"/>
                        <a:pt x="12292" y="4340"/>
                      </a:cubicBezTo>
                      <a:lnTo>
                        <a:pt x="11998" y="4513"/>
                      </a:lnTo>
                      <a:cubicBezTo>
                        <a:pt x="11962" y="4534"/>
                        <a:pt x="11913" y="4545"/>
                        <a:pt x="11865" y="4545"/>
                      </a:cubicBezTo>
                      <a:cubicBezTo>
                        <a:pt x="11816" y="4545"/>
                        <a:pt x="11767" y="4534"/>
                        <a:pt x="11731" y="4513"/>
                      </a:cubicBezTo>
                      <a:lnTo>
                        <a:pt x="11472" y="4361"/>
                      </a:lnTo>
                      <a:cubicBezTo>
                        <a:pt x="11401" y="4318"/>
                        <a:pt x="11401" y="4245"/>
                        <a:pt x="11472" y="4211"/>
                      </a:cubicBezTo>
                      <a:lnTo>
                        <a:pt x="11767" y="4038"/>
                      </a:lnTo>
                      <a:cubicBezTo>
                        <a:pt x="11803" y="4017"/>
                        <a:pt x="11852" y="4006"/>
                        <a:pt x="11901" y="4006"/>
                      </a:cubicBezTo>
                      <a:close/>
                      <a:moveTo>
                        <a:pt x="12975" y="4120"/>
                      </a:moveTo>
                      <a:cubicBezTo>
                        <a:pt x="13022" y="4120"/>
                        <a:pt x="13069" y="4131"/>
                        <a:pt x="13104" y="4152"/>
                      </a:cubicBezTo>
                      <a:lnTo>
                        <a:pt x="13442" y="4347"/>
                      </a:lnTo>
                      <a:cubicBezTo>
                        <a:pt x="13515" y="4390"/>
                        <a:pt x="13515" y="4454"/>
                        <a:pt x="13442" y="4497"/>
                      </a:cubicBezTo>
                      <a:lnTo>
                        <a:pt x="13392" y="4527"/>
                      </a:lnTo>
                      <a:cubicBezTo>
                        <a:pt x="13356" y="4548"/>
                        <a:pt x="13309" y="4559"/>
                        <a:pt x="13263" y="4559"/>
                      </a:cubicBezTo>
                      <a:cubicBezTo>
                        <a:pt x="13216" y="4559"/>
                        <a:pt x="13170" y="4548"/>
                        <a:pt x="13133" y="4527"/>
                      </a:cubicBezTo>
                      <a:lnTo>
                        <a:pt x="12795" y="4332"/>
                      </a:lnTo>
                      <a:cubicBezTo>
                        <a:pt x="12723" y="4289"/>
                        <a:pt x="12723" y="4225"/>
                        <a:pt x="12795" y="4182"/>
                      </a:cubicBezTo>
                      <a:lnTo>
                        <a:pt x="12845" y="4152"/>
                      </a:lnTo>
                      <a:cubicBezTo>
                        <a:pt x="12882" y="4131"/>
                        <a:pt x="12929" y="4120"/>
                        <a:pt x="12975" y="4120"/>
                      </a:cubicBezTo>
                      <a:close/>
                      <a:moveTo>
                        <a:pt x="7777" y="4013"/>
                      </a:moveTo>
                      <a:cubicBezTo>
                        <a:pt x="7825" y="4013"/>
                        <a:pt x="7872" y="4024"/>
                        <a:pt x="7908" y="4045"/>
                      </a:cubicBezTo>
                      <a:lnTo>
                        <a:pt x="8217" y="4218"/>
                      </a:lnTo>
                      <a:cubicBezTo>
                        <a:pt x="8289" y="4261"/>
                        <a:pt x="8289" y="4332"/>
                        <a:pt x="8217" y="4375"/>
                      </a:cubicBezTo>
                      <a:lnTo>
                        <a:pt x="7908" y="4556"/>
                      </a:lnTo>
                      <a:cubicBezTo>
                        <a:pt x="7872" y="4573"/>
                        <a:pt x="7823" y="4582"/>
                        <a:pt x="7775" y="4582"/>
                      </a:cubicBezTo>
                      <a:cubicBezTo>
                        <a:pt x="7726" y="4582"/>
                        <a:pt x="7678" y="4573"/>
                        <a:pt x="7642" y="4556"/>
                      </a:cubicBezTo>
                      <a:lnTo>
                        <a:pt x="7340" y="4375"/>
                      </a:lnTo>
                      <a:cubicBezTo>
                        <a:pt x="7268" y="4332"/>
                        <a:pt x="7261" y="4268"/>
                        <a:pt x="7340" y="4225"/>
                      </a:cubicBezTo>
                      <a:lnTo>
                        <a:pt x="7642" y="4045"/>
                      </a:lnTo>
                      <a:cubicBezTo>
                        <a:pt x="7681" y="4024"/>
                        <a:pt x="7729" y="4013"/>
                        <a:pt x="7777" y="4013"/>
                      </a:cubicBezTo>
                      <a:close/>
                      <a:moveTo>
                        <a:pt x="6503" y="4070"/>
                      </a:moveTo>
                      <a:cubicBezTo>
                        <a:pt x="6551" y="4070"/>
                        <a:pt x="6600" y="4081"/>
                        <a:pt x="6635" y="4102"/>
                      </a:cubicBezTo>
                      <a:lnTo>
                        <a:pt x="6937" y="4282"/>
                      </a:lnTo>
                      <a:cubicBezTo>
                        <a:pt x="7009" y="4318"/>
                        <a:pt x="7016" y="4390"/>
                        <a:pt x="6944" y="4433"/>
                      </a:cubicBezTo>
                      <a:lnTo>
                        <a:pt x="6635" y="4613"/>
                      </a:lnTo>
                      <a:cubicBezTo>
                        <a:pt x="6600" y="4634"/>
                        <a:pt x="6551" y="4645"/>
                        <a:pt x="6503" y="4645"/>
                      </a:cubicBezTo>
                      <a:cubicBezTo>
                        <a:pt x="6454" y="4645"/>
                        <a:pt x="6405" y="4634"/>
                        <a:pt x="6369" y="4613"/>
                      </a:cubicBezTo>
                      <a:lnTo>
                        <a:pt x="6067" y="4433"/>
                      </a:lnTo>
                      <a:cubicBezTo>
                        <a:pt x="5988" y="4390"/>
                        <a:pt x="5988" y="4325"/>
                        <a:pt x="6060" y="4282"/>
                      </a:cubicBezTo>
                      <a:lnTo>
                        <a:pt x="6369" y="4102"/>
                      </a:lnTo>
                      <a:cubicBezTo>
                        <a:pt x="6405" y="4081"/>
                        <a:pt x="6454" y="4070"/>
                        <a:pt x="6503" y="4070"/>
                      </a:cubicBezTo>
                      <a:close/>
                      <a:moveTo>
                        <a:pt x="10714" y="4099"/>
                      </a:moveTo>
                      <a:cubicBezTo>
                        <a:pt x="10763" y="4099"/>
                        <a:pt x="10811" y="4110"/>
                        <a:pt x="10848" y="4132"/>
                      </a:cubicBezTo>
                      <a:lnTo>
                        <a:pt x="11156" y="4311"/>
                      </a:lnTo>
                      <a:cubicBezTo>
                        <a:pt x="11229" y="4354"/>
                        <a:pt x="11229" y="4427"/>
                        <a:pt x="11156" y="4461"/>
                      </a:cubicBezTo>
                      <a:lnTo>
                        <a:pt x="10825" y="4656"/>
                      </a:lnTo>
                      <a:cubicBezTo>
                        <a:pt x="10790" y="4678"/>
                        <a:pt x="10742" y="4688"/>
                        <a:pt x="10693" y="4688"/>
                      </a:cubicBezTo>
                      <a:cubicBezTo>
                        <a:pt x="10644" y="4688"/>
                        <a:pt x="10596" y="4678"/>
                        <a:pt x="10560" y="4656"/>
                      </a:cubicBezTo>
                      <a:lnTo>
                        <a:pt x="10251" y="4484"/>
                      </a:lnTo>
                      <a:cubicBezTo>
                        <a:pt x="10178" y="4440"/>
                        <a:pt x="10178" y="4368"/>
                        <a:pt x="10251" y="4325"/>
                      </a:cubicBezTo>
                      <a:lnTo>
                        <a:pt x="10582" y="4132"/>
                      </a:lnTo>
                      <a:cubicBezTo>
                        <a:pt x="10617" y="4110"/>
                        <a:pt x="10666" y="4099"/>
                        <a:pt x="10714" y="4099"/>
                      </a:cubicBezTo>
                      <a:close/>
                      <a:moveTo>
                        <a:pt x="9565" y="4265"/>
                      </a:moveTo>
                      <a:cubicBezTo>
                        <a:pt x="9613" y="4265"/>
                        <a:pt x="9662" y="4276"/>
                        <a:pt x="9697" y="4297"/>
                      </a:cubicBezTo>
                      <a:lnTo>
                        <a:pt x="9992" y="4470"/>
                      </a:lnTo>
                      <a:cubicBezTo>
                        <a:pt x="10064" y="4504"/>
                        <a:pt x="10064" y="4577"/>
                        <a:pt x="9992" y="4620"/>
                      </a:cubicBezTo>
                      <a:lnTo>
                        <a:pt x="9697" y="4792"/>
                      </a:lnTo>
                      <a:cubicBezTo>
                        <a:pt x="9662" y="4814"/>
                        <a:pt x="9615" y="4825"/>
                        <a:pt x="9568" y="4825"/>
                      </a:cubicBezTo>
                      <a:cubicBezTo>
                        <a:pt x="9521" y="4825"/>
                        <a:pt x="9474" y="4814"/>
                        <a:pt x="9438" y="4792"/>
                      </a:cubicBezTo>
                      <a:lnTo>
                        <a:pt x="9136" y="4620"/>
                      </a:lnTo>
                      <a:cubicBezTo>
                        <a:pt x="9066" y="4577"/>
                        <a:pt x="9066" y="4504"/>
                        <a:pt x="9136" y="4470"/>
                      </a:cubicBezTo>
                      <a:lnTo>
                        <a:pt x="9431" y="4297"/>
                      </a:lnTo>
                      <a:cubicBezTo>
                        <a:pt x="9468" y="4276"/>
                        <a:pt x="9516" y="4265"/>
                        <a:pt x="9565" y="4265"/>
                      </a:cubicBezTo>
                      <a:close/>
                      <a:moveTo>
                        <a:pt x="12541" y="4372"/>
                      </a:moveTo>
                      <a:cubicBezTo>
                        <a:pt x="12589" y="4372"/>
                        <a:pt x="12637" y="4383"/>
                        <a:pt x="12673" y="4404"/>
                      </a:cubicBezTo>
                      <a:lnTo>
                        <a:pt x="13011" y="4599"/>
                      </a:lnTo>
                      <a:cubicBezTo>
                        <a:pt x="13083" y="4642"/>
                        <a:pt x="13083" y="4713"/>
                        <a:pt x="13011" y="4749"/>
                      </a:cubicBezTo>
                      <a:lnTo>
                        <a:pt x="12709" y="4922"/>
                      </a:lnTo>
                      <a:cubicBezTo>
                        <a:pt x="12673" y="4943"/>
                        <a:pt x="12626" y="4954"/>
                        <a:pt x="12580" y="4954"/>
                      </a:cubicBezTo>
                      <a:cubicBezTo>
                        <a:pt x="12533" y="4954"/>
                        <a:pt x="12486" y="4943"/>
                        <a:pt x="12450" y="4922"/>
                      </a:cubicBezTo>
                      <a:lnTo>
                        <a:pt x="12112" y="4728"/>
                      </a:lnTo>
                      <a:cubicBezTo>
                        <a:pt x="12041" y="4692"/>
                        <a:pt x="12041" y="4620"/>
                        <a:pt x="12112" y="4577"/>
                      </a:cubicBezTo>
                      <a:lnTo>
                        <a:pt x="12407" y="4404"/>
                      </a:lnTo>
                      <a:cubicBezTo>
                        <a:pt x="12443" y="4383"/>
                        <a:pt x="12492" y="4372"/>
                        <a:pt x="12541" y="4372"/>
                      </a:cubicBezTo>
                      <a:close/>
                      <a:moveTo>
                        <a:pt x="13690" y="4537"/>
                      </a:moveTo>
                      <a:cubicBezTo>
                        <a:pt x="13738" y="4537"/>
                        <a:pt x="13787" y="4548"/>
                        <a:pt x="13823" y="4570"/>
                      </a:cubicBezTo>
                      <a:lnTo>
                        <a:pt x="14118" y="4742"/>
                      </a:lnTo>
                      <a:cubicBezTo>
                        <a:pt x="14198" y="4778"/>
                        <a:pt x="14198" y="4849"/>
                        <a:pt x="14125" y="4892"/>
                      </a:cubicBezTo>
                      <a:lnTo>
                        <a:pt x="14075" y="4922"/>
                      </a:lnTo>
                      <a:cubicBezTo>
                        <a:pt x="14039" y="4943"/>
                        <a:pt x="13990" y="4954"/>
                        <a:pt x="13942" y="4954"/>
                      </a:cubicBezTo>
                      <a:cubicBezTo>
                        <a:pt x="13893" y="4954"/>
                        <a:pt x="13845" y="4943"/>
                        <a:pt x="13810" y="4922"/>
                      </a:cubicBezTo>
                      <a:lnTo>
                        <a:pt x="13515" y="4749"/>
                      </a:lnTo>
                      <a:cubicBezTo>
                        <a:pt x="13442" y="4706"/>
                        <a:pt x="13442" y="4634"/>
                        <a:pt x="13515" y="4599"/>
                      </a:cubicBezTo>
                      <a:lnTo>
                        <a:pt x="13558" y="4570"/>
                      </a:lnTo>
                      <a:cubicBezTo>
                        <a:pt x="13593" y="4548"/>
                        <a:pt x="13641" y="4537"/>
                        <a:pt x="13690" y="4537"/>
                      </a:cubicBezTo>
                      <a:close/>
                      <a:moveTo>
                        <a:pt x="8462" y="4408"/>
                      </a:moveTo>
                      <a:cubicBezTo>
                        <a:pt x="8510" y="4408"/>
                        <a:pt x="8558" y="4419"/>
                        <a:pt x="8598" y="4440"/>
                      </a:cubicBezTo>
                      <a:lnTo>
                        <a:pt x="8928" y="4634"/>
                      </a:lnTo>
                      <a:cubicBezTo>
                        <a:pt x="9007" y="4677"/>
                        <a:pt x="9007" y="4742"/>
                        <a:pt x="8936" y="4785"/>
                      </a:cubicBezTo>
                      <a:lnTo>
                        <a:pt x="8626" y="4965"/>
                      </a:lnTo>
                      <a:cubicBezTo>
                        <a:pt x="8590" y="4986"/>
                        <a:pt x="8542" y="4997"/>
                        <a:pt x="8493" y="4997"/>
                      </a:cubicBezTo>
                      <a:cubicBezTo>
                        <a:pt x="8445" y="4997"/>
                        <a:pt x="8396" y="4986"/>
                        <a:pt x="8360" y="4965"/>
                      </a:cubicBezTo>
                      <a:lnTo>
                        <a:pt x="8022" y="4772"/>
                      </a:lnTo>
                      <a:cubicBezTo>
                        <a:pt x="7951" y="4728"/>
                        <a:pt x="7951" y="4663"/>
                        <a:pt x="8022" y="4620"/>
                      </a:cubicBezTo>
                      <a:lnTo>
                        <a:pt x="8332" y="4440"/>
                      </a:lnTo>
                      <a:cubicBezTo>
                        <a:pt x="8368" y="4419"/>
                        <a:pt x="8414" y="4408"/>
                        <a:pt x="8462" y="4408"/>
                      </a:cubicBezTo>
                      <a:close/>
                      <a:moveTo>
                        <a:pt x="11404" y="4501"/>
                      </a:moveTo>
                      <a:cubicBezTo>
                        <a:pt x="11453" y="4501"/>
                        <a:pt x="11501" y="4512"/>
                        <a:pt x="11538" y="4534"/>
                      </a:cubicBezTo>
                      <a:lnTo>
                        <a:pt x="11796" y="4685"/>
                      </a:lnTo>
                      <a:cubicBezTo>
                        <a:pt x="11869" y="4728"/>
                        <a:pt x="11869" y="4792"/>
                        <a:pt x="11796" y="4835"/>
                      </a:cubicBezTo>
                      <a:lnTo>
                        <a:pt x="11465" y="5030"/>
                      </a:lnTo>
                      <a:cubicBezTo>
                        <a:pt x="11430" y="5052"/>
                        <a:pt x="11382" y="5063"/>
                        <a:pt x="11333" y="5063"/>
                      </a:cubicBezTo>
                      <a:cubicBezTo>
                        <a:pt x="11284" y="5063"/>
                        <a:pt x="11236" y="5052"/>
                        <a:pt x="11200" y="5030"/>
                      </a:cubicBezTo>
                      <a:lnTo>
                        <a:pt x="10941" y="4879"/>
                      </a:lnTo>
                      <a:cubicBezTo>
                        <a:pt x="10868" y="4835"/>
                        <a:pt x="10868" y="4772"/>
                        <a:pt x="10941" y="4728"/>
                      </a:cubicBezTo>
                      <a:lnTo>
                        <a:pt x="11272" y="4534"/>
                      </a:lnTo>
                      <a:cubicBezTo>
                        <a:pt x="11307" y="4512"/>
                        <a:pt x="11356" y="4501"/>
                        <a:pt x="11404" y="4501"/>
                      </a:cubicBezTo>
                      <a:close/>
                      <a:moveTo>
                        <a:pt x="10243" y="4653"/>
                      </a:moveTo>
                      <a:cubicBezTo>
                        <a:pt x="10290" y="4653"/>
                        <a:pt x="10337" y="4664"/>
                        <a:pt x="10373" y="4685"/>
                      </a:cubicBezTo>
                      <a:lnTo>
                        <a:pt x="10682" y="4865"/>
                      </a:lnTo>
                      <a:cubicBezTo>
                        <a:pt x="10754" y="4908"/>
                        <a:pt x="10761" y="4979"/>
                        <a:pt x="10689" y="5015"/>
                      </a:cubicBezTo>
                      <a:lnTo>
                        <a:pt x="10387" y="5187"/>
                      </a:lnTo>
                      <a:cubicBezTo>
                        <a:pt x="10352" y="5209"/>
                        <a:pt x="10305" y="5220"/>
                        <a:pt x="10258" y="5220"/>
                      </a:cubicBezTo>
                      <a:cubicBezTo>
                        <a:pt x="10211" y="5220"/>
                        <a:pt x="10164" y="5209"/>
                        <a:pt x="10128" y="5187"/>
                      </a:cubicBezTo>
                      <a:lnTo>
                        <a:pt x="9813" y="5008"/>
                      </a:lnTo>
                      <a:cubicBezTo>
                        <a:pt x="9740" y="4972"/>
                        <a:pt x="9740" y="4901"/>
                        <a:pt x="9813" y="4858"/>
                      </a:cubicBezTo>
                      <a:lnTo>
                        <a:pt x="10108" y="4685"/>
                      </a:lnTo>
                      <a:cubicBezTo>
                        <a:pt x="10147" y="4664"/>
                        <a:pt x="10196" y="4653"/>
                        <a:pt x="10243" y="4653"/>
                      </a:cubicBezTo>
                      <a:close/>
                      <a:moveTo>
                        <a:pt x="13259" y="4789"/>
                      </a:moveTo>
                      <a:cubicBezTo>
                        <a:pt x="13307" y="4789"/>
                        <a:pt x="13356" y="4800"/>
                        <a:pt x="13392" y="4822"/>
                      </a:cubicBezTo>
                      <a:lnTo>
                        <a:pt x="13687" y="4994"/>
                      </a:lnTo>
                      <a:cubicBezTo>
                        <a:pt x="13758" y="5030"/>
                        <a:pt x="13758" y="5101"/>
                        <a:pt x="13687" y="5144"/>
                      </a:cubicBezTo>
                      <a:lnTo>
                        <a:pt x="13392" y="5317"/>
                      </a:lnTo>
                      <a:cubicBezTo>
                        <a:pt x="13356" y="5338"/>
                        <a:pt x="13307" y="5349"/>
                        <a:pt x="13259" y="5349"/>
                      </a:cubicBezTo>
                      <a:cubicBezTo>
                        <a:pt x="13210" y="5349"/>
                        <a:pt x="13162" y="5338"/>
                        <a:pt x="13126" y="5317"/>
                      </a:cubicBezTo>
                      <a:lnTo>
                        <a:pt x="12831" y="5144"/>
                      </a:lnTo>
                      <a:cubicBezTo>
                        <a:pt x="12759" y="5101"/>
                        <a:pt x="12759" y="5037"/>
                        <a:pt x="12831" y="4994"/>
                      </a:cubicBezTo>
                      <a:lnTo>
                        <a:pt x="13126" y="4822"/>
                      </a:lnTo>
                      <a:cubicBezTo>
                        <a:pt x="13162" y="4800"/>
                        <a:pt x="13210" y="4789"/>
                        <a:pt x="13259" y="4789"/>
                      </a:cubicBezTo>
                      <a:close/>
                      <a:moveTo>
                        <a:pt x="14370" y="4926"/>
                      </a:moveTo>
                      <a:cubicBezTo>
                        <a:pt x="14416" y="4926"/>
                        <a:pt x="14463" y="4936"/>
                        <a:pt x="14500" y="4958"/>
                      </a:cubicBezTo>
                      <a:lnTo>
                        <a:pt x="14815" y="5137"/>
                      </a:lnTo>
                      <a:cubicBezTo>
                        <a:pt x="14888" y="5180"/>
                        <a:pt x="14888" y="5246"/>
                        <a:pt x="14815" y="5289"/>
                      </a:cubicBezTo>
                      <a:lnTo>
                        <a:pt x="14765" y="5317"/>
                      </a:lnTo>
                      <a:cubicBezTo>
                        <a:pt x="14729" y="5338"/>
                        <a:pt x="14680" y="5349"/>
                        <a:pt x="14632" y="5349"/>
                      </a:cubicBezTo>
                      <a:cubicBezTo>
                        <a:pt x="14583" y="5349"/>
                        <a:pt x="14535" y="5338"/>
                        <a:pt x="14500" y="5317"/>
                      </a:cubicBezTo>
                      <a:lnTo>
                        <a:pt x="14189" y="5137"/>
                      </a:lnTo>
                      <a:cubicBezTo>
                        <a:pt x="14118" y="5094"/>
                        <a:pt x="14118" y="5030"/>
                        <a:pt x="14189" y="4987"/>
                      </a:cubicBezTo>
                      <a:lnTo>
                        <a:pt x="14241" y="4958"/>
                      </a:lnTo>
                      <a:cubicBezTo>
                        <a:pt x="14276" y="4936"/>
                        <a:pt x="14323" y="4926"/>
                        <a:pt x="14370" y="4926"/>
                      </a:cubicBezTo>
                      <a:close/>
                      <a:moveTo>
                        <a:pt x="9180" y="4823"/>
                      </a:moveTo>
                      <a:cubicBezTo>
                        <a:pt x="9227" y="4823"/>
                        <a:pt x="9273" y="4832"/>
                        <a:pt x="9309" y="4849"/>
                      </a:cubicBezTo>
                      <a:lnTo>
                        <a:pt x="9611" y="5022"/>
                      </a:lnTo>
                      <a:cubicBezTo>
                        <a:pt x="9683" y="5065"/>
                        <a:pt x="9683" y="5137"/>
                        <a:pt x="9611" y="5180"/>
                      </a:cubicBezTo>
                      <a:lnTo>
                        <a:pt x="9302" y="5360"/>
                      </a:lnTo>
                      <a:cubicBezTo>
                        <a:pt x="9266" y="5378"/>
                        <a:pt x="9219" y="5387"/>
                        <a:pt x="9172" y="5387"/>
                      </a:cubicBezTo>
                      <a:cubicBezTo>
                        <a:pt x="9124" y="5387"/>
                        <a:pt x="9076" y="5378"/>
                        <a:pt x="9036" y="5360"/>
                      </a:cubicBezTo>
                      <a:lnTo>
                        <a:pt x="8741" y="5187"/>
                      </a:lnTo>
                      <a:cubicBezTo>
                        <a:pt x="8669" y="5144"/>
                        <a:pt x="8669" y="5073"/>
                        <a:pt x="8741" y="5030"/>
                      </a:cubicBezTo>
                      <a:lnTo>
                        <a:pt x="9050" y="4849"/>
                      </a:lnTo>
                      <a:cubicBezTo>
                        <a:pt x="9086" y="4832"/>
                        <a:pt x="9133" y="4823"/>
                        <a:pt x="9180" y="4823"/>
                      </a:cubicBezTo>
                      <a:close/>
                      <a:moveTo>
                        <a:pt x="12047" y="4869"/>
                      </a:moveTo>
                      <a:cubicBezTo>
                        <a:pt x="12094" y="4869"/>
                        <a:pt x="12141" y="4879"/>
                        <a:pt x="12178" y="4901"/>
                      </a:cubicBezTo>
                      <a:lnTo>
                        <a:pt x="12516" y="5094"/>
                      </a:lnTo>
                      <a:cubicBezTo>
                        <a:pt x="12587" y="5137"/>
                        <a:pt x="12587" y="5210"/>
                        <a:pt x="12516" y="5253"/>
                      </a:cubicBezTo>
                      <a:lnTo>
                        <a:pt x="12185" y="5446"/>
                      </a:lnTo>
                      <a:cubicBezTo>
                        <a:pt x="12145" y="5464"/>
                        <a:pt x="12096" y="5473"/>
                        <a:pt x="12048" y="5473"/>
                      </a:cubicBezTo>
                      <a:cubicBezTo>
                        <a:pt x="12001" y="5473"/>
                        <a:pt x="11954" y="5464"/>
                        <a:pt x="11919" y="5446"/>
                      </a:cubicBezTo>
                      <a:lnTo>
                        <a:pt x="11581" y="5253"/>
                      </a:lnTo>
                      <a:cubicBezTo>
                        <a:pt x="11508" y="5210"/>
                        <a:pt x="11508" y="5137"/>
                        <a:pt x="11581" y="5094"/>
                      </a:cubicBezTo>
                      <a:lnTo>
                        <a:pt x="11912" y="4901"/>
                      </a:lnTo>
                      <a:cubicBezTo>
                        <a:pt x="11951" y="4879"/>
                        <a:pt x="11999" y="4869"/>
                        <a:pt x="12047" y="4869"/>
                      </a:cubicBezTo>
                      <a:close/>
                      <a:moveTo>
                        <a:pt x="10934" y="5055"/>
                      </a:moveTo>
                      <a:cubicBezTo>
                        <a:pt x="10980" y="5055"/>
                        <a:pt x="11027" y="5066"/>
                        <a:pt x="11063" y="5087"/>
                      </a:cubicBezTo>
                      <a:lnTo>
                        <a:pt x="11329" y="5237"/>
                      </a:lnTo>
                      <a:cubicBezTo>
                        <a:pt x="11401" y="5274"/>
                        <a:pt x="11401" y="5346"/>
                        <a:pt x="11329" y="5389"/>
                      </a:cubicBezTo>
                      <a:lnTo>
                        <a:pt x="11034" y="5562"/>
                      </a:lnTo>
                      <a:cubicBezTo>
                        <a:pt x="10994" y="5583"/>
                        <a:pt x="10946" y="5594"/>
                        <a:pt x="10898" y="5594"/>
                      </a:cubicBezTo>
                      <a:cubicBezTo>
                        <a:pt x="10851" y="5594"/>
                        <a:pt x="10804" y="5583"/>
                        <a:pt x="10768" y="5562"/>
                      </a:cubicBezTo>
                      <a:lnTo>
                        <a:pt x="10509" y="5410"/>
                      </a:lnTo>
                      <a:cubicBezTo>
                        <a:pt x="10430" y="5367"/>
                        <a:pt x="10430" y="5296"/>
                        <a:pt x="10503" y="5260"/>
                      </a:cubicBezTo>
                      <a:lnTo>
                        <a:pt x="10804" y="5087"/>
                      </a:lnTo>
                      <a:cubicBezTo>
                        <a:pt x="10841" y="5066"/>
                        <a:pt x="10887" y="5055"/>
                        <a:pt x="10934" y="5055"/>
                      </a:cubicBezTo>
                      <a:close/>
                      <a:moveTo>
                        <a:pt x="13937" y="5177"/>
                      </a:moveTo>
                      <a:cubicBezTo>
                        <a:pt x="13985" y="5177"/>
                        <a:pt x="14032" y="5188"/>
                        <a:pt x="14068" y="5210"/>
                      </a:cubicBezTo>
                      <a:lnTo>
                        <a:pt x="14377" y="5389"/>
                      </a:lnTo>
                      <a:cubicBezTo>
                        <a:pt x="14448" y="5432"/>
                        <a:pt x="14457" y="5496"/>
                        <a:pt x="14377" y="5539"/>
                      </a:cubicBezTo>
                      <a:lnTo>
                        <a:pt x="14082" y="5712"/>
                      </a:lnTo>
                      <a:cubicBezTo>
                        <a:pt x="14046" y="5733"/>
                        <a:pt x="13999" y="5744"/>
                        <a:pt x="13952" y="5744"/>
                      </a:cubicBezTo>
                      <a:cubicBezTo>
                        <a:pt x="13905" y="5744"/>
                        <a:pt x="13856" y="5733"/>
                        <a:pt x="13817" y="5712"/>
                      </a:cubicBezTo>
                      <a:lnTo>
                        <a:pt x="13508" y="5532"/>
                      </a:lnTo>
                      <a:cubicBezTo>
                        <a:pt x="13435" y="5496"/>
                        <a:pt x="13435" y="5425"/>
                        <a:pt x="13508" y="5382"/>
                      </a:cubicBezTo>
                      <a:lnTo>
                        <a:pt x="13801" y="5210"/>
                      </a:lnTo>
                      <a:cubicBezTo>
                        <a:pt x="13841" y="5188"/>
                        <a:pt x="13889" y="5177"/>
                        <a:pt x="13937" y="5177"/>
                      </a:cubicBezTo>
                      <a:close/>
                      <a:moveTo>
                        <a:pt x="15061" y="5328"/>
                      </a:moveTo>
                      <a:cubicBezTo>
                        <a:pt x="15108" y="5328"/>
                        <a:pt x="15157" y="5338"/>
                        <a:pt x="15197" y="5360"/>
                      </a:cubicBezTo>
                      <a:lnTo>
                        <a:pt x="15512" y="5548"/>
                      </a:lnTo>
                      <a:cubicBezTo>
                        <a:pt x="15592" y="5582"/>
                        <a:pt x="15592" y="5655"/>
                        <a:pt x="15519" y="5698"/>
                      </a:cubicBezTo>
                      <a:lnTo>
                        <a:pt x="15469" y="5727"/>
                      </a:lnTo>
                      <a:cubicBezTo>
                        <a:pt x="15433" y="5749"/>
                        <a:pt x="15385" y="5760"/>
                        <a:pt x="15336" y="5760"/>
                      </a:cubicBezTo>
                      <a:cubicBezTo>
                        <a:pt x="15288" y="5760"/>
                        <a:pt x="15240" y="5749"/>
                        <a:pt x="15204" y="5727"/>
                      </a:cubicBezTo>
                      <a:lnTo>
                        <a:pt x="14879" y="5539"/>
                      </a:lnTo>
                      <a:cubicBezTo>
                        <a:pt x="14808" y="5496"/>
                        <a:pt x="14808" y="5425"/>
                        <a:pt x="14879" y="5389"/>
                      </a:cubicBezTo>
                      <a:lnTo>
                        <a:pt x="14931" y="5360"/>
                      </a:lnTo>
                      <a:cubicBezTo>
                        <a:pt x="14966" y="5338"/>
                        <a:pt x="15013" y="5328"/>
                        <a:pt x="15061" y="5328"/>
                      </a:cubicBezTo>
                      <a:close/>
                      <a:moveTo>
                        <a:pt x="9859" y="5214"/>
                      </a:moveTo>
                      <a:cubicBezTo>
                        <a:pt x="9907" y="5214"/>
                        <a:pt x="9956" y="5224"/>
                        <a:pt x="9992" y="5246"/>
                      </a:cubicBezTo>
                      <a:lnTo>
                        <a:pt x="10301" y="5425"/>
                      </a:lnTo>
                      <a:cubicBezTo>
                        <a:pt x="10373" y="5469"/>
                        <a:pt x="10373" y="5532"/>
                        <a:pt x="10301" y="5575"/>
                      </a:cubicBezTo>
                      <a:lnTo>
                        <a:pt x="9992" y="5755"/>
                      </a:lnTo>
                      <a:cubicBezTo>
                        <a:pt x="9956" y="5776"/>
                        <a:pt x="9909" y="5787"/>
                        <a:pt x="9863" y="5787"/>
                      </a:cubicBezTo>
                      <a:cubicBezTo>
                        <a:pt x="9816" y="5787"/>
                        <a:pt x="9769" y="5776"/>
                        <a:pt x="9733" y="5755"/>
                      </a:cubicBezTo>
                      <a:lnTo>
                        <a:pt x="9417" y="5575"/>
                      </a:lnTo>
                      <a:cubicBezTo>
                        <a:pt x="9345" y="5532"/>
                        <a:pt x="9345" y="5469"/>
                        <a:pt x="9417" y="5425"/>
                      </a:cubicBezTo>
                      <a:lnTo>
                        <a:pt x="9726" y="5246"/>
                      </a:lnTo>
                      <a:cubicBezTo>
                        <a:pt x="9763" y="5224"/>
                        <a:pt x="9811" y="5214"/>
                        <a:pt x="9859" y="5214"/>
                      </a:cubicBezTo>
                      <a:close/>
                      <a:moveTo>
                        <a:pt x="12763" y="5284"/>
                      </a:moveTo>
                      <a:cubicBezTo>
                        <a:pt x="12812" y="5284"/>
                        <a:pt x="12860" y="5295"/>
                        <a:pt x="12895" y="5317"/>
                      </a:cubicBezTo>
                      <a:lnTo>
                        <a:pt x="13190" y="5489"/>
                      </a:lnTo>
                      <a:cubicBezTo>
                        <a:pt x="13263" y="5532"/>
                        <a:pt x="13263" y="5598"/>
                        <a:pt x="13190" y="5641"/>
                      </a:cubicBezTo>
                      <a:lnTo>
                        <a:pt x="12861" y="5834"/>
                      </a:lnTo>
                      <a:cubicBezTo>
                        <a:pt x="12825" y="5856"/>
                        <a:pt x="12776" y="5867"/>
                        <a:pt x="12727" y="5867"/>
                      </a:cubicBezTo>
                      <a:cubicBezTo>
                        <a:pt x="12678" y="5867"/>
                        <a:pt x="12630" y="5856"/>
                        <a:pt x="12593" y="5834"/>
                      </a:cubicBezTo>
                      <a:lnTo>
                        <a:pt x="12300" y="5662"/>
                      </a:lnTo>
                      <a:cubicBezTo>
                        <a:pt x="12228" y="5619"/>
                        <a:pt x="12228" y="5555"/>
                        <a:pt x="12300" y="5512"/>
                      </a:cubicBezTo>
                      <a:lnTo>
                        <a:pt x="12630" y="5317"/>
                      </a:lnTo>
                      <a:cubicBezTo>
                        <a:pt x="12666" y="5295"/>
                        <a:pt x="12715" y="5284"/>
                        <a:pt x="12763" y="5284"/>
                      </a:cubicBezTo>
                      <a:close/>
                      <a:moveTo>
                        <a:pt x="11573" y="5421"/>
                      </a:moveTo>
                      <a:cubicBezTo>
                        <a:pt x="11620" y="5421"/>
                        <a:pt x="11667" y="5431"/>
                        <a:pt x="11703" y="5453"/>
                      </a:cubicBezTo>
                      <a:lnTo>
                        <a:pt x="12041" y="5648"/>
                      </a:lnTo>
                      <a:cubicBezTo>
                        <a:pt x="12112" y="5691"/>
                        <a:pt x="12112" y="5764"/>
                        <a:pt x="12041" y="5798"/>
                      </a:cubicBezTo>
                      <a:lnTo>
                        <a:pt x="11746" y="5971"/>
                      </a:lnTo>
                      <a:cubicBezTo>
                        <a:pt x="11710" y="5992"/>
                        <a:pt x="11663" y="6003"/>
                        <a:pt x="11616" y="6003"/>
                      </a:cubicBezTo>
                      <a:cubicBezTo>
                        <a:pt x="11570" y="6003"/>
                        <a:pt x="11523" y="5992"/>
                        <a:pt x="11488" y="5971"/>
                      </a:cubicBezTo>
                      <a:lnTo>
                        <a:pt x="11149" y="5777"/>
                      </a:lnTo>
                      <a:cubicBezTo>
                        <a:pt x="11077" y="5741"/>
                        <a:pt x="11077" y="5669"/>
                        <a:pt x="11149" y="5626"/>
                      </a:cubicBezTo>
                      <a:lnTo>
                        <a:pt x="11444" y="5453"/>
                      </a:lnTo>
                      <a:cubicBezTo>
                        <a:pt x="11480" y="5431"/>
                        <a:pt x="11526" y="5421"/>
                        <a:pt x="11573" y="5421"/>
                      </a:cubicBezTo>
                      <a:close/>
                      <a:moveTo>
                        <a:pt x="14628" y="5579"/>
                      </a:moveTo>
                      <a:cubicBezTo>
                        <a:pt x="14675" y="5579"/>
                        <a:pt x="14722" y="5590"/>
                        <a:pt x="14758" y="5612"/>
                      </a:cubicBezTo>
                      <a:lnTo>
                        <a:pt x="15081" y="5798"/>
                      </a:lnTo>
                      <a:cubicBezTo>
                        <a:pt x="15153" y="5834"/>
                        <a:pt x="15153" y="5907"/>
                        <a:pt x="15081" y="5950"/>
                      </a:cubicBezTo>
                      <a:lnTo>
                        <a:pt x="14786" y="6122"/>
                      </a:lnTo>
                      <a:cubicBezTo>
                        <a:pt x="14751" y="6144"/>
                        <a:pt x="14702" y="6155"/>
                        <a:pt x="14654" y="6155"/>
                      </a:cubicBezTo>
                      <a:cubicBezTo>
                        <a:pt x="14605" y="6155"/>
                        <a:pt x="14557" y="6144"/>
                        <a:pt x="14520" y="6122"/>
                      </a:cubicBezTo>
                      <a:lnTo>
                        <a:pt x="14198" y="5936"/>
                      </a:lnTo>
                      <a:cubicBezTo>
                        <a:pt x="14125" y="5893"/>
                        <a:pt x="14125" y="5827"/>
                        <a:pt x="14198" y="5784"/>
                      </a:cubicBezTo>
                      <a:lnTo>
                        <a:pt x="14500" y="5612"/>
                      </a:lnTo>
                      <a:cubicBezTo>
                        <a:pt x="14535" y="5590"/>
                        <a:pt x="14582" y="5579"/>
                        <a:pt x="14628" y="5579"/>
                      </a:cubicBezTo>
                      <a:close/>
                      <a:moveTo>
                        <a:pt x="10549" y="5616"/>
                      </a:moveTo>
                      <a:cubicBezTo>
                        <a:pt x="10597" y="5616"/>
                        <a:pt x="10646" y="5626"/>
                        <a:pt x="10682" y="5648"/>
                      </a:cubicBezTo>
                      <a:lnTo>
                        <a:pt x="10941" y="5791"/>
                      </a:lnTo>
                      <a:cubicBezTo>
                        <a:pt x="11013" y="5834"/>
                        <a:pt x="11013" y="5907"/>
                        <a:pt x="10941" y="5950"/>
                      </a:cubicBezTo>
                      <a:lnTo>
                        <a:pt x="10632" y="6129"/>
                      </a:lnTo>
                      <a:cubicBezTo>
                        <a:pt x="10596" y="6147"/>
                        <a:pt x="10549" y="6156"/>
                        <a:pt x="10503" y="6156"/>
                      </a:cubicBezTo>
                      <a:cubicBezTo>
                        <a:pt x="10456" y="6156"/>
                        <a:pt x="10409" y="6147"/>
                        <a:pt x="10373" y="6129"/>
                      </a:cubicBezTo>
                      <a:lnTo>
                        <a:pt x="10108" y="5979"/>
                      </a:lnTo>
                      <a:cubicBezTo>
                        <a:pt x="10035" y="5936"/>
                        <a:pt x="10035" y="5864"/>
                        <a:pt x="10108" y="5820"/>
                      </a:cubicBezTo>
                      <a:lnTo>
                        <a:pt x="10416" y="5648"/>
                      </a:lnTo>
                      <a:cubicBezTo>
                        <a:pt x="10453" y="5626"/>
                        <a:pt x="10501" y="5616"/>
                        <a:pt x="10549" y="5616"/>
                      </a:cubicBezTo>
                      <a:close/>
                      <a:moveTo>
                        <a:pt x="15764" y="5731"/>
                      </a:moveTo>
                      <a:cubicBezTo>
                        <a:pt x="15811" y="5731"/>
                        <a:pt x="15857" y="5742"/>
                        <a:pt x="15894" y="5764"/>
                      </a:cubicBezTo>
                      <a:lnTo>
                        <a:pt x="16232" y="5957"/>
                      </a:lnTo>
                      <a:cubicBezTo>
                        <a:pt x="16302" y="6000"/>
                        <a:pt x="16302" y="6072"/>
                        <a:pt x="16232" y="6109"/>
                      </a:cubicBezTo>
                      <a:lnTo>
                        <a:pt x="16189" y="6136"/>
                      </a:lnTo>
                      <a:cubicBezTo>
                        <a:pt x="16149" y="6158"/>
                        <a:pt x="16100" y="6169"/>
                        <a:pt x="16052" y="6169"/>
                      </a:cubicBezTo>
                      <a:cubicBezTo>
                        <a:pt x="16005" y="6169"/>
                        <a:pt x="15958" y="6158"/>
                        <a:pt x="15923" y="6136"/>
                      </a:cubicBezTo>
                      <a:lnTo>
                        <a:pt x="15585" y="5943"/>
                      </a:lnTo>
                      <a:cubicBezTo>
                        <a:pt x="15512" y="5900"/>
                        <a:pt x="15512" y="5834"/>
                        <a:pt x="15585" y="5791"/>
                      </a:cubicBezTo>
                      <a:lnTo>
                        <a:pt x="15635" y="5764"/>
                      </a:lnTo>
                      <a:cubicBezTo>
                        <a:pt x="15671" y="5742"/>
                        <a:pt x="15718" y="5731"/>
                        <a:pt x="15764" y="5731"/>
                      </a:cubicBezTo>
                      <a:close/>
                      <a:moveTo>
                        <a:pt x="13442" y="5678"/>
                      </a:moveTo>
                      <a:cubicBezTo>
                        <a:pt x="13489" y="5678"/>
                        <a:pt x="13535" y="5687"/>
                        <a:pt x="13572" y="5705"/>
                      </a:cubicBezTo>
                      <a:lnTo>
                        <a:pt x="13880" y="5884"/>
                      </a:lnTo>
                      <a:cubicBezTo>
                        <a:pt x="13960" y="5927"/>
                        <a:pt x="13960" y="6000"/>
                        <a:pt x="13887" y="6043"/>
                      </a:cubicBezTo>
                      <a:lnTo>
                        <a:pt x="13551" y="6238"/>
                      </a:lnTo>
                      <a:cubicBezTo>
                        <a:pt x="13515" y="6255"/>
                        <a:pt x="13468" y="6264"/>
                        <a:pt x="13420" y="6264"/>
                      </a:cubicBezTo>
                      <a:cubicBezTo>
                        <a:pt x="13372" y="6264"/>
                        <a:pt x="13323" y="6255"/>
                        <a:pt x="13283" y="6238"/>
                      </a:cubicBezTo>
                      <a:lnTo>
                        <a:pt x="12975" y="6057"/>
                      </a:lnTo>
                      <a:cubicBezTo>
                        <a:pt x="12904" y="6014"/>
                        <a:pt x="12904" y="5943"/>
                        <a:pt x="12975" y="5900"/>
                      </a:cubicBezTo>
                      <a:lnTo>
                        <a:pt x="13313" y="5705"/>
                      </a:lnTo>
                      <a:cubicBezTo>
                        <a:pt x="13349" y="5687"/>
                        <a:pt x="13396" y="5678"/>
                        <a:pt x="13442" y="5678"/>
                      </a:cubicBezTo>
                      <a:close/>
                      <a:moveTo>
                        <a:pt x="12292" y="5838"/>
                      </a:moveTo>
                      <a:cubicBezTo>
                        <a:pt x="12339" y="5838"/>
                        <a:pt x="12386" y="5849"/>
                        <a:pt x="12421" y="5870"/>
                      </a:cubicBezTo>
                      <a:lnTo>
                        <a:pt x="12723" y="6043"/>
                      </a:lnTo>
                      <a:cubicBezTo>
                        <a:pt x="12795" y="6086"/>
                        <a:pt x="12795" y="6152"/>
                        <a:pt x="12723" y="6195"/>
                      </a:cubicBezTo>
                      <a:lnTo>
                        <a:pt x="12430" y="6367"/>
                      </a:lnTo>
                      <a:cubicBezTo>
                        <a:pt x="12393" y="6389"/>
                        <a:pt x="12345" y="6400"/>
                        <a:pt x="12296" y="6400"/>
                      </a:cubicBezTo>
                      <a:cubicBezTo>
                        <a:pt x="12247" y="6400"/>
                        <a:pt x="12198" y="6389"/>
                        <a:pt x="12162" y="6367"/>
                      </a:cubicBezTo>
                      <a:lnTo>
                        <a:pt x="11869" y="6195"/>
                      </a:lnTo>
                      <a:cubicBezTo>
                        <a:pt x="11790" y="6152"/>
                        <a:pt x="11790" y="6086"/>
                        <a:pt x="11860" y="6043"/>
                      </a:cubicBezTo>
                      <a:lnTo>
                        <a:pt x="12162" y="5870"/>
                      </a:lnTo>
                      <a:cubicBezTo>
                        <a:pt x="12198" y="5849"/>
                        <a:pt x="12245" y="5838"/>
                        <a:pt x="12292" y="5838"/>
                      </a:cubicBezTo>
                      <a:close/>
                      <a:moveTo>
                        <a:pt x="16483" y="6147"/>
                      </a:moveTo>
                      <a:cubicBezTo>
                        <a:pt x="16530" y="6147"/>
                        <a:pt x="16577" y="6158"/>
                        <a:pt x="16613" y="6179"/>
                      </a:cubicBezTo>
                      <a:lnTo>
                        <a:pt x="16915" y="6352"/>
                      </a:lnTo>
                      <a:cubicBezTo>
                        <a:pt x="16986" y="6388"/>
                        <a:pt x="16986" y="6460"/>
                        <a:pt x="16915" y="6504"/>
                      </a:cubicBezTo>
                      <a:lnTo>
                        <a:pt x="16863" y="6531"/>
                      </a:lnTo>
                      <a:cubicBezTo>
                        <a:pt x="16828" y="6553"/>
                        <a:pt x="16779" y="6564"/>
                        <a:pt x="16731" y="6564"/>
                      </a:cubicBezTo>
                      <a:cubicBezTo>
                        <a:pt x="16682" y="6564"/>
                        <a:pt x="16634" y="6553"/>
                        <a:pt x="16597" y="6531"/>
                      </a:cubicBezTo>
                      <a:lnTo>
                        <a:pt x="16302" y="6359"/>
                      </a:lnTo>
                      <a:cubicBezTo>
                        <a:pt x="16232" y="6316"/>
                        <a:pt x="16232" y="6252"/>
                        <a:pt x="16302" y="6209"/>
                      </a:cubicBezTo>
                      <a:lnTo>
                        <a:pt x="16354" y="6179"/>
                      </a:lnTo>
                      <a:cubicBezTo>
                        <a:pt x="16390" y="6158"/>
                        <a:pt x="16436" y="6147"/>
                        <a:pt x="16483" y="6147"/>
                      </a:cubicBezTo>
                      <a:close/>
                      <a:moveTo>
                        <a:pt x="11192" y="5981"/>
                      </a:moveTo>
                      <a:cubicBezTo>
                        <a:pt x="11239" y="5981"/>
                        <a:pt x="11286" y="5992"/>
                        <a:pt x="11322" y="6014"/>
                      </a:cubicBezTo>
                      <a:lnTo>
                        <a:pt x="11660" y="6209"/>
                      </a:lnTo>
                      <a:cubicBezTo>
                        <a:pt x="11731" y="6252"/>
                        <a:pt x="11731" y="6316"/>
                        <a:pt x="11660" y="6359"/>
                      </a:cubicBezTo>
                      <a:lnTo>
                        <a:pt x="11351" y="6540"/>
                      </a:lnTo>
                      <a:cubicBezTo>
                        <a:pt x="11315" y="6561"/>
                        <a:pt x="11268" y="6572"/>
                        <a:pt x="11220" y="6572"/>
                      </a:cubicBezTo>
                      <a:cubicBezTo>
                        <a:pt x="11172" y="6572"/>
                        <a:pt x="11124" y="6561"/>
                        <a:pt x="11084" y="6540"/>
                      </a:cubicBezTo>
                      <a:lnTo>
                        <a:pt x="10754" y="6345"/>
                      </a:lnTo>
                      <a:cubicBezTo>
                        <a:pt x="10682" y="6302"/>
                        <a:pt x="10675" y="6238"/>
                        <a:pt x="10754" y="6195"/>
                      </a:cubicBezTo>
                      <a:lnTo>
                        <a:pt x="11056" y="6014"/>
                      </a:lnTo>
                      <a:cubicBezTo>
                        <a:pt x="11096" y="5992"/>
                        <a:pt x="11144" y="5981"/>
                        <a:pt x="11192" y="5981"/>
                      </a:cubicBezTo>
                      <a:close/>
                      <a:moveTo>
                        <a:pt x="14132" y="6076"/>
                      </a:moveTo>
                      <a:cubicBezTo>
                        <a:pt x="14179" y="6076"/>
                        <a:pt x="14225" y="6087"/>
                        <a:pt x="14262" y="6109"/>
                      </a:cubicBezTo>
                      <a:lnTo>
                        <a:pt x="14586" y="6295"/>
                      </a:lnTo>
                      <a:cubicBezTo>
                        <a:pt x="14657" y="6338"/>
                        <a:pt x="14664" y="6402"/>
                        <a:pt x="14586" y="6445"/>
                      </a:cubicBezTo>
                      <a:lnTo>
                        <a:pt x="14255" y="6640"/>
                      </a:lnTo>
                      <a:cubicBezTo>
                        <a:pt x="14218" y="6661"/>
                        <a:pt x="14170" y="6672"/>
                        <a:pt x="14121" y="6672"/>
                      </a:cubicBezTo>
                      <a:cubicBezTo>
                        <a:pt x="14073" y="6672"/>
                        <a:pt x="14024" y="6661"/>
                        <a:pt x="13989" y="6640"/>
                      </a:cubicBezTo>
                      <a:lnTo>
                        <a:pt x="13665" y="6454"/>
                      </a:lnTo>
                      <a:cubicBezTo>
                        <a:pt x="13594" y="6410"/>
                        <a:pt x="13594" y="6345"/>
                        <a:pt x="13665" y="6302"/>
                      </a:cubicBezTo>
                      <a:lnTo>
                        <a:pt x="14003" y="6109"/>
                      </a:lnTo>
                      <a:cubicBezTo>
                        <a:pt x="14039" y="6087"/>
                        <a:pt x="14086" y="6076"/>
                        <a:pt x="14132" y="6076"/>
                      </a:cubicBezTo>
                      <a:close/>
                      <a:moveTo>
                        <a:pt x="12972" y="6226"/>
                      </a:moveTo>
                      <a:cubicBezTo>
                        <a:pt x="13020" y="6226"/>
                        <a:pt x="13069" y="6237"/>
                        <a:pt x="13104" y="6259"/>
                      </a:cubicBezTo>
                      <a:lnTo>
                        <a:pt x="13413" y="6438"/>
                      </a:lnTo>
                      <a:cubicBezTo>
                        <a:pt x="13485" y="6481"/>
                        <a:pt x="13485" y="6554"/>
                        <a:pt x="13413" y="6590"/>
                      </a:cubicBezTo>
                      <a:lnTo>
                        <a:pt x="13120" y="6762"/>
                      </a:lnTo>
                      <a:cubicBezTo>
                        <a:pt x="13083" y="6784"/>
                        <a:pt x="13035" y="6795"/>
                        <a:pt x="12986" y="6795"/>
                      </a:cubicBezTo>
                      <a:cubicBezTo>
                        <a:pt x="12937" y="6795"/>
                        <a:pt x="12888" y="6784"/>
                        <a:pt x="12852" y="6762"/>
                      </a:cubicBezTo>
                      <a:lnTo>
                        <a:pt x="12543" y="6583"/>
                      </a:lnTo>
                      <a:cubicBezTo>
                        <a:pt x="12473" y="6547"/>
                        <a:pt x="12473" y="6474"/>
                        <a:pt x="12543" y="6431"/>
                      </a:cubicBezTo>
                      <a:lnTo>
                        <a:pt x="12838" y="6259"/>
                      </a:lnTo>
                      <a:cubicBezTo>
                        <a:pt x="12875" y="6237"/>
                        <a:pt x="12923" y="6226"/>
                        <a:pt x="12972" y="6226"/>
                      </a:cubicBezTo>
                      <a:close/>
                      <a:moveTo>
                        <a:pt x="15333" y="5981"/>
                      </a:moveTo>
                      <a:cubicBezTo>
                        <a:pt x="15379" y="5981"/>
                        <a:pt x="15426" y="5992"/>
                        <a:pt x="15462" y="6014"/>
                      </a:cubicBezTo>
                      <a:lnTo>
                        <a:pt x="16475" y="6604"/>
                      </a:lnTo>
                      <a:cubicBezTo>
                        <a:pt x="16547" y="6647"/>
                        <a:pt x="16554" y="6712"/>
                        <a:pt x="16475" y="6755"/>
                      </a:cubicBezTo>
                      <a:lnTo>
                        <a:pt x="16182" y="6928"/>
                      </a:lnTo>
                      <a:cubicBezTo>
                        <a:pt x="16145" y="6950"/>
                        <a:pt x="16097" y="6960"/>
                        <a:pt x="16048" y="6960"/>
                      </a:cubicBezTo>
                      <a:cubicBezTo>
                        <a:pt x="15999" y="6960"/>
                        <a:pt x="15950" y="6950"/>
                        <a:pt x="15914" y="6928"/>
                      </a:cubicBezTo>
                      <a:lnTo>
                        <a:pt x="14902" y="6338"/>
                      </a:lnTo>
                      <a:cubicBezTo>
                        <a:pt x="14829" y="6302"/>
                        <a:pt x="14829" y="6229"/>
                        <a:pt x="14902" y="6186"/>
                      </a:cubicBezTo>
                      <a:lnTo>
                        <a:pt x="15204" y="6014"/>
                      </a:lnTo>
                      <a:cubicBezTo>
                        <a:pt x="15240" y="5992"/>
                        <a:pt x="15286" y="5981"/>
                        <a:pt x="15333" y="5981"/>
                      </a:cubicBezTo>
                      <a:close/>
                      <a:moveTo>
                        <a:pt x="11908" y="6399"/>
                      </a:moveTo>
                      <a:cubicBezTo>
                        <a:pt x="11956" y="6399"/>
                        <a:pt x="12005" y="6410"/>
                        <a:pt x="12041" y="6431"/>
                      </a:cubicBezTo>
                      <a:lnTo>
                        <a:pt x="12335" y="6604"/>
                      </a:lnTo>
                      <a:cubicBezTo>
                        <a:pt x="12407" y="6640"/>
                        <a:pt x="12407" y="6712"/>
                        <a:pt x="12335" y="6755"/>
                      </a:cubicBezTo>
                      <a:lnTo>
                        <a:pt x="12026" y="6935"/>
                      </a:lnTo>
                      <a:cubicBezTo>
                        <a:pt x="11992" y="6956"/>
                        <a:pt x="11948" y="6965"/>
                        <a:pt x="11903" y="6965"/>
                      </a:cubicBezTo>
                      <a:cubicBezTo>
                        <a:pt x="11854" y="6965"/>
                        <a:pt x="11805" y="6954"/>
                        <a:pt x="11767" y="6935"/>
                      </a:cubicBezTo>
                      <a:lnTo>
                        <a:pt x="11465" y="6762"/>
                      </a:lnTo>
                      <a:cubicBezTo>
                        <a:pt x="11394" y="6719"/>
                        <a:pt x="11394" y="6647"/>
                        <a:pt x="11465" y="6611"/>
                      </a:cubicBezTo>
                      <a:lnTo>
                        <a:pt x="11774" y="6431"/>
                      </a:lnTo>
                      <a:cubicBezTo>
                        <a:pt x="11810" y="6410"/>
                        <a:pt x="11859" y="6399"/>
                        <a:pt x="11908" y="6399"/>
                      </a:cubicBezTo>
                      <a:close/>
                      <a:moveTo>
                        <a:pt x="7189" y="4465"/>
                      </a:moveTo>
                      <a:cubicBezTo>
                        <a:pt x="7235" y="4465"/>
                        <a:pt x="7282" y="4476"/>
                        <a:pt x="7318" y="4497"/>
                      </a:cubicBezTo>
                      <a:lnTo>
                        <a:pt x="10970" y="6611"/>
                      </a:lnTo>
                      <a:cubicBezTo>
                        <a:pt x="11049" y="6647"/>
                        <a:pt x="11049" y="6719"/>
                        <a:pt x="10977" y="6762"/>
                      </a:cubicBezTo>
                      <a:lnTo>
                        <a:pt x="10668" y="6942"/>
                      </a:lnTo>
                      <a:cubicBezTo>
                        <a:pt x="10632" y="6960"/>
                        <a:pt x="10583" y="6969"/>
                        <a:pt x="10535" y="6969"/>
                      </a:cubicBezTo>
                      <a:cubicBezTo>
                        <a:pt x="10486" y="6969"/>
                        <a:pt x="10438" y="6960"/>
                        <a:pt x="10403" y="6942"/>
                      </a:cubicBezTo>
                      <a:lnTo>
                        <a:pt x="6750" y="4829"/>
                      </a:lnTo>
                      <a:cubicBezTo>
                        <a:pt x="6678" y="4785"/>
                        <a:pt x="6678" y="4720"/>
                        <a:pt x="6750" y="4677"/>
                      </a:cubicBezTo>
                      <a:lnTo>
                        <a:pt x="7059" y="4497"/>
                      </a:lnTo>
                      <a:cubicBezTo>
                        <a:pt x="7095" y="4476"/>
                        <a:pt x="7142" y="4465"/>
                        <a:pt x="7189" y="4465"/>
                      </a:cubicBezTo>
                      <a:close/>
                      <a:moveTo>
                        <a:pt x="17160" y="6535"/>
                      </a:moveTo>
                      <a:cubicBezTo>
                        <a:pt x="17207" y="6535"/>
                        <a:pt x="17256" y="6546"/>
                        <a:pt x="17294" y="6567"/>
                      </a:cubicBezTo>
                      <a:lnTo>
                        <a:pt x="17662" y="6783"/>
                      </a:lnTo>
                      <a:cubicBezTo>
                        <a:pt x="17734" y="6826"/>
                        <a:pt x="17734" y="6892"/>
                        <a:pt x="17662" y="6935"/>
                      </a:cubicBezTo>
                      <a:lnTo>
                        <a:pt x="17612" y="6962"/>
                      </a:lnTo>
                      <a:cubicBezTo>
                        <a:pt x="17576" y="6984"/>
                        <a:pt x="17529" y="6995"/>
                        <a:pt x="17482" y="6995"/>
                      </a:cubicBezTo>
                      <a:cubicBezTo>
                        <a:pt x="17435" y="6995"/>
                        <a:pt x="17388" y="6984"/>
                        <a:pt x="17353" y="6962"/>
                      </a:cubicBezTo>
                      <a:lnTo>
                        <a:pt x="16979" y="6747"/>
                      </a:lnTo>
                      <a:cubicBezTo>
                        <a:pt x="16906" y="6712"/>
                        <a:pt x="16906" y="6640"/>
                        <a:pt x="16979" y="6597"/>
                      </a:cubicBezTo>
                      <a:lnTo>
                        <a:pt x="17029" y="6567"/>
                      </a:lnTo>
                      <a:cubicBezTo>
                        <a:pt x="17065" y="6546"/>
                        <a:pt x="17112" y="6535"/>
                        <a:pt x="17160" y="6535"/>
                      </a:cubicBezTo>
                      <a:close/>
                      <a:moveTo>
                        <a:pt x="11221" y="6794"/>
                      </a:moveTo>
                      <a:cubicBezTo>
                        <a:pt x="11268" y="6794"/>
                        <a:pt x="11315" y="6805"/>
                        <a:pt x="11351" y="6826"/>
                      </a:cubicBezTo>
                      <a:lnTo>
                        <a:pt x="11653" y="6999"/>
                      </a:lnTo>
                      <a:cubicBezTo>
                        <a:pt x="11724" y="7042"/>
                        <a:pt x="11724" y="7107"/>
                        <a:pt x="11653" y="7151"/>
                      </a:cubicBezTo>
                      <a:lnTo>
                        <a:pt x="11343" y="7330"/>
                      </a:lnTo>
                      <a:cubicBezTo>
                        <a:pt x="11307" y="7351"/>
                        <a:pt x="11261" y="7362"/>
                        <a:pt x="11213" y="7362"/>
                      </a:cubicBezTo>
                      <a:cubicBezTo>
                        <a:pt x="11165" y="7362"/>
                        <a:pt x="11117" y="7351"/>
                        <a:pt x="11077" y="7330"/>
                      </a:cubicBezTo>
                      <a:lnTo>
                        <a:pt x="10782" y="7157"/>
                      </a:lnTo>
                      <a:cubicBezTo>
                        <a:pt x="10711" y="7114"/>
                        <a:pt x="10711" y="7049"/>
                        <a:pt x="10782" y="7006"/>
                      </a:cubicBezTo>
                      <a:lnTo>
                        <a:pt x="11093" y="6826"/>
                      </a:lnTo>
                      <a:cubicBezTo>
                        <a:pt x="11128" y="6805"/>
                        <a:pt x="11175" y="6794"/>
                        <a:pt x="11221" y="6794"/>
                      </a:cubicBezTo>
                      <a:close/>
                      <a:moveTo>
                        <a:pt x="14837" y="6483"/>
                      </a:moveTo>
                      <a:cubicBezTo>
                        <a:pt x="14884" y="6483"/>
                        <a:pt x="14930" y="6492"/>
                        <a:pt x="14965" y="6511"/>
                      </a:cubicBezTo>
                      <a:lnTo>
                        <a:pt x="15800" y="6992"/>
                      </a:lnTo>
                      <a:cubicBezTo>
                        <a:pt x="15871" y="7035"/>
                        <a:pt x="15871" y="7107"/>
                        <a:pt x="15800" y="7151"/>
                      </a:cubicBezTo>
                      <a:lnTo>
                        <a:pt x="15469" y="7344"/>
                      </a:lnTo>
                      <a:cubicBezTo>
                        <a:pt x="15433" y="7362"/>
                        <a:pt x="15385" y="7371"/>
                        <a:pt x="15336" y="7371"/>
                      </a:cubicBezTo>
                      <a:cubicBezTo>
                        <a:pt x="15288" y="7371"/>
                        <a:pt x="15240" y="7362"/>
                        <a:pt x="15204" y="7344"/>
                      </a:cubicBezTo>
                      <a:lnTo>
                        <a:pt x="14370" y="6862"/>
                      </a:lnTo>
                      <a:cubicBezTo>
                        <a:pt x="14298" y="6819"/>
                        <a:pt x="14298" y="6747"/>
                        <a:pt x="14370" y="6704"/>
                      </a:cubicBezTo>
                      <a:lnTo>
                        <a:pt x="14707" y="6511"/>
                      </a:lnTo>
                      <a:cubicBezTo>
                        <a:pt x="14743" y="6492"/>
                        <a:pt x="14790" y="6483"/>
                        <a:pt x="14837" y="6483"/>
                      </a:cubicBezTo>
                      <a:close/>
                      <a:moveTo>
                        <a:pt x="16727" y="6787"/>
                      </a:moveTo>
                      <a:cubicBezTo>
                        <a:pt x="16774" y="6787"/>
                        <a:pt x="16821" y="6798"/>
                        <a:pt x="16856" y="6819"/>
                      </a:cubicBezTo>
                      <a:lnTo>
                        <a:pt x="17231" y="7035"/>
                      </a:lnTo>
                      <a:cubicBezTo>
                        <a:pt x="17303" y="7078"/>
                        <a:pt x="17303" y="7144"/>
                        <a:pt x="17231" y="7187"/>
                      </a:cubicBezTo>
                      <a:lnTo>
                        <a:pt x="16929" y="7359"/>
                      </a:lnTo>
                      <a:cubicBezTo>
                        <a:pt x="16892" y="7381"/>
                        <a:pt x="16846" y="7392"/>
                        <a:pt x="16799" y="7392"/>
                      </a:cubicBezTo>
                      <a:cubicBezTo>
                        <a:pt x="16753" y="7392"/>
                        <a:pt x="16706" y="7381"/>
                        <a:pt x="16670" y="7359"/>
                      </a:cubicBezTo>
                      <a:lnTo>
                        <a:pt x="16296" y="7151"/>
                      </a:lnTo>
                      <a:cubicBezTo>
                        <a:pt x="16225" y="7107"/>
                        <a:pt x="16225" y="7035"/>
                        <a:pt x="16296" y="6992"/>
                      </a:cubicBezTo>
                      <a:lnTo>
                        <a:pt x="16597" y="6819"/>
                      </a:lnTo>
                      <a:cubicBezTo>
                        <a:pt x="16634" y="6798"/>
                        <a:pt x="16681" y="6787"/>
                        <a:pt x="16727" y="6787"/>
                      </a:cubicBezTo>
                      <a:close/>
                      <a:moveTo>
                        <a:pt x="11901" y="7189"/>
                      </a:moveTo>
                      <a:cubicBezTo>
                        <a:pt x="11949" y="7189"/>
                        <a:pt x="11997" y="7200"/>
                        <a:pt x="12033" y="7221"/>
                      </a:cubicBezTo>
                      <a:lnTo>
                        <a:pt x="12300" y="7373"/>
                      </a:lnTo>
                      <a:cubicBezTo>
                        <a:pt x="12371" y="7416"/>
                        <a:pt x="12371" y="7480"/>
                        <a:pt x="12300" y="7523"/>
                      </a:cubicBezTo>
                      <a:lnTo>
                        <a:pt x="11990" y="7704"/>
                      </a:lnTo>
                      <a:cubicBezTo>
                        <a:pt x="11954" y="7726"/>
                        <a:pt x="11908" y="7737"/>
                        <a:pt x="11861" y="7737"/>
                      </a:cubicBezTo>
                      <a:cubicBezTo>
                        <a:pt x="11814" y="7737"/>
                        <a:pt x="11767" y="7726"/>
                        <a:pt x="11731" y="7704"/>
                      </a:cubicBezTo>
                      <a:lnTo>
                        <a:pt x="11458" y="7552"/>
                      </a:lnTo>
                      <a:cubicBezTo>
                        <a:pt x="11386" y="7509"/>
                        <a:pt x="11386" y="7437"/>
                        <a:pt x="11458" y="7394"/>
                      </a:cubicBezTo>
                      <a:lnTo>
                        <a:pt x="11767" y="7221"/>
                      </a:lnTo>
                      <a:cubicBezTo>
                        <a:pt x="11803" y="7200"/>
                        <a:pt x="11852" y="7189"/>
                        <a:pt x="11901" y="7189"/>
                      </a:cubicBezTo>
                      <a:close/>
                      <a:moveTo>
                        <a:pt x="12587" y="6787"/>
                      </a:moveTo>
                      <a:cubicBezTo>
                        <a:pt x="12634" y="6787"/>
                        <a:pt x="12681" y="6798"/>
                        <a:pt x="12716" y="6819"/>
                      </a:cubicBezTo>
                      <a:lnTo>
                        <a:pt x="13701" y="7387"/>
                      </a:lnTo>
                      <a:cubicBezTo>
                        <a:pt x="13773" y="7430"/>
                        <a:pt x="13780" y="7502"/>
                        <a:pt x="13708" y="7546"/>
                      </a:cubicBezTo>
                      <a:lnTo>
                        <a:pt x="13399" y="7718"/>
                      </a:lnTo>
                      <a:cubicBezTo>
                        <a:pt x="13363" y="7740"/>
                        <a:pt x="13315" y="7750"/>
                        <a:pt x="13266" y="7750"/>
                      </a:cubicBezTo>
                      <a:cubicBezTo>
                        <a:pt x="13218" y="7750"/>
                        <a:pt x="13170" y="7740"/>
                        <a:pt x="13133" y="7718"/>
                      </a:cubicBezTo>
                      <a:lnTo>
                        <a:pt x="12148" y="7151"/>
                      </a:lnTo>
                      <a:cubicBezTo>
                        <a:pt x="12076" y="7107"/>
                        <a:pt x="12076" y="7042"/>
                        <a:pt x="12148" y="6999"/>
                      </a:cubicBezTo>
                      <a:lnTo>
                        <a:pt x="12457" y="6819"/>
                      </a:lnTo>
                      <a:cubicBezTo>
                        <a:pt x="12493" y="6798"/>
                        <a:pt x="12540" y="6787"/>
                        <a:pt x="12587" y="6787"/>
                      </a:cubicBezTo>
                      <a:close/>
                      <a:moveTo>
                        <a:pt x="13662" y="6628"/>
                      </a:moveTo>
                      <a:cubicBezTo>
                        <a:pt x="13710" y="6628"/>
                        <a:pt x="13759" y="6639"/>
                        <a:pt x="13794" y="6661"/>
                      </a:cubicBezTo>
                      <a:lnTo>
                        <a:pt x="15088" y="7409"/>
                      </a:lnTo>
                      <a:cubicBezTo>
                        <a:pt x="15160" y="7452"/>
                        <a:pt x="15160" y="7516"/>
                        <a:pt x="15088" y="7559"/>
                      </a:cubicBezTo>
                      <a:lnTo>
                        <a:pt x="14793" y="7732"/>
                      </a:lnTo>
                      <a:cubicBezTo>
                        <a:pt x="14758" y="7753"/>
                        <a:pt x="14711" y="7764"/>
                        <a:pt x="14663" y="7764"/>
                      </a:cubicBezTo>
                      <a:cubicBezTo>
                        <a:pt x="14616" y="7764"/>
                        <a:pt x="14567" y="7753"/>
                        <a:pt x="14527" y="7732"/>
                      </a:cubicBezTo>
                      <a:lnTo>
                        <a:pt x="13233" y="6985"/>
                      </a:lnTo>
                      <a:cubicBezTo>
                        <a:pt x="13163" y="6942"/>
                        <a:pt x="13163" y="6876"/>
                        <a:pt x="13233" y="6833"/>
                      </a:cubicBezTo>
                      <a:lnTo>
                        <a:pt x="13528" y="6661"/>
                      </a:lnTo>
                      <a:cubicBezTo>
                        <a:pt x="13565" y="6639"/>
                        <a:pt x="13613" y="6628"/>
                        <a:pt x="13662" y="6628"/>
                      </a:cubicBezTo>
                      <a:close/>
                      <a:moveTo>
                        <a:pt x="16052" y="7182"/>
                      </a:moveTo>
                      <a:cubicBezTo>
                        <a:pt x="16098" y="7182"/>
                        <a:pt x="16145" y="7193"/>
                        <a:pt x="16182" y="7214"/>
                      </a:cubicBezTo>
                      <a:lnTo>
                        <a:pt x="16554" y="7430"/>
                      </a:lnTo>
                      <a:cubicBezTo>
                        <a:pt x="16627" y="7466"/>
                        <a:pt x="16627" y="7539"/>
                        <a:pt x="16554" y="7582"/>
                      </a:cubicBezTo>
                      <a:lnTo>
                        <a:pt x="16216" y="7775"/>
                      </a:lnTo>
                      <a:cubicBezTo>
                        <a:pt x="16181" y="7797"/>
                        <a:pt x="16134" y="7807"/>
                        <a:pt x="16087" y="7807"/>
                      </a:cubicBezTo>
                      <a:cubicBezTo>
                        <a:pt x="16039" y="7807"/>
                        <a:pt x="15990" y="7797"/>
                        <a:pt x="15950" y="7775"/>
                      </a:cubicBezTo>
                      <a:lnTo>
                        <a:pt x="15585" y="7559"/>
                      </a:lnTo>
                      <a:cubicBezTo>
                        <a:pt x="15512" y="7516"/>
                        <a:pt x="15512" y="7452"/>
                        <a:pt x="15585" y="7409"/>
                      </a:cubicBezTo>
                      <a:lnTo>
                        <a:pt x="15923" y="7214"/>
                      </a:lnTo>
                      <a:cubicBezTo>
                        <a:pt x="15958" y="7193"/>
                        <a:pt x="16005" y="7182"/>
                        <a:pt x="16052" y="7182"/>
                      </a:cubicBezTo>
                      <a:close/>
                      <a:moveTo>
                        <a:pt x="12547" y="7563"/>
                      </a:moveTo>
                      <a:cubicBezTo>
                        <a:pt x="12596" y="7563"/>
                        <a:pt x="12644" y="7574"/>
                        <a:pt x="12680" y="7596"/>
                      </a:cubicBezTo>
                      <a:lnTo>
                        <a:pt x="13018" y="7791"/>
                      </a:lnTo>
                      <a:cubicBezTo>
                        <a:pt x="13090" y="7834"/>
                        <a:pt x="13090" y="7897"/>
                        <a:pt x="13018" y="7941"/>
                      </a:cubicBezTo>
                      <a:lnTo>
                        <a:pt x="12709" y="8120"/>
                      </a:lnTo>
                      <a:cubicBezTo>
                        <a:pt x="12673" y="8142"/>
                        <a:pt x="12626" y="8152"/>
                        <a:pt x="12580" y="8152"/>
                      </a:cubicBezTo>
                      <a:cubicBezTo>
                        <a:pt x="12533" y="8152"/>
                        <a:pt x="12486" y="8142"/>
                        <a:pt x="12450" y="8120"/>
                      </a:cubicBezTo>
                      <a:lnTo>
                        <a:pt x="12105" y="7927"/>
                      </a:lnTo>
                      <a:cubicBezTo>
                        <a:pt x="12033" y="7884"/>
                        <a:pt x="12033" y="7811"/>
                        <a:pt x="12105" y="7768"/>
                      </a:cubicBezTo>
                      <a:lnTo>
                        <a:pt x="12414" y="7596"/>
                      </a:lnTo>
                      <a:cubicBezTo>
                        <a:pt x="12450" y="7574"/>
                        <a:pt x="12499" y="7563"/>
                        <a:pt x="12547" y="7563"/>
                      </a:cubicBezTo>
                      <a:close/>
                      <a:moveTo>
                        <a:pt x="13953" y="7577"/>
                      </a:moveTo>
                      <a:cubicBezTo>
                        <a:pt x="13999" y="7577"/>
                        <a:pt x="14046" y="7588"/>
                        <a:pt x="14082" y="7609"/>
                      </a:cubicBezTo>
                      <a:lnTo>
                        <a:pt x="14413" y="7797"/>
                      </a:lnTo>
                      <a:cubicBezTo>
                        <a:pt x="14484" y="7841"/>
                        <a:pt x="14491" y="7911"/>
                        <a:pt x="14420" y="7954"/>
                      </a:cubicBezTo>
                      <a:lnTo>
                        <a:pt x="14112" y="8136"/>
                      </a:lnTo>
                      <a:cubicBezTo>
                        <a:pt x="14072" y="8153"/>
                        <a:pt x="14023" y="8161"/>
                        <a:pt x="13975" y="8161"/>
                      </a:cubicBezTo>
                      <a:cubicBezTo>
                        <a:pt x="13927" y="8161"/>
                        <a:pt x="13880" y="8153"/>
                        <a:pt x="13844" y="8136"/>
                      </a:cubicBezTo>
                      <a:lnTo>
                        <a:pt x="13515" y="7941"/>
                      </a:lnTo>
                      <a:cubicBezTo>
                        <a:pt x="13442" y="7897"/>
                        <a:pt x="13442" y="7834"/>
                        <a:pt x="13515" y="7791"/>
                      </a:cubicBezTo>
                      <a:lnTo>
                        <a:pt x="13823" y="7609"/>
                      </a:lnTo>
                      <a:cubicBezTo>
                        <a:pt x="13860" y="7588"/>
                        <a:pt x="13906" y="7577"/>
                        <a:pt x="13953" y="7577"/>
                      </a:cubicBezTo>
                      <a:close/>
                      <a:moveTo>
                        <a:pt x="15336" y="7599"/>
                      </a:moveTo>
                      <a:cubicBezTo>
                        <a:pt x="15385" y="7599"/>
                        <a:pt x="15433" y="7610"/>
                        <a:pt x="15469" y="7632"/>
                      </a:cubicBezTo>
                      <a:lnTo>
                        <a:pt x="15837" y="7841"/>
                      </a:lnTo>
                      <a:cubicBezTo>
                        <a:pt x="15914" y="7884"/>
                        <a:pt x="15914" y="7954"/>
                        <a:pt x="15844" y="7991"/>
                      </a:cubicBezTo>
                      <a:lnTo>
                        <a:pt x="15542" y="8163"/>
                      </a:lnTo>
                      <a:cubicBezTo>
                        <a:pt x="15505" y="8185"/>
                        <a:pt x="15458" y="8196"/>
                        <a:pt x="15412" y="8196"/>
                      </a:cubicBezTo>
                      <a:cubicBezTo>
                        <a:pt x="15365" y="8196"/>
                        <a:pt x="15318" y="8185"/>
                        <a:pt x="15283" y="8163"/>
                      </a:cubicBezTo>
                      <a:lnTo>
                        <a:pt x="14909" y="7954"/>
                      </a:lnTo>
                      <a:cubicBezTo>
                        <a:pt x="14836" y="7911"/>
                        <a:pt x="14836" y="7841"/>
                        <a:pt x="14909" y="7797"/>
                      </a:cubicBezTo>
                      <a:lnTo>
                        <a:pt x="15204" y="7632"/>
                      </a:lnTo>
                      <a:cubicBezTo>
                        <a:pt x="15240" y="7610"/>
                        <a:pt x="15288" y="7599"/>
                        <a:pt x="15336" y="7599"/>
                      </a:cubicBezTo>
                      <a:close/>
                      <a:moveTo>
                        <a:pt x="13266" y="7974"/>
                      </a:moveTo>
                      <a:cubicBezTo>
                        <a:pt x="13315" y="7974"/>
                        <a:pt x="13363" y="7985"/>
                        <a:pt x="13399" y="8006"/>
                      </a:cubicBezTo>
                      <a:lnTo>
                        <a:pt x="13730" y="8199"/>
                      </a:lnTo>
                      <a:cubicBezTo>
                        <a:pt x="13801" y="8243"/>
                        <a:pt x="13801" y="8308"/>
                        <a:pt x="13730" y="8351"/>
                      </a:cubicBezTo>
                      <a:lnTo>
                        <a:pt x="13421" y="8531"/>
                      </a:lnTo>
                      <a:cubicBezTo>
                        <a:pt x="13385" y="8552"/>
                        <a:pt x="13338" y="8563"/>
                        <a:pt x="13291" y="8563"/>
                      </a:cubicBezTo>
                      <a:cubicBezTo>
                        <a:pt x="13245" y="8563"/>
                        <a:pt x="13198" y="8552"/>
                        <a:pt x="13163" y="8531"/>
                      </a:cubicBezTo>
                      <a:lnTo>
                        <a:pt x="12831" y="8336"/>
                      </a:lnTo>
                      <a:cubicBezTo>
                        <a:pt x="12752" y="8299"/>
                        <a:pt x="12752" y="8229"/>
                        <a:pt x="12825" y="8186"/>
                      </a:cubicBezTo>
                      <a:lnTo>
                        <a:pt x="13133" y="8006"/>
                      </a:lnTo>
                      <a:cubicBezTo>
                        <a:pt x="13170" y="7985"/>
                        <a:pt x="13218" y="7974"/>
                        <a:pt x="13266" y="7974"/>
                      </a:cubicBezTo>
                      <a:close/>
                      <a:moveTo>
                        <a:pt x="14664" y="7988"/>
                      </a:moveTo>
                      <a:cubicBezTo>
                        <a:pt x="14711" y="7988"/>
                        <a:pt x="14758" y="7998"/>
                        <a:pt x="14793" y="8020"/>
                      </a:cubicBezTo>
                      <a:lnTo>
                        <a:pt x="15167" y="8236"/>
                      </a:lnTo>
                      <a:cubicBezTo>
                        <a:pt x="15240" y="8279"/>
                        <a:pt x="15240" y="8343"/>
                        <a:pt x="15167" y="8386"/>
                      </a:cubicBezTo>
                      <a:lnTo>
                        <a:pt x="14858" y="8567"/>
                      </a:lnTo>
                      <a:cubicBezTo>
                        <a:pt x="14822" y="8588"/>
                        <a:pt x="14774" y="8599"/>
                        <a:pt x="14725" y="8599"/>
                      </a:cubicBezTo>
                      <a:cubicBezTo>
                        <a:pt x="14676" y="8599"/>
                        <a:pt x="14628" y="8588"/>
                        <a:pt x="14593" y="8567"/>
                      </a:cubicBezTo>
                      <a:lnTo>
                        <a:pt x="14225" y="8351"/>
                      </a:lnTo>
                      <a:cubicBezTo>
                        <a:pt x="14155" y="8308"/>
                        <a:pt x="14155" y="8243"/>
                        <a:pt x="14225" y="8199"/>
                      </a:cubicBezTo>
                      <a:lnTo>
                        <a:pt x="14534" y="8020"/>
                      </a:lnTo>
                      <a:cubicBezTo>
                        <a:pt x="14570" y="7998"/>
                        <a:pt x="14617" y="7988"/>
                        <a:pt x="14664" y="7988"/>
                      </a:cubicBezTo>
                      <a:close/>
                      <a:moveTo>
                        <a:pt x="5938" y="4634"/>
                      </a:moveTo>
                      <a:cubicBezTo>
                        <a:pt x="5974" y="4634"/>
                        <a:pt x="6010" y="4641"/>
                        <a:pt x="6038" y="4656"/>
                      </a:cubicBezTo>
                      <a:lnTo>
                        <a:pt x="10566" y="7273"/>
                      </a:lnTo>
                      <a:cubicBezTo>
                        <a:pt x="10618" y="7308"/>
                        <a:pt x="10625" y="7359"/>
                        <a:pt x="10566" y="7387"/>
                      </a:cubicBezTo>
                      <a:lnTo>
                        <a:pt x="9100" y="8236"/>
                      </a:lnTo>
                      <a:lnTo>
                        <a:pt x="8439" y="8624"/>
                      </a:lnTo>
                      <a:cubicBezTo>
                        <a:pt x="8414" y="8638"/>
                        <a:pt x="8380" y="8646"/>
                        <a:pt x="8345" y="8646"/>
                      </a:cubicBezTo>
                      <a:cubicBezTo>
                        <a:pt x="8310" y="8646"/>
                        <a:pt x="8275" y="8638"/>
                        <a:pt x="8246" y="8624"/>
                      </a:cubicBezTo>
                      <a:lnTo>
                        <a:pt x="5809" y="7214"/>
                      </a:lnTo>
                      <a:lnTo>
                        <a:pt x="3718" y="6007"/>
                      </a:lnTo>
                      <a:cubicBezTo>
                        <a:pt x="3659" y="5979"/>
                        <a:pt x="3659" y="5927"/>
                        <a:pt x="3718" y="5893"/>
                      </a:cubicBezTo>
                      <a:lnTo>
                        <a:pt x="4378" y="5512"/>
                      </a:lnTo>
                      <a:lnTo>
                        <a:pt x="5838" y="4656"/>
                      </a:lnTo>
                      <a:cubicBezTo>
                        <a:pt x="5866" y="4641"/>
                        <a:pt x="5902" y="4634"/>
                        <a:pt x="5938" y="4634"/>
                      </a:cubicBezTo>
                      <a:close/>
                      <a:moveTo>
                        <a:pt x="13978" y="8388"/>
                      </a:moveTo>
                      <a:cubicBezTo>
                        <a:pt x="14027" y="8388"/>
                        <a:pt x="14075" y="8397"/>
                        <a:pt x="14112" y="8415"/>
                      </a:cubicBezTo>
                      <a:lnTo>
                        <a:pt x="14477" y="8631"/>
                      </a:lnTo>
                      <a:cubicBezTo>
                        <a:pt x="14550" y="8674"/>
                        <a:pt x="14550" y="8746"/>
                        <a:pt x="14477" y="8782"/>
                      </a:cubicBezTo>
                      <a:lnTo>
                        <a:pt x="14175" y="8962"/>
                      </a:lnTo>
                      <a:cubicBezTo>
                        <a:pt x="14139" y="8983"/>
                        <a:pt x="14091" y="8994"/>
                        <a:pt x="14043" y="8994"/>
                      </a:cubicBezTo>
                      <a:cubicBezTo>
                        <a:pt x="13994" y="8994"/>
                        <a:pt x="13946" y="8983"/>
                        <a:pt x="13910" y="8962"/>
                      </a:cubicBezTo>
                      <a:lnTo>
                        <a:pt x="13542" y="8753"/>
                      </a:lnTo>
                      <a:cubicBezTo>
                        <a:pt x="13465" y="8710"/>
                        <a:pt x="13465" y="8638"/>
                        <a:pt x="13535" y="8594"/>
                      </a:cubicBezTo>
                      <a:lnTo>
                        <a:pt x="13844" y="8415"/>
                      </a:lnTo>
                      <a:cubicBezTo>
                        <a:pt x="13880" y="8397"/>
                        <a:pt x="13929" y="8388"/>
                        <a:pt x="13978" y="8388"/>
                      </a:cubicBezTo>
                      <a:close/>
                      <a:moveTo>
                        <a:pt x="6931" y="1"/>
                      </a:moveTo>
                      <a:cubicBezTo>
                        <a:pt x="6848" y="1"/>
                        <a:pt x="6763" y="21"/>
                        <a:pt x="6700" y="55"/>
                      </a:cubicBezTo>
                      <a:lnTo>
                        <a:pt x="95" y="4102"/>
                      </a:lnTo>
                      <a:cubicBezTo>
                        <a:pt x="29" y="4138"/>
                        <a:pt x="0" y="4189"/>
                        <a:pt x="0" y="4239"/>
                      </a:cubicBezTo>
                      <a:cubicBezTo>
                        <a:pt x="0" y="4268"/>
                        <a:pt x="9" y="4304"/>
                        <a:pt x="36" y="4332"/>
                      </a:cubicBezTo>
                      <a:cubicBezTo>
                        <a:pt x="43" y="4332"/>
                        <a:pt x="43" y="4340"/>
                        <a:pt x="52" y="4340"/>
                      </a:cubicBezTo>
                      <a:cubicBezTo>
                        <a:pt x="52" y="4347"/>
                        <a:pt x="59" y="4347"/>
                        <a:pt x="66" y="4354"/>
                      </a:cubicBezTo>
                      <a:cubicBezTo>
                        <a:pt x="73" y="4361"/>
                        <a:pt x="86" y="4368"/>
                        <a:pt x="102" y="4375"/>
                      </a:cubicBezTo>
                      <a:lnTo>
                        <a:pt x="11394" y="10903"/>
                      </a:lnTo>
                      <a:cubicBezTo>
                        <a:pt x="11459" y="10938"/>
                        <a:pt x="11547" y="10956"/>
                        <a:pt x="11635" y="10956"/>
                      </a:cubicBezTo>
                      <a:cubicBezTo>
                        <a:pt x="11723" y="10956"/>
                        <a:pt x="11811" y="10938"/>
                        <a:pt x="11876" y="10903"/>
                      </a:cubicBezTo>
                      <a:lnTo>
                        <a:pt x="18481" y="6856"/>
                      </a:lnTo>
                      <a:cubicBezTo>
                        <a:pt x="18517" y="6833"/>
                        <a:pt x="18538" y="6812"/>
                        <a:pt x="18561" y="6783"/>
                      </a:cubicBezTo>
                      <a:cubicBezTo>
                        <a:pt x="18524" y="6783"/>
                        <a:pt x="18488" y="6776"/>
                        <a:pt x="18452" y="6755"/>
                      </a:cubicBezTo>
                      <a:lnTo>
                        <a:pt x="7152" y="228"/>
                      </a:lnTo>
                      <a:cubicBezTo>
                        <a:pt x="7073" y="185"/>
                        <a:pt x="7023" y="98"/>
                        <a:pt x="6995" y="5"/>
                      </a:cubicBezTo>
                      <a:cubicBezTo>
                        <a:pt x="6974" y="2"/>
                        <a:pt x="6953" y="1"/>
                        <a:pt x="693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8" name="Google Shape;1558;p44">
                  <a:extLst>
                    <a:ext uri="{FF2B5EF4-FFF2-40B4-BE49-F238E27FC236}">
                      <a16:creationId xmlns:a16="http://schemas.microsoft.com/office/drawing/2014/main" id="{6BDB7649-4174-2088-4070-151B5F01E829}"/>
                    </a:ext>
                  </a:extLst>
                </p:cNvPr>
                <p:cNvSpPr/>
                <p:nvPr/>
              </p:nvSpPr>
              <p:spPr>
                <a:xfrm>
                  <a:off x="-1495573" y="245308"/>
                  <a:ext cx="1155531" cy="1296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4" h="15657" extrusionOk="0">
                      <a:moveTo>
                        <a:pt x="2383" y="510"/>
                      </a:moveTo>
                      <a:cubicBezTo>
                        <a:pt x="2394" y="510"/>
                        <a:pt x="2405" y="513"/>
                        <a:pt x="2416" y="518"/>
                      </a:cubicBezTo>
                      <a:lnTo>
                        <a:pt x="13557" y="6951"/>
                      </a:lnTo>
                      <a:cubicBezTo>
                        <a:pt x="13600" y="6980"/>
                        <a:pt x="13623" y="7046"/>
                        <a:pt x="13609" y="7103"/>
                      </a:cubicBezTo>
                      <a:lnTo>
                        <a:pt x="11739" y="14585"/>
                      </a:lnTo>
                      <a:cubicBezTo>
                        <a:pt x="11728" y="14629"/>
                        <a:pt x="11702" y="14651"/>
                        <a:pt x="11668" y="14651"/>
                      </a:cubicBezTo>
                      <a:cubicBezTo>
                        <a:pt x="11657" y="14651"/>
                        <a:pt x="11644" y="14649"/>
                        <a:pt x="11632" y="14643"/>
                      </a:cubicBezTo>
                      <a:lnTo>
                        <a:pt x="498" y="8211"/>
                      </a:lnTo>
                      <a:cubicBezTo>
                        <a:pt x="446" y="8188"/>
                        <a:pt x="425" y="8116"/>
                        <a:pt x="439" y="8059"/>
                      </a:cubicBezTo>
                      <a:lnTo>
                        <a:pt x="2309" y="577"/>
                      </a:lnTo>
                      <a:cubicBezTo>
                        <a:pt x="2320" y="533"/>
                        <a:pt x="2350" y="510"/>
                        <a:pt x="2383" y="510"/>
                      </a:cubicBezTo>
                      <a:close/>
                      <a:moveTo>
                        <a:pt x="2309" y="1"/>
                      </a:moveTo>
                      <a:cubicBezTo>
                        <a:pt x="2230" y="23"/>
                        <a:pt x="2157" y="87"/>
                        <a:pt x="2128" y="196"/>
                      </a:cubicBezTo>
                      <a:lnTo>
                        <a:pt x="15" y="8656"/>
                      </a:lnTo>
                      <a:cubicBezTo>
                        <a:pt x="1" y="8728"/>
                        <a:pt x="1" y="8806"/>
                        <a:pt x="23" y="8878"/>
                      </a:cubicBezTo>
                      <a:cubicBezTo>
                        <a:pt x="51" y="8971"/>
                        <a:pt x="101" y="9058"/>
                        <a:pt x="180" y="9101"/>
                      </a:cubicBezTo>
                      <a:lnTo>
                        <a:pt x="11480" y="15628"/>
                      </a:lnTo>
                      <a:cubicBezTo>
                        <a:pt x="11516" y="15649"/>
                        <a:pt x="11552" y="15656"/>
                        <a:pt x="11589" y="15656"/>
                      </a:cubicBezTo>
                      <a:cubicBezTo>
                        <a:pt x="11595" y="15635"/>
                        <a:pt x="11602" y="15613"/>
                        <a:pt x="11602" y="15592"/>
                      </a:cubicBezTo>
                      <a:lnTo>
                        <a:pt x="11602" y="15656"/>
                      </a:lnTo>
                      <a:cubicBezTo>
                        <a:pt x="11609" y="15656"/>
                        <a:pt x="11616" y="15649"/>
                        <a:pt x="11616" y="15649"/>
                      </a:cubicBezTo>
                      <a:cubicBezTo>
                        <a:pt x="11632" y="15649"/>
                        <a:pt x="11639" y="15649"/>
                        <a:pt x="11646" y="15642"/>
                      </a:cubicBezTo>
                      <a:cubicBezTo>
                        <a:pt x="11659" y="15642"/>
                        <a:pt x="11668" y="15635"/>
                        <a:pt x="11675" y="15628"/>
                      </a:cubicBezTo>
                      <a:cubicBezTo>
                        <a:pt x="11682" y="15628"/>
                        <a:pt x="11689" y="15628"/>
                        <a:pt x="11689" y="15620"/>
                      </a:cubicBezTo>
                      <a:cubicBezTo>
                        <a:pt x="11696" y="15620"/>
                        <a:pt x="11696" y="15613"/>
                        <a:pt x="11702" y="15613"/>
                      </a:cubicBezTo>
                      <a:cubicBezTo>
                        <a:pt x="11725" y="15599"/>
                        <a:pt x="11739" y="15577"/>
                        <a:pt x="11754" y="15556"/>
                      </a:cubicBezTo>
                      <a:cubicBezTo>
                        <a:pt x="11761" y="15549"/>
                        <a:pt x="11761" y="15542"/>
                        <a:pt x="11768" y="15534"/>
                      </a:cubicBezTo>
                      <a:cubicBezTo>
                        <a:pt x="11775" y="15520"/>
                        <a:pt x="11775" y="15513"/>
                        <a:pt x="11782" y="15506"/>
                      </a:cubicBezTo>
                      <a:lnTo>
                        <a:pt x="11782" y="15499"/>
                      </a:lnTo>
                      <a:cubicBezTo>
                        <a:pt x="11782" y="15499"/>
                        <a:pt x="11782" y="15490"/>
                        <a:pt x="11789" y="15484"/>
                      </a:cubicBezTo>
                      <a:cubicBezTo>
                        <a:pt x="11789" y="15477"/>
                        <a:pt x="11789" y="15470"/>
                        <a:pt x="11797" y="15456"/>
                      </a:cubicBezTo>
                      <a:lnTo>
                        <a:pt x="13911" y="6994"/>
                      </a:lnTo>
                      <a:cubicBezTo>
                        <a:pt x="13954" y="6830"/>
                        <a:pt x="13874" y="6629"/>
                        <a:pt x="13745" y="6549"/>
                      </a:cubicBezTo>
                      <a:lnTo>
                        <a:pt x="2445" y="30"/>
                      </a:lnTo>
                      <a:cubicBezTo>
                        <a:pt x="2430" y="23"/>
                        <a:pt x="2409" y="16"/>
                        <a:pt x="2395" y="8"/>
                      </a:cubicBezTo>
                      <a:cubicBezTo>
                        <a:pt x="2373" y="1"/>
                        <a:pt x="2359" y="1"/>
                        <a:pt x="23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9" name="Google Shape;1559;p44">
                  <a:extLst>
                    <a:ext uri="{FF2B5EF4-FFF2-40B4-BE49-F238E27FC236}">
                      <a16:creationId xmlns:a16="http://schemas.microsoft.com/office/drawing/2014/main" id="{4A0F3317-8228-3C41-EDA5-D832341E5D84}"/>
                    </a:ext>
                  </a:extLst>
                </p:cNvPr>
                <p:cNvSpPr/>
                <p:nvPr/>
              </p:nvSpPr>
              <p:spPr>
                <a:xfrm>
                  <a:off x="-1460379" y="287542"/>
                  <a:ext cx="1092926" cy="1171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8" h="14142" extrusionOk="0">
                      <a:moveTo>
                        <a:pt x="5263" y="4953"/>
                      </a:moveTo>
                      <a:cubicBezTo>
                        <a:pt x="5384" y="4953"/>
                        <a:pt x="5513" y="4987"/>
                        <a:pt x="5643" y="5061"/>
                      </a:cubicBezTo>
                      <a:lnTo>
                        <a:pt x="7310" y="6025"/>
                      </a:lnTo>
                      <a:cubicBezTo>
                        <a:pt x="7784" y="6298"/>
                        <a:pt x="8095" y="7010"/>
                        <a:pt x="7993" y="7606"/>
                      </a:cubicBezTo>
                      <a:lnTo>
                        <a:pt x="7950" y="7844"/>
                      </a:lnTo>
                      <a:cubicBezTo>
                        <a:pt x="7877" y="8277"/>
                        <a:pt x="7611" y="8532"/>
                        <a:pt x="7287" y="8532"/>
                      </a:cubicBezTo>
                      <a:cubicBezTo>
                        <a:pt x="7164" y="8532"/>
                        <a:pt x="7033" y="8495"/>
                        <a:pt x="6901" y="8418"/>
                      </a:cubicBezTo>
                      <a:lnTo>
                        <a:pt x="5233" y="7456"/>
                      </a:lnTo>
                      <a:cubicBezTo>
                        <a:pt x="4758" y="7183"/>
                        <a:pt x="4449" y="6477"/>
                        <a:pt x="4550" y="5881"/>
                      </a:cubicBezTo>
                      <a:lnTo>
                        <a:pt x="4593" y="5637"/>
                      </a:lnTo>
                      <a:cubicBezTo>
                        <a:pt x="4667" y="5207"/>
                        <a:pt x="4936" y="4953"/>
                        <a:pt x="5263" y="4953"/>
                      </a:cubicBezTo>
                      <a:close/>
                      <a:moveTo>
                        <a:pt x="645" y="7298"/>
                      </a:moveTo>
                      <a:cubicBezTo>
                        <a:pt x="650" y="7298"/>
                        <a:pt x="656" y="7300"/>
                        <a:pt x="661" y="7304"/>
                      </a:cubicBezTo>
                      <a:lnTo>
                        <a:pt x="10710" y="13105"/>
                      </a:lnTo>
                      <a:cubicBezTo>
                        <a:pt x="10732" y="13119"/>
                        <a:pt x="10746" y="13148"/>
                        <a:pt x="10739" y="13178"/>
                      </a:cubicBezTo>
                      <a:cubicBezTo>
                        <a:pt x="10734" y="13198"/>
                        <a:pt x="10721" y="13211"/>
                        <a:pt x="10706" y="13211"/>
                      </a:cubicBezTo>
                      <a:cubicBezTo>
                        <a:pt x="10701" y="13211"/>
                        <a:pt x="10695" y="13210"/>
                        <a:pt x="10689" y="13205"/>
                      </a:cubicBezTo>
                      <a:lnTo>
                        <a:pt x="2911" y="8713"/>
                      </a:lnTo>
                      <a:lnTo>
                        <a:pt x="2904" y="8713"/>
                      </a:lnTo>
                      <a:lnTo>
                        <a:pt x="640" y="7406"/>
                      </a:lnTo>
                      <a:cubicBezTo>
                        <a:pt x="618" y="7390"/>
                        <a:pt x="604" y="7362"/>
                        <a:pt x="611" y="7333"/>
                      </a:cubicBezTo>
                      <a:cubicBezTo>
                        <a:pt x="616" y="7312"/>
                        <a:pt x="630" y="7298"/>
                        <a:pt x="645" y="7298"/>
                      </a:cubicBezTo>
                      <a:close/>
                      <a:moveTo>
                        <a:pt x="1958" y="0"/>
                      </a:moveTo>
                      <a:cubicBezTo>
                        <a:pt x="1925" y="0"/>
                        <a:pt x="1895" y="23"/>
                        <a:pt x="1884" y="67"/>
                      </a:cubicBezTo>
                      <a:lnTo>
                        <a:pt x="14" y="7549"/>
                      </a:lnTo>
                      <a:cubicBezTo>
                        <a:pt x="0" y="7606"/>
                        <a:pt x="21" y="7678"/>
                        <a:pt x="73" y="7701"/>
                      </a:cubicBezTo>
                      <a:lnTo>
                        <a:pt x="11207" y="14133"/>
                      </a:lnTo>
                      <a:cubicBezTo>
                        <a:pt x="11219" y="14139"/>
                        <a:pt x="11232" y="14141"/>
                        <a:pt x="11243" y="14141"/>
                      </a:cubicBezTo>
                      <a:cubicBezTo>
                        <a:pt x="11277" y="14141"/>
                        <a:pt x="11303" y="14119"/>
                        <a:pt x="11314" y="14075"/>
                      </a:cubicBezTo>
                      <a:lnTo>
                        <a:pt x="13184" y="6593"/>
                      </a:lnTo>
                      <a:cubicBezTo>
                        <a:pt x="13198" y="6536"/>
                        <a:pt x="13175" y="6470"/>
                        <a:pt x="13132" y="6441"/>
                      </a:cubicBezTo>
                      <a:lnTo>
                        <a:pt x="1991" y="8"/>
                      </a:lnTo>
                      <a:cubicBezTo>
                        <a:pt x="1980" y="3"/>
                        <a:pt x="1969" y="0"/>
                        <a:pt x="19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0" name="Google Shape;1560;p44">
                  <a:extLst>
                    <a:ext uri="{FF2B5EF4-FFF2-40B4-BE49-F238E27FC236}">
                      <a16:creationId xmlns:a16="http://schemas.microsoft.com/office/drawing/2014/main" id="{77D0658F-D99E-B7F1-647D-C7CBA1D4AF56}"/>
                    </a:ext>
                  </a:extLst>
                </p:cNvPr>
                <p:cNvSpPr/>
                <p:nvPr/>
              </p:nvSpPr>
              <p:spPr>
                <a:xfrm>
                  <a:off x="-1410361" y="891900"/>
                  <a:ext cx="194603" cy="117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0" h="1417" extrusionOk="0">
                      <a:moveTo>
                        <a:pt x="41" y="0"/>
                      </a:moveTo>
                      <a:cubicBezTo>
                        <a:pt x="26" y="0"/>
                        <a:pt x="12" y="14"/>
                        <a:pt x="7" y="35"/>
                      </a:cubicBezTo>
                      <a:cubicBezTo>
                        <a:pt x="0" y="64"/>
                        <a:pt x="14" y="92"/>
                        <a:pt x="36" y="108"/>
                      </a:cubicBezTo>
                      <a:lnTo>
                        <a:pt x="2307" y="1415"/>
                      </a:lnTo>
                      <a:cubicBezTo>
                        <a:pt x="2311" y="1416"/>
                        <a:pt x="2314" y="1417"/>
                        <a:pt x="2318" y="1417"/>
                      </a:cubicBezTo>
                      <a:cubicBezTo>
                        <a:pt x="2334" y="1417"/>
                        <a:pt x="2344" y="1404"/>
                        <a:pt x="2350" y="1386"/>
                      </a:cubicBezTo>
                      <a:cubicBezTo>
                        <a:pt x="2350" y="1358"/>
                        <a:pt x="2336" y="1322"/>
                        <a:pt x="2315" y="1315"/>
                      </a:cubicBezTo>
                      <a:lnTo>
                        <a:pt x="57" y="6"/>
                      </a:lnTo>
                      <a:cubicBezTo>
                        <a:pt x="52" y="2"/>
                        <a:pt x="46" y="0"/>
                        <a:pt x="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1" name="Google Shape;1561;p44">
                  <a:extLst>
                    <a:ext uri="{FF2B5EF4-FFF2-40B4-BE49-F238E27FC236}">
                      <a16:creationId xmlns:a16="http://schemas.microsoft.com/office/drawing/2014/main" id="{36A53049-E6CD-2317-D7F3-C32DA8124D04}"/>
                    </a:ext>
                  </a:extLst>
                </p:cNvPr>
                <p:cNvSpPr/>
                <p:nvPr/>
              </p:nvSpPr>
              <p:spPr>
                <a:xfrm>
                  <a:off x="-1076549" y="1606396"/>
                  <a:ext cx="87696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9" h="590" extrusionOk="0">
                      <a:moveTo>
                        <a:pt x="515" y="0"/>
                      </a:moveTo>
                      <a:cubicBezTo>
                        <a:pt x="467" y="0"/>
                        <a:pt x="418" y="11"/>
                        <a:pt x="382" y="33"/>
                      </a:cubicBezTo>
                      <a:lnTo>
                        <a:pt x="73" y="205"/>
                      </a:lnTo>
                      <a:cubicBezTo>
                        <a:pt x="1" y="248"/>
                        <a:pt x="1" y="321"/>
                        <a:pt x="73" y="364"/>
                      </a:cubicBezTo>
                      <a:lnTo>
                        <a:pt x="418" y="557"/>
                      </a:lnTo>
                      <a:cubicBezTo>
                        <a:pt x="454" y="579"/>
                        <a:pt x="501" y="589"/>
                        <a:pt x="548" y="589"/>
                      </a:cubicBezTo>
                      <a:cubicBezTo>
                        <a:pt x="594" y="589"/>
                        <a:pt x="641" y="579"/>
                        <a:pt x="677" y="557"/>
                      </a:cubicBezTo>
                      <a:lnTo>
                        <a:pt x="986" y="378"/>
                      </a:lnTo>
                      <a:cubicBezTo>
                        <a:pt x="1058" y="334"/>
                        <a:pt x="1058" y="271"/>
                        <a:pt x="986" y="228"/>
                      </a:cubicBezTo>
                      <a:lnTo>
                        <a:pt x="648" y="33"/>
                      </a:lnTo>
                      <a:cubicBezTo>
                        <a:pt x="612" y="11"/>
                        <a:pt x="564" y="0"/>
                        <a:pt x="515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2" name="Google Shape;1562;p44">
                  <a:extLst>
                    <a:ext uri="{FF2B5EF4-FFF2-40B4-BE49-F238E27FC236}">
                      <a16:creationId xmlns:a16="http://schemas.microsoft.com/office/drawing/2014/main" id="{22825268-7CB4-CEA8-FEF0-36331913150F}"/>
                    </a:ext>
                  </a:extLst>
                </p:cNvPr>
                <p:cNvSpPr/>
                <p:nvPr/>
              </p:nvSpPr>
              <p:spPr>
                <a:xfrm>
                  <a:off x="-959785" y="1607556"/>
                  <a:ext cx="86950" cy="48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" h="585" extrusionOk="0">
                      <a:moveTo>
                        <a:pt x="511" y="0"/>
                      </a:moveTo>
                      <a:cubicBezTo>
                        <a:pt x="464" y="0"/>
                        <a:pt x="418" y="11"/>
                        <a:pt x="381" y="32"/>
                      </a:cubicBezTo>
                      <a:lnTo>
                        <a:pt x="73" y="214"/>
                      </a:lnTo>
                      <a:cubicBezTo>
                        <a:pt x="0" y="257"/>
                        <a:pt x="0" y="320"/>
                        <a:pt x="73" y="364"/>
                      </a:cubicBezTo>
                      <a:lnTo>
                        <a:pt x="402" y="559"/>
                      </a:lnTo>
                      <a:cubicBezTo>
                        <a:pt x="438" y="576"/>
                        <a:pt x="485" y="584"/>
                        <a:pt x="533" y="584"/>
                      </a:cubicBezTo>
                      <a:cubicBezTo>
                        <a:pt x="581" y="584"/>
                        <a:pt x="630" y="576"/>
                        <a:pt x="670" y="559"/>
                      </a:cubicBezTo>
                      <a:lnTo>
                        <a:pt x="978" y="377"/>
                      </a:lnTo>
                      <a:cubicBezTo>
                        <a:pt x="1049" y="334"/>
                        <a:pt x="1042" y="264"/>
                        <a:pt x="971" y="220"/>
                      </a:cubicBezTo>
                      <a:lnTo>
                        <a:pt x="640" y="32"/>
                      </a:lnTo>
                      <a:cubicBezTo>
                        <a:pt x="604" y="11"/>
                        <a:pt x="557" y="0"/>
                        <a:pt x="511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3" name="Google Shape;1563;p44">
                  <a:extLst>
                    <a:ext uri="{FF2B5EF4-FFF2-40B4-BE49-F238E27FC236}">
                      <a16:creationId xmlns:a16="http://schemas.microsoft.com/office/drawing/2014/main" id="{67358419-AD84-6FD9-BCA3-9402C3B5EE17}"/>
                    </a:ext>
                  </a:extLst>
                </p:cNvPr>
                <p:cNvSpPr/>
                <p:nvPr/>
              </p:nvSpPr>
              <p:spPr>
                <a:xfrm>
                  <a:off x="-1016925" y="1640349"/>
                  <a:ext cx="86868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" h="590" extrusionOk="0">
                      <a:moveTo>
                        <a:pt x="514" y="1"/>
                      </a:moveTo>
                      <a:cubicBezTo>
                        <a:pt x="466" y="1"/>
                        <a:pt x="418" y="12"/>
                        <a:pt x="381" y="33"/>
                      </a:cubicBezTo>
                      <a:lnTo>
                        <a:pt x="73" y="213"/>
                      </a:lnTo>
                      <a:cubicBezTo>
                        <a:pt x="0" y="256"/>
                        <a:pt x="0" y="326"/>
                        <a:pt x="79" y="363"/>
                      </a:cubicBezTo>
                      <a:lnTo>
                        <a:pt x="411" y="558"/>
                      </a:lnTo>
                      <a:cubicBezTo>
                        <a:pt x="446" y="579"/>
                        <a:pt x="493" y="590"/>
                        <a:pt x="539" y="590"/>
                      </a:cubicBezTo>
                      <a:cubicBezTo>
                        <a:pt x="586" y="590"/>
                        <a:pt x="633" y="579"/>
                        <a:pt x="669" y="558"/>
                      </a:cubicBezTo>
                      <a:lnTo>
                        <a:pt x="978" y="378"/>
                      </a:lnTo>
                      <a:cubicBezTo>
                        <a:pt x="1049" y="335"/>
                        <a:pt x="1049" y="270"/>
                        <a:pt x="978" y="226"/>
                      </a:cubicBezTo>
                      <a:lnTo>
                        <a:pt x="647" y="33"/>
                      </a:lnTo>
                      <a:cubicBezTo>
                        <a:pt x="611" y="12"/>
                        <a:pt x="563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4" name="Google Shape;1564;p44">
                  <a:extLst>
                    <a:ext uri="{FF2B5EF4-FFF2-40B4-BE49-F238E27FC236}">
                      <a16:creationId xmlns:a16="http://schemas.microsoft.com/office/drawing/2014/main" id="{8DA6BD1F-810F-35A9-60FD-AAF09A7CBC53}"/>
                    </a:ext>
                  </a:extLst>
                </p:cNvPr>
                <p:cNvSpPr/>
                <p:nvPr/>
              </p:nvSpPr>
              <p:spPr>
                <a:xfrm>
                  <a:off x="-1072988" y="1542052"/>
                  <a:ext cx="141274" cy="79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6" h="965" extrusionOk="0">
                      <a:moveTo>
                        <a:pt x="512" y="1"/>
                      </a:moveTo>
                      <a:cubicBezTo>
                        <a:pt x="465" y="1"/>
                        <a:pt x="418" y="12"/>
                        <a:pt x="382" y="33"/>
                      </a:cubicBezTo>
                      <a:lnTo>
                        <a:pt x="73" y="213"/>
                      </a:lnTo>
                      <a:cubicBezTo>
                        <a:pt x="1" y="256"/>
                        <a:pt x="1" y="321"/>
                        <a:pt x="73" y="365"/>
                      </a:cubicBezTo>
                      <a:lnTo>
                        <a:pt x="1058" y="932"/>
                      </a:lnTo>
                      <a:cubicBezTo>
                        <a:pt x="1095" y="954"/>
                        <a:pt x="1143" y="964"/>
                        <a:pt x="1191" y="964"/>
                      </a:cubicBezTo>
                      <a:cubicBezTo>
                        <a:pt x="1240" y="964"/>
                        <a:pt x="1288" y="954"/>
                        <a:pt x="1324" y="932"/>
                      </a:cubicBezTo>
                      <a:lnTo>
                        <a:pt x="1633" y="760"/>
                      </a:lnTo>
                      <a:cubicBezTo>
                        <a:pt x="1705" y="716"/>
                        <a:pt x="1698" y="644"/>
                        <a:pt x="1626" y="601"/>
                      </a:cubicBezTo>
                      <a:lnTo>
                        <a:pt x="641" y="33"/>
                      </a:lnTo>
                      <a:cubicBezTo>
                        <a:pt x="606" y="12"/>
                        <a:pt x="559" y="1"/>
                        <a:pt x="51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5" name="Google Shape;1565;p44">
                  <a:extLst>
                    <a:ext uri="{FF2B5EF4-FFF2-40B4-BE49-F238E27FC236}">
                      <a16:creationId xmlns:a16="http://schemas.microsoft.com/office/drawing/2014/main" id="{6527CA28-AFC7-EE77-C465-9118E8FB6929}"/>
                    </a:ext>
                  </a:extLst>
                </p:cNvPr>
                <p:cNvSpPr/>
                <p:nvPr/>
              </p:nvSpPr>
              <p:spPr>
                <a:xfrm>
                  <a:off x="-1129383" y="1509921"/>
                  <a:ext cx="83969" cy="4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" h="567" extrusionOk="0">
                      <a:moveTo>
                        <a:pt x="514" y="1"/>
                      </a:moveTo>
                      <a:cubicBezTo>
                        <a:pt x="465" y="1"/>
                        <a:pt x="416" y="12"/>
                        <a:pt x="380" y="33"/>
                      </a:cubicBezTo>
                      <a:lnTo>
                        <a:pt x="71" y="213"/>
                      </a:lnTo>
                      <a:cubicBezTo>
                        <a:pt x="0" y="249"/>
                        <a:pt x="0" y="321"/>
                        <a:pt x="71" y="364"/>
                      </a:cubicBezTo>
                      <a:lnTo>
                        <a:pt x="373" y="537"/>
                      </a:lnTo>
                      <a:cubicBezTo>
                        <a:pt x="411" y="556"/>
                        <a:pt x="460" y="567"/>
                        <a:pt x="509" y="567"/>
                      </a:cubicBezTo>
                      <a:cubicBezTo>
                        <a:pt x="554" y="567"/>
                        <a:pt x="598" y="558"/>
                        <a:pt x="632" y="537"/>
                      </a:cubicBezTo>
                      <a:lnTo>
                        <a:pt x="941" y="357"/>
                      </a:lnTo>
                      <a:cubicBezTo>
                        <a:pt x="1013" y="314"/>
                        <a:pt x="1013" y="242"/>
                        <a:pt x="941" y="206"/>
                      </a:cubicBezTo>
                      <a:lnTo>
                        <a:pt x="647" y="33"/>
                      </a:lnTo>
                      <a:cubicBezTo>
                        <a:pt x="611" y="12"/>
                        <a:pt x="562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6" name="Google Shape;1566;p44">
                  <a:extLst>
                    <a:ext uri="{FF2B5EF4-FFF2-40B4-BE49-F238E27FC236}">
                      <a16:creationId xmlns:a16="http://schemas.microsoft.com/office/drawing/2014/main" id="{95F14F04-E915-A5C0-5BFB-22FF6C357A37}"/>
                    </a:ext>
                  </a:extLst>
                </p:cNvPr>
                <p:cNvSpPr/>
                <p:nvPr/>
              </p:nvSpPr>
              <p:spPr>
                <a:xfrm>
                  <a:off x="-1060401" y="1417669"/>
                  <a:ext cx="8579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" h="583" extrusionOk="0">
                      <a:moveTo>
                        <a:pt x="536" y="0"/>
                      </a:moveTo>
                      <a:cubicBezTo>
                        <a:pt x="488" y="0"/>
                        <a:pt x="439" y="11"/>
                        <a:pt x="403" y="33"/>
                      </a:cubicBezTo>
                      <a:lnTo>
                        <a:pt x="73" y="228"/>
                      </a:lnTo>
                      <a:cubicBezTo>
                        <a:pt x="1" y="271"/>
                        <a:pt x="1" y="335"/>
                        <a:pt x="73" y="378"/>
                      </a:cubicBezTo>
                      <a:lnTo>
                        <a:pt x="366" y="550"/>
                      </a:lnTo>
                      <a:cubicBezTo>
                        <a:pt x="403" y="572"/>
                        <a:pt x="451" y="583"/>
                        <a:pt x="500" y="583"/>
                      </a:cubicBezTo>
                      <a:cubicBezTo>
                        <a:pt x="549" y="583"/>
                        <a:pt x="598" y="572"/>
                        <a:pt x="634" y="550"/>
                      </a:cubicBezTo>
                      <a:lnTo>
                        <a:pt x="963" y="357"/>
                      </a:lnTo>
                      <a:cubicBezTo>
                        <a:pt x="1036" y="314"/>
                        <a:pt x="1036" y="248"/>
                        <a:pt x="963" y="205"/>
                      </a:cubicBezTo>
                      <a:lnTo>
                        <a:pt x="668" y="33"/>
                      </a:lnTo>
                      <a:cubicBezTo>
                        <a:pt x="633" y="11"/>
                        <a:pt x="585" y="0"/>
                        <a:pt x="5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7" name="Google Shape;1567;p44">
                  <a:extLst>
                    <a:ext uri="{FF2B5EF4-FFF2-40B4-BE49-F238E27FC236}">
                      <a16:creationId xmlns:a16="http://schemas.microsoft.com/office/drawing/2014/main" id="{1F85BB28-004D-7362-28A9-E61F05AC095A}"/>
                    </a:ext>
                  </a:extLst>
                </p:cNvPr>
                <p:cNvSpPr/>
                <p:nvPr/>
              </p:nvSpPr>
              <p:spPr>
                <a:xfrm>
                  <a:off x="-1004420" y="1450214"/>
                  <a:ext cx="87530" cy="48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" h="587" extrusionOk="0">
                      <a:moveTo>
                        <a:pt x="539" y="1"/>
                      </a:moveTo>
                      <a:cubicBezTo>
                        <a:pt x="493" y="1"/>
                        <a:pt x="446" y="10"/>
                        <a:pt x="410" y="28"/>
                      </a:cubicBezTo>
                      <a:lnTo>
                        <a:pt x="72" y="223"/>
                      </a:lnTo>
                      <a:cubicBezTo>
                        <a:pt x="1" y="266"/>
                        <a:pt x="1" y="337"/>
                        <a:pt x="72" y="380"/>
                      </a:cubicBezTo>
                      <a:lnTo>
                        <a:pt x="380" y="561"/>
                      </a:lnTo>
                      <a:cubicBezTo>
                        <a:pt x="420" y="578"/>
                        <a:pt x="469" y="587"/>
                        <a:pt x="517" y="587"/>
                      </a:cubicBezTo>
                      <a:cubicBezTo>
                        <a:pt x="565" y="587"/>
                        <a:pt x="612" y="578"/>
                        <a:pt x="648" y="561"/>
                      </a:cubicBezTo>
                      <a:lnTo>
                        <a:pt x="984" y="366"/>
                      </a:lnTo>
                      <a:cubicBezTo>
                        <a:pt x="1057" y="323"/>
                        <a:pt x="1057" y="250"/>
                        <a:pt x="977" y="207"/>
                      </a:cubicBezTo>
                      <a:lnTo>
                        <a:pt x="669" y="28"/>
                      </a:lnTo>
                      <a:cubicBezTo>
                        <a:pt x="632" y="10"/>
                        <a:pt x="586" y="1"/>
                        <a:pt x="53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8" name="Google Shape;1568;p44">
                  <a:extLst>
                    <a:ext uri="{FF2B5EF4-FFF2-40B4-BE49-F238E27FC236}">
                      <a16:creationId xmlns:a16="http://schemas.microsoft.com/office/drawing/2014/main" id="{BA2966C8-777F-6FD3-EFCB-5B54B6CC02AA}"/>
                    </a:ext>
                  </a:extLst>
                </p:cNvPr>
                <p:cNvSpPr/>
                <p:nvPr/>
              </p:nvSpPr>
              <p:spPr>
                <a:xfrm>
                  <a:off x="-1072243" y="1290968"/>
                  <a:ext cx="59540" cy="3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" h="392" extrusionOk="0">
                      <a:moveTo>
                        <a:pt x="248" y="0"/>
                      </a:moveTo>
                      <a:cubicBezTo>
                        <a:pt x="199" y="0"/>
                        <a:pt x="151" y="11"/>
                        <a:pt x="114" y="33"/>
                      </a:cubicBezTo>
                      <a:lnTo>
                        <a:pt x="71" y="60"/>
                      </a:lnTo>
                      <a:cubicBezTo>
                        <a:pt x="1" y="96"/>
                        <a:pt x="1" y="169"/>
                        <a:pt x="71" y="212"/>
                      </a:cubicBezTo>
                      <a:lnTo>
                        <a:pt x="330" y="362"/>
                      </a:lnTo>
                      <a:cubicBezTo>
                        <a:pt x="365" y="383"/>
                        <a:pt x="411" y="392"/>
                        <a:pt x="457" y="392"/>
                      </a:cubicBezTo>
                      <a:cubicBezTo>
                        <a:pt x="508" y="392"/>
                        <a:pt x="559" y="381"/>
                        <a:pt x="596" y="362"/>
                      </a:cubicBezTo>
                      <a:lnTo>
                        <a:pt x="639" y="334"/>
                      </a:lnTo>
                      <a:cubicBezTo>
                        <a:pt x="718" y="291"/>
                        <a:pt x="711" y="219"/>
                        <a:pt x="639" y="176"/>
                      </a:cubicBezTo>
                      <a:lnTo>
                        <a:pt x="380" y="33"/>
                      </a:lnTo>
                      <a:cubicBezTo>
                        <a:pt x="345" y="11"/>
                        <a:pt x="296" y="0"/>
                        <a:pt x="248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9" name="Google Shape;1569;p44">
                  <a:extLst>
                    <a:ext uri="{FF2B5EF4-FFF2-40B4-BE49-F238E27FC236}">
                      <a16:creationId xmlns:a16="http://schemas.microsoft.com/office/drawing/2014/main" id="{A1924639-B526-287B-E0EE-DEB85B5139B1}"/>
                    </a:ext>
                  </a:extLst>
                </p:cNvPr>
                <p:cNvSpPr/>
                <p:nvPr/>
              </p:nvSpPr>
              <p:spPr>
                <a:xfrm>
                  <a:off x="-1019409" y="1321194"/>
                  <a:ext cx="65668" cy="36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440" extrusionOk="0">
                      <a:moveTo>
                        <a:pt x="253" y="1"/>
                      </a:moveTo>
                      <a:cubicBezTo>
                        <a:pt x="207" y="1"/>
                        <a:pt x="160" y="12"/>
                        <a:pt x="123" y="33"/>
                      </a:cubicBezTo>
                      <a:lnTo>
                        <a:pt x="73" y="63"/>
                      </a:lnTo>
                      <a:cubicBezTo>
                        <a:pt x="1" y="106"/>
                        <a:pt x="1" y="170"/>
                        <a:pt x="73" y="213"/>
                      </a:cubicBezTo>
                      <a:lnTo>
                        <a:pt x="411" y="408"/>
                      </a:lnTo>
                      <a:cubicBezTo>
                        <a:pt x="448" y="429"/>
                        <a:pt x="494" y="440"/>
                        <a:pt x="541" y="440"/>
                      </a:cubicBezTo>
                      <a:cubicBezTo>
                        <a:pt x="587" y="440"/>
                        <a:pt x="634" y="429"/>
                        <a:pt x="670" y="408"/>
                      </a:cubicBezTo>
                      <a:lnTo>
                        <a:pt x="720" y="378"/>
                      </a:lnTo>
                      <a:cubicBezTo>
                        <a:pt x="793" y="335"/>
                        <a:pt x="793" y="271"/>
                        <a:pt x="720" y="228"/>
                      </a:cubicBezTo>
                      <a:lnTo>
                        <a:pt x="382" y="33"/>
                      </a:lnTo>
                      <a:cubicBezTo>
                        <a:pt x="347" y="12"/>
                        <a:pt x="300" y="1"/>
                        <a:pt x="25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0" name="Google Shape;1570;p44">
                  <a:extLst>
                    <a:ext uri="{FF2B5EF4-FFF2-40B4-BE49-F238E27FC236}">
                      <a16:creationId xmlns:a16="http://schemas.microsoft.com/office/drawing/2014/main" id="{643FB011-A1D5-1D5D-B887-B2E177348306}"/>
                    </a:ext>
                  </a:extLst>
                </p:cNvPr>
                <p:cNvSpPr/>
                <p:nvPr/>
              </p:nvSpPr>
              <p:spPr>
                <a:xfrm>
                  <a:off x="-1075804" y="1342062"/>
                  <a:ext cx="86371" cy="48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4" extrusionOk="0">
                      <a:moveTo>
                        <a:pt x="500" y="1"/>
                      </a:moveTo>
                      <a:cubicBezTo>
                        <a:pt x="451" y="1"/>
                        <a:pt x="402" y="12"/>
                        <a:pt x="366" y="33"/>
                      </a:cubicBezTo>
                      <a:lnTo>
                        <a:pt x="71" y="206"/>
                      </a:lnTo>
                      <a:cubicBezTo>
                        <a:pt x="0" y="249"/>
                        <a:pt x="0" y="321"/>
                        <a:pt x="71" y="357"/>
                      </a:cubicBezTo>
                      <a:lnTo>
                        <a:pt x="409" y="551"/>
                      </a:lnTo>
                      <a:cubicBezTo>
                        <a:pt x="445" y="572"/>
                        <a:pt x="492" y="583"/>
                        <a:pt x="539" y="583"/>
                      </a:cubicBezTo>
                      <a:cubicBezTo>
                        <a:pt x="585" y="583"/>
                        <a:pt x="632" y="572"/>
                        <a:pt x="668" y="551"/>
                      </a:cubicBezTo>
                      <a:lnTo>
                        <a:pt x="970" y="378"/>
                      </a:lnTo>
                      <a:cubicBezTo>
                        <a:pt x="1042" y="342"/>
                        <a:pt x="1042" y="271"/>
                        <a:pt x="970" y="228"/>
                      </a:cubicBezTo>
                      <a:lnTo>
                        <a:pt x="632" y="33"/>
                      </a:lnTo>
                      <a:cubicBezTo>
                        <a:pt x="596" y="12"/>
                        <a:pt x="548" y="1"/>
                        <a:pt x="50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1" name="Google Shape;1571;p44">
                  <a:extLst>
                    <a:ext uri="{FF2B5EF4-FFF2-40B4-BE49-F238E27FC236}">
                      <a16:creationId xmlns:a16="http://schemas.microsoft.com/office/drawing/2014/main" id="{70BE603D-D2AD-F373-161B-5612FC91D64D}"/>
                    </a:ext>
                  </a:extLst>
                </p:cNvPr>
                <p:cNvSpPr/>
                <p:nvPr/>
              </p:nvSpPr>
              <p:spPr>
                <a:xfrm>
                  <a:off x="-1242503" y="1246250"/>
                  <a:ext cx="83307" cy="46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" h="562" extrusionOk="0">
                      <a:moveTo>
                        <a:pt x="503" y="0"/>
                      </a:moveTo>
                      <a:cubicBezTo>
                        <a:pt x="456" y="0"/>
                        <a:pt x="410" y="11"/>
                        <a:pt x="375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14"/>
                        <a:pt x="73" y="357"/>
                      </a:cubicBezTo>
                      <a:lnTo>
                        <a:pt x="375" y="529"/>
                      </a:lnTo>
                      <a:cubicBezTo>
                        <a:pt x="410" y="551"/>
                        <a:pt x="456" y="562"/>
                        <a:pt x="503" y="562"/>
                      </a:cubicBezTo>
                      <a:cubicBezTo>
                        <a:pt x="550" y="562"/>
                        <a:pt x="597" y="551"/>
                        <a:pt x="633" y="529"/>
                      </a:cubicBezTo>
                      <a:lnTo>
                        <a:pt x="935" y="357"/>
                      </a:lnTo>
                      <a:cubicBezTo>
                        <a:pt x="1006" y="314"/>
                        <a:pt x="1006" y="241"/>
                        <a:pt x="935" y="205"/>
                      </a:cubicBezTo>
                      <a:lnTo>
                        <a:pt x="633" y="33"/>
                      </a:lnTo>
                      <a:cubicBezTo>
                        <a:pt x="597" y="11"/>
                        <a:pt x="550" y="0"/>
                        <a:pt x="50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2" name="Google Shape;1572;p44">
                  <a:extLst>
                    <a:ext uri="{FF2B5EF4-FFF2-40B4-BE49-F238E27FC236}">
                      <a16:creationId xmlns:a16="http://schemas.microsoft.com/office/drawing/2014/main" id="{D9095277-6212-328D-DE51-E34B499A8FA4}"/>
                    </a:ext>
                  </a:extLst>
                </p:cNvPr>
                <p:cNvSpPr/>
                <p:nvPr/>
              </p:nvSpPr>
              <p:spPr>
                <a:xfrm>
                  <a:off x="-1186522" y="1278380"/>
                  <a:ext cx="84466" cy="47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0" h="569" extrusionOk="0">
                      <a:moveTo>
                        <a:pt x="507" y="0"/>
                      </a:moveTo>
                      <a:cubicBezTo>
                        <a:pt x="458" y="0"/>
                        <a:pt x="409" y="11"/>
                        <a:pt x="373" y="33"/>
                      </a:cubicBezTo>
                      <a:lnTo>
                        <a:pt x="78" y="205"/>
                      </a:lnTo>
                      <a:cubicBezTo>
                        <a:pt x="0" y="248"/>
                        <a:pt x="7" y="321"/>
                        <a:pt x="78" y="357"/>
                      </a:cubicBezTo>
                      <a:lnTo>
                        <a:pt x="389" y="536"/>
                      </a:lnTo>
                      <a:cubicBezTo>
                        <a:pt x="424" y="558"/>
                        <a:pt x="472" y="569"/>
                        <a:pt x="521" y="569"/>
                      </a:cubicBezTo>
                      <a:cubicBezTo>
                        <a:pt x="569" y="569"/>
                        <a:pt x="618" y="558"/>
                        <a:pt x="654" y="536"/>
                      </a:cubicBezTo>
                      <a:lnTo>
                        <a:pt x="949" y="364"/>
                      </a:lnTo>
                      <a:cubicBezTo>
                        <a:pt x="1020" y="321"/>
                        <a:pt x="1020" y="255"/>
                        <a:pt x="949" y="212"/>
                      </a:cubicBezTo>
                      <a:lnTo>
                        <a:pt x="639" y="33"/>
                      </a:lnTo>
                      <a:cubicBezTo>
                        <a:pt x="603" y="11"/>
                        <a:pt x="555" y="0"/>
                        <a:pt x="50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3" name="Google Shape;1573;p44">
                  <a:extLst>
                    <a:ext uri="{FF2B5EF4-FFF2-40B4-BE49-F238E27FC236}">
                      <a16:creationId xmlns:a16="http://schemas.microsoft.com/office/drawing/2014/main" id="{E91872DC-913E-810C-273F-5B5EF41CDDC2}"/>
                    </a:ext>
                  </a:extLst>
                </p:cNvPr>
                <p:cNvSpPr/>
                <p:nvPr/>
              </p:nvSpPr>
              <p:spPr>
                <a:xfrm>
                  <a:off x="-1516359" y="1154660"/>
                  <a:ext cx="8637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3" extrusionOk="0">
                      <a:moveTo>
                        <a:pt x="540" y="0"/>
                      </a:moveTo>
                      <a:cubicBezTo>
                        <a:pt x="493" y="0"/>
                        <a:pt x="446" y="11"/>
                        <a:pt x="411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35"/>
                        <a:pt x="79" y="378"/>
                      </a:cubicBezTo>
                      <a:lnTo>
                        <a:pt x="374" y="550"/>
                      </a:lnTo>
                      <a:cubicBezTo>
                        <a:pt x="411" y="572"/>
                        <a:pt x="459" y="583"/>
                        <a:pt x="507" y="583"/>
                      </a:cubicBezTo>
                      <a:cubicBezTo>
                        <a:pt x="556" y="583"/>
                        <a:pt x="604" y="572"/>
                        <a:pt x="640" y="550"/>
                      </a:cubicBezTo>
                      <a:lnTo>
                        <a:pt x="971" y="355"/>
                      </a:lnTo>
                      <a:cubicBezTo>
                        <a:pt x="1042" y="312"/>
                        <a:pt x="1042" y="248"/>
                        <a:pt x="971" y="205"/>
                      </a:cubicBezTo>
                      <a:lnTo>
                        <a:pt x="676" y="33"/>
                      </a:lnTo>
                      <a:cubicBezTo>
                        <a:pt x="637" y="11"/>
                        <a:pt x="588" y="0"/>
                        <a:pt x="54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4" name="Google Shape;1574;p44">
                  <a:extLst>
                    <a:ext uri="{FF2B5EF4-FFF2-40B4-BE49-F238E27FC236}">
                      <a16:creationId xmlns:a16="http://schemas.microsoft.com/office/drawing/2014/main" id="{5E769833-0022-7231-2ABD-9B4E42CA38FB}"/>
                    </a:ext>
                  </a:extLst>
                </p:cNvPr>
                <p:cNvSpPr/>
                <p:nvPr/>
              </p:nvSpPr>
              <p:spPr>
                <a:xfrm>
                  <a:off x="-1472221" y="1113503"/>
                  <a:ext cx="83307" cy="466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" h="563" extrusionOk="0">
                      <a:moveTo>
                        <a:pt x="504" y="1"/>
                      </a:moveTo>
                      <a:cubicBezTo>
                        <a:pt x="456" y="1"/>
                        <a:pt x="409" y="11"/>
                        <a:pt x="373" y="33"/>
                      </a:cubicBezTo>
                      <a:lnTo>
                        <a:pt x="71" y="205"/>
                      </a:lnTo>
                      <a:cubicBezTo>
                        <a:pt x="0" y="249"/>
                        <a:pt x="0" y="314"/>
                        <a:pt x="71" y="357"/>
                      </a:cubicBezTo>
                      <a:lnTo>
                        <a:pt x="373" y="530"/>
                      </a:lnTo>
                      <a:cubicBezTo>
                        <a:pt x="409" y="551"/>
                        <a:pt x="458" y="562"/>
                        <a:pt x="506" y="562"/>
                      </a:cubicBezTo>
                      <a:cubicBezTo>
                        <a:pt x="555" y="562"/>
                        <a:pt x="603" y="551"/>
                        <a:pt x="638" y="530"/>
                      </a:cubicBezTo>
                      <a:lnTo>
                        <a:pt x="933" y="357"/>
                      </a:lnTo>
                      <a:cubicBezTo>
                        <a:pt x="1006" y="314"/>
                        <a:pt x="1006" y="249"/>
                        <a:pt x="933" y="205"/>
                      </a:cubicBezTo>
                      <a:lnTo>
                        <a:pt x="638" y="33"/>
                      </a:lnTo>
                      <a:cubicBezTo>
                        <a:pt x="600" y="11"/>
                        <a:pt x="551" y="1"/>
                        <a:pt x="50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5" name="Google Shape;1575;p44">
                  <a:extLst>
                    <a:ext uri="{FF2B5EF4-FFF2-40B4-BE49-F238E27FC236}">
                      <a16:creationId xmlns:a16="http://schemas.microsoft.com/office/drawing/2014/main" id="{C3AB9D42-F058-BC47-C837-B498996C6A4D}"/>
                    </a:ext>
                  </a:extLst>
                </p:cNvPr>
                <p:cNvSpPr/>
                <p:nvPr/>
              </p:nvSpPr>
              <p:spPr>
                <a:xfrm>
                  <a:off x="-1415826" y="1092634"/>
                  <a:ext cx="62687" cy="34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" h="418" extrusionOk="0">
                      <a:moveTo>
                        <a:pt x="257" y="1"/>
                      </a:moveTo>
                      <a:cubicBezTo>
                        <a:pt x="208" y="1"/>
                        <a:pt x="159" y="12"/>
                        <a:pt x="123" y="33"/>
                      </a:cubicBezTo>
                      <a:lnTo>
                        <a:pt x="73" y="62"/>
                      </a:lnTo>
                      <a:cubicBezTo>
                        <a:pt x="1" y="106"/>
                        <a:pt x="1" y="169"/>
                        <a:pt x="73" y="213"/>
                      </a:cubicBezTo>
                      <a:lnTo>
                        <a:pt x="375" y="385"/>
                      </a:lnTo>
                      <a:cubicBezTo>
                        <a:pt x="411" y="407"/>
                        <a:pt x="460" y="417"/>
                        <a:pt x="508" y="417"/>
                      </a:cubicBezTo>
                      <a:cubicBezTo>
                        <a:pt x="557" y="417"/>
                        <a:pt x="605" y="407"/>
                        <a:pt x="641" y="385"/>
                      </a:cubicBezTo>
                      <a:lnTo>
                        <a:pt x="684" y="357"/>
                      </a:lnTo>
                      <a:cubicBezTo>
                        <a:pt x="756" y="314"/>
                        <a:pt x="756" y="249"/>
                        <a:pt x="684" y="206"/>
                      </a:cubicBezTo>
                      <a:lnTo>
                        <a:pt x="389" y="33"/>
                      </a:lnTo>
                      <a:cubicBezTo>
                        <a:pt x="353" y="12"/>
                        <a:pt x="305" y="1"/>
                        <a:pt x="257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6" name="Google Shape;1576;p44">
                  <a:extLst>
                    <a:ext uri="{FF2B5EF4-FFF2-40B4-BE49-F238E27FC236}">
                      <a16:creationId xmlns:a16="http://schemas.microsoft.com/office/drawing/2014/main" id="{D8F30022-BF2C-1098-6514-042506FCA694}"/>
                    </a:ext>
                  </a:extLst>
                </p:cNvPr>
                <p:cNvSpPr/>
                <p:nvPr/>
              </p:nvSpPr>
              <p:spPr>
                <a:xfrm>
                  <a:off x="-1359266" y="1124765"/>
                  <a:ext cx="63847" cy="35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" h="427" extrusionOk="0">
                      <a:moveTo>
                        <a:pt x="252" y="1"/>
                      </a:moveTo>
                      <a:cubicBezTo>
                        <a:pt x="204" y="1"/>
                        <a:pt x="156" y="12"/>
                        <a:pt x="116" y="33"/>
                      </a:cubicBezTo>
                      <a:lnTo>
                        <a:pt x="73" y="63"/>
                      </a:lnTo>
                      <a:cubicBezTo>
                        <a:pt x="1" y="106"/>
                        <a:pt x="1" y="178"/>
                        <a:pt x="73" y="213"/>
                      </a:cubicBezTo>
                      <a:lnTo>
                        <a:pt x="382" y="394"/>
                      </a:lnTo>
                      <a:cubicBezTo>
                        <a:pt x="418" y="415"/>
                        <a:pt x="467" y="426"/>
                        <a:pt x="515" y="426"/>
                      </a:cubicBezTo>
                      <a:cubicBezTo>
                        <a:pt x="564" y="426"/>
                        <a:pt x="612" y="415"/>
                        <a:pt x="648" y="394"/>
                      </a:cubicBezTo>
                      <a:lnTo>
                        <a:pt x="691" y="371"/>
                      </a:lnTo>
                      <a:cubicBezTo>
                        <a:pt x="770" y="328"/>
                        <a:pt x="763" y="256"/>
                        <a:pt x="691" y="213"/>
                      </a:cubicBezTo>
                      <a:lnTo>
                        <a:pt x="382" y="33"/>
                      </a:lnTo>
                      <a:cubicBezTo>
                        <a:pt x="346" y="12"/>
                        <a:pt x="299" y="1"/>
                        <a:pt x="25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7" name="Google Shape;1577;p44">
                  <a:extLst>
                    <a:ext uri="{FF2B5EF4-FFF2-40B4-BE49-F238E27FC236}">
                      <a16:creationId xmlns:a16="http://schemas.microsoft.com/office/drawing/2014/main" id="{4EA0D185-D311-2665-A4EA-6D21F0878F34}"/>
                    </a:ext>
                  </a:extLst>
                </p:cNvPr>
                <p:cNvSpPr/>
                <p:nvPr/>
              </p:nvSpPr>
              <p:spPr>
                <a:xfrm>
                  <a:off x="-1185943" y="1225381"/>
                  <a:ext cx="62522" cy="34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" h="413" extrusionOk="0">
                      <a:moveTo>
                        <a:pt x="252" y="0"/>
                      </a:moveTo>
                      <a:cubicBezTo>
                        <a:pt x="205" y="0"/>
                        <a:pt x="158" y="11"/>
                        <a:pt x="123" y="33"/>
                      </a:cubicBezTo>
                      <a:lnTo>
                        <a:pt x="71" y="55"/>
                      </a:lnTo>
                      <a:cubicBezTo>
                        <a:pt x="0" y="98"/>
                        <a:pt x="0" y="171"/>
                        <a:pt x="71" y="214"/>
                      </a:cubicBezTo>
                      <a:lnTo>
                        <a:pt x="373" y="386"/>
                      </a:lnTo>
                      <a:cubicBezTo>
                        <a:pt x="409" y="404"/>
                        <a:pt x="456" y="412"/>
                        <a:pt x="503" y="412"/>
                      </a:cubicBezTo>
                      <a:cubicBezTo>
                        <a:pt x="550" y="412"/>
                        <a:pt x="596" y="404"/>
                        <a:pt x="632" y="386"/>
                      </a:cubicBezTo>
                      <a:lnTo>
                        <a:pt x="683" y="357"/>
                      </a:lnTo>
                      <a:cubicBezTo>
                        <a:pt x="754" y="314"/>
                        <a:pt x="754" y="241"/>
                        <a:pt x="683" y="198"/>
                      </a:cubicBezTo>
                      <a:lnTo>
                        <a:pt x="388" y="33"/>
                      </a:lnTo>
                      <a:cubicBezTo>
                        <a:pt x="349" y="11"/>
                        <a:pt x="300" y="0"/>
                        <a:pt x="25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8" name="Google Shape;1578;p44">
                  <a:extLst>
                    <a:ext uri="{FF2B5EF4-FFF2-40B4-BE49-F238E27FC236}">
                      <a16:creationId xmlns:a16="http://schemas.microsoft.com/office/drawing/2014/main" id="{8424A217-6F75-6502-C3A9-0255988BCDD5}"/>
                    </a:ext>
                  </a:extLst>
                </p:cNvPr>
                <p:cNvSpPr/>
                <p:nvPr/>
              </p:nvSpPr>
              <p:spPr>
                <a:xfrm>
                  <a:off x="-1302127" y="1158221"/>
                  <a:ext cx="63267" cy="34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" h="419" extrusionOk="0">
                      <a:moveTo>
                        <a:pt x="253" y="1"/>
                      </a:moveTo>
                      <a:cubicBezTo>
                        <a:pt x="206" y="1"/>
                        <a:pt x="160" y="11"/>
                        <a:pt x="123" y="33"/>
                      </a:cubicBezTo>
                      <a:lnTo>
                        <a:pt x="73" y="61"/>
                      </a:lnTo>
                      <a:cubicBezTo>
                        <a:pt x="1" y="104"/>
                        <a:pt x="1" y="169"/>
                        <a:pt x="73" y="212"/>
                      </a:cubicBezTo>
                      <a:lnTo>
                        <a:pt x="382" y="392"/>
                      </a:lnTo>
                      <a:cubicBezTo>
                        <a:pt x="418" y="410"/>
                        <a:pt x="465" y="419"/>
                        <a:pt x="511" y="419"/>
                      </a:cubicBezTo>
                      <a:cubicBezTo>
                        <a:pt x="558" y="419"/>
                        <a:pt x="605" y="410"/>
                        <a:pt x="641" y="392"/>
                      </a:cubicBezTo>
                      <a:lnTo>
                        <a:pt x="691" y="362"/>
                      </a:lnTo>
                      <a:cubicBezTo>
                        <a:pt x="763" y="319"/>
                        <a:pt x="763" y="249"/>
                        <a:pt x="691" y="205"/>
                      </a:cubicBezTo>
                      <a:lnTo>
                        <a:pt x="382" y="33"/>
                      </a:lnTo>
                      <a:cubicBezTo>
                        <a:pt x="346" y="11"/>
                        <a:pt x="299" y="1"/>
                        <a:pt x="25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9" name="Google Shape;1579;p44">
                  <a:extLst>
                    <a:ext uri="{FF2B5EF4-FFF2-40B4-BE49-F238E27FC236}">
                      <a16:creationId xmlns:a16="http://schemas.microsoft.com/office/drawing/2014/main" id="{2054D48F-37B0-E8D7-C091-51B49D833017}"/>
                    </a:ext>
                  </a:extLst>
                </p:cNvPr>
                <p:cNvSpPr/>
                <p:nvPr/>
              </p:nvSpPr>
              <p:spPr>
                <a:xfrm>
                  <a:off x="-1415826" y="1146048"/>
                  <a:ext cx="84052" cy="46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" h="566" extrusionOk="0">
                      <a:moveTo>
                        <a:pt x="501" y="1"/>
                      </a:moveTo>
                      <a:cubicBezTo>
                        <a:pt x="453" y="1"/>
                        <a:pt x="404" y="10"/>
                        <a:pt x="368" y="28"/>
                      </a:cubicBezTo>
                      <a:lnTo>
                        <a:pt x="73" y="201"/>
                      </a:lnTo>
                      <a:cubicBezTo>
                        <a:pt x="1" y="244"/>
                        <a:pt x="1" y="316"/>
                        <a:pt x="73" y="359"/>
                      </a:cubicBezTo>
                      <a:lnTo>
                        <a:pt x="382" y="539"/>
                      </a:lnTo>
                      <a:cubicBezTo>
                        <a:pt x="418" y="557"/>
                        <a:pt x="467" y="566"/>
                        <a:pt x="515" y="566"/>
                      </a:cubicBezTo>
                      <a:cubicBezTo>
                        <a:pt x="564" y="566"/>
                        <a:pt x="612" y="557"/>
                        <a:pt x="648" y="539"/>
                      </a:cubicBezTo>
                      <a:lnTo>
                        <a:pt x="943" y="359"/>
                      </a:lnTo>
                      <a:cubicBezTo>
                        <a:pt x="1015" y="323"/>
                        <a:pt x="1015" y="251"/>
                        <a:pt x="943" y="208"/>
                      </a:cubicBezTo>
                      <a:lnTo>
                        <a:pt x="634" y="28"/>
                      </a:lnTo>
                      <a:cubicBezTo>
                        <a:pt x="597" y="10"/>
                        <a:pt x="549" y="1"/>
                        <a:pt x="50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0" name="Google Shape;1580;p44">
                  <a:extLst>
                    <a:ext uri="{FF2B5EF4-FFF2-40B4-BE49-F238E27FC236}">
                      <a16:creationId xmlns:a16="http://schemas.microsoft.com/office/drawing/2014/main" id="{8A997443-7C80-4900-4E43-F7385F15A40E}"/>
                    </a:ext>
                  </a:extLst>
                </p:cNvPr>
                <p:cNvSpPr/>
                <p:nvPr/>
              </p:nvSpPr>
              <p:spPr>
                <a:xfrm>
                  <a:off x="-1358687" y="1178924"/>
                  <a:ext cx="84135" cy="4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" h="570" extrusionOk="0">
                      <a:moveTo>
                        <a:pt x="501" y="1"/>
                      </a:moveTo>
                      <a:cubicBezTo>
                        <a:pt x="453" y="1"/>
                        <a:pt x="404" y="12"/>
                        <a:pt x="368" y="33"/>
                      </a:cubicBezTo>
                      <a:lnTo>
                        <a:pt x="73" y="206"/>
                      </a:lnTo>
                      <a:cubicBezTo>
                        <a:pt x="1" y="249"/>
                        <a:pt x="1" y="314"/>
                        <a:pt x="73" y="357"/>
                      </a:cubicBezTo>
                      <a:lnTo>
                        <a:pt x="382" y="537"/>
                      </a:lnTo>
                      <a:cubicBezTo>
                        <a:pt x="418" y="558"/>
                        <a:pt x="465" y="569"/>
                        <a:pt x="512" y="569"/>
                      </a:cubicBezTo>
                      <a:cubicBezTo>
                        <a:pt x="559" y="569"/>
                        <a:pt x="605" y="558"/>
                        <a:pt x="641" y="537"/>
                      </a:cubicBezTo>
                      <a:lnTo>
                        <a:pt x="943" y="364"/>
                      </a:lnTo>
                      <a:cubicBezTo>
                        <a:pt x="1015" y="321"/>
                        <a:pt x="1015" y="249"/>
                        <a:pt x="943" y="206"/>
                      </a:cubicBezTo>
                      <a:lnTo>
                        <a:pt x="634" y="33"/>
                      </a:lnTo>
                      <a:cubicBezTo>
                        <a:pt x="598" y="12"/>
                        <a:pt x="549" y="1"/>
                        <a:pt x="50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1" name="Google Shape;1581;p44">
                  <a:extLst>
                    <a:ext uri="{FF2B5EF4-FFF2-40B4-BE49-F238E27FC236}">
                      <a16:creationId xmlns:a16="http://schemas.microsoft.com/office/drawing/2014/main" id="{D250F607-2881-FE63-AD4D-E0DA3047A93D}"/>
                    </a:ext>
                  </a:extLst>
                </p:cNvPr>
                <p:cNvSpPr/>
                <p:nvPr/>
              </p:nvSpPr>
              <p:spPr>
                <a:xfrm>
                  <a:off x="-1245567" y="1190932"/>
                  <a:ext cx="66248" cy="36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438" extrusionOk="0">
                      <a:moveTo>
                        <a:pt x="256" y="1"/>
                      </a:moveTo>
                      <a:cubicBezTo>
                        <a:pt x="208" y="1"/>
                        <a:pt x="160" y="11"/>
                        <a:pt x="123" y="33"/>
                      </a:cubicBezTo>
                      <a:lnTo>
                        <a:pt x="73" y="61"/>
                      </a:lnTo>
                      <a:cubicBezTo>
                        <a:pt x="1" y="104"/>
                        <a:pt x="1" y="169"/>
                        <a:pt x="73" y="212"/>
                      </a:cubicBezTo>
                      <a:lnTo>
                        <a:pt x="412" y="406"/>
                      </a:lnTo>
                      <a:cubicBezTo>
                        <a:pt x="447" y="427"/>
                        <a:pt x="495" y="438"/>
                        <a:pt x="544" y="438"/>
                      </a:cubicBezTo>
                      <a:cubicBezTo>
                        <a:pt x="592" y="438"/>
                        <a:pt x="641" y="427"/>
                        <a:pt x="677" y="406"/>
                      </a:cubicBezTo>
                      <a:lnTo>
                        <a:pt x="727" y="378"/>
                      </a:lnTo>
                      <a:cubicBezTo>
                        <a:pt x="800" y="335"/>
                        <a:pt x="800" y="269"/>
                        <a:pt x="727" y="226"/>
                      </a:cubicBezTo>
                      <a:lnTo>
                        <a:pt x="389" y="33"/>
                      </a:lnTo>
                      <a:cubicBezTo>
                        <a:pt x="353" y="11"/>
                        <a:pt x="305" y="1"/>
                        <a:pt x="25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2" name="Google Shape;1582;p44">
                  <a:extLst>
                    <a:ext uri="{FF2B5EF4-FFF2-40B4-BE49-F238E27FC236}">
                      <a16:creationId xmlns:a16="http://schemas.microsoft.com/office/drawing/2014/main" id="{871F22A1-10CC-B055-8D28-0E9A256299F2}"/>
                    </a:ext>
                  </a:extLst>
                </p:cNvPr>
                <p:cNvSpPr/>
                <p:nvPr/>
              </p:nvSpPr>
              <p:spPr>
                <a:xfrm>
                  <a:off x="-1302127" y="1211800"/>
                  <a:ext cx="87116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" h="583" extrusionOk="0">
                      <a:moveTo>
                        <a:pt x="505" y="1"/>
                      </a:moveTo>
                      <a:cubicBezTo>
                        <a:pt x="458" y="1"/>
                        <a:pt x="411" y="11"/>
                        <a:pt x="375" y="33"/>
                      </a:cubicBezTo>
                      <a:lnTo>
                        <a:pt x="73" y="205"/>
                      </a:lnTo>
                      <a:cubicBezTo>
                        <a:pt x="1" y="248"/>
                        <a:pt x="1" y="319"/>
                        <a:pt x="80" y="355"/>
                      </a:cubicBezTo>
                      <a:lnTo>
                        <a:pt x="411" y="550"/>
                      </a:lnTo>
                      <a:cubicBezTo>
                        <a:pt x="447" y="572"/>
                        <a:pt x="495" y="583"/>
                        <a:pt x="544" y="583"/>
                      </a:cubicBezTo>
                      <a:cubicBezTo>
                        <a:pt x="592" y="583"/>
                        <a:pt x="641" y="572"/>
                        <a:pt x="677" y="550"/>
                      </a:cubicBezTo>
                      <a:lnTo>
                        <a:pt x="979" y="378"/>
                      </a:lnTo>
                      <a:cubicBezTo>
                        <a:pt x="1051" y="335"/>
                        <a:pt x="1051" y="269"/>
                        <a:pt x="972" y="226"/>
                      </a:cubicBezTo>
                      <a:lnTo>
                        <a:pt x="641" y="33"/>
                      </a:lnTo>
                      <a:cubicBezTo>
                        <a:pt x="601" y="11"/>
                        <a:pt x="553" y="1"/>
                        <a:pt x="50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3" name="Google Shape;1583;p44">
                  <a:extLst>
                    <a:ext uri="{FF2B5EF4-FFF2-40B4-BE49-F238E27FC236}">
                      <a16:creationId xmlns:a16="http://schemas.microsoft.com/office/drawing/2014/main" id="{41E4C75C-28C7-0759-8F82-C84B7ED21E78}"/>
                    </a:ext>
                  </a:extLst>
                </p:cNvPr>
                <p:cNvSpPr/>
                <p:nvPr/>
              </p:nvSpPr>
              <p:spPr>
                <a:xfrm>
                  <a:off x="-1611509" y="1166337"/>
                  <a:ext cx="86371" cy="48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0" extrusionOk="0">
                      <a:moveTo>
                        <a:pt x="503" y="1"/>
                      </a:moveTo>
                      <a:cubicBezTo>
                        <a:pt x="456" y="1"/>
                        <a:pt x="409" y="10"/>
                        <a:pt x="373" y="28"/>
                      </a:cubicBezTo>
                      <a:lnTo>
                        <a:pt x="71" y="201"/>
                      </a:lnTo>
                      <a:cubicBezTo>
                        <a:pt x="0" y="244"/>
                        <a:pt x="0" y="314"/>
                        <a:pt x="78" y="351"/>
                      </a:cubicBezTo>
                      <a:lnTo>
                        <a:pt x="409" y="553"/>
                      </a:lnTo>
                      <a:cubicBezTo>
                        <a:pt x="445" y="571"/>
                        <a:pt x="494" y="580"/>
                        <a:pt x="543" y="580"/>
                      </a:cubicBezTo>
                      <a:cubicBezTo>
                        <a:pt x="591" y="580"/>
                        <a:pt x="639" y="571"/>
                        <a:pt x="675" y="553"/>
                      </a:cubicBezTo>
                      <a:lnTo>
                        <a:pt x="970" y="380"/>
                      </a:lnTo>
                      <a:cubicBezTo>
                        <a:pt x="1042" y="337"/>
                        <a:pt x="1042" y="264"/>
                        <a:pt x="970" y="221"/>
                      </a:cubicBezTo>
                      <a:lnTo>
                        <a:pt x="632" y="28"/>
                      </a:lnTo>
                      <a:cubicBezTo>
                        <a:pt x="596" y="10"/>
                        <a:pt x="550" y="1"/>
                        <a:pt x="50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4" name="Google Shape;1584;p44">
                  <a:extLst>
                    <a:ext uri="{FF2B5EF4-FFF2-40B4-BE49-F238E27FC236}">
                      <a16:creationId xmlns:a16="http://schemas.microsoft.com/office/drawing/2014/main" id="{2D2AF93C-E08A-1DD0-8A62-F3631A219CA3}"/>
                    </a:ext>
                  </a:extLst>
                </p:cNvPr>
                <p:cNvSpPr/>
                <p:nvPr/>
              </p:nvSpPr>
              <p:spPr>
                <a:xfrm>
                  <a:off x="-1552134" y="1200372"/>
                  <a:ext cx="83555" cy="466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563" extrusionOk="0">
                      <a:moveTo>
                        <a:pt x="500" y="0"/>
                      </a:moveTo>
                      <a:cubicBezTo>
                        <a:pt x="452" y="0"/>
                        <a:pt x="404" y="11"/>
                        <a:pt x="368" y="33"/>
                      </a:cubicBezTo>
                      <a:lnTo>
                        <a:pt x="73" y="205"/>
                      </a:lnTo>
                      <a:cubicBezTo>
                        <a:pt x="1" y="248"/>
                        <a:pt x="1" y="314"/>
                        <a:pt x="73" y="357"/>
                      </a:cubicBezTo>
                      <a:lnTo>
                        <a:pt x="375" y="530"/>
                      </a:lnTo>
                      <a:cubicBezTo>
                        <a:pt x="411" y="551"/>
                        <a:pt x="458" y="562"/>
                        <a:pt x="505" y="562"/>
                      </a:cubicBezTo>
                      <a:cubicBezTo>
                        <a:pt x="551" y="562"/>
                        <a:pt x="598" y="551"/>
                        <a:pt x="634" y="530"/>
                      </a:cubicBezTo>
                      <a:lnTo>
                        <a:pt x="936" y="357"/>
                      </a:lnTo>
                      <a:cubicBezTo>
                        <a:pt x="1008" y="314"/>
                        <a:pt x="1008" y="248"/>
                        <a:pt x="929" y="205"/>
                      </a:cubicBezTo>
                      <a:lnTo>
                        <a:pt x="634" y="33"/>
                      </a:lnTo>
                      <a:cubicBezTo>
                        <a:pt x="598" y="11"/>
                        <a:pt x="549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5" name="Google Shape;1585;p44">
                  <a:extLst>
                    <a:ext uri="{FF2B5EF4-FFF2-40B4-BE49-F238E27FC236}">
                      <a16:creationId xmlns:a16="http://schemas.microsoft.com/office/drawing/2014/main" id="{403AAC23-048A-191B-8DE5-7E72F4E5647C}"/>
                    </a:ext>
                  </a:extLst>
                </p:cNvPr>
                <p:cNvSpPr/>
                <p:nvPr/>
              </p:nvSpPr>
              <p:spPr>
                <a:xfrm>
                  <a:off x="-1459799" y="1187371"/>
                  <a:ext cx="86950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" h="590" extrusionOk="0">
                      <a:moveTo>
                        <a:pt x="536" y="1"/>
                      </a:moveTo>
                      <a:cubicBezTo>
                        <a:pt x="487" y="1"/>
                        <a:pt x="438" y="11"/>
                        <a:pt x="402" y="33"/>
                      </a:cubicBezTo>
                      <a:lnTo>
                        <a:pt x="73" y="226"/>
                      </a:lnTo>
                      <a:cubicBezTo>
                        <a:pt x="0" y="262"/>
                        <a:pt x="0" y="335"/>
                        <a:pt x="73" y="378"/>
                      </a:cubicBezTo>
                      <a:lnTo>
                        <a:pt x="382" y="557"/>
                      </a:lnTo>
                      <a:cubicBezTo>
                        <a:pt x="418" y="579"/>
                        <a:pt x="466" y="590"/>
                        <a:pt x="514" y="590"/>
                      </a:cubicBezTo>
                      <a:cubicBezTo>
                        <a:pt x="563" y="590"/>
                        <a:pt x="611" y="579"/>
                        <a:pt x="647" y="557"/>
                      </a:cubicBezTo>
                      <a:lnTo>
                        <a:pt x="978" y="362"/>
                      </a:lnTo>
                      <a:cubicBezTo>
                        <a:pt x="1049" y="319"/>
                        <a:pt x="1049" y="248"/>
                        <a:pt x="978" y="205"/>
                      </a:cubicBezTo>
                      <a:lnTo>
                        <a:pt x="670" y="33"/>
                      </a:lnTo>
                      <a:cubicBezTo>
                        <a:pt x="633" y="11"/>
                        <a:pt x="585" y="1"/>
                        <a:pt x="53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6" name="Google Shape;1586;p44">
                  <a:extLst>
                    <a:ext uri="{FF2B5EF4-FFF2-40B4-BE49-F238E27FC236}">
                      <a16:creationId xmlns:a16="http://schemas.microsoft.com/office/drawing/2014/main" id="{9AB22A4D-E47A-5DB2-AA70-8879972CBFCB}"/>
                    </a:ext>
                  </a:extLst>
                </p:cNvPr>
                <p:cNvSpPr/>
                <p:nvPr/>
              </p:nvSpPr>
              <p:spPr>
                <a:xfrm>
                  <a:off x="-1402659" y="1220081"/>
                  <a:ext cx="86950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" h="590" extrusionOk="0">
                      <a:moveTo>
                        <a:pt x="540" y="1"/>
                      </a:moveTo>
                      <a:cubicBezTo>
                        <a:pt x="493" y="1"/>
                        <a:pt x="446" y="11"/>
                        <a:pt x="411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35"/>
                        <a:pt x="73" y="378"/>
                      </a:cubicBezTo>
                      <a:lnTo>
                        <a:pt x="382" y="557"/>
                      </a:lnTo>
                      <a:cubicBezTo>
                        <a:pt x="418" y="579"/>
                        <a:pt x="464" y="590"/>
                        <a:pt x="511" y="590"/>
                      </a:cubicBezTo>
                      <a:cubicBezTo>
                        <a:pt x="558" y="590"/>
                        <a:pt x="604" y="579"/>
                        <a:pt x="640" y="557"/>
                      </a:cubicBezTo>
                      <a:lnTo>
                        <a:pt x="978" y="364"/>
                      </a:lnTo>
                      <a:cubicBezTo>
                        <a:pt x="1049" y="321"/>
                        <a:pt x="1049" y="249"/>
                        <a:pt x="978" y="212"/>
                      </a:cubicBezTo>
                      <a:lnTo>
                        <a:pt x="670" y="33"/>
                      </a:lnTo>
                      <a:cubicBezTo>
                        <a:pt x="633" y="11"/>
                        <a:pt x="586" y="1"/>
                        <a:pt x="54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7" name="Google Shape;1587;p44">
                  <a:extLst>
                    <a:ext uri="{FF2B5EF4-FFF2-40B4-BE49-F238E27FC236}">
                      <a16:creationId xmlns:a16="http://schemas.microsoft.com/office/drawing/2014/main" id="{6BE58F57-A77B-76E7-158E-3B77AFFB1FF2}"/>
                    </a:ext>
                  </a:extLst>
                </p:cNvPr>
                <p:cNvSpPr/>
                <p:nvPr/>
              </p:nvSpPr>
              <p:spPr>
                <a:xfrm>
                  <a:off x="-1346099" y="1252792"/>
                  <a:ext cx="89932" cy="50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607" extrusionOk="0">
                      <a:moveTo>
                        <a:pt x="543" y="1"/>
                      </a:moveTo>
                      <a:cubicBezTo>
                        <a:pt x="494" y="1"/>
                        <a:pt x="446" y="11"/>
                        <a:pt x="409" y="33"/>
                      </a:cubicBezTo>
                      <a:lnTo>
                        <a:pt x="80" y="228"/>
                      </a:lnTo>
                      <a:cubicBezTo>
                        <a:pt x="0" y="271"/>
                        <a:pt x="7" y="342"/>
                        <a:pt x="80" y="378"/>
                      </a:cubicBezTo>
                      <a:lnTo>
                        <a:pt x="409" y="580"/>
                      </a:lnTo>
                      <a:cubicBezTo>
                        <a:pt x="449" y="598"/>
                        <a:pt x="498" y="607"/>
                        <a:pt x="546" y="607"/>
                      </a:cubicBezTo>
                      <a:cubicBezTo>
                        <a:pt x="593" y="607"/>
                        <a:pt x="640" y="598"/>
                        <a:pt x="677" y="580"/>
                      </a:cubicBezTo>
                      <a:lnTo>
                        <a:pt x="1013" y="378"/>
                      </a:lnTo>
                      <a:cubicBezTo>
                        <a:pt x="1086" y="342"/>
                        <a:pt x="1086" y="271"/>
                        <a:pt x="1013" y="228"/>
                      </a:cubicBezTo>
                      <a:lnTo>
                        <a:pt x="677" y="33"/>
                      </a:lnTo>
                      <a:cubicBezTo>
                        <a:pt x="640" y="11"/>
                        <a:pt x="592" y="1"/>
                        <a:pt x="54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8" name="Google Shape;1588;p44">
                  <a:extLst>
                    <a:ext uri="{FF2B5EF4-FFF2-40B4-BE49-F238E27FC236}">
                      <a16:creationId xmlns:a16="http://schemas.microsoft.com/office/drawing/2014/main" id="{CE34C819-483C-DA7D-3891-C6256F93078B}"/>
                    </a:ext>
                  </a:extLst>
                </p:cNvPr>
                <p:cNvSpPr/>
                <p:nvPr/>
              </p:nvSpPr>
              <p:spPr>
                <a:xfrm>
                  <a:off x="-1438351" y="1265959"/>
                  <a:ext cx="83307" cy="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" h="568" extrusionOk="0">
                      <a:moveTo>
                        <a:pt x="496" y="0"/>
                      </a:moveTo>
                      <a:cubicBezTo>
                        <a:pt x="449" y="0"/>
                        <a:pt x="403" y="11"/>
                        <a:pt x="367" y="33"/>
                      </a:cubicBezTo>
                      <a:lnTo>
                        <a:pt x="72" y="205"/>
                      </a:lnTo>
                      <a:cubicBezTo>
                        <a:pt x="0" y="248"/>
                        <a:pt x="0" y="312"/>
                        <a:pt x="72" y="355"/>
                      </a:cubicBezTo>
                      <a:lnTo>
                        <a:pt x="374" y="535"/>
                      </a:lnTo>
                      <a:cubicBezTo>
                        <a:pt x="414" y="556"/>
                        <a:pt x="462" y="567"/>
                        <a:pt x="510" y="567"/>
                      </a:cubicBezTo>
                      <a:cubicBezTo>
                        <a:pt x="557" y="567"/>
                        <a:pt x="604" y="556"/>
                        <a:pt x="640" y="535"/>
                      </a:cubicBezTo>
                      <a:lnTo>
                        <a:pt x="935" y="362"/>
                      </a:lnTo>
                      <a:cubicBezTo>
                        <a:pt x="1006" y="319"/>
                        <a:pt x="1006" y="248"/>
                        <a:pt x="935" y="212"/>
                      </a:cubicBezTo>
                      <a:lnTo>
                        <a:pt x="626" y="33"/>
                      </a:lnTo>
                      <a:cubicBezTo>
                        <a:pt x="590" y="11"/>
                        <a:pt x="543" y="0"/>
                        <a:pt x="49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9" name="Google Shape;1589;p44">
                  <a:extLst>
                    <a:ext uri="{FF2B5EF4-FFF2-40B4-BE49-F238E27FC236}">
                      <a16:creationId xmlns:a16="http://schemas.microsoft.com/office/drawing/2014/main" id="{0E8E1B8F-F531-450A-5618-2885D059D559}"/>
                    </a:ext>
                  </a:extLst>
                </p:cNvPr>
                <p:cNvSpPr/>
                <p:nvPr/>
              </p:nvSpPr>
              <p:spPr>
                <a:xfrm>
                  <a:off x="-1286558" y="1287407"/>
                  <a:ext cx="8637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3" extrusionOk="0">
                      <a:moveTo>
                        <a:pt x="539" y="0"/>
                      </a:moveTo>
                      <a:cubicBezTo>
                        <a:pt x="492" y="0"/>
                        <a:pt x="446" y="11"/>
                        <a:pt x="410" y="32"/>
                      </a:cubicBezTo>
                      <a:lnTo>
                        <a:pt x="72" y="226"/>
                      </a:lnTo>
                      <a:cubicBezTo>
                        <a:pt x="1" y="269"/>
                        <a:pt x="1" y="334"/>
                        <a:pt x="72" y="377"/>
                      </a:cubicBezTo>
                      <a:lnTo>
                        <a:pt x="373" y="550"/>
                      </a:lnTo>
                      <a:cubicBezTo>
                        <a:pt x="410" y="572"/>
                        <a:pt x="457" y="582"/>
                        <a:pt x="503" y="582"/>
                      </a:cubicBezTo>
                      <a:cubicBezTo>
                        <a:pt x="550" y="582"/>
                        <a:pt x="597" y="572"/>
                        <a:pt x="632" y="550"/>
                      </a:cubicBezTo>
                      <a:lnTo>
                        <a:pt x="970" y="355"/>
                      </a:lnTo>
                      <a:cubicBezTo>
                        <a:pt x="1043" y="312"/>
                        <a:pt x="1043" y="248"/>
                        <a:pt x="970" y="205"/>
                      </a:cubicBezTo>
                      <a:lnTo>
                        <a:pt x="668" y="32"/>
                      </a:lnTo>
                      <a:cubicBezTo>
                        <a:pt x="632" y="11"/>
                        <a:pt x="586" y="0"/>
                        <a:pt x="539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0" name="Google Shape;1590;p44">
                  <a:extLst>
                    <a:ext uri="{FF2B5EF4-FFF2-40B4-BE49-F238E27FC236}">
                      <a16:creationId xmlns:a16="http://schemas.microsoft.com/office/drawing/2014/main" id="{E330F5DD-01EB-30BC-4612-73B303CD9954}"/>
                    </a:ext>
                  </a:extLst>
                </p:cNvPr>
                <p:cNvSpPr/>
                <p:nvPr/>
              </p:nvSpPr>
              <p:spPr>
                <a:xfrm>
                  <a:off x="-1381791" y="1298669"/>
                  <a:ext cx="8637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3" extrusionOk="0">
                      <a:moveTo>
                        <a:pt x="500" y="0"/>
                      </a:moveTo>
                      <a:cubicBezTo>
                        <a:pt x="451" y="0"/>
                        <a:pt x="402" y="11"/>
                        <a:pt x="366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12"/>
                        <a:pt x="73" y="355"/>
                      </a:cubicBezTo>
                      <a:lnTo>
                        <a:pt x="409" y="550"/>
                      </a:lnTo>
                      <a:cubicBezTo>
                        <a:pt x="445" y="572"/>
                        <a:pt x="494" y="583"/>
                        <a:pt x="543" y="583"/>
                      </a:cubicBezTo>
                      <a:cubicBezTo>
                        <a:pt x="591" y="583"/>
                        <a:pt x="640" y="572"/>
                        <a:pt x="676" y="550"/>
                      </a:cubicBezTo>
                      <a:lnTo>
                        <a:pt x="970" y="378"/>
                      </a:lnTo>
                      <a:cubicBezTo>
                        <a:pt x="1042" y="342"/>
                        <a:pt x="1042" y="269"/>
                        <a:pt x="970" y="226"/>
                      </a:cubicBezTo>
                      <a:lnTo>
                        <a:pt x="633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1" name="Google Shape;1591;p44">
                  <a:extLst>
                    <a:ext uri="{FF2B5EF4-FFF2-40B4-BE49-F238E27FC236}">
                      <a16:creationId xmlns:a16="http://schemas.microsoft.com/office/drawing/2014/main" id="{99DDDC36-1FA8-AA47-3472-3026F8ABBD8A}"/>
                    </a:ext>
                  </a:extLst>
                </p:cNvPr>
                <p:cNvSpPr/>
                <p:nvPr/>
              </p:nvSpPr>
              <p:spPr>
                <a:xfrm>
                  <a:off x="-1471641" y="1312333"/>
                  <a:ext cx="85211" cy="4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570" extrusionOk="0">
                      <a:moveTo>
                        <a:pt x="516" y="1"/>
                      </a:moveTo>
                      <a:cubicBezTo>
                        <a:pt x="468" y="1"/>
                        <a:pt x="420" y="12"/>
                        <a:pt x="381" y="33"/>
                      </a:cubicBezTo>
                      <a:lnTo>
                        <a:pt x="79" y="213"/>
                      </a:lnTo>
                      <a:cubicBezTo>
                        <a:pt x="0" y="256"/>
                        <a:pt x="7" y="320"/>
                        <a:pt x="79" y="363"/>
                      </a:cubicBezTo>
                      <a:lnTo>
                        <a:pt x="381" y="544"/>
                      </a:lnTo>
                      <a:cubicBezTo>
                        <a:pt x="417" y="561"/>
                        <a:pt x="465" y="570"/>
                        <a:pt x="514" y="570"/>
                      </a:cubicBezTo>
                      <a:cubicBezTo>
                        <a:pt x="562" y="570"/>
                        <a:pt x="611" y="561"/>
                        <a:pt x="647" y="544"/>
                      </a:cubicBezTo>
                      <a:lnTo>
                        <a:pt x="956" y="363"/>
                      </a:lnTo>
                      <a:cubicBezTo>
                        <a:pt x="1028" y="320"/>
                        <a:pt x="1028" y="249"/>
                        <a:pt x="956" y="206"/>
                      </a:cubicBezTo>
                      <a:lnTo>
                        <a:pt x="647" y="33"/>
                      </a:lnTo>
                      <a:cubicBezTo>
                        <a:pt x="611" y="12"/>
                        <a:pt x="564" y="1"/>
                        <a:pt x="51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2" name="Google Shape;1592;p44">
                  <a:extLst>
                    <a:ext uri="{FF2B5EF4-FFF2-40B4-BE49-F238E27FC236}">
                      <a16:creationId xmlns:a16="http://schemas.microsoft.com/office/drawing/2014/main" id="{91FB59F4-3414-348E-A7CA-51E4F42BEBDD}"/>
                    </a:ext>
                  </a:extLst>
                </p:cNvPr>
                <p:cNvSpPr/>
                <p:nvPr/>
              </p:nvSpPr>
              <p:spPr>
                <a:xfrm>
                  <a:off x="-1577142" y="1317053"/>
                  <a:ext cx="85294" cy="47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" h="577" extrusionOk="0">
                      <a:moveTo>
                        <a:pt x="516" y="1"/>
                      </a:moveTo>
                      <a:cubicBezTo>
                        <a:pt x="467" y="1"/>
                        <a:pt x="418" y="12"/>
                        <a:pt x="382" y="33"/>
                      </a:cubicBezTo>
                      <a:lnTo>
                        <a:pt x="73" y="213"/>
                      </a:lnTo>
                      <a:cubicBezTo>
                        <a:pt x="1" y="256"/>
                        <a:pt x="1" y="321"/>
                        <a:pt x="80" y="364"/>
                      </a:cubicBezTo>
                      <a:lnTo>
                        <a:pt x="382" y="544"/>
                      </a:lnTo>
                      <a:cubicBezTo>
                        <a:pt x="418" y="565"/>
                        <a:pt x="467" y="576"/>
                        <a:pt x="516" y="576"/>
                      </a:cubicBezTo>
                      <a:cubicBezTo>
                        <a:pt x="564" y="576"/>
                        <a:pt x="613" y="565"/>
                        <a:pt x="648" y="544"/>
                      </a:cubicBezTo>
                      <a:lnTo>
                        <a:pt x="957" y="364"/>
                      </a:lnTo>
                      <a:cubicBezTo>
                        <a:pt x="1029" y="321"/>
                        <a:pt x="1022" y="249"/>
                        <a:pt x="950" y="213"/>
                      </a:cubicBezTo>
                      <a:lnTo>
                        <a:pt x="648" y="33"/>
                      </a:lnTo>
                      <a:cubicBezTo>
                        <a:pt x="613" y="12"/>
                        <a:pt x="564" y="1"/>
                        <a:pt x="51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3" name="Google Shape;1593;p44">
                  <a:extLst>
                    <a:ext uri="{FF2B5EF4-FFF2-40B4-BE49-F238E27FC236}">
                      <a16:creationId xmlns:a16="http://schemas.microsoft.com/office/drawing/2014/main" id="{9214A203-7E46-0A1A-077C-58D68BF76EEF}"/>
                    </a:ext>
                  </a:extLst>
                </p:cNvPr>
                <p:cNvSpPr/>
                <p:nvPr/>
              </p:nvSpPr>
              <p:spPr>
                <a:xfrm>
                  <a:off x="-1230081" y="1319538"/>
                  <a:ext cx="87033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" h="590" extrusionOk="0">
                      <a:moveTo>
                        <a:pt x="536" y="0"/>
                      </a:moveTo>
                      <a:cubicBezTo>
                        <a:pt x="488" y="0"/>
                        <a:pt x="439" y="11"/>
                        <a:pt x="404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41"/>
                        <a:pt x="73" y="385"/>
                      </a:cubicBezTo>
                      <a:lnTo>
                        <a:pt x="382" y="557"/>
                      </a:lnTo>
                      <a:cubicBezTo>
                        <a:pt x="418" y="579"/>
                        <a:pt x="466" y="589"/>
                        <a:pt x="515" y="589"/>
                      </a:cubicBezTo>
                      <a:cubicBezTo>
                        <a:pt x="564" y="589"/>
                        <a:pt x="612" y="579"/>
                        <a:pt x="647" y="557"/>
                      </a:cubicBezTo>
                      <a:lnTo>
                        <a:pt x="978" y="362"/>
                      </a:lnTo>
                      <a:cubicBezTo>
                        <a:pt x="1051" y="328"/>
                        <a:pt x="1051" y="255"/>
                        <a:pt x="978" y="212"/>
                      </a:cubicBezTo>
                      <a:lnTo>
                        <a:pt x="670" y="33"/>
                      </a:lnTo>
                      <a:cubicBezTo>
                        <a:pt x="633" y="11"/>
                        <a:pt x="585" y="0"/>
                        <a:pt x="5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4" name="Google Shape;1594;p44">
                  <a:extLst>
                    <a:ext uri="{FF2B5EF4-FFF2-40B4-BE49-F238E27FC236}">
                      <a16:creationId xmlns:a16="http://schemas.microsoft.com/office/drawing/2014/main" id="{C6D5BB2B-046B-5A84-FE80-E23503C84135}"/>
                    </a:ext>
                  </a:extLst>
                </p:cNvPr>
                <p:cNvSpPr/>
                <p:nvPr/>
              </p:nvSpPr>
              <p:spPr>
                <a:xfrm>
                  <a:off x="-1322250" y="1333202"/>
                  <a:ext cx="82810" cy="46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561" extrusionOk="0">
                      <a:moveTo>
                        <a:pt x="500" y="1"/>
                      </a:moveTo>
                      <a:cubicBezTo>
                        <a:pt x="451" y="1"/>
                        <a:pt x="403" y="12"/>
                        <a:pt x="366" y="33"/>
                      </a:cubicBezTo>
                      <a:lnTo>
                        <a:pt x="71" y="206"/>
                      </a:lnTo>
                      <a:cubicBezTo>
                        <a:pt x="1" y="240"/>
                        <a:pt x="1" y="313"/>
                        <a:pt x="71" y="356"/>
                      </a:cubicBezTo>
                      <a:lnTo>
                        <a:pt x="373" y="528"/>
                      </a:lnTo>
                      <a:cubicBezTo>
                        <a:pt x="409" y="550"/>
                        <a:pt x="456" y="561"/>
                        <a:pt x="503" y="561"/>
                      </a:cubicBezTo>
                      <a:cubicBezTo>
                        <a:pt x="550" y="561"/>
                        <a:pt x="597" y="550"/>
                        <a:pt x="632" y="528"/>
                      </a:cubicBezTo>
                      <a:lnTo>
                        <a:pt x="927" y="356"/>
                      </a:lnTo>
                      <a:cubicBezTo>
                        <a:pt x="999" y="313"/>
                        <a:pt x="999" y="240"/>
                        <a:pt x="927" y="206"/>
                      </a:cubicBezTo>
                      <a:lnTo>
                        <a:pt x="632" y="33"/>
                      </a:lnTo>
                      <a:cubicBezTo>
                        <a:pt x="597" y="12"/>
                        <a:pt x="548" y="1"/>
                        <a:pt x="50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5" name="Google Shape;1595;p44">
                  <a:extLst>
                    <a:ext uri="{FF2B5EF4-FFF2-40B4-BE49-F238E27FC236}">
                      <a16:creationId xmlns:a16="http://schemas.microsoft.com/office/drawing/2014/main" id="{8B1CED88-CBAD-3F43-5FC6-C9B6D9B87C8F}"/>
                    </a:ext>
                  </a:extLst>
                </p:cNvPr>
                <p:cNvSpPr/>
                <p:nvPr/>
              </p:nvSpPr>
              <p:spPr>
                <a:xfrm>
                  <a:off x="-1414501" y="1345126"/>
                  <a:ext cx="87447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" h="590" extrusionOk="0">
                      <a:moveTo>
                        <a:pt x="511" y="0"/>
                      </a:moveTo>
                      <a:cubicBezTo>
                        <a:pt x="463" y="0"/>
                        <a:pt x="417" y="11"/>
                        <a:pt x="381" y="32"/>
                      </a:cubicBezTo>
                      <a:lnTo>
                        <a:pt x="71" y="212"/>
                      </a:lnTo>
                      <a:cubicBezTo>
                        <a:pt x="0" y="255"/>
                        <a:pt x="0" y="320"/>
                        <a:pt x="71" y="364"/>
                      </a:cubicBezTo>
                      <a:lnTo>
                        <a:pt x="409" y="557"/>
                      </a:lnTo>
                      <a:cubicBezTo>
                        <a:pt x="445" y="578"/>
                        <a:pt x="494" y="589"/>
                        <a:pt x="542" y="589"/>
                      </a:cubicBezTo>
                      <a:cubicBezTo>
                        <a:pt x="591" y="589"/>
                        <a:pt x="639" y="578"/>
                        <a:pt x="675" y="557"/>
                      </a:cubicBezTo>
                      <a:lnTo>
                        <a:pt x="985" y="377"/>
                      </a:lnTo>
                      <a:cubicBezTo>
                        <a:pt x="1056" y="334"/>
                        <a:pt x="1056" y="269"/>
                        <a:pt x="977" y="226"/>
                      </a:cubicBezTo>
                      <a:lnTo>
                        <a:pt x="647" y="32"/>
                      </a:lnTo>
                      <a:cubicBezTo>
                        <a:pt x="607" y="11"/>
                        <a:pt x="559" y="0"/>
                        <a:pt x="511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6" name="Google Shape;1596;p44">
                  <a:extLst>
                    <a:ext uri="{FF2B5EF4-FFF2-40B4-BE49-F238E27FC236}">
                      <a16:creationId xmlns:a16="http://schemas.microsoft.com/office/drawing/2014/main" id="{3D3AB16E-43FD-2D0C-0E23-EB0AE430C2C6}"/>
                    </a:ext>
                  </a:extLst>
                </p:cNvPr>
                <p:cNvSpPr/>
                <p:nvPr/>
              </p:nvSpPr>
              <p:spPr>
                <a:xfrm>
                  <a:off x="-1172941" y="1352828"/>
                  <a:ext cx="82893" cy="46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" h="562" extrusionOk="0">
                      <a:moveTo>
                        <a:pt x="536" y="0"/>
                      </a:moveTo>
                      <a:cubicBezTo>
                        <a:pt x="488" y="0"/>
                        <a:pt x="439" y="11"/>
                        <a:pt x="404" y="33"/>
                      </a:cubicBezTo>
                      <a:lnTo>
                        <a:pt x="73" y="227"/>
                      </a:lnTo>
                      <a:cubicBezTo>
                        <a:pt x="0" y="271"/>
                        <a:pt x="0" y="334"/>
                        <a:pt x="73" y="378"/>
                      </a:cubicBezTo>
                      <a:lnTo>
                        <a:pt x="332" y="529"/>
                      </a:lnTo>
                      <a:cubicBezTo>
                        <a:pt x="368" y="551"/>
                        <a:pt x="416" y="562"/>
                        <a:pt x="465" y="562"/>
                      </a:cubicBezTo>
                      <a:cubicBezTo>
                        <a:pt x="514" y="562"/>
                        <a:pt x="562" y="551"/>
                        <a:pt x="597" y="529"/>
                      </a:cubicBezTo>
                      <a:lnTo>
                        <a:pt x="928" y="334"/>
                      </a:lnTo>
                      <a:cubicBezTo>
                        <a:pt x="1001" y="291"/>
                        <a:pt x="1001" y="227"/>
                        <a:pt x="928" y="184"/>
                      </a:cubicBezTo>
                      <a:lnTo>
                        <a:pt x="670" y="33"/>
                      </a:lnTo>
                      <a:cubicBezTo>
                        <a:pt x="633" y="11"/>
                        <a:pt x="585" y="0"/>
                        <a:pt x="5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7" name="Google Shape;1597;p44">
                  <a:extLst>
                    <a:ext uri="{FF2B5EF4-FFF2-40B4-BE49-F238E27FC236}">
                      <a16:creationId xmlns:a16="http://schemas.microsoft.com/office/drawing/2014/main" id="{9C0B918F-AF8E-976A-A9C7-843F2E96AEDF}"/>
                    </a:ext>
                  </a:extLst>
                </p:cNvPr>
                <p:cNvSpPr/>
                <p:nvPr/>
              </p:nvSpPr>
              <p:spPr>
                <a:xfrm>
                  <a:off x="-1266352" y="1365332"/>
                  <a:ext cx="84632" cy="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568" extrusionOk="0">
                      <a:moveTo>
                        <a:pt x="503" y="1"/>
                      </a:moveTo>
                      <a:cubicBezTo>
                        <a:pt x="456" y="1"/>
                        <a:pt x="407" y="12"/>
                        <a:pt x="368" y="33"/>
                      </a:cubicBezTo>
                      <a:lnTo>
                        <a:pt x="73" y="206"/>
                      </a:lnTo>
                      <a:cubicBezTo>
                        <a:pt x="0" y="249"/>
                        <a:pt x="0" y="320"/>
                        <a:pt x="73" y="356"/>
                      </a:cubicBezTo>
                      <a:lnTo>
                        <a:pt x="388" y="535"/>
                      </a:lnTo>
                      <a:cubicBezTo>
                        <a:pt x="424" y="557"/>
                        <a:pt x="471" y="568"/>
                        <a:pt x="518" y="568"/>
                      </a:cubicBezTo>
                      <a:cubicBezTo>
                        <a:pt x="565" y="568"/>
                        <a:pt x="612" y="557"/>
                        <a:pt x="647" y="535"/>
                      </a:cubicBezTo>
                      <a:lnTo>
                        <a:pt x="949" y="363"/>
                      </a:lnTo>
                      <a:cubicBezTo>
                        <a:pt x="1021" y="327"/>
                        <a:pt x="1014" y="256"/>
                        <a:pt x="942" y="213"/>
                      </a:cubicBezTo>
                      <a:lnTo>
                        <a:pt x="633" y="33"/>
                      </a:lnTo>
                      <a:cubicBezTo>
                        <a:pt x="597" y="12"/>
                        <a:pt x="550" y="1"/>
                        <a:pt x="50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8" name="Google Shape;1598;p44">
                  <a:extLst>
                    <a:ext uri="{FF2B5EF4-FFF2-40B4-BE49-F238E27FC236}">
                      <a16:creationId xmlns:a16="http://schemas.microsoft.com/office/drawing/2014/main" id="{FE41BFFB-54BF-5458-FCFF-FD811089AF21}"/>
                    </a:ext>
                  </a:extLst>
                </p:cNvPr>
                <p:cNvSpPr/>
                <p:nvPr/>
              </p:nvSpPr>
              <p:spPr>
                <a:xfrm>
                  <a:off x="-1355126" y="1379493"/>
                  <a:ext cx="84135" cy="46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" h="565" extrusionOk="0">
                      <a:moveTo>
                        <a:pt x="512" y="0"/>
                      </a:moveTo>
                      <a:cubicBezTo>
                        <a:pt x="465" y="0"/>
                        <a:pt x="418" y="9"/>
                        <a:pt x="382" y="26"/>
                      </a:cubicBezTo>
                      <a:lnTo>
                        <a:pt x="73" y="207"/>
                      </a:lnTo>
                      <a:cubicBezTo>
                        <a:pt x="1" y="250"/>
                        <a:pt x="1" y="321"/>
                        <a:pt x="73" y="364"/>
                      </a:cubicBezTo>
                      <a:lnTo>
                        <a:pt x="368" y="537"/>
                      </a:lnTo>
                      <a:cubicBezTo>
                        <a:pt x="408" y="555"/>
                        <a:pt x="456" y="564"/>
                        <a:pt x="504" y="564"/>
                      </a:cubicBezTo>
                      <a:cubicBezTo>
                        <a:pt x="551" y="564"/>
                        <a:pt x="598" y="555"/>
                        <a:pt x="634" y="537"/>
                      </a:cubicBezTo>
                      <a:lnTo>
                        <a:pt x="943" y="357"/>
                      </a:lnTo>
                      <a:cubicBezTo>
                        <a:pt x="1015" y="314"/>
                        <a:pt x="1015" y="242"/>
                        <a:pt x="943" y="199"/>
                      </a:cubicBezTo>
                      <a:lnTo>
                        <a:pt x="641" y="26"/>
                      </a:lnTo>
                      <a:cubicBezTo>
                        <a:pt x="605" y="9"/>
                        <a:pt x="559" y="0"/>
                        <a:pt x="51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9" name="Google Shape;1599;p44">
                  <a:extLst>
                    <a:ext uri="{FF2B5EF4-FFF2-40B4-BE49-F238E27FC236}">
                      <a16:creationId xmlns:a16="http://schemas.microsoft.com/office/drawing/2014/main" id="{F7014AC9-478F-F3F0-8BF4-E7E9C4180291}"/>
                    </a:ext>
                  </a:extLst>
                </p:cNvPr>
                <p:cNvSpPr/>
                <p:nvPr/>
              </p:nvSpPr>
              <p:spPr>
                <a:xfrm>
                  <a:off x="-1119942" y="1383220"/>
                  <a:ext cx="89352" cy="50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606" extrusionOk="0">
                      <a:moveTo>
                        <a:pt x="539" y="1"/>
                      </a:moveTo>
                      <a:cubicBezTo>
                        <a:pt x="491" y="1"/>
                        <a:pt x="443" y="11"/>
                        <a:pt x="404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42"/>
                        <a:pt x="73" y="385"/>
                      </a:cubicBezTo>
                      <a:lnTo>
                        <a:pt x="411" y="578"/>
                      </a:lnTo>
                      <a:cubicBezTo>
                        <a:pt x="446" y="596"/>
                        <a:pt x="493" y="605"/>
                        <a:pt x="540" y="605"/>
                      </a:cubicBezTo>
                      <a:cubicBezTo>
                        <a:pt x="588" y="605"/>
                        <a:pt x="637" y="596"/>
                        <a:pt x="677" y="578"/>
                      </a:cubicBezTo>
                      <a:lnTo>
                        <a:pt x="1008" y="385"/>
                      </a:lnTo>
                      <a:cubicBezTo>
                        <a:pt x="1079" y="342"/>
                        <a:pt x="1079" y="269"/>
                        <a:pt x="1008" y="226"/>
                      </a:cubicBezTo>
                      <a:lnTo>
                        <a:pt x="670" y="33"/>
                      </a:lnTo>
                      <a:cubicBezTo>
                        <a:pt x="633" y="11"/>
                        <a:pt x="586" y="1"/>
                        <a:pt x="53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0" name="Google Shape;1600;p44">
                  <a:extLst>
                    <a:ext uri="{FF2B5EF4-FFF2-40B4-BE49-F238E27FC236}">
                      <a16:creationId xmlns:a16="http://schemas.microsoft.com/office/drawing/2014/main" id="{0C29CAC9-F0E9-B07A-AAD9-BE3974D83842}"/>
                    </a:ext>
                  </a:extLst>
                </p:cNvPr>
                <p:cNvSpPr/>
                <p:nvPr/>
              </p:nvSpPr>
              <p:spPr>
                <a:xfrm>
                  <a:off x="-1209212" y="1398623"/>
                  <a:ext cx="80491" cy="4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" h="541" extrusionOk="0">
                      <a:moveTo>
                        <a:pt x="504" y="1"/>
                      </a:moveTo>
                      <a:cubicBezTo>
                        <a:pt x="457" y="1"/>
                        <a:pt x="411" y="12"/>
                        <a:pt x="374" y="33"/>
                      </a:cubicBezTo>
                      <a:lnTo>
                        <a:pt x="73" y="206"/>
                      </a:lnTo>
                      <a:cubicBezTo>
                        <a:pt x="0" y="242"/>
                        <a:pt x="0" y="313"/>
                        <a:pt x="79" y="356"/>
                      </a:cubicBezTo>
                      <a:lnTo>
                        <a:pt x="338" y="508"/>
                      </a:lnTo>
                      <a:cubicBezTo>
                        <a:pt x="374" y="529"/>
                        <a:pt x="421" y="540"/>
                        <a:pt x="468" y="540"/>
                      </a:cubicBezTo>
                      <a:cubicBezTo>
                        <a:pt x="516" y="540"/>
                        <a:pt x="564" y="529"/>
                        <a:pt x="604" y="508"/>
                      </a:cubicBezTo>
                      <a:lnTo>
                        <a:pt x="899" y="335"/>
                      </a:lnTo>
                      <a:cubicBezTo>
                        <a:pt x="971" y="292"/>
                        <a:pt x="971" y="220"/>
                        <a:pt x="899" y="183"/>
                      </a:cubicBezTo>
                      <a:lnTo>
                        <a:pt x="633" y="33"/>
                      </a:lnTo>
                      <a:cubicBezTo>
                        <a:pt x="597" y="12"/>
                        <a:pt x="550" y="1"/>
                        <a:pt x="50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1" name="Google Shape;1601;p44">
                  <a:extLst>
                    <a:ext uri="{FF2B5EF4-FFF2-40B4-BE49-F238E27FC236}">
                      <a16:creationId xmlns:a16="http://schemas.microsoft.com/office/drawing/2014/main" id="{1DFC5D70-0457-5AAA-A905-DFD2641B9FB6}"/>
                    </a:ext>
                  </a:extLst>
                </p:cNvPr>
                <p:cNvSpPr/>
                <p:nvPr/>
              </p:nvSpPr>
              <p:spPr>
                <a:xfrm>
                  <a:off x="-1299063" y="1411790"/>
                  <a:ext cx="85211" cy="47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575" extrusionOk="0">
                      <a:moveTo>
                        <a:pt x="514" y="1"/>
                      </a:moveTo>
                      <a:cubicBezTo>
                        <a:pt x="466" y="1"/>
                        <a:pt x="418" y="11"/>
                        <a:pt x="381" y="33"/>
                      </a:cubicBezTo>
                      <a:lnTo>
                        <a:pt x="72" y="212"/>
                      </a:lnTo>
                      <a:cubicBezTo>
                        <a:pt x="0" y="256"/>
                        <a:pt x="0" y="319"/>
                        <a:pt x="72" y="362"/>
                      </a:cubicBezTo>
                      <a:lnTo>
                        <a:pt x="388" y="542"/>
                      </a:lnTo>
                      <a:cubicBezTo>
                        <a:pt x="424" y="563"/>
                        <a:pt x="471" y="574"/>
                        <a:pt x="518" y="574"/>
                      </a:cubicBezTo>
                      <a:cubicBezTo>
                        <a:pt x="564" y="574"/>
                        <a:pt x="611" y="563"/>
                        <a:pt x="647" y="542"/>
                      </a:cubicBezTo>
                      <a:lnTo>
                        <a:pt x="956" y="362"/>
                      </a:lnTo>
                      <a:cubicBezTo>
                        <a:pt x="1028" y="319"/>
                        <a:pt x="1028" y="256"/>
                        <a:pt x="956" y="212"/>
                      </a:cubicBezTo>
                      <a:lnTo>
                        <a:pt x="647" y="33"/>
                      </a:lnTo>
                      <a:cubicBezTo>
                        <a:pt x="611" y="11"/>
                        <a:pt x="562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2" name="Google Shape;1602;p44">
                  <a:extLst>
                    <a:ext uri="{FF2B5EF4-FFF2-40B4-BE49-F238E27FC236}">
                      <a16:creationId xmlns:a16="http://schemas.microsoft.com/office/drawing/2014/main" id="{D2F349F8-1D8C-6B15-75DD-9B15975A7915}"/>
                    </a:ext>
                  </a:extLst>
                </p:cNvPr>
                <p:cNvSpPr/>
                <p:nvPr/>
              </p:nvSpPr>
              <p:spPr>
                <a:xfrm>
                  <a:off x="-1155634" y="1428931"/>
                  <a:ext cx="85791" cy="48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" h="583" extrusionOk="0">
                      <a:moveTo>
                        <a:pt x="496" y="1"/>
                      </a:moveTo>
                      <a:cubicBezTo>
                        <a:pt x="449" y="1"/>
                        <a:pt x="403" y="11"/>
                        <a:pt x="367" y="33"/>
                      </a:cubicBezTo>
                      <a:lnTo>
                        <a:pt x="72" y="206"/>
                      </a:lnTo>
                      <a:cubicBezTo>
                        <a:pt x="0" y="249"/>
                        <a:pt x="0" y="321"/>
                        <a:pt x="72" y="357"/>
                      </a:cubicBezTo>
                      <a:lnTo>
                        <a:pt x="411" y="551"/>
                      </a:lnTo>
                      <a:cubicBezTo>
                        <a:pt x="446" y="572"/>
                        <a:pt x="493" y="583"/>
                        <a:pt x="539" y="583"/>
                      </a:cubicBezTo>
                      <a:cubicBezTo>
                        <a:pt x="586" y="583"/>
                        <a:pt x="633" y="572"/>
                        <a:pt x="669" y="551"/>
                      </a:cubicBezTo>
                      <a:lnTo>
                        <a:pt x="964" y="378"/>
                      </a:lnTo>
                      <a:cubicBezTo>
                        <a:pt x="1035" y="344"/>
                        <a:pt x="1035" y="271"/>
                        <a:pt x="964" y="228"/>
                      </a:cubicBezTo>
                      <a:lnTo>
                        <a:pt x="626" y="33"/>
                      </a:lnTo>
                      <a:cubicBezTo>
                        <a:pt x="590" y="11"/>
                        <a:pt x="543" y="1"/>
                        <a:pt x="49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3" name="Google Shape;1603;p44">
                  <a:extLst>
                    <a:ext uri="{FF2B5EF4-FFF2-40B4-BE49-F238E27FC236}">
                      <a16:creationId xmlns:a16="http://schemas.microsoft.com/office/drawing/2014/main" id="{D1716207-8EE0-1CA6-EBFD-5606717F5967}"/>
                    </a:ext>
                  </a:extLst>
                </p:cNvPr>
                <p:cNvSpPr/>
                <p:nvPr/>
              </p:nvSpPr>
              <p:spPr>
                <a:xfrm>
                  <a:off x="-1241923" y="1445080"/>
                  <a:ext cx="81071" cy="44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9" h="542" extrusionOk="0">
                      <a:moveTo>
                        <a:pt x="514" y="1"/>
                      </a:moveTo>
                      <a:cubicBezTo>
                        <a:pt x="466" y="1"/>
                        <a:pt x="418" y="11"/>
                        <a:pt x="381" y="33"/>
                      </a:cubicBezTo>
                      <a:lnTo>
                        <a:pt x="73" y="205"/>
                      </a:lnTo>
                      <a:cubicBezTo>
                        <a:pt x="0" y="249"/>
                        <a:pt x="0" y="321"/>
                        <a:pt x="73" y="364"/>
                      </a:cubicBezTo>
                      <a:lnTo>
                        <a:pt x="338" y="514"/>
                      </a:lnTo>
                      <a:cubicBezTo>
                        <a:pt x="374" y="532"/>
                        <a:pt x="421" y="541"/>
                        <a:pt x="468" y="541"/>
                      </a:cubicBezTo>
                      <a:cubicBezTo>
                        <a:pt x="514" y="541"/>
                        <a:pt x="561" y="532"/>
                        <a:pt x="597" y="514"/>
                      </a:cubicBezTo>
                      <a:lnTo>
                        <a:pt x="906" y="335"/>
                      </a:lnTo>
                      <a:cubicBezTo>
                        <a:pt x="978" y="292"/>
                        <a:pt x="978" y="219"/>
                        <a:pt x="906" y="176"/>
                      </a:cubicBezTo>
                      <a:lnTo>
                        <a:pt x="647" y="33"/>
                      </a:lnTo>
                      <a:cubicBezTo>
                        <a:pt x="611" y="11"/>
                        <a:pt x="562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4" name="Google Shape;1604;p44">
                  <a:extLst>
                    <a:ext uri="{FF2B5EF4-FFF2-40B4-BE49-F238E27FC236}">
                      <a16:creationId xmlns:a16="http://schemas.microsoft.com/office/drawing/2014/main" id="{676A396F-A9CE-F548-978A-4D0985DF1AFD}"/>
                    </a:ext>
                  </a:extLst>
                </p:cNvPr>
                <p:cNvSpPr/>
                <p:nvPr/>
              </p:nvSpPr>
              <p:spPr>
                <a:xfrm>
                  <a:off x="-1096672" y="1463547"/>
                  <a:ext cx="83390" cy="465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" h="562" extrusionOk="0">
                      <a:moveTo>
                        <a:pt x="503" y="0"/>
                      </a:moveTo>
                      <a:cubicBezTo>
                        <a:pt x="456" y="0"/>
                        <a:pt x="409" y="11"/>
                        <a:pt x="373" y="32"/>
                      </a:cubicBezTo>
                      <a:lnTo>
                        <a:pt x="71" y="205"/>
                      </a:lnTo>
                      <a:cubicBezTo>
                        <a:pt x="1" y="248"/>
                        <a:pt x="1" y="314"/>
                        <a:pt x="80" y="357"/>
                      </a:cubicBezTo>
                      <a:lnTo>
                        <a:pt x="373" y="529"/>
                      </a:lnTo>
                      <a:cubicBezTo>
                        <a:pt x="409" y="551"/>
                        <a:pt x="458" y="562"/>
                        <a:pt x="507" y="562"/>
                      </a:cubicBezTo>
                      <a:cubicBezTo>
                        <a:pt x="556" y="562"/>
                        <a:pt x="604" y="551"/>
                        <a:pt x="641" y="529"/>
                      </a:cubicBezTo>
                      <a:lnTo>
                        <a:pt x="934" y="357"/>
                      </a:lnTo>
                      <a:cubicBezTo>
                        <a:pt x="1006" y="314"/>
                        <a:pt x="1006" y="248"/>
                        <a:pt x="934" y="205"/>
                      </a:cubicBezTo>
                      <a:lnTo>
                        <a:pt x="632" y="32"/>
                      </a:lnTo>
                      <a:cubicBezTo>
                        <a:pt x="597" y="11"/>
                        <a:pt x="550" y="0"/>
                        <a:pt x="50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5" name="Google Shape;1605;p44">
                  <a:extLst>
                    <a:ext uri="{FF2B5EF4-FFF2-40B4-BE49-F238E27FC236}">
                      <a16:creationId xmlns:a16="http://schemas.microsoft.com/office/drawing/2014/main" id="{507D81AE-2DAC-1A2E-56C1-4CA49473D56F}"/>
                    </a:ext>
                  </a:extLst>
                </p:cNvPr>
                <p:cNvSpPr/>
                <p:nvPr/>
              </p:nvSpPr>
              <p:spPr>
                <a:xfrm>
                  <a:off x="-1188924" y="1475389"/>
                  <a:ext cx="87447" cy="49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" h="592" extrusionOk="0">
                      <a:moveTo>
                        <a:pt x="517" y="0"/>
                      </a:moveTo>
                      <a:cubicBezTo>
                        <a:pt x="469" y="0"/>
                        <a:pt x="421" y="11"/>
                        <a:pt x="381" y="33"/>
                      </a:cubicBezTo>
                      <a:lnTo>
                        <a:pt x="79" y="214"/>
                      </a:lnTo>
                      <a:cubicBezTo>
                        <a:pt x="0" y="257"/>
                        <a:pt x="7" y="321"/>
                        <a:pt x="79" y="364"/>
                      </a:cubicBezTo>
                      <a:lnTo>
                        <a:pt x="409" y="559"/>
                      </a:lnTo>
                      <a:cubicBezTo>
                        <a:pt x="449" y="580"/>
                        <a:pt x="497" y="591"/>
                        <a:pt x="545" y="591"/>
                      </a:cubicBezTo>
                      <a:cubicBezTo>
                        <a:pt x="593" y="591"/>
                        <a:pt x="640" y="580"/>
                        <a:pt x="676" y="559"/>
                      </a:cubicBezTo>
                      <a:lnTo>
                        <a:pt x="985" y="378"/>
                      </a:lnTo>
                      <a:cubicBezTo>
                        <a:pt x="1056" y="335"/>
                        <a:pt x="1056" y="271"/>
                        <a:pt x="985" y="228"/>
                      </a:cubicBezTo>
                      <a:lnTo>
                        <a:pt x="647" y="33"/>
                      </a:lnTo>
                      <a:cubicBezTo>
                        <a:pt x="611" y="11"/>
                        <a:pt x="564" y="0"/>
                        <a:pt x="51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6" name="Google Shape;1606;p44">
                  <a:extLst>
                    <a:ext uri="{FF2B5EF4-FFF2-40B4-BE49-F238E27FC236}">
                      <a16:creationId xmlns:a16="http://schemas.microsoft.com/office/drawing/2014/main" id="{2AED6385-5147-ACD6-B65C-15702F27D7E4}"/>
                    </a:ext>
                  </a:extLst>
                </p:cNvPr>
                <p:cNvSpPr/>
                <p:nvPr/>
              </p:nvSpPr>
              <p:spPr>
                <a:xfrm>
                  <a:off x="-1520003" y="1349764"/>
                  <a:ext cx="362128" cy="207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3" h="2505" extrusionOk="0">
                      <a:moveTo>
                        <a:pt x="512" y="1"/>
                      </a:moveTo>
                      <a:cubicBezTo>
                        <a:pt x="465" y="1"/>
                        <a:pt x="418" y="12"/>
                        <a:pt x="382" y="33"/>
                      </a:cubicBezTo>
                      <a:lnTo>
                        <a:pt x="73" y="213"/>
                      </a:lnTo>
                      <a:cubicBezTo>
                        <a:pt x="1" y="256"/>
                        <a:pt x="1" y="321"/>
                        <a:pt x="73" y="365"/>
                      </a:cubicBezTo>
                      <a:lnTo>
                        <a:pt x="3726" y="2478"/>
                      </a:lnTo>
                      <a:cubicBezTo>
                        <a:pt x="3761" y="2496"/>
                        <a:pt x="3809" y="2505"/>
                        <a:pt x="3858" y="2505"/>
                      </a:cubicBezTo>
                      <a:cubicBezTo>
                        <a:pt x="3906" y="2505"/>
                        <a:pt x="3955" y="2496"/>
                        <a:pt x="3991" y="2478"/>
                      </a:cubicBezTo>
                      <a:lnTo>
                        <a:pt x="4300" y="2298"/>
                      </a:lnTo>
                      <a:cubicBezTo>
                        <a:pt x="4372" y="2255"/>
                        <a:pt x="4372" y="2183"/>
                        <a:pt x="4293" y="2147"/>
                      </a:cubicBezTo>
                      <a:lnTo>
                        <a:pt x="641" y="33"/>
                      </a:lnTo>
                      <a:cubicBezTo>
                        <a:pt x="605" y="12"/>
                        <a:pt x="558" y="1"/>
                        <a:pt x="51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7" name="Google Shape;1607;p44">
                  <a:extLst>
                    <a:ext uri="{FF2B5EF4-FFF2-40B4-BE49-F238E27FC236}">
                      <a16:creationId xmlns:a16="http://schemas.microsoft.com/office/drawing/2014/main" id="{533529C5-41A9-BDD6-FD39-CEF44E79AFD6}"/>
                    </a:ext>
                  </a:extLst>
                </p:cNvPr>
                <p:cNvSpPr/>
                <p:nvPr/>
              </p:nvSpPr>
              <p:spPr>
                <a:xfrm>
                  <a:off x="-1185943" y="1542632"/>
                  <a:ext cx="83887" cy="4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" h="570" extrusionOk="0">
                      <a:moveTo>
                        <a:pt x="510" y="1"/>
                      </a:moveTo>
                      <a:cubicBezTo>
                        <a:pt x="464" y="1"/>
                        <a:pt x="417" y="12"/>
                        <a:pt x="382" y="33"/>
                      </a:cubicBezTo>
                      <a:lnTo>
                        <a:pt x="71" y="213"/>
                      </a:lnTo>
                      <a:cubicBezTo>
                        <a:pt x="0" y="256"/>
                        <a:pt x="0" y="321"/>
                        <a:pt x="71" y="364"/>
                      </a:cubicBezTo>
                      <a:lnTo>
                        <a:pt x="366" y="537"/>
                      </a:lnTo>
                      <a:cubicBezTo>
                        <a:pt x="406" y="558"/>
                        <a:pt x="454" y="569"/>
                        <a:pt x="502" y="569"/>
                      </a:cubicBezTo>
                      <a:cubicBezTo>
                        <a:pt x="550" y="569"/>
                        <a:pt x="596" y="558"/>
                        <a:pt x="632" y="537"/>
                      </a:cubicBezTo>
                      <a:lnTo>
                        <a:pt x="942" y="358"/>
                      </a:lnTo>
                      <a:cubicBezTo>
                        <a:pt x="1013" y="314"/>
                        <a:pt x="1013" y="249"/>
                        <a:pt x="942" y="206"/>
                      </a:cubicBezTo>
                      <a:lnTo>
                        <a:pt x="640" y="33"/>
                      </a:lnTo>
                      <a:cubicBezTo>
                        <a:pt x="604" y="12"/>
                        <a:pt x="557" y="1"/>
                        <a:pt x="51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8" name="Google Shape;1608;p44">
                  <a:extLst>
                    <a:ext uri="{FF2B5EF4-FFF2-40B4-BE49-F238E27FC236}">
                      <a16:creationId xmlns:a16="http://schemas.microsoft.com/office/drawing/2014/main" id="{1B23B1F2-CD00-1CC6-52A7-877FB6CF9998}"/>
                    </a:ext>
                  </a:extLst>
                </p:cNvPr>
                <p:cNvSpPr/>
                <p:nvPr/>
              </p:nvSpPr>
              <p:spPr>
                <a:xfrm>
                  <a:off x="-1591966" y="1541224"/>
                  <a:ext cx="272693" cy="154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3" h="1870" extrusionOk="0">
                      <a:moveTo>
                        <a:pt x="756" y="0"/>
                      </a:moveTo>
                      <a:lnTo>
                        <a:pt x="1" y="438"/>
                      </a:lnTo>
                      <a:lnTo>
                        <a:pt x="2438" y="1848"/>
                      </a:lnTo>
                      <a:cubicBezTo>
                        <a:pt x="2467" y="1862"/>
                        <a:pt x="2502" y="1870"/>
                        <a:pt x="2537" y="1870"/>
                      </a:cubicBezTo>
                      <a:cubicBezTo>
                        <a:pt x="2572" y="1870"/>
                        <a:pt x="2606" y="1862"/>
                        <a:pt x="2631" y="1848"/>
                      </a:cubicBezTo>
                      <a:lnTo>
                        <a:pt x="3292" y="1460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9" name="Google Shape;1609;p44">
                  <a:extLst>
                    <a:ext uri="{FF2B5EF4-FFF2-40B4-BE49-F238E27FC236}">
                      <a16:creationId xmlns:a16="http://schemas.microsoft.com/office/drawing/2014/main" id="{C196B46B-DB0C-8C67-3146-51484E271E3A}"/>
                    </a:ext>
                  </a:extLst>
                </p:cNvPr>
                <p:cNvSpPr/>
                <p:nvPr/>
              </p:nvSpPr>
              <p:spPr>
                <a:xfrm>
                  <a:off x="-1769927" y="1436467"/>
                  <a:ext cx="240646" cy="141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6" h="1704" extrusionOk="0">
                      <a:moveTo>
                        <a:pt x="719" y="1"/>
                      </a:moveTo>
                      <a:lnTo>
                        <a:pt x="59" y="382"/>
                      </a:lnTo>
                      <a:cubicBezTo>
                        <a:pt x="0" y="416"/>
                        <a:pt x="0" y="468"/>
                        <a:pt x="59" y="496"/>
                      </a:cubicBezTo>
                      <a:lnTo>
                        <a:pt x="2150" y="1703"/>
                      </a:lnTo>
                      <a:lnTo>
                        <a:pt x="2905" y="1265"/>
                      </a:lnTo>
                      <a:lnTo>
                        <a:pt x="719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0" name="Google Shape;1610;p44">
                  <a:extLst>
                    <a:ext uri="{FF2B5EF4-FFF2-40B4-BE49-F238E27FC236}">
                      <a16:creationId xmlns:a16="http://schemas.microsoft.com/office/drawing/2014/main" id="{B9705F85-3ECE-C220-BDB9-A42AD7B5A6D9}"/>
                    </a:ext>
                  </a:extLst>
                </p:cNvPr>
                <p:cNvSpPr/>
                <p:nvPr/>
              </p:nvSpPr>
              <p:spPr>
                <a:xfrm>
                  <a:off x="-1710386" y="1363842"/>
                  <a:ext cx="517397" cy="298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8" h="3602" extrusionOk="0">
                      <a:moveTo>
                        <a:pt x="1560" y="0"/>
                      </a:moveTo>
                      <a:cubicBezTo>
                        <a:pt x="1524" y="0"/>
                        <a:pt x="1488" y="7"/>
                        <a:pt x="1460" y="22"/>
                      </a:cubicBezTo>
                      <a:lnTo>
                        <a:pt x="0" y="878"/>
                      </a:lnTo>
                      <a:lnTo>
                        <a:pt x="2186" y="2142"/>
                      </a:lnTo>
                      <a:lnTo>
                        <a:pt x="4722" y="3602"/>
                      </a:lnTo>
                      <a:lnTo>
                        <a:pt x="6188" y="2753"/>
                      </a:lnTo>
                      <a:cubicBezTo>
                        <a:pt x="6247" y="2725"/>
                        <a:pt x="6240" y="2674"/>
                        <a:pt x="6188" y="2639"/>
                      </a:cubicBezTo>
                      <a:lnTo>
                        <a:pt x="1660" y="22"/>
                      </a:lnTo>
                      <a:cubicBezTo>
                        <a:pt x="1632" y="7"/>
                        <a:pt x="1596" y="0"/>
                        <a:pt x="156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1" name="Google Shape;1611;p44">
                  <a:extLst>
                    <a:ext uri="{FF2B5EF4-FFF2-40B4-BE49-F238E27FC236}">
                      <a16:creationId xmlns:a16="http://schemas.microsoft.com/office/drawing/2014/main" id="{334430DD-9BC5-1A39-A53D-6F1DF0DFB887}"/>
                    </a:ext>
                  </a:extLst>
                </p:cNvPr>
                <p:cNvSpPr/>
                <p:nvPr/>
              </p:nvSpPr>
              <p:spPr>
                <a:xfrm>
                  <a:off x="-1130128" y="1575342"/>
                  <a:ext cx="81651" cy="45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6" h="549" extrusionOk="0">
                      <a:moveTo>
                        <a:pt x="516" y="1"/>
                      </a:moveTo>
                      <a:cubicBezTo>
                        <a:pt x="467" y="1"/>
                        <a:pt x="418" y="12"/>
                        <a:pt x="382" y="33"/>
                      </a:cubicBezTo>
                      <a:lnTo>
                        <a:pt x="73" y="206"/>
                      </a:lnTo>
                      <a:cubicBezTo>
                        <a:pt x="1" y="249"/>
                        <a:pt x="1" y="321"/>
                        <a:pt x="73" y="364"/>
                      </a:cubicBezTo>
                      <a:lnTo>
                        <a:pt x="346" y="516"/>
                      </a:lnTo>
                      <a:cubicBezTo>
                        <a:pt x="382" y="538"/>
                        <a:pt x="429" y="549"/>
                        <a:pt x="476" y="549"/>
                      </a:cubicBezTo>
                      <a:cubicBezTo>
                        <a:pt x="523" y="549"/>
                        <a:pt x="569" y="538"/>
                        <a:pt x="605" y="516"/>
                      </a:cubicBezTo>
                      <a:lnTo>
                        <a:pt x="915" y="335"/>
                      </a:lnTo>
                      <a:cubicBezTo>
                        <a:pt x="986" y="292"/>
                        <a:pt x="986" y="228"/>
                        <a:pt x="915" y="185"/>
                      </a:cubicBezTo>
                      <a:lnTo>
                        <a:pt x="648" y="33"/>
                      </a:lnTo>
                      <a:cubicBezTo>
                        <a:pt x="612" y="12"/>
                        <a:pt x="564" y="1"/>
                        <a:pt x="51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2" name="Google Shape;1612;p44">
                  <a:extLst>
                    <a:ext uri="{FF2B5EF4-FFF2-40B4-BE49-F238E27FC236}">
                      <a16:creationId xmlns:a16="http://schemas.microsoft.com/office/drawing/2014/main" id="{DFB7724E-9930-E77F-05AE-23F42C7A00B1}"/>
                    </a:ext>
                  </a:extLst>
                </p:cNvPr>
                <p:cNvSpPr/>
                <p:nvPr/>
              </p:nvSpPr>
              <p:spPr>
                <a:xfrm>
                  <a:off x="-1634282" y="1284260"/>
                  <a:ext cx="85294" cy="4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" h="573" extrusionOk="0">
                      <a:moveTo>
                        <a:pt x="509" y="1"/>
                      </a:moveTo>
                      <a:cubicBezTo>
                        <a:pt x="463" y="1"/>
                        <a:pt x="417" y="10"/>
                        <a:pt x="382" y="27"/>
                      </a:cubicBezTo>
                      <a:lnTo>
                        <a:pt x="73" y="207"/>
                      </a:lnTo>
                      <a:cubicBezTo>
                        <a:pt x="1" y="250"/>
                        <a:pt x="1" y="322"/>
                        <a:pt x="73" y="365"/>
                      </a:cubicBezTo>
                      <a:lnTo>
                        <a:pt x="389" y="545"/>
                      </a:lnTo>
                      <a:cubicBezTo>
                        <a:pt x="425" y="563"/>
                        <a:pt x="472" y="572"/>
                        <a:pt x="519" y="572"/>
                      </a:cubicBezTo>
                      <a:cubicBezTo>
                        <a:pt x="566" y="572"/>
                        <a:pt x="612" y="563"/>
                        <a:pt x="648" y="545"/>
                      </a:cubicBezTo>
                      <a:lnTo>
                        <a:pt x="957" y="365"/>
                      </a:lnTo>
                      <a:cubicBezTo>
                        <a:pt x="1029" y="322"/>
                        <a:pt x="1029" y="250"/>
                        <a:pt x="957" y="214"/>
                      </a:cubicBezTo>
                      <a:lnTo>
                        <a:pt x="648" y="34"/>
                      </a:lnTo>
                      <a:cubicBezTo>
                        <a:pt x="611" y="12"/>
                        <a:pt x="560" y="1"/>
                        <a:pt x="50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3" name="Google Shape;1613;p44">
                  <a:extLst>
                    <a:ext uri="{FF2B5EF4-FFF2-40B4-BE49-F238E27FC236}">
                      <a16:creationId xmlns:a16="http://schemas.microsoft.com/office/drawing/2014/main" id="{CD524FD3-AD2A-1B8E-0EEF-F81DAB2809DD}"/>
                    </a:ext>
                  </a:extLst>
                </p:cNvPr>
                <p:cNvSpPr/>
                <p:nvPr/>
              </p:nvSpPr>
              <p:spPr>
                <a:xfrm>
                  <a:off x="-1690097" y="1251632"/>
                  <a:ext cx="83969" cy="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" h="568" extrusionOk="0">
                      <a:moveTo>
                        <a:pt x="510" y="1"/>
                      </a:moveTo>
                      <a:cubicBezTo>
                        <a:pt x="463" y="1"/>
                        <a:pt x="416" y="12"/>
                        <a:pt x="380" y="33"/>
                      </a:cubicBezTo>
                      <a:lnTo>
                        <a:pt x="71" y="213"/>
                      </a:lnTo>
                      <a:cubicBezTo>
                        <a:pt x="0" y="256"/>
                        <a:pt x="0" y="320"/>
                        <a:pt x="71" y="363"/>
                      </a:cubicBezTo>
                      <a:lnTo>
                        <a:pt x="366" y="535"/>
                      </a:lnTo>
                      <a:cubicBezTo>
                        <a:pt x="406" y="557"/>
                        <a:pt x="455" y="568"/>
                        <a:pt x="502" y="568"/>
                      </a:cubicBezTo>
                      <a:cubicBezTo>
                        <a:pt x="550" y="568"/>
                        <a:pt x="596" y="557"/>
                        <a:pt x="632" y="535"/>
                      </a:cubicBezTo>
                      <a:lnTo>
                        <a:pt x="941" y="356"/>
                      </a:lnTo>
                      <a:cubicBezTo>
                        <a:pt x="1013" y="313"/>
                        <a:pt x="1013" y="249"/>
                        <a:pt x="941" y="206"/>
                      </a:cubicBezTo>
                      <a:lnTo>
                        <a:pt x="639" y="33"/>
                      </a:lnTo>
                      <a:cubicBezTo>
                        <a:pt x="603" y="12"/>
                        <a:pt x="557" y="1"/>
                        <a:pt x="51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4" name="Google Shape;1614;p44">
                  <a:extLst>
                    <a:ext uri="{FF2B5EF4-FFF2-40B4-BE49-F238E27FC236}">
                      <a16:creationId xmlns:a16="http://schemas.microsoft.com/office/drawing/2014/main" id="{48EB0195-33AB-9979-98A8-E10D07969FAF}"/>
                    </a:ext>
                  </a:extLst>
                </p:cNvPr>
                <p:cNvSpPr/>
                <p:nvPr/>
              </p:nvSpPr>
              <p:spPr>
                <a:xfrm>
                  <a:off x="-1749638" y="1217514"/>
                  <a:ext cx="87447" cy="48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" h="587" extrusionOk="0">
                      <a:moveTo>
                        <a:pt x="511" y="1"/>
                      </a:moveTo>
                      <a:cubicBezTo>
                        <a:pt x="463" y="1"/>
                        <a:pt x="417" y="10"/>
                        <a:pt x="381" y="28"/>
                      </a:cubicBezTo>
                      <a:lnTo>
                        <a:pt x="72" y="207"/>
                      </a:lnTo>
                      <a:cubicBezTo>
                        <a:pt x="0" y="250"/>
                        <a:pt x="0" y="323"/>
                        <a:pt x="72" y="366"/>
                      </a:cubicBezTo>
                      <a:lnTo>
                        <a:pt x="409" y="559"/>
                      </a:lnTo>
                      <a:cubicBezTo>
                        <a:pt x="445" y="577"/>
                        <a:pt x="494" y="586"/>
                        <a:pt x="543" y="586"/>
                      </a:cubicBezTo>
                      <a:cubicBezTo>
                        <a:pt x="591" y="586"/>
                        <a:pt x="640" y="577"/>
                        <a:pt x="676" y="559"/>
                      </a:cubicBezTo>
                      <a:lnTo>
                        <a:pt x="978" y="380"/>
                      </a:lnTo>
                      <a:cubicBezTo>
                        <a:pt x="1056" y="336"/>
                        <a:pt x="1049" y="266"/>
                        <a:pt x="978" y="223"/>
                      </a:cubicBezTo>
                      <a:lnTo>
                        <a:pt x="647" y="28"/>
                      </a:lnTo>
                      <a:cubicBezTo>
                        <a:pt x="607" y="10"/>
                        <a:pt x="559" y="1"/>
                        <a:pt x="51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5" name="Google Shape;1615;p44">
                  <a:extLst>
                    <a:ext uri="{FF2B5EF4-FFF2-40B4-BE49-F238E27FC236}">
                      <a16:creationId xmlns:a16="http://schemas.microsoft.com/office/drawing/2014/main" id="{30CFA40E-B5E1-4D55-6842-4BCB9BBD2133}"/>
                    </a:ext>
                  </a:extLst>
                </p:cNvPr>
                <p:cNvSpPr/>
                <p:nvPr/>
              </p:nvSpPr>
              <p:spPr>
                <a:xfrm>
                  <a:off x="-844346" y="1609378"/>
                  <a:ext cx="89352" cy="4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597" extrusionOk="0">
                      <a:moveTo>
                        <a:pt x="500" y="0"/>
                      </a:moveTo>
                      <a:cubicBezTo>
                        <a:pt x="452" y="0"/>
                        <a:pt x="404" y="11"/>
                        <a:pt x="368" y="33"/>
                      </a:cubicBezTo>
                      <a:lnTo>
                        <a:pt x="73" y="198"/>
                      </a:lnTo>
                      <a:cubicBezTo>
                        <a:pt x="0" y="242"/>
                        <a:pt x="0" y="312"/>
                        <a:pt x="73" y="355"/>
                      </a:cubicBezTo>
                      <a:lnTo>
                        <a:pt x="447" y="564"/>
                      </a:lnTo>
                      <a:cubicBezTo>
                        <a:pt x="482" y="586"/>
                        <a:pt x="529" y="597"/>
                        <a:pt x="576" y="597"/>
                      </a:cubicBezTo>
                      <a:cubicBezTo>
                        <a:pt x="622" y="597"/>
                        <a:pt x="669" y="586"/>
                        <a:pt x="706" y="564"/>
                      </a:cubicBezTo>
                      <a:lnTo>
                        <a:pt x="1008" y="392"/>
                      </a:lnTo>
                      <a:cubicBezTo>
                        <a:pt x="1078" y="355"/>
                        <a:pt x="1078" y="285"/>
                        <a:pt x="1001" y="242"/>
                      </a:cubicBezTo>
                      <a:lnTo>
                        <a:pt x="633" y="33"/>
                      </a:lnTo>
                      <a:cubicBezTo>
                        <a:pt x="597" y="11"/>
                        <a:pt x="549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6" name="Google Shape;1616;p44">
                  <a:extLst>
                    <a:ext uri="{FF2B5EF4-FFF2-40B4-BE49-F238E27FC236}">
                      <a16:creationId xmlns:a16="http://schemas.microsoft.com/office/drawing/2014/main" id="{E149EBA4-0F77-90B8-F916-266B505541C1}"/>
                    </a:ext>
                  </a:extLst>
                </p:cNvPr>
                <p:cNvSpPr/>
                <p:nvPr/>
              </p:nvSpPr>
              <p:spPr>
                <a:xfrm>
                  <a:off x="-900824" y="1641508"/>
                  <a:ext cx="89932" cy="5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613" extrusionOk="0">
                      <a:moveTo>
                        <a:pt x="510" y="1"/>
                      </a:moveTo>
                      <a:cubicBezTo>
                        <a:pt x="463" y="1"/>
                        <a:pt x="416" y="11"/>
                        <a:pt x="380" y="33"/>
                      </a:cubicBezTo>
                      <a:lnTo>
                        <a:pt x="71" y="212"/>
                      </a:lnTo>
                      <a:cubicBezTo>
                        <a:pt x="1" y="256"/>
                        <a:pt x="1" y="321"/>
                        <a:pt x="71" y="364"/>
                      </a:cubicBezTo>
                      <a:lnTo>
                        <a:pt x="439" y="580"/>
                      </a:lnTo>
                      <a:cubicBezTo>
                        <a:pt x="474" y="601"/>
                        <a:pt x="522" y="612"/>
                        <a:pt x="571" y="612"/>
                      </a:cubicBezTo>
                      <a:cubicBezTo>
                        <a:pt x="620" y="612"/>
                        <a:pt x="668" y="601"/>
                        <a:pt x="704" y="580"/>
                      </a:cubicBezTo>
                      <a:lnTo>
                        <a:pt x="1013" y="399"/>
                      </a:lnTo>
                      <a:cubicBezTo>
                        <a:pt x="1086" y="356"/>
                        <a:pt x="1086" y="292"/>
                        <a:pt x="1013" y="249"/>
                      </a:cubicBezTo>
                      <a:lnTo>
                        <a:pt x="639" y="33"/>
                      </a:lnTo>
                      <a:cubicBezTo>
                        <a:pt x="604" y="11"/>
                        <a:pt x="557" y="1"/>
                        <a:pt x="51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7" name="Google Shape;1617;p44">
                  <a:extLst>
                    <a:ext uri="{FF2B5EF4-FFF2-40B4-BE49-F238E27FC236}">
                      <a16:creationId xmlns:a16="http://schemas.microsoft.com/office/drawing/2014/main" id="{FD70FFF1-B041-E00A-2F45-AA9CD25D3768}"/>
                    </a:ext>
                  </a:extLst>
                </p:cNvPr>
                <p:cNvSpPr/>
                <p:nvPr/>
              </p:nvSpPr>
              <p:spPr>
                <a:xfrm>
                  <a:off x="-1528781" y="1278960"/>
                  <a:ext cx="85211" cy="47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576" extrusionOk="0">
                      <a:moveTo>
                        <a:pt x="513" y="0"/>
                      </a:moveTo>
                      <a:cubicBezTo>
                        <a:pt x="465" y="0"/>
                        <a:pt x="417" y="11"/>
                        <a:pt x="381" y="33"/>
                      </a:cubicBezTo>
                      <a:lnTo>
                        <a:pt x="71" y="214"/>
                      </a:lnTo>
                      <a:cubicBezTo>
                        <a:pt x="0" y="257"/>
                        <a:pt x="0" y="328"/>
                        <a:pt x="71" y="364"/>
                      </a:cubicBezTo>
                      <a:lnTo>
                        <a:pt x="388" y="543"/>
                      </a:lnTo>
                      <a:cubicBezTo>
                        <a:pt x="424" y="565"/>
                        <a:pt x="470" y="576"/>
                        <a:pt x="517" y="576"/>
                      </a:cubicBezTo>
                      <a:cubicBezTo>
                        <a:pt x="564" y="576"/>
                        <a:pt x="611" y="565"/>
                        <a:pt x="647" y="543"/>
                      </a:cubicBezTo>
                      <a:lnTo>
                        <a:pt x="956" y="364"/>
                      </a:lnTo>
                      <a:cubicBezTo>
                        <a:pt x="1028" y="328"/>
                        <a:pt x="1028" y="257"/>
                        <a:pt x="956" y="214"/>
                      </a:cubicBezTo>
                      <a:lnTo>
                        <a:pt x="647" y="33"/>
                      </a:lnTo>
                      <a:cubicBezTo>
                        <a:pt x="611" y="11"/>
                        <a:pt x="562" y="0"/>
                        <a:pt x="51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8" name="Google Shape;1618;p44">
                  <a:extLst>
                    <a:ext uri="{FF2B5EF4-FFF2-40B4-BE49-F238E27FC236}">
                      <a16:creationId xmlns:a16="http://schemas.microsoft.com/office/drawing/2014/main" id="{2BCFF44B-2691-D312-6EB6-C2C033FDFFD0}"/>
                    </a:ext>
                  </a:extLst>
                </p:cNvPr>
                <p:cNvSpPr/>
                <p:nvPr/>
              </p:nvSpPr>
              <p:spPr>
                <a:xfrm>
                  <a:off x="-1474705" y="1058268"/>
                  <a:ext cx="65503" cy="36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438" extrusionOk="0">
                      <a:moveTo>
                        <a:pt x="249" y="0"/>
                      </a:moveTo>
                      <a:cubicBezTo>
                        <a:pt x="200" y="0"/>
                        <a:pt x="152" y="11"/>
                        <a:pt x="116" y="32"/>
                      </a:cubicBezTo>
                      <a:lnTo>
                        <a:pt x="73" y="60"/>
                      </a:lnTo>
                      <a:cubicBezTo>
                        <a:pt x="1" y="103"/>
                        <a:pt x="1" y="176"/>
                        <a:pt x="73" y="212"/>
                      </a:cubicBezTo>
                      <a:lnTo>
                        <a:pt x="410" y="405"/>
                      </a:lnTo>
                      <a:cubicBezTo>
                        <a:pt x="446" y="427"/>
                        <a:pt x="493" y="437"/>
                        <a:pt x="540" y="437"/>
                      </a:cubicBezTo>
                      <a:cubicBezTo>
                        <a:pt x="587" y="437"/>
                        <a:pt x="633" y="427"/>
                        <a:pt x="668" y="405"/>
                      </a:cubicBezTo>
                      <a:lnTo>
                        <a:pt x="720" y="377"/>
                      </a:lnTo>
                      <a:cubicBezTo>
                        <a:pt x="791" y="341"/>
                        <a:pt x="791" y="269"/>
                        <a:pt x="720" y="226"/>
                      </a:cubicBezTo>
                      <a:lnTo>
                        <a:pt x="382" y="32"/>
                      </a:lnTo>
                      <a:cubicBezTo>
                        <a:pt x="346" y="11"/>
                        <a:pt x="297" y="0"/>
                        <a:pt x="249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9" name="Google Shape;1619;p44">
                  <a:extLst>
                    <a:ext uri="{FF2B5EF4-FFF2-40B4-BE49-F238E27FC236}">
                      <a16:creationId xmlns:a16="http://schemas.microsoft.com/office/drawing/2014/main" id="{904184D4-538D-13BE-A82B-683DDD546985}"/>
                    </a:ext>
                  </a:extLst>
                </p:cNvPr>
                <p:cNvSpPr/>
                <p:nvPr/>
              </p:nvSpPr>
              <p:spPr>
                <a:xfrm>
                  <a:off x="-1536565" y="1022907"/>
                  <a:ext cx="67987" cy="37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456" extrusionOk="0">
                      <a:moveTo>
                        <a:pt x="252" y="1"/>
                      </a:moveTo>
                      <a:cubicBezTo>
                        <a:pt x="205" y="1"/>
                        <a:pt x="158" y="10"/>
                        <a:pt x="122" y="28"/>
                      </a:cubicBezTo>
                      <a:lnTo>
                        <a:pt x="72" y="56"/>
                      </a:lnTo>
                      <a:cubicBezTo>
                        <a:pt x="1" y="99"/>
                        <a:pt x="1" y="171"/>
                        <a:pt x="72" y="214"/>
                      </a:cubicBezTo>
                      <a:lnTo>
                        <a:pt x="439" y="423"/>
                      </a:lnTo>
                      <a:cubicBezTo>
                        <a:pt x="474" y="445"/>
                        <a:pt x="521" y="455"/>
                        <a:pt x="568" y="455"/>
                      </a:cubicBezTo>
                      <a:cubicBezTo>
                        <a:pt x="615" y="455"/>
                        <a:pt x="662" y="445"/>
                        <a:pt x="698" y="423"/>
                      </a:cubicBezTo>
                      <a:lnTo>
                        <a:pt x="748" y="394"/>
                      </a:lnTo>
                      <a:cubicBezTo>
                        <a:pt x="820" y="351"/>
                        <a:pt x="820" y="287"/>
                        <a:pt x="748" y="244"/>
                      </a:cubicBezTo>
                      <a:lnTo>
                        <a:pt x="380" y="28"/>
                      </a:lnTo>
                      <a:cubicBezTo>
                        <a:pt x="345" y="10"/>
                        <a:pt x="298" y="1"/>
                        <a:pt x="25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0" name="Google Shape;1620;p44">
                  <a:extLst>
                    <a:ext uri="{FF2B5EF4-FFF2-40B4-BE49-F238E27FC236}">
                      <a16:creationId xmlns:a16="http://schemas.microsoft.com/office/drawing/2014/main" id="{AB1669A8-81FE-010C-BFD7-70B538CF2886}"/>
                    </a:ext>
                  </a:extLst>
                </p:cNvPr>
                <p:cNvSpPr/>
                <p:nvPr/>
              </p:nvSpPr>
              <p:spPr>
                <a:xfrm>
                  <a:off x="-1593125" y="1043776"/>
                  <a:ext cx="88855" cy="49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" h="599" extrusionOk="0">
                      <a:moveTo>
                        <a:pt x="500" y="0"/>
                      </a:moveTo>
                      <a:cubicBezTo>
                        <a:pt x="451" y="0"/>
                        <a:pt x="403" y="9"/>
                        <a:pt x="366" y="26"/>
                      </a:cubicBezTo>
                      <a:lnTo>
                        <a:pt x="71" y="207"/>
                      </a:lnTo>
                      <a:cubicBezTo>
                        <a:pt x="1" y="242"/>
                        <a:pt x="1" y="314"/>
                        <a:pt x="71" y="357"/>
                      </a:cubicBezTo>
                      <a:lnTo>
                        <a:pt x="439" y="566"/>
                      </a:lnTo>
                      <a:cubicBezTo>
                        <a:pt x="475" y="588"/>
                        <a:pt x="522" y="599"/>
                        <a:pt x="568" y="599"/>
                      </a:cubicBezTo>
                      <a:cubicBezTo>
                        <a:pt x="615" y="599"/>
                        <a:pt x="661" y="588"/>
                        <a:pt x="698" y="566"/>
                      </a:cubicBezTo>
                      <a:lnTo>
                        <a:pt x="1000" y="394"/>
                      </a:lnTo>
                      <a:cubicBezTo>
                        <a:pt x="1072" y="351"/>
                        <a:pt x="1072" y="285"/>
                        <a:pt x="1000" y="242"/>
                      </a:cubicBezTo>
                      <a:lnTo>
                        <a:pt x="632" y="26"/>
                      </a:lnTo>
                      <a:cubicBezTo>
                        <a:pt x="597" y="9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1" name="Google Shape;1621;p44">
                  <a:extLst>
                    <a:ext uri="{FF2B5EF4-FFF2-40B4-BE49-F238E27FC236}">
                      <a16:creationId xmlns:a16="http://schemas.microsoft.com/office/drawing/2014/main" id="{863CC91A-9B10-E47C-2911-7CFF22A4E5F6}"/>
                    </a:ext>
                  </a:extLst>
                </p:cNvPr>
                <p:cNvSpPr/>
                <p:nvPr/>
              </p:nvSpPr>
              <p:spPr>
                <a:xfrm>
                  <a:off x="-1531265" y="1078971"/>
                  <a:ext cx="86371" cy="48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" h="585" extrusionOk="0">
                      <a:moveTo>
                        <a:pt x="500" y="0"/>
                      </a:moveTo>
                      <a:cubicBezTo>
                        <a:pt x="452" y="0"/>
                        <a:pt x="404" y="11"/>
                        <a:pt x="368" y="32"/>
                      </a:cubicBezTo>
                      <a:lnTo>
                        <a:pt x="73" y="205"/>
                      </a:lnTo>
                      <a:cubicBezTo>
                        <a:pt x="1" y="248"/>
                        <a:pt x="1" y="321"/>
                        <a:pt x="73" y="364"/>
                      </a:cubicBezTo>
                      <a:lnTo>
                        <a:pt x="411" y="559"/>
                      </a:lnTo>
                      <a:cubicBezTo>
                        <a:pt x="447" y="576"/>
                        <a:pt x="493" y="585"/>
                        <a:pt x="540" y="585"/>
                      </a:cubicBezTo>
                      <a:cubicBezTo>
                        <a:pt x="587" y="585"/>
                        <a:pt x="634" y="576"/>
                        <a:pt x="670" y="559"/>
                      </a:cubicBezTo>
                      <a:lnTo>
                        <a:pt x="972" y="378"/>
                      </a:lnTo>
                      <a:cubicBezTo>
                        <a:pt x="1043" y="343"/>
                        <a:pt x="1043" y="271"/>
                        <a:pt x="972" y="227"/>
                      </a:cubicBezTo>
                      <a:lnTo>
                        <a:pt x="634" y="32"/>
                      </a:lnTo>
                      <a:cubicBezTo>
                        <a:pt x="598" y="11"/>
                        <a:pt x="549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2" name="Google Shape;1622;p44">
                  <a:extLst>
                    <a:ext uri="{FF2B5EF4-FFF2-40B4-BE49-F238E27FC236}">
                      <a16:creationId xmlns:a16="http://schemas.microsoft.com/office/drawing/2014/main" id="{3214B92B-A4A0-950C-BA77-B585F731A01B}"/>
                    </a:ext>
                  </a:extLst>
                </p:cNvPr>
                <p:cNvSpPr/>
                <p:nvPr/>
              </p:nvSpPr>
              <p:spPr>
                <a:xfrm>
                  <a:off x="-1652087" y="1076072"/>
                  <a:ext cx="106659" cy="602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" h="727" extrusionOk="0">
                      <a:moveTo>
                        <a:pt x="536" y="1"/>
                      </a:moveTo>
                      <a:cubicBezTo>
                        <a:pt x="488" y="1"/>
                        <a:pt x="439" y="11"/>
                        <a:pt x="404" y="33"/>
                      </a:cubicBezTo>
                      <a:lnTo>
                        <a:pt x="73" y="226"/>
                      </a:lnTo>
                      <a:cubicBezTo>
                        <a:pt x="0" y="269"/>
                        <a:pt x="0" y="342"/>
                        <a:pt x="73" y="378"/>
                      </a:cubicBezTo>
                      <a:lnTo>
                        <a:pt x="620" y="694"/>
                      </a:lnTo>
                      <a:cubicBezTo>
                        <a:pt x="655" y="715"/>
                        <a:pt x="702" y="726"/>
                        <a:pt x="749" y="726"/>
                      </a:cubicBezTo>
                      <a:cubicBezTo>
                        <a:pt x="797" y="726"/>
                        <a:pt x="846" y="715"/>
                        <a:pt x="885" y="694"/>
                      </a:cubicBezTo>
                      <a:lnTo>
                        <a:pt x="1215" y="499"/>
                      </a:lnTo>
                      <a:cubicBezTo>
                        <a:pt x="1287" y="456"/>
                        <a:pt x="1287" y="392"/>
                        <a:pt x="1215" y="349"/>
                      </a:cubicBezTo>
                      <a:lnTo>
                        <a:pt x="670" y="33"/>
                      </a:lnTo>
                      <a:cubicBezTo>
                        <a:pt x="633" y="11"/>
                        <a:pt x="585" y="1"/>
                        <a:pt x="536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3" name="Google Shape;1623;p44">
                  <a:extLst>
                    <a:ext uri="{FF2B5EF4-FFF2-40B4-BE49-F238E27FC236}">
                      <a16:creationId xmlns:a16="http://schemas.microsoft.com/office/drawing/2014/main" id="{66C7D0A0-B5C1-755B-0985-552F34919906}"/>
                    </a:ext>
                  </a:extLst>
                </p:cNvPr>
                <p:cNvSpPr/>
                <p:nvPr/>
              </p:nvSpPr>
              <p:spPr>
                <a:xfrm>
                  <a:off x="-1575238" y="1120542"/>
                  <a:ext cx="89352" cy="50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607" extrusionOk="0">
                      <a:moveTo>
                        <a:pt x="536" y="0"/>
                      </a:moveTo>
                      <a:cubicBezTo>
                        <a:pt x="487" y="0"/>
                        <a:pt x="439" y="9"/>
                        <a:pt x="402" y="27"/>
                      </a:cubicBezTo>
                      <a:lnTo>
                        <a:pt x="71" y="229"/>
                      </a:lnTo>
                      <a:cubicBezTo>
                        <a:pt x="0" y="264"/>
                        <a:pt x="0" y="336"/>
                        <a:pt x="71" y="379"/>
                      </a:cubicBezTo>
                      <a:lnTo>
                        <a:pt x="409" y="574"/>
                      </a:lnTo>
                      <a:cubicBezTo>
                        <a:pt x="445" y="596"/>
                        <a:pt x="492" y="607"/>
                        <a:pt x="539" y="607"/>
                      </a:cubicBezTo>
                      <a:cubicBezTo>
                        <a:pt x="586" y="607"/>
                        <a:pt x="633" y="596"/>
                        <a:pt x="668" y="574"/>
                      </a:cubicBezTo>
                      <a:lnTo>
                        <a:pt x="1006" y="379"/>
                      </a:lnTo>
                      <a:cubicBezTo>
                        <a:pt x="1079" y="336"/>
                        <a:pt x="1079" y="264"/>
                        <a:pt x="1006" y="229"/>
                      </a:cubicBezTo>
                      <a:lnTo>
                        <a:pt x="668" y="27"/>
                      </a:lnTo>
                      <a:cubicBezTo>
                        <a:pt x="633" y="9"/>
                        <a:pt x="584" y="0"/>
                        <a:pt x="53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4" name="Google Shape;1624;p44">
                  <a:extLst>
                    <a:ext uri="{FF2B5EF4-FFF2-40B4-BE49-F238E27FC236}">
                      <a16:creationId xmlns:a16="http://schemas.microsoft.com/office/drawing/2014/main" id="{229E9F23-65C0-2266-C127-05011026DC01}"/>
                    </a:ext>
                  </a:extLst>
                </p:cNvPr>
                <p:cNvSpPr/>
                <p:nvPr/>
              </p:nvSpPr>
              <p:spPr>
                <a:xfrm>
                  <a:off x="-1707984" y="1110522"/>
                  <a:ext cx="123221" cy="697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8" h="842" extrusionOk="0">
                      <a:moveTo>
                        <a:pt x="500" y="0"/>
                      </a:moveTo>
                      <a:cubicBezTo>
                        <a:pt x="451" y="0"/>
                        <a:pt x="403" y="11"/>
                        <a:pt x="366" y="33"/>
                      </a:cubicBezTo>
                      <a:lnTo>
                        <a:pt x="71" y="205"/>
                      </a:lnTo>
                      <a:cubicBezTo>
                        <a:pt x="1" y="241"/>
                        <a:pt x="1" y="314"/>
                        <a:pt x="71" y="357"/>
                      </a:cubicBezTo>
                      <a:lnTo>
                        <a:pt x="863" y="809"/>
                      </a:lnTo>
                      <a:cubicBezTo>
                        <a:pt x="899" y="831"/>
                        <a:pt x="945" y="841"/>
                        <a:pt x="992" y="841"/>
                      </a:cubicBezTo>
                      <a:cubicBezTo>
                        <a:pt x="1039" y="841"/>
                        <a:pt x="1086" y="831"/>
                        <a:pt x="1122" y="809"/>
                      </a:cubicBezTo>
                      <a:lnTo>
                        <a:pt x="1415" y="637"/>
                      </a:lnTo>
                      <a:cubicBezTo>
                        <a:pt x="1488" y="593"/>
                        <a:pt x="1488" y="530"/>
                        <a:pt x="1415" y="486"/>
                      </a:cubicBezTo>
                      <a:lnTo>
                        <a:pt x="632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5" name="Google Shape;1625;p44">
                  <a:extLst>
                    <a:ext uri="{FF2B5EF4-FFF2-40B4-BE49-F238E27FC236}">
                      <a16:creationId xmlns:a16="http://schemas.microsoft.com/office/drawing/2014/main" id="{E3BB16E8-BA6B-6D8F-64D7-D93491355867}"/>
                    </a:ext>
                  </a:extLst>
                </p:cNvPr>
                <p:cNvSpPr/>
                <p:nvPr/>
              </p:nvSpPr>
              <p:spPr>
                <a:xfrm>
                  <a:off x="-1821684" y="1176108"/>
                  <a:ext cx="100117" cy="55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9" h="676" extrusionOk="0">
                      <a:moveTo>
                        <a:pt x="514" y="0"/>
                      </a:moveTo>
                      <a:cubicBezTo>
                        <a:pt x="465" y="0"/>
                        <a:pt x="417" y="11"/>
                        <a:pt x="382" y="33"/>
                      </a:cubicBezTo>
                      <a:lnTo>
                        <a:pt x="71" y="205"/>
                      </a:lnTo>
                      <a:cubicBezTo>
                        <a:pt x="1" y="248"/>
                        <a:pt x="1" y="319"/>
                        <a:pt x="71" y="362"/>
                      </a:cubicBezTo>
                      <a:lnTo>
                        <a:pt x="561" y="643"/>
                      </a:lnTo>
                      <a:cubicBezTo>
                        <a:pt x="597" y="665"/>
                        <a:pt x="645" y="676"/>
                        <a:pt x="693" y="676"/>
                      </a:cubicBezTo>
                      <a:cubicBezTo>
                        <a:pt x="742" y="676"/>
                        <a:pt x="791" y="665"/>
                        <a:pt x="827" y="643"/>
                      </a:cubicBezTo>
                      <a:lnTo>
                        <a:pt x="1136" y="464"/>
                      </a:lnTo>
                      <a:cubicBezTo>
                        <a:pt x="1208" y="421"/>
                        <a:pt x="1208" y="355"/>
                        <a:pt x="1136" y="312"/>
                      </a:cubicBezTo>
                      <a:lnTo>
                        <a:pt x="647" y="33"/>
                      </a:lnTo>
                      <a:cubicBezTo>
                        <a:pt x="611" y="11"/>
                        <a:pt x="563" y="0"/>
                        <a:pt x="514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6" name="Google Shape;1626;p44">
                  <a:extLst>
                    <a:ext uri="{FF2B5EF4-FFF2-40B4-BE49-F238E27FC236}">
                      <a16:creationId xmlns:a16="http://schemas.microsoft.com/office/drawing/2014/main" id="{C6197F52-A552-898A-AA52-1AA9AD1DF96E}"/>
                    </a:ext>
                  </a:extLst>
                </p:cNvPr>
                <p:cNvSpPr/>
                <p:nvPr/>
              </p:nvSpPr>
              <p:spPr>
                <a:xfrm>
                  <a:off x="-1764544" y="1142653"/>
                  <a:ext cx="148230" cy="84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" h="1021" extrusionOk="0">
                      <a:moveTo>
                        <a:pt x="511" y="1"/>
                      </a:moveTo>
                      <a:cubicBezTo>
                        <a:pt x="464" y="1"/>
                        <a:pt x="417" y="11"/>
                        <a:pt x="382" y="33"/>
                      </a:cubicBezTo>
                      <a:lnTo>
                        <a:pt x="71" y="212"/>
                      </a:lnTo>
                      <a:cubicBezTo>
                        <a:pt x="1" y="255"/>
                        <a:pt x="1" y="321"/>
                        <a:pt x="71" y="364"/>
                      </a:cubicBezTo>
                      <a:lnTo>
                        <a:pt x="1143" y="989"/>
                      </a:lnTo>
                      <a:cubicBezTo>
                        <a:pt x="1182" y="1010"/>
                        <a:pt x="1231" y="1021"/>
                        <a:pt x="1279" y="1021"/>
                      </a:cubicBezTo>
                      <a:cubicBezTo>
                        <a:pt x="1326" y="1021"/>
                        <a:pt x="1373" y="1010"/>
                        <a:pt x="1408" y="989"/>
                      </a:cubicBezTo>
                      <a:lnTo>
                        <a:pt x="1719" y="809"/>
                      </a:lnTo>
                      <a:cubicBezTo>
                        <a:pt x="1790" y="766"/>
                        <a:pt x="1790" y="695"/>
                        <a:pt x="1719" y="659"/>
                      </a:cubicBezTo>
                      <a:lnTo>
                        <a:pt x="641" y="33"/>
                      </a:lnTo>
                      <a:cubicBezTo>
                        <a:pt x="604" y="11"/>
                        <a:pt x="557" y="1"/>
                        <a:pt x="51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7" name="Google Shape;1627;p44">
                  <a:extLst>
                    <a:ext uri="{FF2B5EF4-FFF2-40B4-BE49-F238E27FC236}">
                      <a16:creationId xmlns:a16="http://schemas.microsoft.com/office/drawing/2014/main" id="{38E991D3-B50E-37A8-DF5B-3B4E4204BD38}"/>
                    </a:ext>
                  </a:extLst>
                </p:cNvPr>
                <p:cNvSpPr/>
                <p:nvPr/>
              </p:nvSpPr>
              <p:spPr>
                <a:xfrm>
                  <a:off x="-1644385" y="1212380"/>
                  <a:ext cx="87613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8" h="590" extrusionOk="0">
                      <a:moveTo>
                        <a:pt x="515" y="0"/>
                      </a:moveTo>
                      <a:cubicBezTo>
                        <a:pt x="467" y="0"/>
                        <a:pt x="418" y="11"/>
                        <a:pt x="382" y="33"/>
                      </a:cubicBezTo>
                      <a:lnTo>
                        <a:pt x="73" y="212"/>
                      </a:lnTo>
                      <a:cubicBezTo>
                        <a:pt x="0" y="255"/>
                        <a:pt x="0" y="319"/>
                        <a:pt x="73" y="362"/>
                      </a:cubicBezTo>
                      <a:lnTo>
                        <a:pt x="411" y="557"/>
                      </a:lnTo>
                      <a:cubicBezTo>
                        <a:pt x="447" y="579"/>
                        <a:pt x="496" y="590"/>
                        <a:pt x="544" y="590"/>
                      </a:cubicBezTo>
                      <a:cubicBezTo>
                        <a:pt x="592" y="590"/>
                        <a:pt x="640" y="579"/>
                        <a:pt x="677" y="557"/>
                      </a:cubicBezTo>
                      <a:lnTo>
                        <a:pt x="985" y="378"/>
                      </a:lnTo>
                      <a:cubicBezTo>
                        <a:pt x="1058" y="342"/>
                        <a:pt x="1058" y="269"/>
                        <a:pt x="985" y="226"/>
                      </a:cubicBezTo>
                      <a:lnTo>
                        <a:pt x="647" y="33"/>
                      </a:lnTo>
                      <a:cubicBezTo>
                        <a:pt x="612" y="11"/>
                        <a:pt x="564" y="0"/>
                        <a:pt x="515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8" name="Google Shape;1628;p44">
                  <a:extLst>
                    <a:ext uri="{FF2B5EF4-FFF2-40B4-BE49-F238E27FC236}">
                      <a16:creationId xmlns:a16="http://schemas.microsoft.com/office/drawing/2014/main" id="{F648761B-AE80-6D83-15E6-BD01C85C39A1}"/>
                    </a:ext>
                  </a:extLst>
                </p:cNvPr>
                <p:cNvSpPr/>
                <p:nvPr/>
              </p:nvSpPr>
              <p:spPr>
                <a:xfrm>
                  <a:off x="-1584844" y="1246829"/>
                  <a:ext cx="84135" cy="47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" h="569" extrusionOk="0">
                      <a:moveTo>
                        <a:pt x="512" y="0"/>
                      </a:moveTo>
                      <a:cubicBezTo>
                        <a:pt x="465" y="0"/>
                        <a:pt x="418" y="11"/>
                        <a:pt x="382" y="32"/>
                      </a:cubicBezTo>
                      <a:lnTo>
                        <a:pt x="73" y="214"/>
                      </a:lnTo>
                      <a:cubicBezTo>
                        <a:pt x="1" y="257"/>
                        <a:pt x="1" y="321"/>
                        <a:pt x="73" y="364"/>
                      </a:cubicBezTo>
                      <a:lnTo>
                        <a:pt x="375" y="536"/>
                      </a:lnTo>
                      <a:cubicBezTo>
                        <a:pt x="411" y="558"/>
                        <a:pt x="457" y="569"/>
                        <a:pt x="504" y="569"/>
                      </a:cubicBezTo>
                      <a:cubicBezTo>
                        <a:pt x="551" y="569"/>
                        <a:pt x="598" y="558"/>
                        <a:pt x="634" y="536"/>
                      </a:cubicBezTo>
                      <a:lnTo>
                        <a:pt x="943" y="357"/>
                      </a:lnTo>
                      <a:cubicBezTo>
                        <a:pt x="1015" y="314"/>
                        <a:pt x="1015" y="248"/>
                        <a:pt x="943" y="205"/>
                      </a:cubicBezTo>
                      <a:lnTo>
                        <a:pt x="648" y="32"/>
                      </a:lnTo>
                      <a:cubicBezTo>
                        <a:pt x="608" y="11"/>
                        <a:pt x="560" y="0"/>
                        <a:pt x="51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9" name="Google Shape;1629;p44">
                  <a:extLst>
                    <a:ext uri="{FF2B5EF4-FFF2-40B4-BE49-F238E27FC236}">
                      <a16:creationId xmlns:a16="http://schemas.microsoft.com/office/drawing/2014/main" id="{54F9E5BF-495E-E890-8770-E4659CEA8212}"/>
                    </a:ext>
                  </a:extLst>
                </p:cNvPr>
                <p:cNvSpPr/>
                <p:nvPr/>
              </p:nvSpPr>
              <p:spPr>
                <a:xfrm>
                  <a:off x="-888982" y="1516960"/>
                  <a:ext cx="130426" cy="73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5" h="888" extrusionOk="0">
                      <a:moveTo>
                        <a:pt x="540" y="0"/>
                      </a:moveTo>
                      <a:cubicBezTo>
                        <a:pt x="493" y="0"/>
                        <a:pt x="446" y="9"/>
                        <a:pt x="410" y="28"/>
                      </a:cubicBezTo>
                      <a:lnTo>
                        <a:pt x="73" y="221"/>
                      </a:lnTo>
                      <a:cubicBezTo>
                        <a:pt x="1" y="264"/>
                        <a:pt x="1" y="336"/>
                        <a:pt x="73" y="379"/>
                      </a:cubicBezTo>
                      <a:lnTo>
                        <a:pt x="907" y="861"/>
                      </a:lnTo>
                      <a:cubicBezTo>
                        <a:pt x="943" y="879"/>
                        <a:pt x="991" y="888"/>
                        <a:pt x="1039" y="888"/>
                      </a:cubicBezTo>
                      <a:cubicBezTo>
                        <a:pt x="1088" y="888"/>
                        <a:pt x="1136" y="879"/>
                        <a:pt x="1172" y="861"/>
                      </a:cubicBezTo>
                      <a:lnTo>
                        <a:pt x="1503" y="668"/>
                      </a:lnTo>
                      <a:cubicBezTo>
                        <a:pt x="1574" y="624"/>
                        <a:pt x="1574" y="552"/>
                        <a:pt x="1503" y="509"/>
                      </a:cubicBezTo>
                      <a:lnTo>
                        <a:pt x="668" y="28"/>
                      </a:lnTo>
                      <a:cubicBezTo>
                        <a:pt x="633" y="9"/>
                        <a:pt x="587" y="0"/>
                        <a:pt x="54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0" name="Google Shape;1630;p44">
                  <a:extLst>
                    <a:ext uri="{FF2B5EF4-FFF2-40B4-BE49-F238E27FC236}">
                      <a16:creationId xmlns:a16="http://schemas.microsoft.com/office/drawing/2014/main" id="{041703CD-28D0-D81A-C5DE-7D62C8C40DE7}"/>
                    </a:ext>
                  </a:extLst>
                </p:cNvPr>
                <p:cNvSpPr/>
                <p:nvPr/>
              </p:nvSpPr>
              <p:spPr>
                <a:xfrm>
                  <a:off x="-947281" y="1483256"/>
                  <a:ext cx="88690" cy="4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597" extrusionOk="0">
                      <a:moveTo>
                        <a:pt x="539" y="0"/>
                      </a:moveTo>
                      <a:cubicBezTo>
                        <a:pt x="493" y="0"/>
                        <a:pt x="446" y="11"/>
                        <a:pt x="410" y="33"/>
                      </a:cubicBezTo>
                      <a:lnTo>
                        <a:pt x="72" y="226"/>
                      </a:lnTo>
                      <a:cubicBezTo>
                        <a:pt x="1" y="269"/>
                        <a:pt x="1" y="334"/>
                        <a:pt x="72" y="378"/>
                      </a:cubicBezTo>
                      <a:lnTo>
                        <a:pt x="396" y="564"/>
                      </a:lnTo>
                      <a:cubicBezTo>
                        <a:pt x="431" y="585"/>
                        <a:pt x="480" y="596"/>
                        <a:pt x="528" y="596"/>
                      </a:cubicBezTo>
                      <a:cubicBezTo>
                        <a:pt x="577" y="596"/>
                        <a:pt x="625" y="585"/>
                        <a:pt x="662" y="564"/>
                      </a:cubicBezTo>
                      <a:lnTo>
                        <a:pt x="993" y="369"/>
                      </a:lnTo>
                      <a:cubicBezTo>
                        <a:pt x="1071" y="326"/>
                        <a:pt x="1064" y="262"/>
                        <a:pt x="993" y="219"/>
                      </a:cubicBezTo>
                      <a:lnTo>
                        <a:pt x="669" y="33"/>
                      </a:lnTo>
                      <a:cubicBezTo>
                        <a:pt x="632" y="11"/>
                        <a:pt x="586" y="0"/>
                        <a:pt x="539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1" name="Google Shape;1631;p44">
                  <a:extLst>
                    <a:ext uri="{FF2B5EF4-FFF2-40B4-BE49-F238E27FC236}">
                      <a16:creationId xmlns:a16="http://schemas.microsoft.com/office/drawing/2014/main" id="{BB511144-F5F8-5887-9856-47A33A3A9FDA}"/>
                    </a:ext>
                  </a:extLst>
                </p:cNvPr>
                <p:cNvSpPr/>
                <p:nvPr/>
              </p:nvSpPr>
              <p:spPr>
                <a:xfrm>
                  <a:off x="-982972" y="1528968"/>
                  <a:ext cx="165537" cy="94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9" h="1137" extrusionOk="0">
                      <a:moveTo>
                        <a:pt x="500" y="0"/>
                      </a:moveTo>
                      <a:cubicBezTo>
                        <a:pt x="451" y="0"/>
                        <a:pt x="403" y="11"/>
                        <a:pt x="366" y="33"/>
                      </a:cubicBezTo>
                      <a:lnTo>
                        <a:pt x="71" y="205"/>
                      </a:lnTo>
                      <a:cubicBezTo>
                        <a:pt x="1" y="248"/>
                        <a:pt x="1" y="314"/>
                        <a:pt x="71" y="357"/>
                      </a:cubicBezTo>
                      <a:lnTo>
                        <a:pt x="1365" y="1104"/>
                      </a:lnTo>
                      <a:cubicBezTo>
                        <a:pt x="1405" y="1125"/>
                        <a:pt x="1454" y="1136"/>
                        <a:pt x="1501" y="1136"/>
                      </a:cubicBezTo>
                      <a:cubicBezTo>
                        <a:pt x="1549" y="1136"/>
                        <a:pt x="1596" y="1125"/>
                        <a:pt x="1631" y="1104"/>
                      </a:cubicBezTo>
                      <a:lnTo>
                        <a:pt x="1926" y="931"/>
                      </a:lnTo>
                      <a:cubicBezTo>
                        <a:pt x="1998" y="888"/>
                        <a:pt x="1998" y="824"/>
                        <a:pt x="1926" y="781"/>
                      </a:cubicBezTo>
                      <a:lnTo>
                        <a:pt x="632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2" name="Google Shape;1632;p44">
                  <a:extLst>
                    <a:ext uri="{FF2B5EF4-FFF2-40B4-BE49-F238E27FC236}">
                      <a16:creationId xmlns:a16="http://schemas.microsoft.com/office/drawing/2014/main" id="{47FBF537-1FB3-AC5A-8F11-7D038D0955DA}"/>
                    </a:ext>
                  </a:extLst>
                </p:cNvPr>
                <p:cNvSpPr/>
                <p:nvPr/>
              </p:nvSpPr>
              <p:spPr>
                <a:xfrm>
                  <a:off x="-1040112" y="1495677"/>
                  <a:ext cx="83969" cy="47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" h="569" extrusionOk="0">
                      <a:moveTo>
                        <a:pt x="500" y="0"/>
                      </a:moveTo>
                      <a:cubicBezTo>
                        <a:pt x="451" y="0"/>
                        <a:pt x="403" y="11"/>
                        <a:pt x="366" y="33"/>
                      </a:cubicBezTo>
                      <a:lnTo>
                        <a:pt x="71" y="205"/>
                      </a:lnTo>
                      <a:cubicBezTo>
                        <a:pt x="1" y="248"/>
                        <a:pt x="1" y="321"/>
                        <a:pt x="71" y="357"/>
                      </a:cubicBezTo>
                      <a:lnTo>
                        <a:pt x="380" y="536"/>
                      </a:lnTo>
                      <a:cubicBezTo>
                        <a:pt x="416" y="558"/>
                        <a:pt x="465" y="569"/>
                        <a:pt x="514" y="569"/>
                      </a:cubicBezTo>
                      <a:cubicBezTo>
                        <a:pt x="563" y="569"/>
                        <a:pt x="611" y="558"/>
                        <a:pt x="648" y="536"/>
                      </a:cubicBezTo>
                      <a:lnTo>
                        <a:pt x="941" y="364"/>
                      </a:lnTo>
                      <a:cubicBezTo>
                        <a:pt x="1013" y="328"/>
                        <a:pt x="1013" y="255"/>
                        <a:pt x="941" y="212"/>
                      </a:cubicBezTo>
                      <a:lnTo>
                        <a:pt x="632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3" name="Google Shape;1633;p44">
                  <a:extLst>
                    <a:ext uri="{FF2B5EF4-FFF2-40B4-BE49-F238E27FC236}">
                      <a16:creationId xmlns:a16="http://schemas.microsoft.com/office/drawing/2014/main" id="{ECCC6CD7-B2BB-2F8E-1047-D4FE51D25B94}"/>
                    </a:ext>
                  </a:extLst>
                </p:cNvPr>
                <p:cNvSpPr/>
                <p:nvPr/>
              </p:nvSpPr>
              <p:spPr>
                <a:xfrm>
                  <a:off x="-1496070" y="1233083"/>
                  <a:ext cx="84632" cy="46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564" extrusionOk="0">
                      <a:moveTo>
                        <a:pt x="503" y="0"/>
                      </a:moveTo>
                      <a:cubicBezTo>
                        <a:pt x="456" y="0"/>
                        <a:pt x="410" y="9"/>
                        <a:pt x="374" y="26"/>
                      </a:cubicBezTo>
                      <a:lnTo>
                        <a:pt x="79" y="198"/>
                      </a:lnTo>
                      <a:cubicBezTo>
                        <a:pt x="0" y="242"/>
                        <a:pt x="7" y="314"/>
                        <a:pt x="79" y="357"/>
                      </a:cubicBezTo>
                      <a:lnTo>
                        <a:pt x="388" y="537"/>
                      </a:lnTo>
                      <a:cubicBezTo>
                        <a:pt x="424" y="555"/>
                        <a:pt x="471" y="564"/>
                        <a:pt x="518" y="564"/>
                      </a:cubicBezTo>
                      <a:cubicBezTo>
                        <a:pt x="566" y="564"/>
                        <a:pt x="614" y="555"/>
                        <a:pt x="654" y="537"/>
                      </a:cubicBezTo>
                      <a:lnTo>
                        <a:pt x="949" y="364"/>
                      </a:lnTo>
                      <a:cubicBezTo>
                        <a:pt x="1021" y="321"/>
                        <a:pt x="1021" y="250"/>
                        <a:pt x="949" y="207"/>
                      </a:cubicBezTo>
                      <a:lnTo>
                        <a:pt x="633" y="26"/>
                      </a:lnTo>
                      <a:cubicBezTo>
                        <a:pt x="597" y="9"/>
                        <a:pt x="550" y="0"/>
                        <a:pt x="50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4" name="Google Shape;1634;p44">
                  <a:extLst>
                    <a:ext uri="{FF2B5EF4-FFF2-40B4-BE49-F238E27FC236}">
                      <a16:creationId xmlns:a16="http://schemas.microsoft.com/office/drawing/2014/main" id="{96102634-2A7C-8D04-7DB5-024369EF615C}"/>
                    </a:ext>
                  </a:extLst>
                </p:cNvPr>
                <p:cNvSpPr/>
                <p:nvPr/>
              </p:nvSpPr>
              <p:spPr>
                <a:xfrm>
                  <a:off x="-729405" y="1542052"/>
                  <a:ext cx="89352" cy="50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" h="606" extrusionOk="0">
                      <a:moveTo>
                        <a:pt x="503" y="1"/>
                      </a:moveTo>
                      <a:cubicBezTo>
                        <a:pt x="457" y="1"/>
                        <a:pt x="410" y="12"/>
                        <a:pt x="373" y="33"/>
                      </a:cubicBezTo>
                      <a:lnTo>
                        <a:pt x="72" y="206"/>
                      </a:lnTo>
                      <a:cubicBezTo>
                        <a:pt x="1" y="249"/>
                        <a:pt x="1" y="321"/>
                        <a:pt x="72" y="365"/>
                      </a:cubicBezTo>
                      <a:lnTo>
                        <a:pt x="446" y="573"/>
                      </a:lnTo>
                      <a:cubicBezTo>
                        <a:pt x="482" y="595"/>
                        <a:pt x="529" y="606"/>
                        <a:pt x="575" y="606"/>
                      </a:cubicBezTo>
                      <a:cubicBezTo>
                        <a:pt x="622" y="606"/>
                        <a:pt x="668" y="595"/>
                        <a:pt x="705" y="573"/>
                      </a:cubicBezTo>
                      <a:lnTo>
                        <a:pt x="1007" y="401"/>
                      </a:lnTo>
                      <a:cubicBezTo>
                        <a:pt x="1079" y="358"/>
                        <a:pt x="1079" y="292"/>
                        <a:pt x="1007" y="249"/>
                      </a:cubicBezTo>
                      <a:lnTo>
                        <a:pt x="632" y="33"/>
                      </a:lnTo>
                      <a:cubicBezTo>
                        <a:pt x="597" y="12"/>
                        <a:pt x="550" y="1"/>
                        <a:pt x="50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5" name="Google Shape;1635;p44">
                  <a:extLst>
                    <a:ext uri="{FF2B5EF4-FFF2-40B4-BE49-F238E27FC236}">
                      <a16:creationId xmlns:a16="http://schemas.microsoft.com/office/drawing/2014/main" id="{6F844271-C410-D91F-111C-4463E49F57C8}"/>
                    </a:ext>
                  </a:extLst>
                </p:cNvPr>
                <p:cNvSpPr/>
                <p:nvPr/>
              </p:nvSpPr>
              <p:spPr>
                <a:xfrm>
                  <a:off x="-788366" y="1574845"/>
                  <a:ext cx="92333" cy="51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5" h="626" extrusionOk="0">
                      <a:moveTo>
                        <a:pt x="540" y="0"/>
                      </a:moveTo>
                      <a:cubicBezTo>
                        <a:pt x="493" y="0"/>
                        <a:pt x="446" y="11"/>
                        <a:pt x="411" y="32"/>
                      </a:cubicBezTo>
                      <a:lnTo>
                        <a:pt x="73" y="227"/>
                      </a:lnTo>
                      <a:cubicBezTo>
                        <a:pt x="0" y="270"/>
                        <a:pt x="0" y="334"/>
                        <a:pt x="73" y="377"/>
                      </a:cubicBezTo>
                      <a:lnTo>
                        <a:pt x="438" y="593"/>
                      </a:lnTo>
                      <a:cubicBezTo>
                        <a:pt x="478" y="615"/>
                        <a:pt x="527" y="625"/>
                        <a:pt x="575" y="625"/>
                      </a:cubicBezTo>
                      <a:cubicBezTo>
                        <a:pt x="622" y="625"/>
                        <a:pt x="669" y="615"/>
                        <a:pt x="704" y="593"/>
                      </a:cubicBezTo>
                      <a:lnTo>
                        <a:pt x="1042" y="400"/>
                      </a:lnTo>
                      <a:cubicBezTo>
                        <a:pt x="1115" y="357"/>
                        <a:pt x="1115" y="284"/>
                        <a:pt x="1042" y="248"/>
                      </a:cubicBezTo>
                      <a:lnTo>
                        <a:pt x="670" y="32"/>
                      </a:lnTo>
                      <a:cubicBezTo>
                        <a:pt x="633" y="11"/>
                        <a:pt x="586" y="0"/>
                        <a:pt x="54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6" name="Google Shape;1636;p44">
                  <a:extLst>
                    <a:ext uri="{FF2B5EF4-FFF2-40B4-BE49-F238E27FC236}">
                      <a16:creationId xmlns:a16="http://schemas.microsoft.com/office/drawing/2014/main" id="{5549E99D-FDAC-F757-3E60-98BE032C8E85}"/>
                    </a:ext>
                  </a:extLst>
                </p:cNvPr>
                <p:cNvSpPr/>
                <p:nvPr/>
              </p:nvSpPr>
              <p:spPr>
                <a:xfrm>
                  <a:off x="-1128803" y="1311836"/>
                  <a:ext cx="79746" cy="44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" h="540" extrusionOk="0">
                      <a:moveTo>
                        <a:pt x="500" y="0"/>
                      </a:moveTo>
                      <a:cubicBezTo>
                        <a:pt x="451" y="0"/>
                        <a:pt x="402" y="11"/>
                        <a:pt x="366" y="32"/>
                      </a:cubicBezTo>
                      <a:lnTo>
                        <a:pt x="71" y="205"/>
                      </a:lnTo>
                      <a:cubicBezTo>
                        <a:pt x="0" y="239"/>
                        <a:pt x="0" y="312"/>
                        <a:pt x="71" y="355"/>
                      </a:cubicBezTo>
                      <a:lnTo>
                        <a:pt x="330" y="507"/>
                      </a:lnTo>
                      <a:cubicBezTo>
                        <a:pt x="366" y="528"/>
                        <a:pt x="415" y="539"/>
                        <a:pt x="464" y="539"/>
                      </a:cubicBezTo>
                      <a:cubicBezTo>
                        <a:pt x="512" y="539"/>
                        <a:pt x="561" y="528"/>
                        <a:pt x="597" y="507"/>
                      </a:cubicBezTo>
                      <a:lnTo>
                        <a:pt x="891" y="334"/>
                      </a:lnTo>
                      <a:cubicBezTo>
                        <a:pt x="963" y="291"/>
                        <a:pt x="963" y="219"/>
                        <a:pt x="891" y="176"/>
                      </a:cubicBezTo>
                      <a:lnTo>
                        <a:pt x="632" y="32"/>
                      </a:lnTo>
                      <a:cubicBezTo>
                        <a:pt x="596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7" name="Google Shape;1637;p44">
                  <a:extLst>
                    <a:ext uri="{FF2B5EF4-FFF2-40B4-BE49-F238E27FC236}">
                      <a16:creationId xmlns:a16="http://schemas.microsoft.com/office/drawing/2014/main" id="{C72D0CDB-54A1-F675-5E65-53B4DA8BDD70}"/>
                    </a:ext>
                  </a:extLst>
                </p:cNvPr>
                <p:cNvSpPr/>
                <p:nvPr/>
              </p:nvSpPr>
              <p:spPr>
                <a:xfrm>
                  <a:off x="-672927" y="1521266"/>
                  <a:ext cx="68649" cy="3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9" h="460" extrusionOk="0">
                      <a:moveTo>
                        <a:pt x="254" y="0"/>
                      </a:moveTo>
                      <a:cubicBezTo>
                        <a:pt x="206" y="0"/>
                        <a:pt x="159" y="11"/>
                        <a:pt x="123" y="32"/>
                      </a:cubicBezTo>
                      <a:lnTo>
                        <a:pt x="73" y="62"/>
                      </a:lnTo>
                      <a:cubicBezTo>
                        <a:pt x="0" y="105"/>
                        <a:pt x="0" y="177"/>
                        <a:pt x="73" y="212"/>
                      </a:cubicBezTo>
                      <a:lnTo>
                        <a:pt x="447" y="427"/>
                      </a:lnTo>
                      <a:cubicBezTo>
                        <a:pt x="482" y="449"/>
                        <a:pt x="529" y="460"/>
                        <a:pt x="576" y="460"/>
                      </a:cubicBezTo>
                      <a:cubicBezTo>
                        <a:pt x="623" y="460"/>
                        <a:pt x="670" y="449"/>
                        <a:pt x="706" y="427"/>
                      </a:cubicBezTo>
                      <a:lnTo>
                        <a:pt x="756" y="400"/>
                      </a:lnTo>
                      <a:cubicBezTo>
                        <a:pt x="828" y="357"/>
                        <a:pt x="828" y="291"/>
                        <a:pt x="756" y="248"/>
                      </a:cubicBezTo>
                      <a:lnTo>
                        <a:pt x="388" y="32"/>
                      </a:lnTo>
                      <a:cubicBezTo>
                        <a:pt x="350" y="11"/>
                        <a:pt x="301" y="0"/>
                        <a:pt x="254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8" name="Google Shape;1638;p44">
                  <a:extLst>
                    <a:ext uri="{FF2B5EF4-FFF2-40B4-BE49-F238E27FC236}">
                      <a16:creationId xmlns:a16="http://schemas.microsoft.com/office/drawing/2014/main" id="{D494F78E-85BA-9BCF-1E03-1BAE4DC79627}"/>
                    </a:ext>
                  </a:extLst>
                </p:cNvPr>
                <p:cNvSpPr/>
                <p:nvPr/>
              </p:nvSpPr>
              <p:spPr>
                <a:xfrm>
                  <a:off x="-788366" y="1454686"/>
                  <a:ext cx="65503" cy="36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" h="438" extrusionOk="0">
                      <a:moveTo>
                        <a:pt x="252" y="0"/>
                      </a:moveTo>
                      <a:cubicBezTo>
                        <a:pt x="206" y="0"/>
                        <a:pt x="159" y="11"/>
                        <a:pt x="123" y="33"/>
                      </a:cubicBezTo>
                      <a:lnTo>
                        <a:pt x="73" y="60"/>
                      </a:lnTo>
                      <a:cubicBezTo>
                        <a:pt x="0" y="103"/>
                        <a:pt x="0" y="169"/>
                        <a:pt x="73" y="212"/>
                      </a:cubicBezTo>
                      <a:lnTo>
                        <a:pt x="411" y="405"/>
                      </a:lnTo>
                      <a:cubicBezTo>
                        <a:pt x="446" y="427"/>
                        <a:pt x="493" y="438"/>
                        <a:pt x="540" y="438"/>
                      </a:cubicBezTo>
                      <a:cubicBezTo>
                        <a:pt x="588" y="438"/>
                        <a:pt x="637" y="427"/>
                        <a:pt x="677" y="405"/>
                      </a:cubicBezTo>
                      <a:lnTo>
                        <a:pt x="720" y="378"/>
                      </a:lnTo>
                      <a:cubicBezTo>
                        <a:pt x="790" y="341"/>
                        <a:pt x="790" y="269"/>
                        <a:pt x="720" y="226"/>
                      </a:cubicBezTo>
                      <a:lnTo>
                        <a:pt x="382" y="33"/>
                      </a:lnTo>
                      <a:cubicBezTo>
                        <a:pt x="345" y="11"/>
                        <a:pt x="299" y="0"/>
                        <a:pt x="25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9" name="Google Shape;1639;p44">
                  <a:extLst>
                    <a:ext uri="{FF2B5EF4-FFF2-40B4-BE49-F238E27FC236}">
                      <a16:creationId xmlns:a16="http://schemas.microsoft.com/office/drawing/2014/main" id="{7BC4CFC5-B37B-CCC8-BA9A-AF9F2E3F8709}"/>
                    </a:ext>
                  </a:extLst>
                </p:cNvPr>
                <p:cNvSpPr/>
                <p:nvPr/>
              </p:nvSpPr>
              <p:spPr>
                <a:xfrm>
                  <a:off x="-728825" y="1489053"/>
                  <a:ext cx="62522" cy="34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" h="418" extrusionOk="0">
                      <a:moveTo>
                        <a:pt x="252" y="1"/>
                      </a:moveTo>
                      <a:cubicBezTo>
                        <a:pt x="205" y="1"/>
                        <a:pt x="159" y="12"/>
                        <a:pt x="123" y="33"/>
                      </a:cubicBezTo>
                      <a:lnTo>
                        <a:pt x="71" y="63"/>
                      </a:lnTo>
                      <a:cubicBezTo>
                        <a:pt x="1" y="106"/>
                        <a:pt x="1" y="170"/>
                        <a:pt x="71" y="213"/>
                      </a:cubicBezTo>
                      <a:lnTo>
                        <a:pt x="366" y="385"/>
                      </a:lnTo>
                      <a:cubicBezTo>
                        <a:pt x="403" y="407"/>
                        <a:pt x="451" y="418"/>
                        <a:pt x="500" y="418"/>
                      </a:cubicBezTo>
                      <a:cubicBezTo>
                        <a:pt x="548" y="418"/>
                        <a:pt x="597" y="407"/>
                        <a:pt x="632" y="385"/>
                      </a:cubicBezTo>
                      <a:lnTo>
                        <a:pt x="684" y="358"/>
                      </a:lnTo>
                      <a:cubicBezTo>
                        <a:pt x="755" y="314"/>
                        <a:pt x="755" y="242"/>
                        <a:pt x="684" y="206"/>
                      </a:cubicBezTo>
                      <a:lnTo>
                        <a:pt x="382" y="33"/>
                      </a:lnTo>
                      <a:cubicBezTo>
                        <a:pt x="346" y="12"/>
                        <a:pt x="299" y="1"/>
                        <a:pt x="25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0" name="Google Shape;1640;p44">
                  <a:extLst>
                    <a:ext uri="{FF2B5EF4-FFF2-40B4-BE49-F238E27FC236}">
                      <a16:creationId xmlns:a16="http://schemas.microsoft.com/office/drawing/2014/main" id="{67A95B44-4657-792C-3D72-8C18DD187ECF}"/>
                    </a:ext>
                  </a:extLst>
                </p:cNvPr>
                <p:cNvSpPr/>
                <p:nvPr/>
              </p:nvSpPr>
              <p:spPr>
                <a:xfrm>
                  <a:off x="-844926" y="1475389"/>
                  <a:ext cx="142930" cy="81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" h="980" extrusionOk="0">
                      <a:moveTo>
                        <a:pt x="504" y="0"/>
                      </a:moveTo>
                      <a:cubicBezTo>
                        <a:pt x="457" y="0"/>
                        <a:pt x="411" y="11"/>
                        <a:pt x="375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21"/>
                        <a:pt x="73" y="357"/>
                      </a:cubicBezTo>
                      <a:lnTo>
                        <a:pt x="1085" y="947"/>
                      </a:lnTo>
                      <a:cubicBezTo>
                        <a:pt x="1121" y="969"/>
                        <a:pt x="1170" y="979"/>
                        <a:pt x="1219" y="979"/>
                      </a:cubicBezTo>
                      <a:cubicBezTo>
                        <a:pt x="1268" y="979"/>
                        <a:pt x="1316" y="969"/>
                        <a:pt x="1353" y="947"/>
                      </a:cubicBezTo>
                      <a:lnTo>
                        <a:pt x="1646" y="774"/>
                      </a:lnTo>
                      <a:cubicBezTo>
                        <a:pt x="1725" y="731"/>
                        <a:pt x="1718" y="666"/>
                        <a:pt x="1646" y="623"/>
                      </a:cubicBezTo>
                      <a:lnTo>
                        <a:pt x="633" y="33"/>
                      </a:lnTo>
                      <a:cubicBezTo>
                        <a:pt x="597" y="11"/>
                        <a:pt x="550" y="0"/>
                        <a:pt x="504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1" name="Google Shape;1641;p44">
                  <a:extLst>
                    <a:ext uri="{FF2B5EF4-FFF2-40B4-BE49-F238E27FC236}">
                      <a16:creationId xmlns:a16="http://schemas.microsoft.com/office/drawing/2014/main" id="{6F06FC19-A4BB-E3C6-936D-2C57A1BB2CB3}"/>
                    </a:ext>
                  </a:extLst>
                </p:cNvPr>
                <p:cNvSpPr/>
                <p:nvPr/>
              </p:nvSpPr>
              <p:spPr>
                <a:xfrm>
                  <a:off x="-846665" y="1421230"/>
                  <a:ext cx="64923" cy="35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" h="433" extrusionOk="0">
                      <a:moveTo>
                        <a:pt x="253" y="1"/>
                      </a:moveTo>
                      <a:cubicBezTo>
                        <a:pt x="205" y="1"/>
                        <a:pt x="158" y="11"/>
                        <a:pt x="123" y="33"/>
                      </a:cubicBezTo>
                      <a:lnTo>
                        <a:pt x="71" y="62"/>
                      </a:lnTo>
                      <a:cubicBezTo>
                        <a:pt x="0" y="98"/>
                        <a:pt x="0" y="169"/>
                        <a:pt x="71" y="212"/>
                      </a:cubicBezTo>
                      <a:lnTo>
                        <a:pt x="396" y="400"/>
                      </a:lnTo>
                      <a:cubicBezTo>
                        <a:pt x="432" y="422"/>
                        <a:pt x="480" y="433"/>
                        <a:pt x="528" y="433"/>
                      </a:cubicBezTo>
                      <a:cubicBezTo>
                        <a:pt x="577" y="433"/>
                        <a:pt x="625" y="422"/>
                        <a:pt x="661" y="400"/>
                      </a:cubicBezTo>
                      <a:lnTo>
                        <a:pt x="711" y="371"/>
                      </a:lnTo>
                      <a:cubicBezTo>
                        <a:pt x="784" y="328"/>
                        <a:pt x="784" y="255"/>
                        <a:pt x="704" y="221"/>
                      </a:cubicBezTo>
                      <a:lnTo>
                        <a:pt x="389" y="33"/>
                      </a:lnTo>
                      <a:cubicBezTo>
                        <a:pt x="349" y="11"/>
                        <a:pt x="300" y="1"/>
                        <a:pt x="253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2" name="Google Shape;1642;p44">
                  <a:extLst>
                    <a:ext uri="{FF2B5EF4-FFF2-40B4-BE49-F238E27FC236}">
                      <a16:creationId xmlns:a16="http://schemas.microsoft.com/office/drawing/2014/main" id="{758B5A71-498E-B807-0901-D8BEAFC1F08A}"/>
                    </a:ext>
                  </a:extLst>
                </p:cNvPr>
                <p:cNvSpPr/>
                <p:nvPr/>
              </p:nvSpPr>
              <p:spPr>
                <a:xfrm>
                  <a:off x="-903805" y="1387940"/>
                  <a:ext cx="63764" cy="35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" h="425" extrusionOk="0">
                      <a:moveTo>
                        <a:pt x="252" y="1"/>
                      </a:moveTo>
                      <a:cubicBezTo>
                        <a:pt x="205" y="1"/>
                        <a:pt x="158" y="11"/>
                        <a:pt x="123" y="33"/>
                      </a:cubicBezTo>
                      <a:lnTo>
                        <a:pt x="71" y="62"/>
                      </a:lnTo>
                      <a:cubicBezTo>
                        <a:pt x="0" y="105"/>
                        <a:pt x="0" y="169"/>
                        <a:pt x="71" y="212"/>
                      </a:cubicBezTo>
                      <a:lnTo>
                        <a:pt x="382" y="392"/>
                      </a:lnTo>
                      <a:cubicBezTo>
                        <a:pt x="417" y="413"/>
                        <a:pt x="465" y="424"/>
                        <a:pt x="514" y="424"/>
                      </a:cubicBezTo>
                      <a:cubicBezTo>
                        <a:pt x="562" y="424"/>
                        <a:pt x="611" y="413"/>
                        <a:pt x="647" y="392"/>
                      </a:cubicBezTo>
                      <a:lnTo>
                        <a:pt x="697" y="364"/>
                      </a:lnTo>
                      <a:cubicBezTo>
                        <a:pt x="770" y="321"/>
                        <a:pt x="770" y="255"/>
                        <a:pt x="697" y="212"/>
                      </a:cubicBezTo>
                      <a:lnTo>
                        <a:pt x="382" y="33"/>
                      </a:lnTo>
                      <a:cubicBezTo>
                        <a:pt x="345" y="11"/>
                        <a:pt x="298" y="1"/>
                        <a:pt x="25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3" name="Google Shape;1643;p44">
                  <a:extLst>
                    <a:ext uri="{FF2B5EF4-FFF2-40B4-BE49-F238E27FC236}">
                      <a16:creationId xmlns:a16="http://schemas.microsoft.com/office/drawing/2014/main" id="{688F5519-5D33-F752-4C06-DFD50A085CC8}"/>
                    </a:ext>
                  </a:extLst>
                </p:cNvPr>
                <p:cNvSpPr/>
                <p:nvPr/>
              </p:nvSpPr>
              <p:spPr>
                <a:xfrm>
                  <a:off x="-959785" y="1355809"/>
                  <a:ext cx="62604" cy="34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418" extrusionOk="0">
                      <a:moveTo>
                        <a:pt x="248" y="0"/>
                      </a:moveTo>
                      <a:cubicBezTo>
                        <a:pt x="199" y="0"/>
                        <a:pt x="151" y="11"/>
                        <a:pt x="116" y="33"/>
                      </a:cubicBezTo>
                      <a:lnTo>
                        <a:pt x="73" y="62"/>
                      </a:lnTo>
                      <a:cubicBezTo>
                        <a:pt x="0" y="97"/>
                        <a:pt x="0" y="169"/>
                        <a:pt x="73" y="212"/>
                      </a:cubicBezTo>
                      <a:lnTo>
                        <a:pt x="368" y="385"/>
                      </a:lnTo>
                      <a:cubicBezTo>
                        <a:pt x="403" y="406"/>
                        <a:pt x="451" y="417"/>
                        <a:pt x="500" y="417"/>
                      </a:cubicBezTo>
                      <a:cubicBezTo>
                        <a:pt x="548" y="417"/>
                        <a:pt x="597" y="406"/>
                        <a:pt x="633" y="385"/>
                      </a:cubicBezTo>
                      <a:lnTo>
                        <a:pt x="683" y="355"/>
                      </a:lnTo>
                      <a:cubicBezTo>
                        <a:pt x="756" y="312"/>
                        <a:pt x="756" y="241"/>
                        <a:pt x="676" y="205"/>
                      </a:cubicBezTo>
                      <a:lnTo>
                        <a:pt x="381" y="33"/>
                      </a:lnTo>
                      <a:cubicBezTo>
                        <a:pt x="345" y="11"/>
                        <a:pt x="296" y="0"/>
                        <a:pt x="248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4" name="Google Shape;1644;p44">
                  <a:extLst>
                    <a:ext uri="{FF2B5EF4-FFF2-40B4-BE49-F238E27FC236}">
                      <a16:creationId xmlns:a16="http://schemas.microsoft.com/office/drawing/2014/main" id="{099E5C45-1407-F952-046B-4014FF95F5B0}"/>
                    </a:ext>
                  </a:extLst>
                </p:cNvPr>
                <p:cNvSpPr/>
                <p:nvPr/>
              </p:nvSpPr>
              <p:spPr>
                <a:xfrm>
                  <a:off x="-1016345" y="1376678"/>
                  <a:ext cx="82727" cy="46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" h="561" extrusionOk="0">
                      <a:moveTo>
                        <a:pt x="500" y="0"/>
                      </a:moveTo>
                      <a:cubicBezTo>
                        <a:pt x="451" y="0"/>
                        <a:pt x="403" y="11"/>
                        <a:pt x="367" y="33"/>
                      </a:cubicBezTo>
                      <a:lnTo>
                        <a:pt x="72" y="205"/>
                      </a:lnTo>
                      <a:cubicBezTo>
                        <a:pt x="0" y="248"/>
                        <a:pt x="0" y="312"/>
                        <a:pt x="72" y="355"/>
                      </a:cubicBezTo>
                      <a:lnTo>
                        <a:pt x="367" y="528"/>
                      </a:lnTo>
                      <a:cubicBezTo>
                        <a:pt x="403" y="549"/>
                        <a:pt x="451" y="560"/>
                        <a:pt x="500" y="560"/>
                      </a:cubicBezTo>
                      <a:cubicBezTo>
                        <a:pt x="548" y="560"/>
                        <a:pt x="597" y="549"/>
                        <a:pt x="633" y="528"/>
                      </a:cubicBezTo>
                      <a:lnTo>
                        <a:pt x="928" y="355"/>
                      </a:lnTo>
                      <a:cubicBezTo>
                        <a:pt x="999" y="312"/>
                        <a:pt x="999" y="241"/>
                        <a:pt x="928" y="205"/>
                      </a:cubicBezTo>
                      <a:lnTo>
                        <a:pt x="633" y="33"/>
                      </a:lnTo>
                      <a:cubicBezTo>
                        <a:pt x="597" y="11"/>
                        <a:pt x="548" y="0"/>
                        <a:pt x="50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5" name="Google Shape;1645;p44">
                  <a:extLst>
                    <a:ext uri="{FF2B5EF4-FFF2-40B4-BE49-F238E27FC236}">
                      <a16:creationId xmlns:a16="http://schemas.microsoft.com/office/drawing/2014/main" id="{2CBB5D13-3316-B173-FBB2-3DC3CFE0F514}"/>
                    </a:ext>
                  </a:extLst>
                </p:cNvPr>
                <p:cNvSpPr/>
                <p:nvPr/>
              </p:nvSpPr>
              <p:spPr>
                <a:xfrm>
                  <a:off x="-960365" y="1408808"/>
                  <a:ext cx="84632" cy="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" h="568" extrusionOk="0">
                      <a:moveTo>
                        <a:pt x="502" y="0"/>
                      </a:moveTo>
                      <a:cubicBezTo>
                        <a:pt x="454" y="0"/>
                        <a:pt x="406" y="11"/>
                        <a:pt x="366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19"/>
                        <a:pt x="73" y="355"/>
                      </a:cubicBezTo>
                      <a:lnTo>
                        <a:pt x="382" y="535"/>
                      </a:lnTo>
                      <a:cubicBezTo>
                        <a:pt x="421" y="556"/>
                        <a:pt x="470" y="567"/>
                        <a:pt x="517" y="567"/>
                      </a:cubicBezTo>
                      <a:cubicBezTo>
                        <a:pt x="564" y="567"/>
                        <a:pt x="611" y="556"/>
                        <a:pt x="647" y="535"/>
                      </a:cubicBezTo>
                      <a:lnTo>
                        <a:pt x="942" y="362"/>
                      </a:lnTo>
                      <a:cubicBezTo>
                        <a:pt x="1022" y="319"/>
                        <a:pt x="1013" y="255"/>
                        <a:pt x="942" y="212"/>
                      </a:cubicBezTo>
                      <a:lnTo>
                        <a:pt x="633" y="33"/>
                      </a:lnTo>
                      <a:cubicBezTo>
                        <a:pt x="597" y="11"/>
                        <a:pt x="550" y="0"/>
                        <a:pt x="50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6" name="Google Shape;1646;p44">
                  <a:extLst>
                    <a:ext uri="{FF2B5EF4-FFF2-40B4-BE49-F238E27FC236}">
                      <a16:creationId xmlns:a16="http://schemas.microsoft.com/office/drawing/2014/main" id="{47D843EE-B90E-B225-0D65-9D46C21A23F4}"/>
                    </a:ext>
                  </a:extLst>
                </p:cNvPr>
                <p:cNvSpPr/>
                <p:nvPr/>
              </p:nvSpPr>
              <p:spPr>
                <a:xfrm>
                  <a:off x="-903225" y="1442099"/>
                  <a:ext cx="85211" cy="47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576" extrusionOk="0">
                      <a:moveTo>
                        <a:pt x="503" y="0"/>
                      </a:moveTo>
                      <a:cubicBezTo>
                        <a:pt x="457" y="0"/>
                        <a:pt x="410" y="11"/>
                        <a:pt x="375" y="33"/>
                      </a:cubicBezTo>
                      <a:lnTo>
                        <a:pt x="73" y="205"/>
                      </a:lnTo>
                      <a:cubicBezTo>
                        <a:pt x="0" y="248"/>
                        <a:pt x="0" y="314"/>
                        <a:pt x="73" y="357"/>
                      </a:cubicBezTo>
                      <a:lnTo>
                        <a:pt x="395" y="543"/>
                      </a:lnTo>
                      <a:cubicBezTo>
                        <a:pt x="432" y="565"/>
                        <a:pt x="480" y="576"/>
                        <a:pt x="529" y="576"/>
                      </a:cubicBezTo>
                      <a:cubicBezTo>
                        <a:pt x="577" y="576"/>
                        <a:pt x="626" y="565"/>
                        <a:pt x="661" y="543"/>
                      </a:cubicBezTo>
                      <a:lnTo>
                        <a:pt x="956" y="371"/>
                      </a:lnTo>
                      <a:cubicBezTo>
                        <a:pt x="1028" y="328"/>
                        <a:pt x="1028" y="255"/>
                        <a:pt x="956" y="219"/>
                      </a:cubicBezTo>
                      <a:lnTo>
                        <a:pt x="633" y="33"/>
                      </a:lnTo>
                      <a:cubicBezTo>
                        <a:pt x="597" y="11"/>
                        <a:pt x="550" y="0"/>
                        <a:pt x="50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7" name="Google Shape;1647;p44">
                  <a:extLst>
                    <a:ext uri="{FF2B5EF4-FFF2-40B4-BE49-F238E27FC236}">
                      <a16:creationId xmlns:a16="http://schemas.microsoft.com/office/drawing/2014/main" id="{66E6383C-78E1-2E4D-96B7-70C64FAD4D03}"/>
                    </a:ext>
                  </a:extLst>
                </p:cNvPr>
                <p:cNvSpPr/>
                <p:nvPr/>
              </p:nvSpPr>
              <p:spPr>
                <a:xfrm>
                  <a:off x="-1130128" y="1257512"/>
                  <a:ext cx="63847" cy="35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" h="426" extrusionOk="0">
                      <a:moveTo>
                        <a:pt x="257" y="1"/>
                      </a:moveTo>
                      <a:cubicBezTo>
                        <a:pt x="208" y="1"/>
                        <a:pt x="160" y="11"/>
                        <a:pt x="123" y="33"/>
                      </a:cubicBezTo>
                      <a:lnTo>
                        <a:pt x="73" y="62"/>
                      </a:lnTo>
                      <a:cubicBezTo>
                        <a:pt x="1" y="105"/>
                        <a:pt x="9" y="171"/>
                        <a:pt x="80" y="214"/>
                      </a:cubicBezTo>
                      <a:lnTo>
                        <a:pt x="389" y="393"/>
                      </a:lnTo>
                      <a:cubicBezTo>
                        <a:pt x="425" y="415"/>
                        <a:pt x="472" y="426"/>
                        <a:pt x="519" y="426"/>
                      </a:cubicBezTo>
                      <a:cubicBezTo>
                        <a:pt x="566" y="426"/>
                        <a:pt x="612" y="415"/>
                        <a:pt x="648" y="393"/>
                      </a:cubicBezTo>
                      <a:lnTo>
                        <a:pt x="700" y="364"/>
                      </a:lnTo>
                      <a:cubicBezTo>
                        <a:pt x="770" y="321"/>
                        <a:pt x="770" y="257"/>
                        <a:pt x="700" y="214"/>
                      </a:cubicBezTo>
                      <a:lnTo>
                        <a:pt x="389" y="33"/>
                      </a:lnTo>
                      <a:cubicBezTo>
                        <a:pt x="354" y="11"/>
                        <a:pt x="305" y="1"/>
                        <a:pt x="257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8" name="Google Shape;1648;p44">
                  <a:extLst>
                    <a:ext uri="{FF2B5EF4-FFF2-40B4-BE49-F238E27FC236}">
                      <a16:creationId xmlns:a16="http://schemas.microsoft.com/office/drawing/2014/main" id="{BABF8F2E-74D1-65F8-8143-AC46F8D31701}"/>
                    </a:ext>
                  </a:extLst>
                </p:cNvPr>
                <p:cNvSpPr/>
                <p:nvPr/>
              </p:nvSpPr>
              <p:spPr>
                <a:xfrm>
                  <a:off x="-957963" y="1674633"/>
                  <a:ext cx="89932" cy="50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608" extrusionOk="0">
                      <a:moveTo>
                        <a:pt x="514" y="1"/>
                      </a:moveTo>
                      <a:cubicBezTo>
                        <a:pt x="465" y="1"/>
                        <a:pt x="416" y="10"/>
                        <a:pt x="380" y="28"/>
                      </a:cubicBezTo>
                      <a:lnTo>
                        <a:pt x="71" y="207"/>
                      </a:lnTo>
                      <a:cubicBezTo>
                        <a:pt x="1" y="251"/>
                        <a:pt x="1" y="323"/>
                        <a:pt x="78" y="366"/>
                      </a:cubicBezTo>
                      <a:lnTo>
                        <a:pt x="446" y="575"/>
                      </a:lnTo>
                      <a:cubicBezTo>
                        <a:pt x="482" y="596"/>
                        <a:pt x="530" y="607"/>
                        <a:pt x="579" y="607"/>
                      </a:cubicBezTo>
                      <a:cubicBezTo>
                        <a:pt x="627" y="607"/>
                        <a:pt x="675" y="596"/>
                        <a:pt x="711" y="575"/>
                      </a:cubicBezTo>
                      <a:lnTo>
                        <a:pt x="1013" y="395"/>
                      </a:lnTo>
                      <a:cubicBezTo>
                        <a:pt x="1086" y="359"/>
                        <a:pt x="1086" y="287"/>
                        <a:pt x="1013" y="244"/>
                      </a:cubicBezTo>
                      <a:lnTo>
                        <a:pt x="648" y="28"/>
                      </a:lnTo>
                      <a:cubicBezTo>
                        <a:pt x="611" y="10"/>
                        <a:pt x="563" y="1"/>
                        <a:pt x="514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9" name="Google Shape;1649;p44">
                  <a:extLst>
                    <a:ext uri="{FF2B5EF4-FFF2-40B4-BE49-F238E27FC236}">
                      <a16:creationId xmlns:a16="http://schemas.microsoft.com/office/drawing/2014/main" id="{C55861CA-ED44-C830-7843-B81234833D7F}"/>
                    </a:ext>
                  </a:extLst>
                </p:cNvPr>
                <p:cNvSpPr/>
                <p:nvPr/>
              </p:nvSpPr>
              <p:spPr>
                <a:xfrm>
                  <a:off x="-1942505" y="1547517"/>
                  <a:ext cx="51756" cy="59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" h="723" extrusionOk="0">
                      <a:moveTo>
                        <a:pt x="294" y="0"/>
                      </a:moveTo>
                      <a:cubicBezTo>
                        <a:pt x="285" y="0"/>
                        <a:pt x="276" y="1"/>
                        <a:pt x="266" y="4"/>
                      </a:cubicBezTo>
                      <a:cubicBezTo>
                        <a:pt x="245" y="10"/>
                        <a:pt x="223" y="17"/>
                        <a:pt x="193" y="33"/>
                      </a:cubicBezTo>
                      <a:lnTo>
                        <a:pt x="0" y="147"/>
                      </a:lnTo>
                      <a:lnTo>
                        <a:pt x="223" y="276"/>
                      </a:lnTo>
                      <a:lnTo>
                        <a:pt x="338" y="571"/>
                      </a:lnTo>
                      <a:lnTo>
                        <a:pt x="230" y="723"/>
                      </a:lnTo>
                      <a:cubicBezTo>
                        <a:pt x="323" y="664"/>
                        <a:pt x="424" y="607"/>
                        <a:pt x="504" y="564"/>
                      </a:cubicBezTo>
                      <a:cubicBezTo>
                        <a:pt x="511" y="557"/>
                        <a:pt x="525" y="550"/>
                        <a:pt x="531" y="542"/>
                      </a:cubicBezTo>
                      <a:cubicBezTo>
                        <a:pt x="538" y="535"/>
                        <a:pt x="547" y="528"/>
                        <a:pt x="554" y="521"/>
                      </a:cubicBezTo>
                      <a:cubicBezTo>
                        <a:pt x="568" y="507"/>
                        <a:pt x="581" y="485"/>
                        <a:pt x="590" y="471"/>
                      </a:cubicBezTo>
                      <a:cubicBezTo>
                        <a:pt x="597" y="471"/>
                        <a:pt x="597" y="471"/>
                        <a:pt x="597" y="464"/>
                      </a:cubicBezTo>
                      <a:cubicBezTo>
                        <a:pt x="597" y="464"/>
                        <a:pt x="604" y="456"/>
                        <a:pt x="604" y="449"/>
                      </a:cubicBezTo>
                      <a:cubicBezTo>
                        <a:pt x="604" y="449"/>
                        <a:pt x="604" y="442"/>
                        <a:pt x="611" y="442"/>
                      </a:cubicBezTo>
                      <a:lnTo>
                        <a:pt x="611" y="428"/>
                      </a:lnTo>
                      <a:cubicBezTo>
                        <a:pt x="611" y="421"/>
                        <a:pt x="618" y="421"/>
                        <a:pt x="618" y="412"/>
                      </a:cubicBezTo>
                      <a:lnTo>
                        <a:pt x="618" y="405"/>
                      </a:lnTo>
                      <a:cubicBezTo>
                        <a:pt x="618" y="399"/>
                        <a:pt x="625" y="392"/>
                        <a:pt x="625" y="385"/>
                      </a:cubicBezTo>
                      <a:lnTo>
                        <a:pt x="625" y="355"/>
                      </a:lnTo>
                      <a:lnTo>
                        <a:pt x="625" y="349"/>
                      </a:lnTo>
                      <a:lnTo>
                        <a:pt x="625" y="335"/>
                      </a:lnTo>
                      <a:cubicBezTo>
                        <a:pt x="625" y="305"/>
                        <a:pt x="625" y="283"/>
                        <a:pt x="611" y="240"/>
                      </a:cubicBezTo>
                      <a:cubicBezTo>
                        <a:pt x="611" y="233"/>
                        <a:pt x="604" y="212"/>
                        <a:pt x="597" y="205"/>
                      </a:cubicBezTo>
                      <a:cubicBezTo>
                        <a:pt x="590" y="190"/>
                        <a:pt x="590" y="190"/>
                        <a:pt x="575" y="162"/>
                      </a:cubicBezTo>
                      <a:cubicBezTo>
                        <a:pt x="575" y="154"/>
                        <a:pt x="561" y="126"/>
                        <a:pt x="525" y="97"/>
                      </a:cubicBezTo>
                      <a:cubicBezTo>
                        <a:pt x="504" y="76"/>
                        <a:pt x="481" y="54"/>
                        <a:pt x="468" y="47"/>
                      </a:cubicBezTo>
                      <a:cubicBezTo>
                        <a:pt x="431" y="24"/>
                        <a:pt x="381" y="4"/>
                        <a:pt x="338" y="4"/>
                      </a:cubicBezTo>
                      <a:cubicBezTo>
                        <a:pt x="328" y="4"/>
                        <a:pt x="312" y="0"/>
                        <a:pt x="294" y="0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0" name="Google Shape;1650;p44">
                  <a:extLst>
                    <a:ext uri="{FF2B5EF4-FFF2-40B4-BE49-F238E27FC236}">
                      <a16:creationId xmlns:a16="http://schemas.microsoft.com/office/drawing/2014/main" id="{25C314A4-343D-B327-DEA0-1DC8FD2B72DF}"/>
                    </a:ext>
                  </a:extLst>
                </p:cNvPr>
                <p:cNvSpPr/>
                <p:nvPr/>
              </p:nvSpPr>
              <p:spPr>
                <a:xfrm>
                  <a:off x="-1945569" y="1594803"/>
                  <a:ext cx="31137" cy="26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316" extrusionOk="0">
                      <a:moveTo>
                        <a:pt x="375" y="0"/>
                      </a:moveTo>
                      <a:lnTo>
                        <a:pt x="116" y="152"/>
                      </a:lnTo>
                      <a:lnTo>
                        <a:pt x="73" y="216"/>
                      </a:lnTo>
                      <a:lnTo>
                        <a:pt x="1" y="316"/>
                      </a:lnTo>
                      <a:lnTo>
                        <a:pt x="260" y="166"/>
                      </a:lnTo>
                      <a:lnTo>
                        <a:pt x="267" y="152"/>
                      </a:lnTo>
                      <a:lnTo>
                        <a:pt x="375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1" name="Google Shape;1651;p44">
                  <a:extLst>
                    <a:ext uri="{FF2B5EF4-FFF2-40B4-BE49-F238E27FC236}">
                      <a16:creationId xmlns:a16="http://schemas.microsoft.com/office/drawing/2014/main" id="{BA421150-1726-FD6E-41EF-D10AF6A67628}"/>
                    </a:ext>
                  </a:extLst>
                </p:cNvPr>
                <p:cNvSpPr/>
                <p:nvPr/>
              </p:nvSpPr>
              <p:spPr>
                <a:xfrm>
                  <a:off x="-2344388" y="1571616"/>
                  <a:ext cx="398896" cy="230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7" h="2789" extrusionOk="0">
                      <a:moveTo>
                        <a:pt x="4594" y="1"/>
                      </a:moveTo>
                      <a:lnTo>
                        <a:pt x="0" y="2659"/>
                      </a:lnTo>
                      <a:lnTo>
                        <a:pt x="232" y="2788"/>
                      </a:lnTo>
                      <a:lnTo>
                        <a:pt x="4644" y="237"/>
                      </a:lnTo>
                      <a:lnTo>
                        <a:pt x="4817" y="137"/>
                      </a:lnTo>
                      <a:lnTo>
                        <a:pt x="4631" y="21"/>
                      </a:lnTo>
                      <a:lnTo>
                        <a:pt x="4594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2" name="Google Shape;1652;p44">
                  <a:extLst>
                    <a:ext uri="{FF2B5EF4-FFF2-40B4-BE49-F238E27FC236}">
                      <a16:creationId xmlns:a16="http://schemas.microsoft.com/office/drawing/2014/main" id="{F8AABEC8-049B-DF89-9503-5B828668BA44}"/>
                    </a:ext>
                  </a:extLst>
                </p:cNvPr>
                <p:cNvSpPr/>
                <p:nvPr/>
              </p:nvSpPr>
              <p:spPr>
                <a:xfrm>
                  <a:off x="-2325259" y="1582878"/>
                  <a:ext cx="389373" cy="24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2" h="2955" extrusionOk="0">
                      <a:moveTo>
                        <a:pt x="4586" y="1"/>
                      </a:moveTo>
                      <a:lnTo>
                        <a:pt x="4413" y="101"/>
                      </a:lnTo>
                      <a:lnTo>
                        <a:pt x="1" y="2652"/>
                      </a:lnTo>
                      <a:lnTo>
                        <a:pt x="114" y="2954"/>
                      </a:lnTo>
                      <a:lnTo>
                        <a:pt x="4622" y="346"/>
                      </a:lnTo>
                      <a:lnTo>
                        <a:pt x="4701" y="296"/>
                      </a:lnTo>
                      <a:lnTo>
                        <a:pt x="4586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3" name="Google Shape;1653;p44">
                  <a:extLst>
                    <a:ext uri="{FF2B5EF4-FFF2-40B4-BE49-F238E27FC236}">
                      <a16:creationId xmlns:a16="http://schemas.microsoft.com/office/drawing/2014/main" id="{DC5BD73A-5CF1-A1DE-B5B2-D94C6E129A12}"/>
                    </a:ext>
                  </a:extLst>
                </p:cNvPr>
                <p:cNvSpPr/>
                <p:nvPr/>
              </p:nvSpPr>
              <p:spPr>
                <a:xfrm>
                  <a:off x="-1945569" y="1570373"/>
                  <a:ext cx="31137" cy="37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447" extrusionOk="0">
                      <a:moveTo>
                        <a:pt x="260" y="0"/>
                      </a:moveTo>
                      <a:lnTo>
                        <a:pt x="1" y="152"/>
                      </a:lnTo>
                      <a:lnTo>
                        <a:pt x="116" y="447"/>
                      </a:lnTo>
                      <a:lnTo>
                        <a:pt x="375" y="295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4" name="Google Shape;1654;p44">
                  <a:extLst>
                    <a:ext uri="{FF2B5EF4-FFF2-40B4-BE49-F238E27FC236}">
                      <a16:creationId xmlns:a16="http://schemas.microsoft.com/office/drawing/2014/main" id="{E1BAC033-485C-E433-BE7B-44C5C7D17866}"/>
                    </a:ext>
                  </a:extLst>
                </p:cNvPr>
                <p:cNvSpPr/>
                <p:nvPr/>
              </p:nvSpPr>
              <p:spPr>
                <a:xfrm>
                  <a:off x="-1963953" y="1559608"/>
                  <a:ext cx="39914" cy="2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" h="282" extrusionOk="0">
                      <a:moveTo>
                        <a:pt x="252" y="1"/>
                      </a:moveTo>
                      <a:lnTo>
                        <a:pt x="0" y="146"/>
                      </a:lnTo>
                      <a:lnTo>
                        <a:pt x="37" y="166"/>
                      </a:lnTo>
                      <a:lnTo>
                        <a:pt x="223" y="282"/>
                      </a:lnTo>
                      <a:lnTo>
                        <a:pt x="482" y="130"/>
                      </a:lnTo>
                      <a:lnTo>
                        <a:pt x="259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5" name="Google Shape;1655;p44">
                  <a:extLst>
                    <a:ext uri="{FF2B5EF4-FFF2-40B4-BE49-F238E27FC236}">
                      <a16:creationId xmlns:a16="http://schemas.microsoft.com/office/drawing/2014/main" id="{DA54BB2C-81D1-33A3-7C60-9E2B8002FA93}"/>
                    </a:ext>
                  </a:extLst>
                </p:cNvPr>
                <p:cNvSpPr/>
                <p:nvPr/>
              </p:nvSpPr>
              <p:spPr>
                <a:xfrm>
                  <a:off x="-2377678" y="1791811"/>
                  <a:ext cx="61942" cy="572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" h="691" extrusionOk="0">
                      <a:moveTo>
                        <a:pt x="402" y="0"/>
                      </a:moveTo>
                      <a:cubicBezTo>
                        <a:pt x="402" y="0"/>
                        <a:pt x="180" y="223"/>
                        <a:pt x="0" y="404"/>
                      </a:cubicBezTo>
                      <a:lnTo>
                        <a:pt x="0" y="411"/>
                      </a:lnTo>
                      <a:cubicBezTo>
                        <a:pt x="0" y="411"/>
                        <a:pt x="173" y="490"/>
                        <a:pt x="152" y="690"/>
                      </a:cubicBezTo>
                      <a:cubicBezTo>
                        <a:pt x="375" y="647"/>
                        <a:pt x="634" y="590"/>
                        <a:pt x="634" y="590"/>
                      </a:cubicBezTo>
                      <a:lnTo>
                        <a:pt x="747" y="431"/>
                      </a:lnTo>
                      <a:lnTo>
                        <a:pt x="634" y="129"/>
                      </a:lnTo>
                      <a:lnTo>
                        <a:pt x="402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6" name="Google Shape;1656;p44">
                  <a:extLst>
                    <a:ext uri="{FF2B5EF4-FFF2-40B4-BE49-F238E27FC236}">
                      <a16:creationId xmlns:a16="http://schemas.microsoft.com/office/drawing/2014/main" id="{0D5CF90D-1785-04BC-E610-1B2FCAACAFC1}"/>
                    </a:ext>
                  </a:extLst>
                </p:cNvPr>
                <p:cNvSpPr/>
                <p:nvPr/>
              </p:nvSpPr>
              <p:spPr>
                <a:xfrm>
                  <a:off x="-2400037" y="1825184"/>
                  <a:ext cx="36685" cy="28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" h="347" extrusionOk="0">
                      <a:moveTo>
                        <a:pt x="270" y="1"/>
                      </a:moveTo>
                      <a:cubicBezTo>
                        <a:pt x="170" y="101"/>
                        <a:pt x="91" y="194"/>
                        <a:pt x="55" y="230"/>
                      </a:cubicBezTo>
                      <a:cubicBezTo>
                        <a:pt x="1" y="284"/>
                        <a:pt x="23" y="346"/>
                        <a:pt x="99" y="346"/>
                      </a:cubicBezTo>
                      <a:cubicBezTo>
                        <a:pt x="103" y="346"/>
                        <a:pt x="107" y="346"/>
                        <a:pt x="112" y="346"/>
                      </a:cubicBezTo>
                      <a:cubicBezTo>
                        <a:pt x="148" y="337"/>
                        <a:pt x="277" y="316"/>
                        <a:pt x="422" y="287"/>
                      </a:cubicBezTo>
                      <a:cubicBezTo>
                        <a:pt x="443" y="87"/>
                        <a:pt x="270" y="8"/>
                        <a:pt x="270" y="8"/>
                      </a:cubicBezTo>
                      <a:lnTo>
                        <a:pt x="270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7" name="Google Shape;1657;p44">
                  <a:extLst>
                    <a:ext uri="{FF2B5EF4-FFF2-40B4-BE49-F238E27FC236}">
                      <a16:creationId xmlns:a16="http://schemas.microsoft.com/office/drawing/2014/main" id="{C0A193CF-9035-AFE0-B133-448EB1BBB9D7}"/>
                    </a:ext>
                  </a:extLst>
                </p:cNvPr>
                <p:cNvSpPr/>
                <p:nvPr/>
              </p:nvSpPr>
              <p:spPr>
                <a:xfrm>
                  <a:off x="-2365091" y="1848951"/>
                  <a:ext cx="83" cy="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0"/>
                      </a:move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8" name="Google Shape;1658;p44">
                  <a:extLst>
                    <a:ext uri="{FF2B5EF4-FFF2-40B4-BE49-F238E27FC236}">
                      <a16:creationId xmlns:a16="http://schemas.microsoft.com/office/drawing/2014/main" id="{02B56912-1E18-91F2-945B-9497934925AC}"/>
                    </a:ext>
                  </a:extLst>
                </p:cNvPr>
                <p:cNvSpPr/>
                <p:nvPr/>
              </p:nvSpPr>
              <p:spPr>
                <a:xfrm>
                  <a:off x="-2365091" y="1848951"/>
                  <a:ext cx="83" cy="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9" name="Google Shape;1659;p44">
                  <a:extLst>
                    <a:ext uri="{FF2B5EF4-FFF2-40B4-BE49-F238E27FC236}">
                      <a16:creationId xmlns:a16="http://schemas.microsoft.com/office/drawing/2014/main" id="{C74402EB-EB53-D136-61F8-B1AF9EB2BC95}"/>
                    </a:ext>
                  </a:extLst>
                </p:cNvPr>
                <p:cNvSpPr/>
                <p:nvPr/>
              </p:nvSpPr>
              <p:spPr>
                <a:xfrm>
                  <a:off x="-2325259" y="1607307"/>
                  <a:ext cx="389373" cy="233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2" h="2818" extrusionOk="0">
                      <a:moveTo>
                        <a:pt x="4701" y="1"/>
                      </a:moveTo>
                      <a:lnTo>
                        <a:pt x="4622" y="51"/>
                      </a:lnTo>
                      <a:lnTo>
                        <a:pt x="114" y="2659"/>
                      </a:lnTo>
                      <a:lnTo>
                        <a:pt x="1" y="2818"/>
                      </a:lnTo>
                      <a:lnTo>
                        <a:pt x="4586" y="165"/>
                      </a:lnTo>
                      <a:lnTo>
                        <a:pt x="4658" y="65"/>
                      </a:lnTo>
                      <a:lnTo>
                        <a:pt x="4701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0" name="Google Shape;1660;p44">
                  <a:extLst>
                    <a:ext uri="{FF2B5EF4-FFF2-40B4-BE49-F238E27FC236}">
                      <a16:creationId xmlns:a16="http://schemas.microsoft.com/office/drawing/2014/main" id="{717CE734-05D5-A61A-73A9-703618B4A6D2}"/>
                    </a:ext>
                  </a:extLst>
                </p:cNvPr>
                <p:cNvSpPr/>
                <p:nvPr/>
              </p:nvSpPr>
              <p:spPr>
                <a:xfrm>
                  <a:off x="-2271100" y="1785931"/>
                  <a:ext cx="781064" cy="307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32" h="3711" extrusionOk="0">
                      <a:moveTo>
                        <a:pt x="9432" y="0"/>
                      </a:moveTo>
                      <a:cubicBezTo>
                        <a:pt x="9432" y="35"/>
                        <a:pt x="9409" y="71"/>
                        <a:pt x="9366" y="93"/>
                      </a:cubicBezTo>
                      <a:lnTo>
                        <a:pt x="3875" y="3285"/>
                      </a:lnTo>
                      <a:cubicBezTo>
                        <a:pt x="3828" y="3310"/>
                        <a:pt x="3769" y="3322"/>
                        <a:pt x="3709" y="3322"/>
                      </a:cubicBezTo>
                      <a:cubicBezTo>
                        <a:pt x="3650" y="3322"/>
                        <a:pt x="3590" y="3310"/>
                        <a:pt x="3544" y="3285"/>
                      </a:cubicBezTo>
                      <a:lnTo>
                        <a:pt x="7" y="1242"/>
                      </a:lnTo>
                      <a:lnTo>
                        <a:pt x="7" y="1624"/>
                      </a:lnTo>
                      <a:lnTo>
                        <a:pt x="0" y="1631"/>
                      </a:lnTo>
                      <a:lnTo>
                        <a:pt x="107" y="1689"/>
                      </a:lnTo>
                      <a:lnTo>
                        <a:pt x="116" y="1380"/>
                      </a:lnTo>
                      <a:lnTo>
                        <a:pt x="332" y="1510"/>
                      </a:lnTo>
                      <a:lnTo>
                        <a:pt x="332" y="1819"/>
                      </a:lnTo>
                      <a:lnTo>
                        <a:pt x="3544" y="3673"/>
                      </a:lnTo>
                      <a:cubicBezTo>
                        <a:pt x="3590" y="3698"/>
                        <a:pt x="3650" y="3711"/>
                        <a:pt x="3709" y="3711"/>
                      </a:cubicBezTo>
                      <a:cubicBezTo>
                        <a:pt x="3769" y="3711"/>
                        <a:pt x="3828" y="3698"/>
                        <a:pt x="3875" y="3673"/>
                      </a:cubicBezTo>
                      <a:lnTo>
                        <a:pt x="9366" y="482"/>
                      </a:lnTo>
                      <a:cubicBezTo>
                        <a:pt x="9409" y="459"/>
                        <a:pt x="9432" y="423"/>
                        <a:pt x="9432" y="388"/>
                      </a:cubicBezTo>
                      <a:lnTo>
                        <a:pt x="9432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1" name="Google Shape;1661;p44">
                  <a:extLst>
                    <a:ext uri="{FF2B5EF4-FFF2-40B4-BE49-F238E27FC236}">
                      <a16:creationId xmlns:a16="http://schemas.microsoft.com/office/drawing/2014/main" id="{FB87498C-225D-FF93-318F-39114038A64C}"/>
                    </a:ext>
                  </a:extLst>
                </p:cNvPr>
                <p:cNvSpPr/>
                <p:nvPr/>
              </p:nvSpPr>
              <p:spPr>
                <a:xfrm>
                  <a:off x="-2279381" y="1879922"/>
                  <a:ext cx="8943" cy="41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96" extrusionOk="0">
                      <a:moveTo>
                        <a:pt x="0" y="0"/>
                      </a:moveTo>
                      <a:lnTo>
                        <a:pt x="0" y="382"/>
                      </a:lnTo>
                      <a:cubicBezTo>
                        <a:pt x="0" y="409"/>
                        <a:pt x="21" y="445"/>
                        <a:pt x="64" y="468"/>
                      </a:cubicBezTo>
                      <a:lnTo>
                        <a:pt x="100" y="496"/>
                      </a:lnTo>
                      <a:lnTo>
                        <a:pt x="107" y="489"/>
                      </a:lnTo>
                      <a:lnTo>
                        <a:pt x="107" y="107"/>
                      </a:lnTo>
                      <a:lnTo>
                        <a:pt x="64" y="87"/>
                      </a:lnTo>
                      <a:cubicBezTo>
                        <a:pt x="28" y="57"/>
                        <a:pt x="7" y="30"/>
                        <a:pt x="0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2" name="Google Shape;1662;p44">
                  <a:extLst>
                    <a:ext uri="{FF2B5EF4-FFF2-40B4-BE49-F238E27FC236}">
                      <a16:creationId xmlns:a16="http://schemas.microsoft.com/office/drawing/2014/main" id="{8A05A6D5-1DE2-54ED-62AC-85BB2B6A1CED}"/>
                    </a:ext>
                  </a:extLst>
                </p:cNvPr>
                <p:cNvSpPr/>
                <p:nvPr/>
              </p:nvSpPr>
              <p:spPr>
                <a:xfrm>
                  <a:off x="-2279381" y="1878763"/>
                  <a:ext cx="83" cy="1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5" extrusionOk="0">
                      <a:moveTo>
                        <a:pt x="0" y="14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3" name="Google Shape;1663;p44">
                  <a:extLst>
                    <a:ext uri="{FF2B5EF4-FFF2-40B4-BE49-F238E27FC236}">
                      <a16:creationId xmlns:a16="http://schemas.microsoft.com/office/drawing/2014/main" id="{F6BB4C82-34A7-E745-B1FB-AED6742B2E6B}"/>
                    </a:ext>
                  </a:extLst>
                </p:cNvPr>
                <p:cNvSpPr/>
                <p:nvPr/>
              </p:nvSpPr>
              <p:spPr>
                <a:xfrm>
                  <a:off x="-2279381" y="1878763"/>
                  <a:ext cx="83" cy="1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5" fill="none" extrusionOk="0">
                      <a:moveTo>
                        <a:pt x="0" y="14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4" name="Google Shape;1664;p44">
                  <a:extLst>
                    <a:ext uri="{FF2B5EF4-FFF2-40B4-BE49-F238E27FC236}">
                      <a16:creationId xmlns:a16="http://schemas.microsoft.com/office/drawing/2014/main" id="{7B6A4ACD-0F3A-D987-9EB2-5FFB46140825}"/>
                    </a:ext>
                  </a:extLst>
                </p:cNvPr>
                <p:cNvSpPr/>
                <p:nvPr/>
              </p:nvSpPr>
              <p:spPr>
                <a:xfrm>
                  <a:off x="-2279381" y="1598820"/>
                  <a:ext cx="789345" cy="457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32" h="5529" extrusionOk="0">
                      <a:moveTo>
                        <a:pt x="5860" y="667"/>
                      </a:moveTo>
                      <a:cubicBezTo>
                        <a:pt x="5910" y="667"/>
                        <a:pt x="5959" y="678"/>
                        <a:pt x="5995" y="699"/>
                      </a:cubicBezTo>
                      <a:lnTo>
                        <a:pt x="8143" y="1936"/>
                      </a:lnTo>
                      <a:cubicBezTo>
                        <a:pt x="8222" y="1979"/>
                        <a:pt x="8222" y="2050"/>
                        <a:pt x="8143" y="2093"/>
                      </a:cubicBezTo>
                      <a:lnTo>
                        <a:pt x="7108" y="2697"/>
                      </a:lnTo>
                      <a:cubicBezTo>
                        <a:pt x="7069" y="2718"/>
                        <a:pt x="7019" y="2729"/>
                        <a:pt x="6970" y="2729"/>
                      </a:cubicBezTo>
                      <a:cubicBezTo>
                        <a:pt x="6920" y="2729"/>
                        <a:pt x="6871" y="2718"/>
                        <a:pt x="6835" y="2697"/>
                      </a:cubicBezTo>
                      <a:lnTo>
                        <a:pt x="4686" y="1462"/>
                      </a:lnTo>
                      <a:cubicBezTo>
                        <a:pt x="4606" y="1418"/>
                        <a:pt x="4606" y="1346"/>
                        <a:pt x="4686" y="1303"/>
                      </a:cubicBezTo>
                      <a:lnTo>
                        <a:pt x="5721" y="699"/>
                      </a:lnTo>
                      <a:cubicBezTo>
                        <a:pt x="5760" y="678"/>
                        <a:pt x="5811" y="667"/>
                        <a:pt x="5860" y="667"/>
                      </a:cubicBezTo>
                      <a:close/>
                      <a:moveTo>
                        <a:pt x="5721" y="1"/>
                      </a:moveTo>
                      <a:cubicBezTo>
                        <a:pt x="5662" y="1"/>
                        <a:pt x="5603" y="13"/>
                        <a:pt x="5555" y="38"/>
                      </a:cubicBezTo>
                      <a:lnTo>
                        <a:pt x="64" y="3230"/>
                      </a:lnTo>
                      <a:cubicBezTo>
                        <a:pt x="21" y="3257"/>
                        <a:pt x="0" y="3294"/>
                        <a:pt x="0" y="3323"/>
                      </a:cubicBezTo>
                      <a:cubicBezTo>
                        <a:pt x="0" y="3359"/>
                        <a:pt x="21" y="3395"/>
                        <a:pt x="64" y="3423"/>
                      </a:cubicBezTo>
                      <a:lnTo>
                        <a:pt x="3651" y="5486"/>
                      </a:lnTo>
                      <a:cubicBezTo>
                        <a:pt x="3694" y="5515"/>
                        <a:pt x="3752" y="5529"/>
                        <a:pt x="3810" y="5529"/>
                      </a:cubicBezTo>
                      <a:cubicBezTo>
                        <a:pt x="3869" y="5529"/>
                        <a:pt x="3928" y="5515"/>
                        <a:pt x="3975" y="5486"/>
                      </a:cubicBezTo>
                      <a:lnTo>
                        <a:pt x="9466" y="2295"/>
                      </a:lnTo>
                      <a:cubicBezTo>
                        <a:pt x="9509" y="2274"/>
                        <a:pt x="9532" y="2238"/>
                        <a:pt x="9532" y="2202"/>
                      </a:cubicBezTo>
                      <a:cubicBezTo>
                        <a:pt x="9532" y="2172"/>
                        <a:pt x="9509" y="2136"/>
                        <a:pt x="9466" y="2109"/>
                      </a:cubicBezTo>
                      <a:lnTo>
                        <a:pt x="5886" y="38"/>
                      </a:lnTo>
                      <a:cubicBezTo>
                        <a:pt x="5840" y="13"/>
                        <a:pt x="5781" y="1"/>
                        <a:pt x="5721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5" name="Google Shape;1665;p44">
                  <a:extLst>
                    <a:ext uri="{FF2B5EF4-FFF2-40B4-BE49-F238E27FC236}">
                      <a16:creationId xmlns:a16="http://schemas.microsoft.com/office/drawing/2014/main" id="{2171D638-BD11-DF44-053A-A32D55715E01}"/>
                    </a:ext>
                  </a:extLst>
                </p:cNvPr>
                <p:cNvSpPr/>
                <p:nvPr/>
              </p:nvSpPr>
              <p:spPr>
                <a:xfrm>
                  <a:off x="-2262239" y="1900211"/>
                  <a:ext cx="18632" cy="4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" h="539" extrusionOk="0">
                      <a:moveTo>
                        <a:pt x="9" y="0"/>
                      </a:moveTo>
                      <a:lnTo>
                        <a:pt x="0" y="309"/>
                      </a:lnTo>
                      <a:lnTo>
                        <a:pt x="0" y="409"/>
                      </a:lnTo>
                      <a:lnTo>
                        <a:pt x="116" y="395"/>
                      </a:lnTo>
                      <a:lnTo>
                        <a:pt x="225" y="539"/>
                      </a:lnTo>
                      <a:lnTo>
                        <a:pt x="225" y="439"/>
                      </a:lnTo>
                      <a:lnTo>
                        <a:pt x="225" y="13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66" name="Google Shape;1666;p44">
                  <a:extLst>
                    <a:ext uri="{FF2B5EF4-FFF2-40B4-BE49-F238E27FC236}">
                      <a16:creationId xmlns:a16="http://schemas.microsoft.com/office/drawing/2014/main" id="{E3594CA9-F147-F6D6-4CC2-77D8BCB816BA}"/>
                    </a:ext>
                  </a:extLst>
                </p:cNvPr>
                <p:cNvGrpSpPr/>
                <p:nvPr/>
              </p:nvGrpSpPr>
              <p:grpSpPr>
                <a:xfrm>
                  <a:off x="-1841973" y="1685233"/>
                  <a:ext cx="179782" cy="101940"/>
                  <a:chOff x="-1841973" y="1685233"/>
                  <a:chExt cx="179782" cy="101940"/>
                </a:xfrm>
              </p:grpSpPr>
              <p:sp>
                <p:nvSpPr>
                  <p:cNvPr id="1667" name="Google Shape;1667;p44">
                    <a:extLst>
                      <a:ext uri="{FF2B5EF4-FFF2-40B4-BE49-F238E27FC236}">
                        <a16:creationId xmlns:a16="http://schemas.microsoft.com/office/drawing/2014/main" id="{F4B3A810-1CAD-A036-AE3F-CED84357EE48}"/>
                      </a:ext>
                    </a:extLst>
                  </p:cNvPr>
                  <p:cNvSpPr/>
                  <p:nvPr/>
                </p:nvSpPr>
                <p:spPr>
                  <a:xfrm>
                    <a:off x="-1716928" y="1759597"/>
                    <a:ext cx="54737" cy="275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1" h="333" extrusionOk="0">
                        <a:moveTo>
                          <a:pt x="370" y="1"/>
                        </a:moveTo>
                        <a:cubicBezTo>
                          <a:pt x="332" y="1"/>
                          <a:pt x="294" y="10"/>
                          <a:pt x="259" y="30"/>
                        </a:cubicBezTo>
                        <a:cubicBezTo>
                          <a:pt x="173" y="80"/>
                          <a:pt x="195" y="116"/>
                          <a:pt x="266" y="173"/>
                        </a:cubicBezTo>
                        <a:cubicBezTo>
                          <a:pt x="324" y="223"/>
                          <a:pt x="324" y="232"/>
                          <a:pt x="309" y="239"/>
                        </a:cubicBezTo>
                        <a:cubicBezTo>
                          <a:pt x="300" y="245"/>
                          <a:pt x="292" y="248"/>
                          <a:pt x="281" y="248"/>
                        </a:cubicBezTo>
                        <a:cubicBezTo>
                          <a:pt x="265" y="248"/>
                          <a:pt x="245" y="241"/>
                          <a:pt x="216" y="223"/>
                        </a:cubicBezTo>
                        <a:cubicBezTo>
                          <a:pt x="173" y="203"/>
                          <a:pt x="93" y="137"/>
                          <a:pt x="93" y="137"/>
                        </a:cubicBezTo>
                        <a:lnTo>
                          <a:pt x="0" y="189"/>
                        </a:lnTo>
                        <a:cubicBezTo>
                          <a:pt x="7" y="189"/>
                          <a:pt x="79" y="246"/>
                          <a:pt x="129" y="282"/>
                        </a:cubicBezTo>
                        <a:cubicBezTo>
                          <a:pt x="185" y="314"/>
                          <a:pt x="240" y="332"/>
                          <a:pt x="292" y="332"/>
                        </a:cubicBezTo>
                        <a:cubicBezTo>
                          <a:pt x="333" y="332"/>
                          <a:pt x="373" y="321"/>
                          <a:pt x="411" y="296"/>
                        </a:cubicBezTo>
                        <a:cubicBezTo>
                          <a:pt x="488" y="253"/>
                          <a:pt x="481" y="223"/>
                          <a:pt x="411" y="160"/>
                        </a:cubicBezTo>
                        <a:cubicBezTo>
                          <a:pt x="352" y="110"/>
                          <a:pt x="345" y="103"/>
                          <a:pt x="359" y="87"/>
                        </a:cubicBezTo>
                        <a:cubicBezTo>
                          <a:pt x="367" y="85"/>
                          <a:pt x="375" y="83"/>
                          <a:pt x="383" y="83"/>
                        </a:cubicBezTo>
                        <a:cubicBezTo>
                          <a:pt x="399" y="83"/>
                          <a:pt x="417" y="88"/>
                          <a:pt x="445" y="103"/>
                        </a:cubicBezTo>
                        <a:cubicBezTo>
                          <a:pt x="488" y="130"/>
                          <a:pt x="568" y="189"/>
                          <a:pt x="575" y="189"/>
                        </a:cubicBezTo>
                        <a:lnTo>
                          <a:pt x="661" y="146"/>
                        </a:lnTo>
                        <a:cubicBezTo>
                          <a:pt x="654" y="137"/>
                          <a:pt x="583" y="80"/>
                          <a:pt x="531" y="44"/>
                        </a:cubicBezTo>
                        <a:cubicBezTo>
                          <a:pt x="481" y="19"/>
                          <a:pt x="425" y="1"/>
                          <a:pt x="37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8" name="Google Shape;1668;p44">
                    <a:extLst>
                      <a:ext uri="{FF2B5EF4-FFF2-40B4-BE49-F238E27FC236}">
                        <a16:creationId xmlns:a16="http://schemas.microsoft.com/office/drawing/2014/main" id="{9F368316-EAAD-0F5F-2026-0478A1B84289}"/>
                      </a:ext>
                    </a:extLst>
                  </p:cNvPr>
                  <p:cNvSpPr/>
                  <p:nvPr/>
                </p:nvSpPr>
                <p:spPr>
                  <a:xfrm>
                    <a:off x="-1747237" y="1741793"/>
                    <a:ext cx="52916" cy="29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9" h="361" extrusionOk="0">
                        <a:moveTo>
                          <a:pt x="378" y="76"/>
                        </a:moveTo>
                        <a:cubicBezTo>
                          <a:pt x="398" y="76"/>
                          <a:pt x="417" y="81"/>
                          <a:pt x="439" y="93"/>
                        </a:cubicBezTo>
                        <a:cubicBezTo>
                          <a:pt x="489" y="123"/>
                          <a:pt x="489" y="145"/>
                          <a:pt x="423" y="180"/>
                        </a:cubicBezTo>
                        <a:lnTo>
                          <a:pt x="287" y="102"/>
                        </a:lnTo>
                        <a:cubicBezTo>
                          <a:pt x="324" y="85"/>
                          <a:pt x="352" y="76"/>
                          <a:pt x="378" y="76"/>
                        </a:cubicBezTo>
                        <a:close/>
                        <a:moveTo>
                          <a:pt x="361" y="0"/>
                        </a:moveTo>
                        <a:cubicBezTo>
                          <a:pt x="292" y="0"/>
                          <a:pt x="219" y="22"/>
                          <a:pt x="144" y="66"/>
                        </a:cubicBezTo>
                        <a:cubicBezTo>
                          <a:pt x="7" y="145"/>
                          <a:pt x="0" y="209"/>
                          <a:pt x="114" y="275"/>
                        </a:cubicBezTo>
                        <a:cubicBezTo>
                          <a:pt x="187" y="318"/>
                          <a:pt x="294" y="352"/>
                          <a:pt x="302" y="361"/>
                        </a:cubicBezTo>
                        <a:lnTo>
                          <a:pt x="373" y="309"/>
                        </a:lnTo>
                        <a:cubicBezTo>
                          <a:pt x="366" y="309"/>
                          <a:pt x="287" y="266"/>
                          <a:pt x="223" y="231"/>
                        </a:cubicBezTo>
                        <a:cubicBezTo>
                          <a:pt x="173" y="202"/>
                          <a:pt x="164" y="173"/>
                          <a:pt x="216" y="152"/>
                        </a:cubicBezTo>
                        <a:lnTo>
                          <a:pt x="216" y="152"/>
                        </a:lnTo>
                        <a:lnTo>
                          <a:pt x="439" y="281"/>
                        </a:lnTo>
                        <a:lnTo>
                          <a:pt x="518" y="245"/>
                        </a:lnTo>
                        <a:cubicBezTo>
                          <a:pt x="632" y="173"/>
                          <a:pt x="639" y="109"/>
                          <a:pt x="525" y="43"/>
                        </a:cubicBezTo>
                        <a:cubicBezTo>
                          <a:pt x="473" y="15"/>
                          <a:pt x="418" y="0"/>
                          <a:pt x="36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9" name="Google Shape;1669;p44">
                    <a:extLst>
                      <a:ext uri="{FF2B5EF4-FFF2-40B4-BE49-F238E27FC236}">
                        <a16:creationId xmlns:a16="http://schemas.microsoft.com/office/drawing/2014/main" id="{37CE24A2-171A-3021-75E2-767691EA8F52}"/>
                      </a:ext>
                    </a:extLst>
                  </p:cNvPr>
                  <p:cNvSpPr/>
                  <p:nvPr/>
                </p:nvSpPr>
                <p:spPr>
                  <a:xfrm>
                    <a:off x="-1769430" y="1720924"/>
                    <a:ext cx="47864" cy="329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8" h="398" extrusionOk="0">
                        <a:moveTo>
                          <a:pt x="475" y="0"/>
                        </a:moveTo>
                        <a:lnTo>
                          <a:pt x="368" y="59"/>
                        </a:lnTo>
                        <a:lnTo>
                          <a:pt x="318" y="37"/>
                        </a:lnTo>
                        <a:lnTo>
                          <a:pt x="232" y="87"/>
                        </a:lnTo>
                        <a:lnTo>
                          <a:pt x="275" y="109"/>
                        </a:lnTo>
                        <a:lnTo>
                          <a:pt x="117" y="202"/>
                        </a:lnTo>
                        <a:cubicBezTo>
                          <a:pt x="10" y="268"/>
                          <a:pt x="1" y="302"/>
                          <a:pt x="96" y="361"/>
                        </a:cubicBezTo>
                        <a:cubicBezTo>
                          <a:pt x="117" y="375"/>
                          <a:pt x="182" y="397"/>
                          <a:pt x="182" y="397"/>
                        </a:cubicBezTo>
                        <a:lnTo>
                          <a:pt x="260" y="345"/>
                        </a:lnTo>
                        <a:cubicBezTo>
                          <a:pt x="260" y="345"/>
                          <a:pt x="225" y="325"/>
                          <a:pt x="203" y="318"/>
                        </a:cubicBezTo>
                        <a:cubicBezTo>
                          <a:pt x="167" y="295"/>
                          <a:pt x="189" y="288"/>
                          <a:pt x="225" y="268"/>
                        </a:cubicBezTo>
                        <a:lnTo>
                          <a:pt x="382" y="173"/>
                        </a:lnTo>
                        <a:lnTo>
                          <a:pt x="475" y="225"/>
                        </a:lnTo>
                        <a:lnTo>
                          <a:pt x="562" y="173"/>
                        </a:lnTo>
                        <a:lnTo>
                          <a:pt x="468" y="123"/>
                        </a:lnTo>
                        <a:lnTo>
                          <a:pt x="577" y="59"/>
                        </a:lnTo>
                        <a:lnTo>
                          <a:pt x="475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0" name="Google Shape;1670;p44">
                    <a:extLst>
                      <a:ext uri="{FF2B5EF4-FFF2-40B4-BE49-F238E27FC236}">
                        <a16:creationId xmlns:a16="http://schemas.microsoft.com/office/drawing/2014/main" id="{13961F87-7144-036B-BFC7-8128D2D583F4}"/>
                      </a:ext>
                    </a:extLst>
                  </p:cNvPr>
                  <p:cNvSpPr/>
                  <p:nvPr/>
                </p:nvSpPr>
                <p:spPr>
                  <a:xfrm>
                    <a:off x="-1805122" y="1708503"/>
                    <a:ext cx="55566" cy="275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1" h="333" extrusionOk="0">
                        <a:moveTo>
                          <a:pt x="381" y="80"/>
                        </a:moveTo>
                        <a:cubicBezTo>
                          <a:pt x="404" y="80"/>
                          <a:pt x="425" y="86"/>
                          <a:pt x="447" y="100"/>
                        </a:cubicBezTo>
                        <a:cubicBezTo>
                          <a:pt x="504" y="137"/>
                          <a:pt x="484" y="166"/>
                          <a:pt x="411" y="209"/>
                        </a:cubicBezTo>
                        <a:cubicBezTo>
                          <a:pt x="363" y="235"/>
                          <a:pt x="326" y="250"/>
                          <a:pt x="291" y="250"/>
                        </a:cubicBezTo>
                        <a:cubicBezTo>
                          <a:pt x="269" y="250"/>
                          <a:pt x="247" y="244"/>
                          <a:pt x="225" y="230"/>
                        </a:cubicBezTo>
                        <a:cubicBezTo>
                          <a:pt x="166" y="202"/>
                          <a:pt x="189" y="166"/>
                          <a:pt x="259" y="123"/>
                        </a:cubicBezTo>
                        <a:cubicBezTo>
                          <a:pt x="308" y="96"/>
                          <a:pt x="346" y="80"/>
                          <a:pt x="381" y="80"/>
                        </a:cubicBezTo>
                        <a:close/>
                        <a:moveTo>
                          <a:pt x="364" y="0"/>
                        </a:moveTo>
                        <a:cubicBezTo>
                          <a:pt x="293" y="0"/>
                          <a:pt x="224" y="25"/>
                          <a:pt x="159" y="64"/>
                        </a:cubicBezTo>
                        <a:cubicBezTo>
                          <a:pt x="37" y="130"/>
                          <a:pt x="1" y="209"/>
                          <a:pt x="130" y="288"/>
                        </a:cubicBezTo>
                        <a:cubicBezTo>
                          <a:pt x="189" y="319"/>
                          <a:pt x="246" y="332"/>
                          <a:pt x="301" y="332"/>
                        </a:cubicBezTo>
                        <a:cubicBezTo>
                          <a:pt x="376" y="332"/>
                          <a:pt x="446" y="308"/>
                          <a:pt x="511" y="266"/>
                        </a:cubicBezTo>
                        <a:cubicBezTo>
                          <a:pt x="634" y="202"/>
                          <a:pt x="670" y="130"/>
                          <a:pt x="534" y="50"/>
                        </a:cubicBezTo>
                        <a:cubicBezTo>
                          <a:pt x="477" y="15"/>
                          <a:pt x="420" y="0"/>
                          <a:pt x="36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1" name="Google Shape;1671;p44">
                    <a:extLst>
                      <a:ext uri="{FF2B5EF4-FFF2-40B4-BE49-F238E27FC236}">
                        <a16:creationId xmlns:a16="http://schemas.microsoft.com/office/drawing/2014/main" id="{E8C4388C-B081-B793-22D7-CF3AE7526D64}"/>
                      </a:ext>
                    </a:extLst>
                  </p:cNvPr>
                  <p:cNvSpPr/>
                  <p:nvPr/>
                </p:nvSpPr>
                <p:spPr>
                  <a:xfrm>
                    <a:off x="-1841973" y="1685233"/>
                    <a:ext cx="58381" cy="346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5" h="418" extrusionOk="0">
                        <a:moveTo>
                          <a:pt x="389" y="0"/>
                        </a:moveTo>
                        <a:lnTo>
                          <a:pt x="1" y="224"/>
                        </a:lnTo>
                        <a:lnTo>
                          <a:pt x="109" y="281"/>
                        </a:lnTo>
                        <a:lnTo>
                          <a:pt x="396" y="116"/>
                        </a:lnTo>
                        <a:cubicBezTo>
                          <a:pt x="396" y="116"/>
                          <a:pt x="439" y="123"/>
                          <a:pt x="475" y="145"/>
                        </a:cubicBezTo>
                        <a:cubicBezTo>
                          <a:pt x="525" y="173"/>
                          <a:pt x="497" y="202"/>
                          <a:pt x="439" y="238"/>
                        </a:cubicBezTo>
                        <a:lnTo>
                          <a:pt x="230" y="354"/>
                        </a:lnTo>
                        <a:lnTo>
                          <a:pt x="339" y="418"/>
                        </a:lnTo>
                        <a:lnTo>
                          <a:pt x="547" y="295"/>
                        </a:lnTo>
                        <a:cubicBezTo>
                          <a:pt x="661" y="224"/>
                          <a:pt x="704" y="173"/>
                          <a:pt x="597" y="109"/>
                        </a:cubicBezTo>
                        <a:cubicBezTo>
                          <a:pt x="554" y="79"/>
                          <a:pt x="475" y="73"/>
                          <a:pt x="468" y="73"/>
                        </a:cubicBezTo>
                        <a:lnTo>
                          <a:pt x="489" y="59"/>
                        </a:lnTo>
                        <a:lnTo>
                          <a:pt x="389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672" name="Google Shape;1672;p44">
                  <a:extLst>
                    <a:ext uri="{FF2B5EF4-FFF2-40B4-BE49-F238E27FC236}">
                      <a16:creationId xmlns:a16="http://schemas.microsoft.com/office/drawing/2014/main" id="{B9834033-BD9D-B4BC-A149-D477FE1F769F}"/>
                    </a:ext>
                  </a:extLst>
                </p:cNvPr>
                <p:cNvSpPr/>
                <p:nvPr/>
              </p:nvSpPr>
              <p:spPr>
                <a:xfrm>
                  <a:off x="-1091952" y="697624"/>
                  <a:ext cx="301925" cy="296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6" h="3580" extrusionOk="0">
                      <a:moveTo>
                        <a:pt x="1576" y="957"/>
                      </a:moveTo>
                      <a:cubicBezTo>
                        <a:pt x="1594" y="957"/>
                        <a:pt x="1613" y="962"/>
                        <a:pt x="1632" y="972"/>
                      </a:cubicBezTo>
                      <a:cubicBezTo>
                        <a:pt x="1669" y="994"/>
                        <a:pt x="1705" y="1030"/>
                        <a:pt x="1739" y="1087"/>
                      </a:cubicBezTo>
                      <a:lnTo>
                        <a:pt x="2272" y="1877"/>
                      </a:lnTo>
                      <a:cubicBezTo>
                        <a:pt x="2402" y="2058"/>
                        <a:pt x="2372" y="2222"/>
                        <a:pt x="2214" y="2245"/>
                      </a:cubicBezTo>
                      <a:lnTo>
                        <a:pt x="1524" y="2331"/>
                      </a:lnTo>
                      <a:cubicBezTo>
                        <a:pt x="1513" y="2333"/>
                        <a:pt x="1502" y="2334"/>
                        <a:pt x="1492" y="2334"/>
                      </a:cubicBezTo>
                      <a:cubicBezTo>
                        <a:pt x="1460" y="2334"/>
                        <a:pt x="1429" y="2326"/>
                        <a:pt x="1403" y="2309"/>
                      </a:cubicBezTo>
                      <a:cubicBezTo>
                        <a:pt x="1324" y="2259"/>
                        <a:pt x="1280" y="2145"/>
                        <a:pt x="1301" y="2000"/>
                      </a:cubicBezTo>
                      <a:lnTo>
                        <a:pt x="1453" y="1123"/>
                      </a:lnTo>
                      <a:cubicBezTo>
                        <a:pt x="1469" y="1013"/>
                        <a:pt x="1516" y="957"/>
                        <a:pt x="1576" y="957"/>
                      </a:cubicBezTo>
                      <a:close/>
                      <a:moveTo>
                        <a:pt x="814" y="1"/>
                      </a:moveTo>
                      <a:cubicBezTo>
                        <a:pt x="487" y="1"/>
                        <a:pt x="218" y="255"/>
                        <a:pt x="144" y="685"/>
                      </a:cubicBezTo>
                      <a:lnTo>
                        <a:pt x="101" y="929"/>
                      </a:lnTo>
                      <a:cubicBezTo>
                        <a:pt x="0" y="1525"/>
                        <a:pt x="309" y="2231"/>
                        <a:pt x="784" y="2504"/>
                      </a:cubicBezTo>
                      <a:lnTo>
                        <a:pt x="2452" y="3466"/>
                      </a:lnTo>
                      <a:cubicBezTo>
                        <a:pt x="2584" y="3543"/>
                        <a:pt x="2715" y="3580"/>
                        <a:pt x="2838" y="3580"/>
                      </a:cubicBezTo>
                      <a:cubicBezTo>
                        <a:pt x="3162" y="3580"/>
                        <a:pt x="3428" y="3325"/>
                        <a:pt x="3501" y="2892"/>
                      </a:cubicBezTo>
                      <a:lnTo>
                        <a:pt x="3544" y="2654"/>
                      </a:lnTo>
                      <a:cubicBezTo>
                        <a:pt x="3646" y="2058"/>
                        <a:pt x="3335" y="1346"/>
                        <a:pt x="2861" y="1073"/>
                      </a:cubicBezTo>
                      <a:lnTo>
                        <a:pt x="1194" y="109"/>
                      </a:lnTo>
                      <a:cubicBezTo>
                        <a:pt x="1064" y="35"/>
                        <a:pt x="935" y="1"/>
                        <a:pt x="81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lt1"/>
                  </a:solidFill>
                  <a:prstDash val="solid"/>
                  <a:miter lim="17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" name="Google Shape;779;p41">
            <a:extLst>
              <a:ext uri="{FF2B5EF4-FFF2-40B4-BE49-F238E27FC236}">
                <a16:creationId xmlns:a16="http://schemas.microsoft.com/office/drawing/2014/main" id="{60504FB8-55A2-10E0-4201-883AA6FE4561}"/>
              </a:ext>
            </a:extLst>
          </p:cNvPr>
          <p:cNvSpPr txBox="1">
            <a:spLocks/>
          </p:cNvSpPr>
          <p:nvPr/>
        </p:nvSpPr>
        <p:spPr>
          <a:xfrm>
            <a:off x="6317597" y="87283"/>
            <a:ext cx="3230880" cy="549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6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pt-BR" sz="2000" dirty="0"/>
              <a:t>Segundo Diamante</a:t>
            </a:r>
          </a:p>
        </p:txBody>
      </p:sp>
    </p:spTree>
    <p:extLst>
      <p:ext uri="{BB962C8B-B14F-4D97-AF65-F5344CB8AC3E}">
        <p14:creationId xmlns:p14="http://schemas.microsoft.com/office/powerpoint/2010/main" val="3940921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1">
          <a:extLst>
            <a:ext uri="{FF2B5EF4-FFF2-40B4-BE49-F238E27FC236}">
              <a16:creationId xmlns:a16="http://schemas.microsoft.com/office/drawing/2014/main" id="{75B6E88C-3C40-0147-AD34-D6522504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2" name="Google Shape;8672;p72">
            <a:extLst>
              <a:ext uri="{FF2B5EF4-FFF2-40B4-BE49-F238E27FC236}">
                <a16:creationId xmlns:a16="http://schemas.microsoft.com/office/drawing/2014/main" id="{72BD1505-DF58-CA5B-F82C-9D1B5EB66D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190" y="489568"/>
            <a:ext cx="7174375" cy="103181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Definindo Sucesso</a:t>
            </a:r>
            <a:endParaRPr dirty="0"/>
          </a:p>
        </p:txBody>
      </p:sp>
      <p:sp>
        <p:nvSpPr>
          <p:cNvPr id="8674" name="Google Shape;8674;p72">
            <a:extLst>
              <a:ext uri="{FF2B5EF4-FFF2-40B4-BE49-F238E27FC236}">
                <a16:creationId xmlns:a16="http://schemas.microsoft.com/office/drawing/2014/main" id="{06CB20A2-9637-3B78-6E21-27B5A5E75D1B}"/>
              </a:ext>
            </a:extLst>
          </p:cNvPr>
          <p:cNvSpPr txBox="1"/>
          <p:nvPr/>
        </p:nvSpPr>
        <p:spPr>
          <a:xfrm>
            <a:off x="713250" y="4189663"/>
            <a:ext cx="28872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Please keep this slide for attribution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8675" name="Google Shape;8675;p72">
            <a:extLst>
              <a:ext uri="{FF2B5EF4-FFF2-40B4-BE49-F238E27FC236}">
                <a16:creationId xmlns:a16="http://schemas.microsoft.com/office/drawing/2014/main" id="{95C4DC6A-B71F-1289-36CD-FB902228227F}"/>
              </a:ext>
            </a:extLst>
          </p:cNvPr>
          <p:cNvGrpSpPr/>
          <p:nvPr/>
        </p:nvGrpSpPr>
        <p:grpSpPr>
          <a:xfrm>
            <a:off x="2772902" y="0"/>
            <a:ext cx="6371098" cy="4994649"/>
            <a:chOff x="3037643" y="-107686"/>
            <a:chExt cx="6371098" cy="4994649"/>
          </a:xfrm>
        </p:grpSpPr>
        <p:sp>
          <p:nvSpPr>
            <p:cNvPr id="8676" name="Google Shape;8676;p72">
              <a:extLst>
                <a:ext uri="{FF2B5EF4-FFF2-40B4-BE49-F238E27FC236}">
                  <a16:creationId xmlns:a16="http://schemas.microsoft.com/office/drawing/2014/main" id="{E57BFCC7-8448-B7DC-94F9-BF39F14C6F7F}"/>
                </a:ext>
              </a:extLst>
            </p:cNvPr>
            <p:cNvSpPr/>
            <p:nvPr/>
          </p:nvSpPr>
          <p:spPr>
            <a:xfrm>
              <a:off x="3037643" y="4807147"/>
              <a:ext cx="6371098" cy="245"/>
            </a:xfrm>
            <a:custGeom>
              <a:avLst/>
              <a:gdLst/>
              <a:ahLst/>
              <a:cxnLst/>
              <a:rect l="l" t="t" r="r" b="b"/>
              <a:pathLst>
                <a:path w="26051" h="1" fill="none" extrusionOk="0">
                  <a:moveTo>
                    <a:pt x="26050" y="1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77" name="Google Shape;8677;p72">
              <a:extLst>
                <a:ext uri="{FF2B5EF4-FFF2-40B4-BE49-F238E27FC236}">
                  <a16:creationId xmlns:a16="http://schemas.microsoft.com/office/drawing/2014/main" id="{B177315B-C1E0-BDB0-A904-7B137996BC17}"/>
                </a:ext>
              </a:extLst>
            </p:cNvPr>
            <p:cNvGrpSpPr/>
            <p:nvPr/>
          </p:nvGrpSpPr>
          <p:grpSpPr>
            <a:xfrm>
              <a:off x="6656001" y="-107686"/>
              <a:ext cx="497676" cy="1794742"/>
              <a:chOff x="6717790" y="1105236"/>
              <a:chExt cx="332116" cy="1197612"/>
            </a:xfrm>
          </p:grpSpPr>
          <p:sp>
            <p:nvSpPr>
              <p:cNvPr id="8678" name="Google Shape;8678;p72">
                <a:extLst>
                  <a:ext uri="{FF2B5EF4-FFF2-40B4-BE49-F238E27FC236}">
                    <a16:creationId xmlns:a16="http://schemas.microsoft.com/office/drawing/2014/main" id="{4E0950DB-78D5-FADA-46B7-2D11F53CB880}"/>
                  </a:ext>
                </a:extLst>
              </p:cNvPr>
              <p:cNvSpPr/>
              <p:nvPr/>
            </p:nvSpPr>
            <p:spPr>
              <a:xfrm>
                <a:off x="6810479" y="2182769"/>
                <a:ext cx="146248" cy="6725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275" extrusionOk="0">
                    <a:moveTo>
                      <a:pt x="1" y="0"/>
                    </a:moveTo>
                    <a:cubicBezTo>
                      <a:pt x="16" y="152"/>
                      <a:pt x="146" y="274"/>
                      <a:pt x="303" y="274"/>
                    </a:cubicBezTo>
                    <a:cubicBezTo>
                      <a:pt x="454" y="274"/>
                      <a:pt x="584" y="152"/>
                      <a:pt x="5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9" name="Google Shape;8679;p72">
                <a:extLst>
                  <a:ext uri="{FF2B5EF4-FFF2-40B4-BE49-F238E27FC236}">
                    <a16:creationId xmlns:a16="http://schemas.microsoft.com/office/drawing/2014/main" id="{1B211794-8176-B7DB-D8FB-43932B93F1D4}"/>
                  </a:ext>
                </a:extLst>
              </p:cNvPr>
              <p:cNvSpPr/>
              <p:nvPr/>
            </p:nvSpPr>
            <p:spPr>
              <a:xfrm>
                <a:off x="6882624" y="2275947"/>
                <a:ext cx="245" cy="26902"/>
              </a:xfrm>
              <a:custGeom>
                <a:avLst/>
                <a:gdLst/>
                <a:ahLst/>
                <a:cxnLst/>
                <a:rect l="l" t="t" r="r" b="b"/>
                <a:pathLst>
                  <a:path w="1" h="110" fill="none" extrusionOk="0">
                    <a:moveTo>
                      <a:pt x="1" y="0"/>
                    </a:moveTo>
                    <a:lnTo>
                      <a:pt x="1" y="10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0" name="Google Shape;8680;p72">
                <a:extLst>
                  <a:ext uri="{FF2B5EF4-FFF2-40B4-BE49-F238E27FC236}">
                    <a16:creationId xmlns:a16="http://schemas.microsoft.com/office/drawing/2014/main" id="{1C7FBA8A-8133-40F7-55BB-BE8D0B544B1F}"/>
                  </a:ext>
                </a:extLst>
              </p:cNvPr>
              <p:cNvSpPr/>
              <p:nvPr/>
            </p:nvSpPr>
            <p:spPr>
              <a:xfrm>
                <a:off x="6933737" y="2262007"/>
                <a:ext cx="12473" cy="24701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1" fill="none" extrusionOk="0">
                    <a:moveTo>
                      <a:pt x="0" y="0"/>
                    </a:moveTo>
                    <a:lnTo>
                      <a:pt x="50" y="10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1" name="Google Shape;8681;p72">
                <a:extLst>
                  <a:ext uri="{FF2B5EF4-FFF2-40B4-BE49-F238E27FC236}">
                    <a16:creationId xmlns:a16="http://schemas.microsoft.com/office/drawing/2014/main" id="{F4668B5E-5C28-A19A-9A83-29E0A93567D3}"/>
                  </a:ext>
                </a:extLst>
              </p:cNvPr>
              <p:cNvSpPr/>
              <p:nvPr/>
            </p:nvSpPr>
            <p:spPr>
              <a:xfrm>
                <a:off x="6968709" y="2227034"/>
                <a:ext cx="25190" cy="12473"/>
              </a:xfrm>
              <a:custGeom>
                <a:avLst/>
                <a:gdLst/>
                <a:ahLst/>
                <a:cxnLst/>
                <a:rect l="l" t="t" r="r" b="b"/>
                <a:pathLst>
                  <a:path w="103" h="51" fill="none" extrusionOk="0">
                    <a:moveTo>
                      <a:pt x="1" y="0"/>
                    </a:moveTo>
                    <a:lnTo>
                      <a:pt x="102" y="5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2" name="Google Shape;8682;p72">
                <a:extLst>
                  <a:ext uri="{FF2B5EF4-FFF2-40B4-BE49-F238E27FC236}">
                    <a16:creationId xmlns:a16="http://schemas.microsoft.com/office/drawing/2014/main" id="{F11AEC26-9D39-EDDD-529B-FD3C5533AEC5}"/>
                  </a:ext>
                </a:extLst>
              </p:cNvPr>
              <p:cNvSpPr/>
              <p:nvPr/>
            </p:nvSpPr>
            <p:spPr>
              <a:xfrm>
                <a:off x="6773795" y="2227034"/>
                <a:ext cx="24701" cy="12473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1" fill="none" extrusionOk="0">
                    <a:moveTo>
                      <a:pt x="101" y="0"/>
                    </a:moveTo>
                    <a:lnTo>
                      <a:pt x="1" y="5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3" name="Google Shape;8683;p72">
                <a:extLst>
                  <a:ext uri="{FF2B5EF4-FFF2-40B4-BE49-F238E27FC236}">
                    <a16:creationId xmlns:a16="http://schemas.microsoft.com/office/drawing/2014/main" id="{D84A43BD-8DF0-66F3-0EEA-659B3EF1E831}"/>
                  </a:ext>
                </a:extLst>
              </p:cNvPr>
              <p:cNvSpPr/>
              <p:nvPr/>
            </p:nvSpPr>
            <p:spPr>
              <a:xfrm>
                <a:off x="6819283" y="2262007"/>
                <a:ext cx="14674" cy="24701"/>
              </a:xfrm>
              <a:custGeom>
                <a:avLst/>
                <a:gdLst/>
                <a:ahLst/>
                <a:cxnLst/>
                <a:rect l="l" t="t" r="r" b="b"/>
                <a:pathLst>
                  <a:path w="60" h="101" fill="none" extrusionOk="0">
                    <a:moveTo>
                      <a:pt x="60" y="0"/>
                    </a:moveTo>
                    <a:lnTo>
                      <a:pt x="1" y="10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4" name="Google Shape;8684;p72">
                <a:extLst>
                  <a:ext uri="{FF2B5EF4-FFF2-40B4-BE49-F238E27FC236}">
                    <a16:creationId xmlns:a16="http://schemas.microsoft.com/office/drawing/2014/main" id="{BCA2C6D2-BB04-A795-BE07-7C48A36F349C}"/>
                  </a:ext>
                </a:extLst>
              </p:cNvPr>
              <p:cNvSpPr/>
              <p:nvPr/>
            </p:nvSpPr>
            <p:spPr>
              <a:xfrm>
                <a:off x="6884336" y="1105236"/>
                <a:ext cx="245" cy="796785"/>
              </a:xfrm>
              <a:custGeom>
                <a:avLst/>
                <a:gdLst/>
                <a:ahLst/>
                <a:cxnLst/>
                <a:rect l="l" t="t" r="r" b="b"/>
                <a:pathLst>
                  <a:path w="1" h="3258" fill="none" extrusionOk="0">
                    <a:moveTo>
                      <a:pt x="1" y="325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5" name="Google Shape;8685;p72">
                <a:extLst>
                  <a:ext uri="{FF2B5EF4-FFF2-40B4-BE49-F238E27FC236}">
                    <a16:creationId xmlns:a16="http://schemas.microsoft.com/office/drawing/2014/main" id="{BE495691-A704-47FE-B27A-E95BCA1897E7}"/>
                  </a:ext>
                </a:extLst>
              </p:cNvPr>
              <p:cNvSpPr/>
              <p:nvPr/>
            </p:nvSpPr>
            <p:spPr>
              <a:xfrm>
                <a:off x="6717790" y="1901769"/>
                <a:ext cx="332116" cy="281247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1150" extrusionOk="0">
                    <a:moveTo>
                      <a:pt x="682" y="0"/>
                    </a:moveTo>
                    <a:cubicBezTo>
                      <a:pt x="280" y="0"/>
                      <a:pt x="0" y="302"/>
                      <a:pt x="0" y="761"/>
                    </a:cubicBezTo>
                    <a:lnTo>
                      <a:pt x="0" y="1149"/>
                    </a:lnTo>
                    <a:lnTo>
                      <a:pt x="1358" y="1149"/>
                    </a:lnTo>
                    <a:lnTo>
                      <a:pt x="1358" y="761"/>
                    </a:lnTo>
                    <a:cubicBezTo>
                      <a:pt x="1358" y="302"/>
                      <a:pt x="1078" y="0"/>
                      <a:pt x="6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86" name="Google Shape;8686;p72">
              <a:extLst>
                <a:ext uri="{FF2B5EF4-FFF2-40B4-BE49-F238E27FC236}">
                  <a16:creationId xmlns:a16="http://schemas.microsoft.com/office/drawing/2014/main" id="{8748CEC1-BA51-63C5-36E8-5A2543EE6755}"/>
                </a:ext>
              </a:extLst>
            </p:cNvPr>
            <p:cNvGrpSpPr/>
            <p:nvPr/>
          </p:nvGrpSpPr>
          <p:grpSpPr>
            <a:xfrm>
              <a:off x="5174573" y="1686988"/>
              <a:ext cx="3460537" cy="3199975"/>
              <a:chOff x="5603086" y="1871688"/>
              <a:chExt cx="3260966" cy="3015431"/>
            </a:xfrm>
          </p:grpSpPr>
          <p:sp>
            <p:nvSpPr>
              <p:cNvPr id="8687" name="Google Shape;8687;p72">
                <a:extLst>
                  <a:ext uri="{FF2B5EF4-FFF2-40B4-BE49-F238E27FC236}">
                    <a16:creationId xmlns:a16="http://schemas.microsoft.com/office/drawing/2014/main" id="{E488F330-681F-069F-AA95-1211C8349A79}"/>
                  </a:ext>
                </a:extLst>
              </p:cNvPr>
              <p:cNvSpPr/>
              <p:nvPr/>
            </p:nvSpPr>
            <p:spPr>
              <a:xfrm>
                <a:off x="5692595" y="3645485"/>
                <a:ext cx="114455" cy="237715"/>
              </a:xfrm>
              <a:custGeom>
                <a:avLst/>
                <a:gdLst/>
                <a:ahLst/>
                <a:cxnLst/>
                <a:rect l="l" t="t" r="r" b="b"/>
                <a:pathLst>
                  <a:path w="468" h="972" extrusionOk="0">
                    <a:moveTo>
                      <a:pt x="152" y="0"/>
                    </a:moveTo>
                    <a:lnTo>
                      <a:pt x="0" y="345"/>
                    </a:lnTo>
                    <a:lnTo>
                      <a:pt x="252" y="971"/>
                    </a:lnTo>
                    <a:lnTo>
                      <a:pt x="468" y="468"/>
                    </a:lnTo>
                    <a:cubicBezTo>
                      <a:pt x="361" y="288"/>
                      <a:pt x="252" y="123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8" name="Google Shape;8688;p72">
                <a:extLst>
                  <a:ext uri="{FF2B5EF4-FFF2-40B4-BE49-F238E27FC236}">
                    <a16:creationId xmlns:a16="http://schemas.microsoft.com/office/drawing/2014/main" id="{74D685DE-BEEB-C409-1C0B-66B1C6A2B7B1}"/>
                  </a:ext>
                </a:extLst>
              </p:cNvPr>
              <p:cNvSpPr/>
              <p:nvPr/>
            </p:nvSpPr>
            <p:spPr>
              <a:xfrm>
                <a:off x="5632922" y="3577008"/>
                <a:ext cx="96847" cy="15309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626" extrusionOk="0">
                    <a:moveTo>
                      <a:pt x="39" y="1"/>
                    </a:moveTo>
                    <a:cubicBezTo>
                      <a:pt x="26" y="1"/>
                      <a:pt x="13" y="3"/>
                      <a:pt x="1" y="7"/>
                    </a:cubicBezTo>
                    <a:lnTo>
                      <a:pt x="244" y="625"/>
                    </a:lnTo>
                    <a:lnTo>
                      <a:pt x="396" y="280"/>
                    </a:lnTo>
                    <a:cubicBezTo>
                      <a:pt x="258" y="104"/>
                      <a:pt x="131" y="1"/>
                      <a:pt x="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9" name="Google Shape;8689;p72">
                <a:extLst>
                  <a:ext uri="{FF2B5EF4-FFF2-40B4-BE49-F238E27FC236}">
                    <a16:creationId xmlns:a16="http://schemas.microsoft.com/office/drawing/2014/main" id="{CD7324EB-BA88-ED98-408F-B59F1B7E9059}"/>
                  </a:ext>
                </a:extLst>
              </p:cNvPr>
              <p:cNvSpPr/>
              <p:nvPr/>
            </p:nvSpPr>
            <p:spPr>
              <a:xfrm>
                <a:off x="5603086" y="3578720"/>
                <a:ext cx="89754" cy="15138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619" extrusionOk="0">
                    <a:moveTo>
                      <a:pt x="123" y="0"/>
                    </a:moveTo>
                    <a:cubicBezTo>
                      <a:pt x="30" y="37"/>
                      <a:pt x="0" y="216"/>
                      <a:pt x="14" y="468"/>
                    </a:cubicBezTo>
                    <a:lnTo>
                      <a:pt x="366" y="618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0" name="Google Shape;8690;p72">
                <a:extLst>
                  <a:ext uri="{FF2B5EF4-FFF2-40B4-BE49-F238E27FC236}">
                    <a16:creationId xmlns:a16="http://schemas.microsoft.com/office/drawing/2014/main" id="{E95B8EF4-540A-9EF5-0876-43CE3C38E5A7}"/>
                  </a:ext>
                </a:extLst>
              </p:cNvPr>
              <p:cNvSpPr/>
              <p:nvPr/>
            </p:nvSpPr>
            <p:spPr>
              <a:xfrm>
                <a:off x="5606510" y="3692929"/>
                <a:ext cx="147960" cy="190270"/>
              </a:xfrm>
              <a:custGeom>
                <a:avLst/>
                <a:gdLst/>
                <a:ahLst/>
                <a:cxnLst/>
                <a:rect l="l" t="t" r="r" b="b"/>
                <a:pathLst>
                  <a:path w="605" h="77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" y="165"/>
                      <a:pt x="50" y="360"/>
                      <a:pt x="102" y="562"/>
                    </a:cubicBezTo>
                    <a:lnTo>
                      <a:pt x="604" y="777"/>
                    </a:lnTo>
                    <a:lnTo>
                      <a:pt x="352" y="15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1" name="Google Shape;8691;p72">
                <a:extLst>
                  <a:ext uri="{FF2B5EF4-FFF2-40B4-BE49-F238E27FC236}">
                    <a16:creationId xmlns:a16="http://schemas.microsoft.com/office/drawing/2014/main" id="{1A34749C-908E-C270-DA9B-09041CCDE277}"/>
                  </a:ext>
                </a:extLst>
              </p:cNvPr>
              <p:cNvSpPr/>
              <p:nvPr/>
            </p:nvSpPr>
            <p:spPr>
              <a:xfrm>
                <a:off x="5631455" y="3830128"/>
                <a:ext cx="182688" cy="205677"/>
              </a:xfrm>
              <a:custGeom>
                <a:avLst/>
                <a:gdLst/>
                <a:ahLst/>
                <a:cxnLst/>
                <a:rect l="l" t="t" r="r" b="b"/>
                <a:pathLst>
                  <a:path w="747" h="84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50" y="194"/>
                      <a:pt x="107" y="403"/>
                      <a:pt x="186" y="596"/>
                    </a:cubicBezTo>
                    <a:lnTo>
                      <a:pt x="747" y="841"/>
                    </a:lnTo>
                    <a:lnTo>
                      <a:pt x="502" y="2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2" name="Google Shape;8692;p72">
                <a:extLst>
                  <a:ext uri="{FF2B5EF4-FFF2-40B4-BE49-F238E27FC236}">
                    <a16:creationId xmlns:a16="http://schemas.microsoft.com/office/drawing/2014/main" id="{84BD0E2C-91F6-2E04-D7AB-9DA686F5F075}"/>
                  </a:ext>
                </a:extLst>
              </p:cNvPr>
              <p:cNvSpPr/>
              <p:nvPr/>
            </p:nvSpPr>
            <p:spPr>
              <a:xfrm>
                <a:off x="5631455" y="3830128"/>
                <a:ext cx="0" cy="245"/>
              </a:xfrm>
              <a:custGeom>
                <a:avLst/>
                <a:gdLst/>
                <a:ahLst/>
                <a:cxnLst/>
                <a:rect l="l" t="t" r="r" b="b"/>
                <a:pathLst>
                  <a:path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3" name="Google Shape;8693;p72">
                <a:extLst>
                  <a:ext uri="{FF2B5EF4-FFF2-40B4-BE49-F238E27FC236}">
                    <a16:creationId xmlns:a16="http://schemas.microsoft.com/office/drawing/2014/main" id="{C9751D38-DE51-D814-6F02-6549876106B5}"/>
                  </a:ext>
                </a:extLst>
              </p:cNvPr>
              <p:cNvSpPr/>
              <p:nvPr/>
            </p:nvSpPr>
            <p:spPr>
              <a:xfrm>
                <a:off x="5770120" y="4466474"/>
                <a:ext cx="42554" cy="387142"/>
              </a:xfrm>
              <a:custGeom>
                <a:avLst/>
                <a:gdLst/>
                <a:ahLst/>
                <a:cxnLst/>
                <a:rect l="l" t="t" r="r" b="b"/>
                <a:pathLst>
                  <a:path w="174" h="1583" extrusionOk="0">
                    <a:moveTo>
                      <a:pt x="1" y="0"/>
                    </a:moveTo>
                    <a:lnTo>
                      <a:pt x="1" y="1582"/>
                    </a:lnTo>
                    <a:lnTo>
                      <a:pt x="173" y="1582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4" name="Google Shape;8694;p72">
                <a:extLst>
                  <a:ext uri="{FF2B5EF4-FFF2-40B4-BE49-F238E27FC236}">
                    <a16:creationId xmlns:a16="http://schemas.microsoft.com/office/drawing/2014/main" id="{07DC90C4-2F82-6ED9-6639-13585AAC36D9}"/>
                  </a:ext>
                </a:extLst>
              </p:cNvPr>
              <p:cNvSpPr/>
              <p:nvPr/>
            </p:nvSpPr>
            <p:spPr>
              <a:xfrm>
                <a:off x="6422362" y="3619317"/>
                <a:ext cx="337741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5183" extrusionOk="0">
                    <a:moveTo>
                      <a:pt x="1193" y="0"/>
                    </a:moveTo>
                    <a:lnTo>
                      <a:pt x="1" y="5182"/>
                    </a:lnTo>
                    <a:lnTo>
                      <a:pt x="187" y="5182"/>
                    </a:lnTo>
                    <a:lnTo>
                      <a:pt x="138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5" name="Google Shape;8695;p72">
                <a:extLst>
                  <a:ext uri="{FF2B5EF4-FFF2-40B4-BE49-F238E27FC236}">
                    <a16:creationId xmlns:a16="http://schemas.microsoft.com/office/drawing/2014/main" id="{FFF05A76-4DE3-0026-AD6E-CF0C42BFB260}"/>
                  </a:ext>
                </a:extLst>
              </p:cNvPr>
              <p:cNvSpPr/>
              <p:nvPr/>
            </p:nvSpPr>
            <p:spPr>
              <a:xfrm>
                <a:off x="6713877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6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6" name="Google Shape;8696;p72">
                <a:extLst>
                  <a:ext uri="{FF2B5EF4-FFF2-40B4-BE49-F238E27FC236}">
                    <a16:creationId xmlns:a16="http://schemas.microsoft.com/office/drawing/2014/main" id="{EC210B77-5558-5A3B-7AA9-286F79D77AD0}"/>
                  </a:ext>
                </a:extLst>
              </p:cNvPr>
              <p:cNvSpPr/>
              <p:nvPr/>
            </p:nvSpPr>
            <p:spPr>
              <a:xfrm>
                <a:off x="6467850" y="3619317"/>
                <a:ext cx="381762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5183" extrusionOk="0">
                    <a:moveTo>
                      <a:pt x="1195" y="0"/>
                    </a:moveTo>
                    <a:lnTo>
                      <a:pt x="1" y="5182"/>
                    </a:lnTo>
                    <a:lnTo>
                      <a:pt x="367" y="5182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7" name="Google Shape;8697;p72">
                <a:extLst>
                  <a:ext uri="{FF2B5EF4-FFF2-40B4-BE49-F238E27FC236}">
                    <a16:creationId xmlns:a16="http://schemas.microsoft.com/office/drawing/2014/main" id="{54FE4A00-A98B-DDED-BE2A-ED3896458342}"/>
                  </a:ext>
                </a:extLst>
              </p:cNvPr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8" name="Google Shape;8698;p72">
                <a:extLst>
                  <a:ext uri="{FF2B5EF4-FFF2-40B4-BE49-F238E27FC236}">
                    <a16:creationId xmlns:a16="http://schemas.microsoft.com/office/drawing/2014/main" id="{6D9A56BE-BD03-3AAD-29A2-7DB3A6C0953E}"/>
                  </a:ext>
                </a:extLst>
              </p:cNvPr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9" name="Google Shape;8699;p72">
                <a:extLst>
                  <a:ext uri="{FF2B5EF4-FFF2-40B4-BE49-F238E27FC236}">
                    <a16:creationId xmlns:a16="http://schemas.microsoft.com/office/drawing/2014/main" id="{99A82B84-A271-5784-75F7-9994D01D0CED}"/>
                  </a:ext>
                </a:extLst>
              </p:cNvPr>
              <p:cNvSpPr/>
              <p:nvPr/>
            </p:nvSpPr>
            <p:spPr>
              <a:xfrm>
                <a:off x="7215225" y="4713969"/>
                <a:ext cx="1712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7" y="1"/>
                    </a:moveTo>
                    <a:lnTo>
                      <a:pt x="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0" name="Google Shape;8700;p72">
                <a:extLst>
                  <a:ext uri="{FF2B5EF4-FFF2-40B4-BE49-F238E27FC236}">
                    <a16:creationId xmlns:a16="http://schemas.microsoft.com/office/drawing/2014/main" id="{1E58A735-E014-2202-F779-CC2C5F1E8964}"/>
                  </a:ext>
                </a:extLst>
              </p:cNvPr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1" name="Google Shape;8701;p72">
                <a:extLst>
                  <a:ext uri="{FF2B5EF4-FFF2-40B4-BE49-F238E27FC236}">
                    <a16:creationId xmlns:a16="http://schemas.microsoft.com/office/drawing/2014/main" id="{D545586D-AB18-5AAE-2722-3301E02C723A}"/>
                  </a:ext>
                </a:extLst>
              </p:cNvPr>
              <p:cNvSpPr/>
              <p:nvPr/>
            </p:nvSpPr>
            <p:spPr>
              <a:xfrm>
                <a:off x="7215225" y="4713969"/>
                <a:ext cx="1712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7" y="1"/>
                    </a:moveTo>
                    <a:lnTo>
                      <a:pt x="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2" name="Google Shape;8702;p72">
                <a:extLst>
                  <a:ext uri="{FF2B5EF4-FFF2-40B4-BE49-F238E27FC236}">
                    <a16:creationId xmlns:a16="http://schemas.microsoft.com/office/drawing/2014/main" id="{BF03B8EF-1559-B588-6674-00C2019BC58B}"/>
                  </a:ext>
                </a:extLst>
              </p:cNvPr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3" name="Google Shape;8703;p72">
                <a:extLst>
                  <a:ext uri="{FF2B5EF4-FFF2-40B4-BE49-F238E27FC236}">
                    <a16:creationId xmlns:a16="http://schemas.microsoft.com/office/drawing/2014/main" id="{0777AC67-A770-333A-DAF6-8FFB341778AD}"/>
                  </a:ext>
                </a:extLst>
              </p:cNvPr>
              <p:cNvSpPr/>
              <p:nvPr/>
            </p:nvSpPr>
            <p:spPr>
              <a:xfrm>
                <a:off x="6940829" y="3619317"/>
                <a:ext cx="276111" cy="1014445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148" extrusionOk="0">
                    <a:moveTo>
                      <a:pt x="1" y="0"/>
                    </a:moveTo>
                    <a:lnTo>
                      <a:pt x="956" y="4147"/>
                    </a:lnTo>
                    <a:lnTo>
                      <a:pt x="977" y="4082"/>
                    </a:lnTo>
                    <a:cubicBezTo>
                      <a:pt x="956" y="4075"/>
                      <a:pt x="943" y="4068"/>
                      <a:pt x="943" y="4068"/>
                    </a:cubicBezTo>
                    <a:cubicBezTo>
                      <a:pt x="943" y="4068"/>
                      <a:pt x="977" y="3916"/>
                      <a:pt x="1036" y="3687"/>
                    </a:cubicBezTo>
                    <a:cubicBezTo>
                      <a:pt x="1057" y="3571"/>
                      <a:pt x="1093" y="3435"/>
                      <a:pt x="1129" y="3292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4" name="Google Shape;8704;p72">
                <a:extLst>
                  <a:ext uri="{FF2B5EF4-FFF2-40B4-BE49-F238E27FC236}">
                    <a16:creationId xmlns:a16="http://schemas.microsoft.com/office/drawing/2014/main" id="{985170FB-D528-6F09-691F-5DA5026B8C9C}"/>
                  </a:ext>
                </a:extLst>
              </p:cNvPr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5" name="Google Shape;8705;p72">
                <a:extLst>
                  <a:ext uri="{FF2B5EF4-FFF2-40B4-BE49-F238E27FC236}">
                    <a16:creationId xmlns:a16="http://schemas.microsoft.com/office/drawing/2014/main" id="{FA3C8226-D9CA-F4BC-9C57-423303AB0783}"/>
                  </a:ext>
                </a:extLst>
              </p:cNvPr>
              <p:cNvSpPr/>
              <p:nvPr/>
            </p:nvSpPr>
            <p:spPr>
              <a:xfrm>
                <a:off x="7266094" y="4796630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6" name="Google Shape;8706;p72">
                <a:extLst>
                  <a:ext uri="{FF2B5EF4-FFF2-40B4-BE49-F238E27FC236}">
                    <a16:creationId xmlns:a16="http://schemas.microsoft.com/office/drawing/2014/main" id="{7F18DE8A-A8AC-17DD-E28C-8C4F9469629E}"/>
                  </a:ext>
                </a:extLst>
              </p:cNvPr>
              <p:cNvSpPr/>
              <p:nvPr/>
            </p:nvSpPr>
            <p:spPr>
              <a:xfrm>
                <a:off x="7241393" y="4832092"/>
                <a:ext cx="82907" cy="54782"/>
              </a:xfrm>
              <a:custGeom>
                <a:avLst/>
                <a:gdLst/>
                <a:ahLst/>
                <a:cxnLst/>
                <a:rect l="l" t="t" r="r" b="b"/>
                <a:pathLst>
                  <a:path w="339" h="224" extrusionOk="0">
                    <a:moveTo>
                      <a:pt x="79" y="1"/>
                    </a:moveTo>
                    <a:cubicBezTo>
                      <a:pt x="73" y="28"/>
                      <a:pt x="66" y="58"/>
                      <a:pt x="59" y="87"/>
                    </a:cubicBezTo>
                    <a:cubicBezTo>
                      <a:pt x="59" y="87"/>
                      <a:pt x="43" y="180"/>
                      <a:pt x="29" y="201"/>
                    </a:cubicBezTo>
                    <a:cubicBezTo>
                      <a:pt x="22" y="216"/>
                      <a:pt x="7" y="223"/>
                      <a:pt x="0" y="223"/>
                    </a:cubicBezTo>
                    <a:lnTo>
                      <a:pt x="338" y="223"/>
                    </a:lnTo>
                    <a:lnTo>
                      <a:pt x="295" y="65"/>
                    </a:lnTo>
                    <a:cubicBezTo>
                      <a:pt x="231" y="44"/>
                      <a:pt x="166" y="28"/>
                      <a:pt x="102" y="8"/>
                    </a:cubicBezTo>
                    <a:cubicBezTo>
                      <a:pt x="93" y="8"/>
                      <a:pt x="86" y="1"/>
                      <a:pt x="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7" name="Google Shape;8707;p72">
                <a:extLst>
                  <a:ext uri="{FF2B5EF4-FFF2-40B4-BE49-F238E27FC236}">
                    <a16:creationId xmlns:a16="http://schemas.microsoft.com/office/drawing/2014/main" id="{32799E97-66A9-DD75-A96B-D5E0F11C2EA9}"/>
                  </a:ext>
                </a:extLst>
              </p:cNvPr>
              <p:cNvSpPr/>
              <p:nvPr/>
            </p:nvSpPr>
            <p:spPr>
              <a:xfrm>
                <a:off x="7183433" y="4870488"/>
                <a:ext cx="54782" cy="16386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7" extrusionOk="0">
                    <a:moveTo>
                      <a:pt x="1" y="1"/>
                    </a:moveTo>
                    <a:lnTo>
                      <a:pt x="15" y="66"/>
                    </a:lnTo>
                    <a:lnTo>
                      <a:pt x="223" y="66"/>
                    </a:lnTo>
                    <a:cubicBezTo>
                      <a:pt x="223" y="66"/>
                      <a:pt x="216" y="59"/>
                      <a:pt x="201" y="59"/>
                    </a:cubicBezTo>
                    <a:cubicBezTo>
                      <a:pt x="166" y="51"/>
                      <a:pt x="101" y="30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8" name="Google Shape;8708;p72">
                <a:extLst>
                  <a:ext uri="{FF2B5EF4-FFF2-40B4-BE49-F238E27FC236}">
                    <a16:creationId xmlns:a16="http://schemas.microsoft.com/office/drawing/2014/main" id="{684F259F-B05C-31FD-541C-DF2C1A886FCB}"/>
                  </a:ext>
                </a:extLst>
              </p:cNvPr>
              <p:cNvSpPr/>
              <p:nvPr/>
            </p:nvSpPr>
            <p:spPr>
              <a:xfrm>
                <a:off x="6629504" y="3531030"/>
                <a:ext cx="84619" cy="88532"/>
              </a:xfrm>
              <a:custGeom>
                <a:avLst/>
                <a:gdLst/>
                <a:ahLst/>
                <a:cxnLst/>
                <a:rect l="l" t="t" r="r" b="b"/>
                <a:pathLst>
                  <a:path w="346" h="362" extrusionOk="0">
                    <a:moveTo>
                      <a:pt x="1" y="1"/>
                    </a:moveTo>
                    <a:lnTo>
                      <a:pt x="1" y="232"/>
                    </a:lnTo>
                    <a:cubicBezTo>
                      <a:pt x="1" y="302"/>
                      <a:pt x="59" y="361"/>
                      <a:pt x="130" y="361"/>
                    </a:cubicBezTo>
                    <a:lnTo>
                      <a:pt x="346" y="361"/>
                    </a:lnTo>
                    <a:lnTo>
                      <a:pt x="346" y="352"/>
                    </a:lnTo>
                    <a:cubicBezTo>
                      <a:pt x="296" y="332"/>
                      <a:pt x="266" y="289"/>
                      <a:pt x="266" y="232"/>
                    </a:cubicBez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9" name="Google Shape;8709;p72">
                <a:extLst>
                  <a:ext uri="{FF2B5EF4-FFF2-40B4-BE49-F238E27FC236}">
                    <a16:creationId xmlns:a16="http://schemas.microsoft.com/office/drawing/2014/main" id="{F01AE1F3-FDCC-36AB-AA36-FD00EFA2C637}"/>
                  </a:ext>
                </a:extLst>
              </p:cNvPr>
              <p:cNvSpPr/>
              <p:nvPr/>
            </p:nvSpPr>
            <p:spPr>
              <a:xfrm>
                <a:off x="6713877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6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0" name="Google Shape;8710;p72">
                <a:extLst>
                  <a:ext uri="{FF2B5EF4-FFF2-40B4-BE49-F238E27FC236}">
                    <a16:creationId xmlns:a16="http://schemas.microsoft.com/office/drawing/2014/main" id="{9A018ECA-F757-5089-F165-763D31CF4BE9}"/>
                  </a:ext>
                </a:extLst>
              </p:cNvPr>
              <p:cNvSpPr/>
              <p:nvPr/>
            </p:nvSpPr>
            <p:spPr>
              <a:xfrm>
                <a:off x="6694557" y="3531030"/>
                <a:ext cx="388854" cy="88532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362" extrusionOk="0">
                    <a:moveTo>
                      <a:pt x="0" y="1"/>
                    </a:moveTo>
                    <a:lnTo>
                      <a:pt x="0" y="232"/>
                    </a:lnTo>
                    <a:cubicBezTo>
                      <a:pt x="0" y="289"/>
                      <a:pt x="30" y="332"/>
                      <a:pt x="80" y="352"/>
                    </a:cubicBezTo>
                    <a:cubicBezTo>
                      <a:pt x="95" y="361"/>
                      <a:pt x="109" y="361"/>
                      <a:pt x="130" y="361"/>
                    </a:cubicBezTo>
                    <a:lnTo>
                      <a:pt x="1460" y="361"/>
                    </a:lnTo>
                    <a:cubicBezTo>
                      <a:pt x="1532" y="361"/>
                      <a:pt x="1589" y="302"/>
                      <a:pt x="1589" y="232"/>
                    </a:cubicBezTo>
                    <a:lnTo>
                      <a:pt x="15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1" name="Google Shape;8711;p72">
                <a:extLst>
                  <a:ext uri="{FF2B5EF4-FFF2-40B4-BE49-F238E27FC236}">
                    <a16:creationId xmlns:a16="http://schemas.microsoft.com/office/drawing/2014/main" id="{8CFB8174-E5FC-F6CB-1D66-A38DB01627BD}"/>
                  </a:ext>
                </a:extLst>
              </p:cNvPr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8" h="30" extrusionOk="0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2" name="Google Shape;8712;p72">
                <a:extLst>
                  <a:ext uri="{FF2B5EF4-FFF2-40B4-BE49-F238E27FC236}">
                    <a16:creationId xmlns:a16="http://schemas.microsoft.com/office/drawing/2014/main" id="{E5483004-C1C0-B8B2-B1E1-D02EB48D396D}"/>
                  </a:ext>
                </a:extLst>
              </p:cNvPr>
              <p:cNvSpPr/>
              <p:nvPr/>
            </p:nvSpPr>
            <p:spPr>
              <a:xfrm>
                <a:off x="8092218" y="3893469"/>
                <a:ext cx="88043" cy="54537"/>
              </a:xfrm>
              <a:custGeom>
                <a:avLst/>
                <a:gdLst/>
                <a:ahLst/>
                <a:cxnLst/>
                <a:rect l="l" t="t" r="r" b="b"/>
                <a:pathLst>
                  <a:path w="360" h="223" extrusionOk="0">
                    <a:moveTo>
                      <a:pt x="309" y="0"/>
                    </a:moveTo>
                    <a:cubicBezTo>
                      <a:pt x="237" y="94"/>
                      <a:pt x="137" y="173"/>
                      <a:pt x="1" y="223"/>
                    </a:cubicBezTo>
                    <a:lnTo>
                      <a:pt x="359" y="223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3" name="Google Shape;8713;p72">
                <a:extLst>
                  <a:ext uri="{FF2B5EF4-FFF2-40B4-BE49-F238E27FC236}">
                    <a16:creationId xmlns:a16="http://schemas.microsoft.com/office/drawing/2014/main" id="{E5EACB17-6C73-0C82-BE11-BD4B92CEB8DF}"/>
                  </a:ext>
                </a:extLst>
              </p:cNvPr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4" name="Google Shape;8714;p72">
                <a:extLst>
                  <a:ext uri="{FF2B5EF4-FFF2-40B4-BE49-F238E27FC236}">
                    <a16:creationId xmlns:a16="http://schemas.microsoft.com/office/drawing/2014/main" id="{0B76E114-D1A9-A78B-6D7F-29B1C9173FE0}"/>
                  </a:ext>
                </a:extLst>
              </p:cNvPr>
              <p:cNvSpPr/>
              <p:nvPr/>
            </p:nvSpPr>
            <p:spPr>
              <a:xfrm>
                <a:off x="8239932" y="3531030"/>
                <a:ext cx="203965" cy="438256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792" extrusionOk="0">
                    <a:moveTo>
                      <a:pt x="216" y="1"/>
                    </a:moveTo>
                    <a:lnTo>
                      <a:pt x="216" y="232"/>
                    </a:lnTo>
                    <a:cubicBezTo>
                      <a:pt x="216" y="302"/>
                      <a:pt x="159" y="361"/>
                      <a:pt x="87" y="361"/>
                    </a:cubicBezTo>
                    <a:lnTo>
                      <a:pt x="0" y="361"/>
                    </a:lnTo>
                    <a:lnTo>
                      <a:pt x="159" y="1043"/>
                    </a:lnTo>
                    <a:lnTo>
                      <a:pt x="332" y="1791"/>
                    </a:lnTo>
                    <a:cubicBezTo>
                      <a:pt x="409" y="1748"/>
                      <a:pt x="475" y="1669"/>
                      <a:pt x="489" y="1582"/>
                    </a:cubicBezTo>
                    <a:lnTo>
                      <a:pt x="83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5" name="Google Shape;8715;p72">
                <a:extLst>
                  <a:ext uri="{FF2B5EF4-FFF2-40B4-BE49-F238E27FC236}">
                    <a16:creationId xmlns:a16="http://schemas.microsoft.com/office/drawing/2014/main" id="{7725C02D-0061-1710-31FE-49D00D3B86B1}"/>
                  </a:ext>
                </a:extLst>
              </p:cNvPr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6" name="Google Shape;8716;p72">
                <a:extLst>
                  <a:ext uri="{FF2B5EF4-FFF2-40B4-BE49-F238E27FC236}">
                    <a16:creationId xmlns:a16="http://schemas.microsoft.com/office/drawing/2014/main" id="{EC5D2246-05DD-E77A-7B0B-3165CD839CD7}"/>
                  </a:ext>
                </a:extLst>
              </p:cNvPr>
              <p:cNvSpPr/>
              <p:nvPr/>
            </p:nvSpPr>
            <p:spPr>
              <a:xfrm>
                <a:off x="8281996" y="2961449"/>
                <a:ext cx="278068" cy="495973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2028" extrusionOk="0">
                    <a:moveTo>
                      <a:pt x="332" y="1"/>
                    </a:moveTo>
                    <a:cubicBezTo>
                      <a:pt x="367" y="66"/>
                      <a:pt x="382" y="159"/>
                      <a:pt x="375" y="318"/>
                    </a:cubicBezTo>
                    <a:cubicBezTo>
                      <a:pt x="367" y="454"/>
                      <a:pt x="123" y="1884"/>
                      <a:pt x="108" y="1934"/>
                    </a:cubicBezTo>
                    <a:cubicBezTo>
                      <a:pt x="101" y="1985"/>
                      <a:pt x="37" y="2028"/>
                      <a:pt x="1" y="2028"/>
                    </a:cubicBezTo>
                    <a:lnTo>
                      <a:pt x="727" y="2028"/>
                    </a:lnTo>
                    <a:lnTo>
                      <a:pt x="1108" y="253"/>
                    </a:lnTo>
                    <a:cubicBezTo>
                      <a:pt x="1136" y="109"/>
                      <a:pt x="1043" y="1"/>
                      <a:pt x="9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7" name="Google Shape;8717;p72">
                <a:extLst>
                  <a:ext uri="{FF2B5EF4-FFF2-40B4-BE49-F238E27FC236}">
                    <a16:creationId xmlns:a16="http://schemas.microsoft.com/office/drawing/2014/main" id="{332F79F5-989E-8CF1-9FF5-EF12A8A95CBE}"/>
                  </a:ext>
                </a:extLst>
              </p:cNvPr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8" h="30" extrusionOk="0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8" name="Google Shape;8718;p72">
                <a:extLst>
                  <a:ext uri="{FF2B5EF4-FFF2-40B4-BE49-F238E27FC236}">
                    <a16:creationId xmlns:a16="http://schemas.microsoft.com/office/drawing/2014/main" id="{56DC1435-629E-738E-50C4-AB4E60B63409}"/>
                  </a:ext>
                </a:extLst>
              </p:cNvPr>
              <p:cNvSpPr/>
              <p:nvPr/>
            </p:nvSpPr>
            <p:spPr>
              <a:xfrm>
                <a:off x="8092218" y="3893469"/>
                <a:ext cx="88043" cy="54537"/>
              </a:xfrm>
              <a:custGeom>
                <a:avLst/>
                <a:gdLst/>
                <a:ahLst/>
                <a:cxnLst/>
                <a:rect l="l" t="t" r="r" b="b"/>
                <a:pathLst>
                  <a:path w="360" h="223" extrusionOk="0">
                    <a:moveTo>
                      <a:pt x="309" y="0"/>
                    </a:moveTo>
                    <a:cubicBezTo>
                      <a:pt x="237" y="94"/>
                      <a:pt x="137" y="173"/>
                      <a:pt x="1" y="223"/>
                    </a:cubicBezTo>
                    <a:lnTo>
                      <a:pt x="359" y="223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9" name="Google Shape;8719;p72">
                <a:extLst>
                  <a:ext uri="{FF2B5EF4-FFF2-40B4-BE49-F238E27FC236}">
                    <a16:creationId xmlns:a16="http://schemas.microsoft.com/office/drawing/2014/main" id="{21E0FBF6-7E55-71D1-4A58-0B3385B64362}"/>
                  </a:ext>
                </a:extLst>
              </p:cNvPr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0" name="Google Shape;8720;p72">
                <a:extLst>
                  <a:ext uri="{FF2B5EF4-FFF2-40B4-BE49-F238E27FC236}">
                    <a16:creationId xmlns:a16="http://schemas.microsoft.com/office/drawing/2014/main" id="{7796BAB5-E229-99F4-41CA-CA22B8E48100}"/>
                  </a:ext>
                </a:extLst>
              </p:cNvPr>
              <p:cNvSpPr/>
              <p:nvPr/>
            </p:nvSpPr>
            <p:spPr>
              <a:xfrm>
                <a:off x="7779181" y="3977842"/>
                <a:ext cx="49646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203" h="8" extrusionOk="0">
                    <a:moveTo>
                      <a:pt x="145" y="0"/>
                    </a:moveTo>
                    <a:cubicBezTo>
                      <a:pt x="59" y="7"/>
                      <a:pt x="1" y="7"/>
                      <a:pt x="1" y="7"/>
                    </a:cubicBezTo>
                    <a:lnTo>
                      <a:pt x="202" y="7"/>
                    </a:lnTo>
                    <a:cubicBezTo>
                      <a:pt x="180" y="7"/>
                      <a:pt x="159" y="7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1" name="Google Shape;8721;p72">
                <a:extLst>
                  <a:ext uri="{FF2B5EF4-FFF2-40B4-BE49-F238E27FC236}">
                    <a16:creationId xmlns:a16="http://schemas.microsoft.com/office/drawing/2014/main" id="{891E88A6-18C2-6379-2FFD-9CA970B12475}"/>
                  </a:ext>
                </a:extLst>
              </p:cNvPr>
              <p:cNvSpPr/>
              <p:nvPr/>
            </p:nvSpPr>
            <p:spPr>
              <a:xfrm>
                <a:off x="7730269" y="3531030"/>
                <a:ext cx="40353" cy="10076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12" extrusionOk="0">
                    <a:moveTo>
                      <a:pt x="87" y="1"/>
                    </a:moveTo>
                    <a:lnTo>
                      <a:pt x="0" y="411"/>
                    </a:lnTo>
                    <a:cubicBezTo>
                      <a:pt x="64" y="382"/>
                      <a:pt x="114" y="352"/>
                      <a:pt x="151" y="332"/>
                    </a:cubicBezTo>
                    <a:cubicBezTo>
                      <a:pt x="151" y="332"/>
                      <a:pt x="157" y="202"/>
                      <a:pt x="1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2" name="Google Shape;8722;p72">
                <a:extLst>
                  <a:ext uri="{FF2B5EF4-FFF2-40B4-BE49-F238E27FC236}">
                    <a16:creationId xmlns:a16="http://schemas.microsoft.com/office/drawing/2014/main" id="{C88E9D63-A947-4209-3CDA-5DB0F091A5D7}"/>
                  </a:ext>
                </a:extLst>
              </p:cNvPr>
              <p:cNvSpPr/>
              <p:nvPr/>
            </p:nvSpPr>
            <p:spPr>
              <a:xfrm>
                <a:off x="8239932" y="3531030"/>
                <a:ext cx="93423" cy="255079"/>
              </a:xfrm>
              <a:custGeom>
                <a:avLst/>
                <a:gdLst/>
                <a:ahLst/>
                <a:cxnLst/>
                <a:rect l="l" t="t" r="r" b="b"/>
                <a:pathLst>
                  <a:path w="382" h="1043" extrusionOk="0">
                    <a:moveTo>
                      <a:pt x="216" y="1"/>
                    </a:moveTo>
                    <a:lnTo>
                      <a:pt x="216" y="232"/>
                    </a:lnTo>
                    <a:cubicBezTo>
                      <a:pt x="216" y="302"/>
                      <a:pt x="159" y="361"/>
                      <a:pt x="87" y="361"/>
                    </a:cubicBezTo>
                    <a:lnTo>
                      <a:pt x="0" y="361"/>
                    </a:lnTo>
                    <a:lnTo>
                      <a:pt x="159" y="1043"/>
                    </a:lnTo>
                    <a:lnTo>
                      <a:pt x="38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3" name="Google Shape;8723;p72">
                <a:extLst>
                  <a:ext uri="{FF2B5EF4-FFF2-40B4-BE49-F238E27FC236}">
                    <a16:creationId xmlns:a16="http://schemas.microsoft.com/office/drawing/2014/main" id="{880BDF06-1844-ED70-11E0-B3FFF8FF4236}"/>
                  </a:ext>
                </a:extLst>
              </p:cNvPr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4" name="Google Shape;8724;p72">
                <a:extLst>
                  <a:ext uri="{FF2B5EF4-FFF2-40B4-BE49-F238E27FC236}">
                    <a16:creationId xmlns:a16="http://schemas.microsoft.com/office/drawing/2014/main" id="{809BDA77-FCF8-88FB-E8ED-78CAE35CC9F4}"/>
                  </a:ext>
                </a:extLst>
              </p:cNvPr>
              <p:cNvSpPr/>
              <p:nvPr/>
            </p:nvSpPr>
            <p:spPr>
              <a:xfrm>
                <a:off x="8281996" y="2961449"/>
                <a:ext cx="168993" cy="495973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028" extrusionOk="0">
                    <a:moveTo>
                      <a:pt x="332" y="1"/>
                    </a:moveTo>
                    <a:cubicBezTo>
                      <a:pt x="367" y="66"/>
                      <a:pt x="382" y="159"/>
                      <a:pt x="375" y="318"/>
                    </a:cubicBezTo>
                    <a:cubicBezTo>
                      <a:pt x="367" y="454"/>
                      <a:pt x="123" y="1884"/>
                      <a:pt x="108" y="1934"/>
                    </a:cubicBezTo>
                    <a:cubicBezTo>
                      <a:pt x="101" y="1985"/>
                      <a:pt x="37" y="2028"/>
                      <a:pt x="1" y="2028"/>
                    </a:cubicBezTo>
                    <a:lnTo>
                      <a:pt x="273" y="2028"/>
                    </a:lnTo>
                    <a:lnTo>
                      <a:pt x="655" y="253"/>
                    </a:lnTo>
                    <a:cubicBezTo>
                      <a:pt x="691" y="109"/>
                      <a:pt x="598" y="1"/>
                      <a:pt x="4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5" name="Google Shape;8725;p72">
                <a:extLst>
                  <a:ext uri="{FF2B5EF4-FFF2-40B4-BE49-F238E27FC236}">
                    <a16:creationId xmlns:a16="http://schemas.microsoft.com/office/drawing/2014/main" id="{7119070F-6C0F-1FE7-14A3-DCFEB99104D6}"/>
                  </a:ext>
                </a:extLst>
              </p:cNvPr>
              <p:cNvSpPr/>
              <p:nvPr/>
            </p:nvSpPr>
            <p:spPr>
              <a:xfrm>
                <a:off x="7967248" y="4053411"/>
                <a:ext cx="60162" cy="660808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702" extrusionOk="0">
                    <a:moveTo>
                      <a:pt x="1" y="0"/>
                    </a:moveTo>
                    <a:lnTo>
                      <a:pt x="1" y="2702"/>
                    </a:lnTo>
                    <a:lnTo>
                      <a:pt x="246" y="2702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6" name="Google Shape;8726;p72">
                <a:extLst>
                  <a:ext uri="{FF2B5EF4-FFF2-40B4-BE49-F238E27FC236}">
                    <a16:creationId xmlns:a16="http://schemas.microsoft.com/office/drawing/2014/main" id="{1EE2238F-FCB5-56E1-9FBA-93DD25D685B9}"/>
                  </a:ext>
                </a:extLst>
              </p:cNvPr>
              <p:cNvSpPr/>
              <p:nvPr/>
            </p:nvSpPr>
            <p:spPr>
              <a:xfrm>
                <a:off x="7766953" y="4713969"/>
                <a:ext cx="497685" cy="172906"/>
              </a:xfrm>
              <a:custGeom>
                <a:avLst/>
                <a:gdLst/>
                <a:ahLst/>
                <a:cxnLst/>
                <a:rect l="l" t="t" r="r" b="b"/>
                <a:pathLst>
                  <a:path w="2035" h="707" extrusionOk="0">
                    <a:moveTo>
                      <a:pt x="713" y="1"/>
                    </a:moveTo>
                    <a:lnTo>
                      <a:pt x="73" y="375"/>
                    </a:lnTo>
                    <a:lnTo>
                      <a:pt x="1" y="706"/>
                    </a:lnTo>
                    <a:lnTo>
                      <a:pt x="159" y="706"/>
                    </a:lnTo>
                    <a:lnTo>
                      <a:pt x="159" y="620"/>
                    </a:lnTo>
                    <a:lnTo>
                      <a:pt x="713" y="289"/>
                    </a:lnTo>
                    <a:lnTo>
                      <a:pt x="1172" y="289"/>
                    </a:lnTo>
                    <a:lnTo>
                      <a:pt x="1726" y="620"/>
                    </a:lnTo>
                    <a:lnTo>
                      <a:pt x="1726" y="706"/>
                    </a:lnTo>
                    <a:lnTo>
                      <a:pt x="2034" y="706"/>
                    </a:lnTo>
                    <a:lnTo>
                      <a:pt x="2034" y="511"/>
                    </a:lnTo>
                    <a:lnTo>
                      <a:pt x="117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7" name="Google Shape;8727;p72">
                <a:extLst>
                  <a:ext uri="{FF2B5EF4-FFF2-40B4-BE49-F238E27FC236}">
                    <a16:creationId xmlns:a16="http://schemas.microsoft.com/office/drawing/2014/main" id="{81929A19-3A48-9BF2-696A-353A11DA7C65}"/>
                  </a:ext>
                </a:extLst>
              </p:cNvPr>
              <p:cNvSpPr/>
              <p:nvPr/>
            </p:nvSpPr>
            <p:spPr>
              <a:xfrm>
                <a:off x="7754725" y="3977842"/>
                <a:ext cx="86331" cy="7581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10" extrusionOk="0">
                    <a:moveTo>
                      <a:pt x="245" y="0"/>
                    </a:moveTo>
                    <a:cubicBezTo>
                      <a:pt x="159" y="7"/>
                      <a:pt x="101" y="7"/>
                      <a:pt x="101" y="7"/>
                    </a:cubicBezTo>
                    <a:cubicBezTo>
                      <a:pt x="101" y="7"/>
                      <a:pt x="57" y="137"/>
                      <a:pt x="1" y="309"/>
                    </a:cubicBezTo>
                    <a:lnTo>
                      <a:pt x="280" y="309"/>
                    </a:lnTo>
                    <a:lnTo>
                      <a:pt x="352" y="7"/>
                    </a:lnTo>
                    <a:lnTo>
                      <a:pt x="302" y="7"/>
                    </a:lnTo>
                    <a:cubicBezTo>
                      <a:pt x="280" y="7"/>
                      <a:pt x="259" y="7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8" name="Google Shape;8728;p72">
                <a:extLst>
                  <a:ext uri="{FF2B5EF4-FFF2-40B4-BE49-F238E27FC236}">
                    <a16:creationId xmlns:a16="http://schemas.microsoft.com/office/drawing/2014/main" id="{6D159A3E-A9F6-77B3-944E-D7AE447E4B12}"/>
                  </a:ext>
                </a:extLst>
              </p:cNvPr>
              <p:cNvSpPr/>
              <p:nvPr/>
            </p:nvSpPr>
            <p:spPr>
              <a:xfrm>
                <a:off x="7958443" y="3947761"/>
                <a:ext cx="246764" cy="105896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433" extrusionOk="0">
                    <a:moveTo>
                      <a:pt x="548" y="1"/>
                    </a:moveTo>
                    <a:cubicBezTo>
                      <a:pt x="504" y="15"/>
                      <a:pt x="454" y="29"/>
                      <a:pt x="396" y="37"/>
                    </a:cubicBezTo>
                    <a:cubicBezTo>
                      <a:pt x="368" y="44"/>
                      <a:pt x="325" y="51"/>
                      <a:pt x="282" y="58"/>
                    </a:cubicBezTo>
                    <a:cubicBezTo>
                      <a:pt x="223" y="65"/>
                      <a:pt x="159" y="72"/>
                      <a:pt x="87" y="72"/>
                    </a:cubicBezTo>
                    <a:lnTo>
                      <a:pt x="73" y="130"/>
                    </a:lnTo>
                    <a:lnTo>
                      <a:pt x="37" y="274"/>
                    </a:lnTo>
                    <a:lnTo>
                      <a:pt x="1" y="432"/>
                    </a:lnTo>
                    <a:lnTo>
                      <a:pt x="1008" y="432"/>
                    </a:lnTo>
                    <a:lnTo>
                      <a:pt x="936" y="130"/>
                    </a:lnTo>
                    <a:lnTo>
                      <a:pt x="936" y="123"/>
                    </a:lnTo>
                    <a:lnTo>
                      <a:pt x="90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9" name="Google Shape;8729;p72">
                <a:extLst>
                  <a:ext uri="{FF2B5EF4-FFF2-40B4-BE49-F238E27FC236}">
                    <a16:creationId xmlns:a16="http://schemas.microsoft.com/office/drawing/2014/main" id="{1C8B3C7F-4254-EF6A-735B-0C3D273C22EA}"/>
                  </a:ext>
                </a:extLst>
              </p:cNvPr>
              <p:cNvSpPr/>
              <p:nvPr/>
            </p:nvSpPr>
            <p:spPr>
              <a:xfrm>
                <a:off x="7216937" y="3353480"/>
                <a:ext cx="191737" cy="63586"/>
              </a:xfrm>
              <a:custGeom>
                <a:avLst/>
                <a:gdLst/>
                <a:ahLst/>
                <a:cxnLst/>
                <a:rect l="l" t="t" r="r" b="b"/>
                <a:pathLst>
                  <a:path w="784" h="260" extrusionOk="0">
                    <a:moveTo>
                      <a:pt x="279" y="0"/>
                    </a:moveTo>
                    <a:cubicBezTo>
                      <a:pt x="266" y="0"/>
                      <a:pt x="193" y="37"/>
                      <a:pt x="150" y="66"/>
                    </a:cubicBezTo>
                    <a:cubicBezTo>
                      <a:pt x="129" y="80"/>
                      <a:pt x="57" y="166"/>
                      <a:pt x="0" y="259"/>
                    </a:cubicBezTo>
                    <a:lnTo>
                      <a:pt x="783" y="259"/>
                    </a:lnTo>
                    <a:lnTo>
                      <a:pt x="783" y="138"/>
                    </a:lnTo>
                    <a:cubicBezTo>
                      <a:pt x="668" y="102"/>
                      <a:pt x="295" y="0"/>
                      <a:pt x="279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0" name="Google Shape;8730;p72">
                <a:extLst>
                  <a:ext uri="{FF2B5EF4-FFF2-40B4-BE49-F238E27FC236}">
                    <a16:creationId xmlns:a16="http://schemas.microsoft.com/office/drawing/2014/main" id="{DBB49B4E-11C2-FF26-762E-A8BAED996FE1}"/>
                  </a:ext>
                </a:extLst>
              </p:cNvPr>
              <p:cNvSpPr/>
              <p:nvPr/>
            </p:nvSpPr>
            <p:spPr>
              <a:xfrm>
                <a:off x="7408428" y="2923053"/>
                <a:ext cx="478120" cy="494016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2020" extrusionOk="0">
                    <a:moveTo>
                      <a:pt x="1955" y="1"/>
                    </a:moveTo>
                    <a:cubicBezTo>
                      <a:pt x="1948" y="8"/>
                      <a:pt x="1762" y="151"/>
                      <a:pt x="1510" y="863"/>
                    </a:cubicBezTo>
                    <a:cubicBezTo>
                      <a:pt x="1430" y="1063"/>
                      <a:pt x="1265" y="1667"/>
                      <a:pt x="1265" y="1667"/>
                    </a:cubicBezTo>
                    <a:lnTo>
                      <a:pt x="0" y="1898"/>
                    </a:lnTo>
                    <a:lnTo>
                      <a:pt x="0" y="2019"/>
                    </a:lnTo>
                    <a:lnTo>
                      <a:pt x="942" y="2019"/>
                    </a:lnTo>
                    <a:cubicBezTo>
                      <a:pt x="1006" y="1933"/>
                      <a:pt x="1078" y="1840"/>
                      <a:pt x="1101" y="1826"/>
                    </a:cubicBezTo>
                    <a:cubicBezTo>
                      <a:pt x="1144" y="1797"/>
                      <a:pt x="1215" y="1760"/>
                      <a:pt x="1230" y="1760"/>
                    </a:cubicBezTo>
                    <a:cubicBezTo>
                      <a:pt x="1237" y="1760"/>
                      <a:pt x="1380" y="1797"/>
                      <a:pt x="1517" y="1833"/>
                    </a:cubicBezTo>
                    <a:cubicBezTo>
                      <a:pt x="1546" y="1358"/>
                      <a:pt x="1610" y="827"/>
                      <a:pt x="1705" y="546"/>
                    </a:cubicBezTo>
                    <a:cubicBezTo>
                      <a:pt x="1782" y="309"/>
                      <a:pt x="1884" y="78"/>
                      <a:pt x="19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1" name="Google Shape;8731;p72">
                <a:extLst>
                  <a:ext uri="{FF2B5EF4-FFF2-40B4-BE49-F238E27FC236}">
                    <a16:creationId xmlns:a16="http://schemas.microsoft.com/office/drawing/2014/main" id="{21FD5541-5D12-7F0A-2C25-7FE80D96B8E9}"/>
                  </a:ext>
                </a:extLst>
              </p:cNvPr>
              <p:cNvSpPr/>
              <p:nvPr/>
            </p:nvSpPr>
            <p:spPr>
              <a:xfrm>
                <a:off x="7909531" y="2954846"/>
                <a:ext cx="7092" cy="684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14" y="0"/>
                    </a:moveTo>
                    <a:lnTo>
                      <a:pt x="1" y="28"/>
                    </a:lnTo>
                    <a:lnTo>
                      <a:pt x="1" y="28"/>
                    </a:lnTo>
                    <a:lnTo>
                      <a:pt x="28" y="14"/>
                    </a:lnTo>
                    <a:cubicBezTo>
                      <a:pt x="21" y="7"/>
                      <a:pt x="14" y="7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2" name="Google Shape;8732;p72">
                <a:extLst>
                  <a:ext uri="{FF2B5EF4-FFF2-40B4-BE49-F238E27FC236}">
                    <a16:creationId xmlns:a16="http://schemas.microsoft.com/office/drawing/2014/main" id="{7BF64B02-BCB6-121E-7FF9-29BABE636D58}"/>
                  </a:ext>
                </a:extLst>
              </p:cNvPr>
              <p:cNvSpPr/>
              <p:nvPr/>
            </p:nvSpPr>
            <p:spPr>
              <a:xfrm>
                <a:off x="7215225" y="4713969"/>
                <a:ext cx="1712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7" y="1"/>
                    </a:moveTo>
                    <a:lnTo>
                      <a:pt x="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3" name="Google Shape;8733;p72">
                <a:extLst>
                  <a:ext uri="{FF2B5EF4-FFF2-40B4-BE49-F238E27FC236}">
                    <a16:creationId xmlns:a16="http://schemas.microsoft.com/office/drawing/2014/main" id="{6CDA4254-98A1-0EDB-DAE2-77823C89391A}"/>
                  </a:ext>
                </a:extLst>
              </p:cNvPr>
              <p:cNvSpPr/>
              <p:nvPr/>
            </p:nvSpPr>
            <p:spPr>
              <a:xfrm>
                <a:off x="6894852" y="3619317"/>
                <a:ext cx="283448" cy="1059934"/>
              </a:xfrm>
              <a:custGeom>
                <a:avLst/>
                <a:gdLst/>
                <a:ahLst/>
                <a:cxnLst/>
                <a:rect l="l" t="t" r="r" b="b"/>
                <a:pathLst>
                  <a:path w="1159" h="4334" extrusionOk="0">
                    <a:moveTo>
                      <a:pt x="1" y="0"/>
                    </a:moveTo>
                    <a:lnTo>
                      <a:pt x="1001" y="4334"/>
                    </a:lnTo>
                    <a:cubicBezTo>
                      <a:pt x="1015" y="4327"/>
                      <a:pt x="1022" y="4320"/>
                      <a:pt x="1029" y="4313"/>
                    </a:cubicBezTo>
                    <a:cubicBezTo>
                      <a:pt x="1065" y="4270"/>
                      <a:pt x="1051" y="4227"/>
                      <a:pt x="1051" y="4211"/>
                    </a:cubicBezTo>
                    <a:cubicBezTo>
                      <a:pt x="1051" y="4193"/>
                      <a:pt x="1067" y="4174"/>
                      <a:pt x="1091" y="4174"/>
                    </a:cubicBezTo>
                    <a:cubicBezTo>
                      <a:pt x="1094" y="4174"/>
                      <a:pt x="1098" y="4174"/>
                      <a:pt x="1101" y="4175"/>
                    </a:cubicBezTo>
                    <a:cubicBezTo>
                      <a:pt x="1108" y="4183"/>
                      <a:pt x="1122" y="4183"/>
                      <a:pt x="1131" y="4190"/>
                    </a:cubicBezTo>
                    <a:cubicBezTo>
                      <a:pt x="1138" y="4190"/>
                      <a:pt x="1144" y="4190"/>
                      <a:pt x="1158" y="4197"/>
                    </a:cubicBezTo>
                    <a:lnTo>
                      <a:pt x="1144" y="4147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4" name="Google Shape;8734;p72">
                <a:extLst>
                  <a:ext uri="{FF2B5EF4-FFF2-40B4-BE49-F238E27FC236}">
                    <a16:creationId xmlns:a16="http://schemas.microsoft.com/office/drawing/2014/main" id="{AA039450-8352-00E6-CD19-124C3737EC15}"/>
                  </a:ext>
                </a:extLst>
              </p:cNvPr>
              <p:cNvSpPr/>
              <p:nvPr/>
            </p:nvSpPr>
            <p:spPr>
              <a:xfrm>
                <a:off x="7172917" y="4617368"/>
                <a:ext cx="117879" cy="86331"/>
              </a:xfrm>
              <a:custGeom>
                <a:avLst/>
                <a:gdLst/>
                <a:ahLst/>
                <a:cxnLst/>
                <a:rect l="l" t="t" r="r" b="b"/>
                <a:pathLst>
                  <a:path w="482" h="353" extrusionOk="0">
                    <a:moveTo>
                      <a:pt x="28" y="1"/>
                    </a:moveTo>
                    <a:lnTo>
                      <a:pt x="7" y="66"/>
                    </a:lnTo>
                    <a:lnTo>
                      <a:pt x="21" y="116"/>
                    </a:lnTo>
                    <a:cubicBezTo>
                      <a:pt x="44" y="123"/>
                      <a:pt x="71" y="137"/>
                      <a:pt x="87" y="146"/>
                    </a:cubicBezTo>
                    <a:cubicBezTo>
                      <a:pt x="101" y="153"/>
                      <a:pt x="108" y="232"/>
                      <a:pt x="58" y="289"/>
                    </a:cubicBezTo>
                    <a:cubicBezTo>
                      <a:pt x="44" y="303"/>
                      <a:pt x="28" y="325"/>
                      <a:pt x="1" y="332"/>
                    </a:cubicBezTo>
                    <a:cubicBezTo>
                      <a:pt x="7" y="332"/>
                      <a:pt x="7" y="332"/>
                      <a:pt x="7" y="339"/>
                    </a:cubicBezTo>
                    <a:lnTo>
                      <a:pt x="137" y="339"/>
                    </a:lnTo>
                    <a:cubicBezTo>
                      <a:pt x="144" y="339"/>
                      <a:pt x="151" y="339"/>
                      <a:pt x="158" y="353"/>
                    </a:cubicBezTo>
                    <a:cubicBezTo>
                      <a:pt x="158" y="353"/>
                      <a:pt x="173" y="332"/>
                      <a:pt x="201" y="325"/>
                    </a:cubicBezTo>
                    <a:lnTo>
                      <a:pt x="252" y="325"/>
                    </a:lnTo>
                    <a:lnTo>
                      <a:pt x="252" y="318"/>
                    </a:lnTo>
                    <a:cubicBezTo>
                      <a:pt x="252" y="303"/>
                      <a:pt x="266" y="289"/>
                      <a:pt x="280" y="282"/>
                    </a:cubicBezTo>
                    <a:cubicBezTo>
                      <a:pt x="302" y="282"/>
                      <a:pt x="316" y="296"/>
                      <a:pt x="316" y="318"/>
                    </a:cubicBezTo>
                    <a:lnTo>
                      <a:pt x="316" y="325"/>
                    </a:lnTo>
                    <a:lnTo>
                      <a:pt x="396" y="325"/>
                    </a:lnTo>
                    <a:cubicBezTo>
                      <a:pt x="389" y="303"/>
                      <a:pt x="403" y="289"/>
                      <a:pt x="416" y="282"/>
                    </a:cubicBezTo>
                    <a:lnTo>
                      <a:pt x="432" y="282"/>
                    </a:lnTo>
                    <a:cubicBezTo>
                      <a:pt x="453" y="232"/>
                      <a:pt x="468" y="180"/>
                      <a:pt x="482" y="137"/>
                    </a:cubicBezTo>
                    <a:cubicBezTo>
                      <a:pt x="446" y="130"/>
                      <a:pt x="416" y="123"/>
                      <a:pt x="389" y="116"/>
                    </a:cubicBezTo>
                    <a:cubicBezTo>
                      <a:pt x="316" y="102"/>
                      <a:pt x="252" y="80"/>
                      <a:pt x="187" y="59"/>
                    </a:cubicBezTo>
                    <a:cubicBezTo>
                      <a:pt x="123" y="37"/>
                      <a:pt x="64" y="16"/>
                      <a:pt x="28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5" name="Google Shape;8735;p72">
                <a:extLst>
                  <a:ext uri="{FF2B5EF4-FFF2-40B4-BE49-F238E27FC236}">
                    <a16:creationId xmlns:a16="http://schemas.microsoft.com/office/drawing/2014/main" id="{75FDEE85-6F20-70C2-C268-D07470F5A2CE}"/>
                  </a:ext>
                </a:extLst>
              </p:cNvPr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6" name="Google Shape;8736;p72">
                <a:extLst>
                  <a:ext uri="{FF2B5EF4-FFF2-40B4-BE49-F238E27FC236}">
                    <a16:creationId xmlns:a16="http://schemas.microsoft.com/office/drawing/2014/main" id="{3DA4BD2C-EAED-3E3C-B055-321E27883E36}"/>
                  </a:ext>
                </a:extLst>
              </p:cNvPr>
              <p:cNvSpPr/>
              <p:nvPr/>
            </p:nvSpPr>
            <p:spPr>
              <a:xfrm>
                <a:off x="6852787" y="4738914"/>
                <a:ext cx="403039" cy="147960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605" extrusionOk="0">
                    <a:moveTo>
                      <a:pt x="66" y="1"/>
                    </a:moveTo>
                    <a:cubicBezTo>
                      <a:pt x="59" y="1"/>
                      <a:pt x="59" y="7"/>
                      <a:pt x="52" y="7"/>
                    </a:cubicBezTo>
                    <a:cubicBezTo>
                      <a:pt x="36" y="28"/>
                      <a:pt x="9" y="87"/>
                      <a:pt x="0" y="94"/>
                    </a:cubicBezTo>
                    <a:cubicBezTo>
                      <a:pt x="0" y="101"/>
                      <a:pt x="0" y="114"/>
                      <a:pt x="16" y="123"/>
                    </a:cubicBezTo>
                    <a:cubicBezTo>
                      <a:pt x="30" y="130"/>
                      <a:pt x="259" y="230"/>
                      <a:pt x="576" y="323"/>
                    </a:cubicBezTo>
                    <a:cubicBezTo>
                      <a:pt x="849" y="396"/>
                      <a:pt x="1158" y="482"/>
                      <a:pt x="1353" y="539"/>
                    </a:cubicBezTo>
                    <a:cubicBezTo>
                      <a:pt x="1453" y="568"/>
                      <a:pt x="1518" y="589"/>
                      <a:pt x="1553" y="597"/>
                    </a:cubicBezTo>
                    <a:cubicBezTo>
                      <a:pt x="1568" y="597"/>
                      <a:pt x="1575" y="604"/>
                      <a:pt x="1575" y="604"/>
                    </a:cubicBezTo>
                    <a:lnTo>
                      <a:pt x="1589" y="604"/>
                    </a:lnTo>
                    <a:cubicBezTo>
                      <a:pt x="1596" y="604"/>
                      <a:pt x="1611" y="597"/>
                      <a:pt x="1618" y="582"/>
                    </a:cubicBezTo>
                    <a:cubicBezTo>
                      <a:pt x="1632" y="561"/>
                      <a:pt x="1648" y="468"/>
                      <a:pt x="1648" y="468"/>
                    </a:cubicBezTo>
                    <a:cubicBezTo>
                      <a:pt x="1648" y="468"/>
                      <a:pt x="1596" y="453"/>
                      <a:pt x="1518" y="432"/>
                    </a:cubicBezTo>
                    <a:cubicBezTo>
                      <a:pt x="1503" y="432"/>
                      <a:pt x="1489" y="425"/>
                      <a:pt x="1475" y="425"/>
                    </a:cubicBezTo>
                    <a:cubicBezTo>
                      <a:pt x="1467" y="416"/>
                      <a:pt x="1460" y="416"/>
                      <a:pt x="1446" y="416"/>
                    </a:cubicBezTo>
                    <a:cubicBezTo>
                      <a:pt x="1439" y="409"/>
                      <a:pt x="1423" y="409"/>
                      <a:pt x="1417" y="402"/>
                    </a:cubicBezTo>
                    <a:cubicBezTo>
                      <a:pt x="1403" y="402"/>
                      <a:pt x="1396" y="396"/>
                      <a:pt x="1380" y="396"/>
                    </a:cubicBezTo>
                    <a:lnTo>
                      <a:pt x="1373" y="396"/>
                    </a:lnTo>
                    <a:cubicBezTo>
                      <a:pt x="1353" y="389"/>
                      <a:pt x="1337" y="382"/>
                      <a:pt x="1316" y="373"/>
                    </a:cubicBezTo>
                    <a:cubicBezTo>
                      <a:pt x="1294" y="366"/>
                      <a:pt x="1266" y="359"/>
                      <a:pt x="1244" y="359"/>
                    </a:cubicBezTo>
                    <a:cubicBezTo>
                      <a:pt x="1194" y="339"/>
                      <a:pt x="1130" y="323"/>
                      <a:pt x="1072" y="309"/>
                    </a:cubicBezTo>
                    <a:cubicBezTo>
                      <a:pt x="1051" y="302"/>
                      <a:pt x="1021" y="296"/>
                      <a:pt x="1001" y="287"/>
                    </a:cubicBezTo>
                    <a:lnTo>
                      <a:pt x="992" y="287"/>
                    </a:lnTo>
                    <a:cubicBezTo>
                      <a:pt x="915" y="266"/>
                      <a:pt x="835" y="237"/>
                      <a:pt x="756" y="216"/>
                    </a:cubicBezTo>
                    <a:cubicBezTo>
                      <a:pt x="713" y="209"/>
                      <a:pt x="676" y="194"/>
                      <a:pt x="640" y="187"/>
                    </a:cubicBezTo>
                    <a:cubicBezTo>
                      <a:pt x="626" y="180"/>
                      <a:pt x="613" y="180"/>
                      <a:pt x="597" y="173"/>
                    </a:cubicBezTo>
                    <a:lnTo>
                      <a:pt x="583" y="173"/>
                    </a:lnTo>
                    <a:cubicBezTo>
                      <a:pt x="311" y="94"/>
                      <a:pt x="102" y="7"/>
                      <a:pt x="86" y="7"/>
                    </a:cubicBezTo>
                    <a:cubicBezTo>
                      <a:pt x="86" y="7"/>
                      <a:pt x="73" y="1"/>
                      <a:pt x="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7" name="Google Shape;8737;p72">
                <a:extLst>
                  <a:ext uri="{FF2B5EF4-FFF2-40B4-BE49-F238E27FC236}">
                    <a16:creationId xmlns:a16="http://schemas.microsoft.com/office/drawing/2014/main" id="{E0434361-7412-EB43-3791-539FA593C660}"/>
                  </a:ext>
                </a:extLst>
              </p:cNvPr>
              <p:cNvSpPr/>
              <p:nvPr/>
            </p:nvSpPr>
            <p:spPr>
              <a:xfrm>
                <a:off x="6997078" y="4696850"/>
                <a:ext cx="24701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101" h="87" extrusionOk="0">
                    <a:moveTo>
                      <a:pt x="43" y="0"/>
                    </a:moveTo>
                    <a:cubicBezTo>
                      <a:pt x="14" y="7"/>
                      <a:pt x="0" y="28"/>
                      <a:pt x="0" y="28"/>
                    </a:cubicBezTo>
                    <a:cubicBezTo>
                      <a:pt x="7" y="36"/>
                      <a:pt x="14" y="50"/>
                      <a:pt x="23" y="71"/>
                    </a:cubicBezTo>
                    <a:cubicBezTo>
                      <a:pt x="30" y="79"/>
                      <a:pt x="43" y="86"/>
                      <a:pt x="57" y="86"/>
                    </a:cubicBezTo>
                    <a:lnTo>
                      <a:pt x="100" y="86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8" name="Google Shape;8738;p72">
                <a:extLst>
                  <a:ext uri="{FF2B5EF4-FFF2-40B4-BE49-F238E27FC236}">
                    <a16:creationId xmlns:a16="http://schemas.microsoft.com/office/drawing/2014/main" id="{EFA51B28-02CA-A8E4-73BE-F9A6891CF5E7}"/>
                  </a:ext>
                </a:extLst>
              </p:cNvPr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9" name="Google Shape;8739;p72">
                <a:extLst>
                  <a:ext uri="{FF2B5EF4-FFF2-40B4-BE49-F238E27FC236}">
                    <a16:creationId xmlns:a16="http://schemas.microsoft.com/office/drawing/2014/main" id="{E4E15936-221A-09C5-DF59-816B4B603AA2}"/>
                  </a:ext>
                </a:extLst>
              </p:cNvPr>
              <p:cNvSpPr/>
              <p:nvPr/>
            </p:nvSpPr>
            <p:spPr>
              <a:xfrm>
                <a:off x="7137455" y="4639867"/>
                <a:ext cx="61874" cy="60407"/>
              </a:xfrm>
              <a:custGeom>
                <a:avLst/>
                <a:gdLst/>
                <a:ahLst/>
                <a:cxnLst/>
                <a:rect l="l" t="t" r="r" b="b"/>
                <a:pathLst>
                  <a:path w="253" h="247" extrusionOk="0">
                    <a:moveTo>
                      <a:pt x="99" y="1"/>
                    </a:moveTo>
                    <a:cubicBezTo>
                      <a:pt x="75" y="1"/>
                      <a:pt x="59" y="20"/>
                      <a:pt x="59" y="38"/>
                    </a:cubicBezTo>
                    <a:cubicBezTo>
                      <a:pt x="59" y="54"/>
                      <a:pt x="73" y="97"/>
                      <a:pt x="37" y="140"/>
                    </a:cubicBezTo>
                    <a:cubicBezTo>
                      <a:pt x="30" y="147"/>
                      <a:pt x="23" y="154"/>
                      <a:pt x="9" y="161"/>
                    </a:cubicBezTo>
                    <a:lnTo>
                      <a:pt x="1" y="167"/>
                    </a:lnTo>
                    <a:lnTo>
                      <a:pt x="23" y="211"/>
                    </a:lnTo>
                    <a:lnTo>
                      <a:pt x="37" y="240"/>
                    </a:lnTo>
                    <a:lnTo>
                      <a:pt x="37" y="247"/>
                    </a:lnTo>
                    <a:lnTo>
                      <a:pt x="152" y="247"/>
                    </a:lnTo>
                    <a:cubicBezTo>
                      <a:pt x="152" y="240"/>
                      <a:pt x="152" y="240"/>
                      <a:pt x="146" y="240"/>
                    </a:cubicBezTo>
                    <a:cubicBezTo>
                      <a:pt x="173" y="233"/>
                      <a:pt x="189" y="211"/>
                      <a:pt x="203" y="197"/>
                    </a:cubicBezTo>
                    <a:cubicBezTo>
                      <a:pt x="253" y="140"/>
                      <a:pt x="246" y="61"/>
                      <a:pt x="232" y="54"/>
                    </a:cubicBezTo>
                    <a:cubicBezTo>
                      <a:pt x="216" y="45"/>
                      <a:pt x="189" y="31"/>
                      <a:pt x="166" y="24"/>
                    </a:cubicBezTo>
                    <a:cubicBezTo>
                      <a:pt x="152" y="17"/>
                      <a:pt x="146" y="17"/>
                      <a:pt x="139" y="17"/>
                    </a:cubicBezTo>
                    <a:cubicBezTo>
                      <a:pt x="130" y="10"/>
                      <a:pt x="116" y="10"/>
                      <a:pt x="109" y="2"/>
                    </a:cubicBezTo>
                    <a:cubicBezTo>
                      <a:pt x="106" y="1"/>
                      <a:pt x="102" y="1"/>
                      <a:pt x="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0" name="Google Shape;8740;p72">
                <a:extLst>
                  <a:ext uri="{FF2B5EF4-FFF2-40B4-BE49-F238E27FC236}">
                    <a16:creationId xmlns:a16="http://schemas.microsoft.com/office/drawing/2014/main" id="{6F3C6773-C66A-389D-BCBB-57B58F5A81B0}"/>
                  </a:ext>
                </a:extLst>
              </p:cNvPr>
              <p:cNvSpPr/>
              <p:nvPr/>
            </p:nvSpPr>
            <p:spPr>
              <a:xfrm>
                <a:off x="7105907" y="4687801"/>
                <a:ext cx="212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87" h="65" extrusionOk="0">
                    <a:moveTo>
                      <a:pt x="66" y="1"/>
                    </a:moveTo>
                    <a:cubicBezTo>
                      <a:pt x="52" y="8"/>
                      <a:pt x="30" y="8"/>
                      <a:pt x="0" y="15"/>
                    </a:cubicBezTo>
                    <a:lnTo>
                      <a:pt x="16" y="65"/>
                    </a:lnTo>
                    <a:cubicBezTo>
                      <a:pt x="37" y="58"/>
                      <a:pt x="66" y="51"/>
                      <a:pt x="87" y="51"/>
                    </a:cubicBezTo>
                    <a:lnTo>
                      <a:pt x="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1" name="Google Shape;8741;p72">
                <a:extLst>
                  <a:ext uri="{FF2B5EF4-FFF2-40B4-BE49-F238E27FC236}">
                    <a16:creationId xmlns:a16="http://schemas.microsoft.com/office/drawing/2014/main" id="{CEE78F0E-701F-6E53-B256-6DE51AD44FC6}"/>
                  </a:ext>
                </a:extLst>
              </p:cNvPr>
              <p:cNvSpPr/>
              <p:nvPr/>
            </p:nvSpPr>
            <p:spPr>
              <a:xfrm>
                <a:off x="7037430" y="4696850"/>
                <a:ext cx="21521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88" h="87" extrusionOk="0">
                    <a:moveTo>
                      <a:pt x="1" y="0"/>
                    </a:moveTo>
                    <a:lnTo>
                      <a:pt x="8" y="86"/>
                    </a:lnTo>
                    <a:cubicBezTo>
                      <a:pt x="30" y="86"/>
                      <a:pt x="58" y="86"/>
                      <a:pt x="87" y="79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2" name="Google Shape;8742;p72">
                <a:extLst>
                  <a:ext uri="{FF2B5EF4-FFF2-40B4-BE49-F238E27FC236}">
                    <a16:creationId xmlns:a16="http://schemas.microsoft.com/office/drawing/2014/main" id="{2E40B8F3-516F-E477-1FA9-DD1D7A32F06B}"/>
                  </a:ext>
                </a:extLst>
              </p:cNvPr>
              <p:cNvSpPr/>
              <p:nvPr/>
            </p:nvSpPr>
            <p:spPr>
              <a:xfrm>
                <a:off x="7072647" y="4692937"/>
                <a:ext cx="22989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94" h="87" extrusionOk="0">
                    <a:moveTo>
                      <a:pt x="72" y="0"/>
                    </a:moveTo>
                    <a:cubicBezTo>
                      <a:pt x="50" y="9"/>
                      <a:pt x="22" y="9"/>
                      <a:pt x="0" y="9"/>
                    </a:cubicBezTo>
                    <a:lnTo>
                      <a:pt x="16" y="87"/>
                    </a:lnTo>
                    <a:cubicBezTo>
                      <a:pt x="36" y="87"/>
                      <a:pt x="66" y="80"/>
                      <a:pt x="93" y="80"/>
                    </a:cubicBezTo>
                    <a:lnTo>
                      <a:pt x="7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3" name="Google Shape;8743;p72">
                <a:extLst>
                  <a:ext uri="{FF2B5EF4-FFF2-40B4-BE49-F238E27FC236}">
                    <a16:creationId xmlns:a16="http://schemas.microsoft.com/office/drawing/2014/main" id="{5C05C5B5-0502-D4D0-CF6A-EE120AA88A8E}"/>
                  </a:ext>
                </a:extLst>
              </p:cNvPr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4" name="Google Shape;8744;p72">
                <a:extLst>
                  <a:ext uri="{FF2B5EF4-FFF2-40B4-BE49-F238E27FC236}">
                    <a16:creationId xmlns:a16="http://schemas.microsoft.com/office/drawing/2014/main" id="{DAF63167-33C9-24B3-E38F-4E079156BD25}"/>
                  </a:ext>
                </a:extLst>
              </p:cNvPr>
              <p:cNvSpPr/>
              <p:nvPr/>
            </p:nvSpPr>
            <p:spPr>
              <a:xfrm>
                <a:off x="7100771" y="4744050"/>
                <a:ext cx="9049" cy="391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6" extrusionOk="0">
                    <a:moveTo>
                      <a:pt x="37" y="16"/>
                    </a:moveTo>
                    <a:cubicBezTo>
                      <a:pt x="21" y="16"/>
                      <a:pt x="14" y="7"/>
                      <a:pt x="1" y="0"/>
                    </a:cubicBezTo>
                    <a:cubicBezTo>
                      <a:pt x="14" y="7"/>
                      <a:pt x="21" y="16"/>
                      <a:pt x="37" y="1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5" name="Google Shape;8745;p72">
                <a:extLst>
                  <a:ext uri="{FF2B5EF4-FFF2-40B4-BE49-F238E27FC236}">
                    <a16:creationId xmlns:a16="http://schemas.microsoft.com/office/drawing/2014/main" id="{68FE1D91-C0EB-9082-A7A3-5D10CB3D51A8}"/>
                  </a:ext>
                </a:extLst>
              </p:cNvPr>
              <p:cNvSpPr/>
              <p:nvPr/>
            </p:nvSpPr>
            <p:spPr>
              <a:xfrm>
                <a:off x="7002458" y="4712257"/>
                <a:ext cx="258503" cy="141357"/>
              </a:xfrm>
              <a:custGeom>
                <a:avLst/>
                <a:gdLst/>
                <a:ahLst/>
                <a:cxnLst/>
                <a:rect l="l" t="t" r="r" b="b"/>
                <a:pathLst>
                  <a:path w="1057" h="578" extrusionOk="0">
                    <a:moveTo>
                      <a:pt x="380" y="1"/>
                    </a:moveTo>
                    <a:cubicBezTo>
                      <a:pt x="353" y="1"/>
                      <a:pt x="323" y="8"/>
                      <a:pt x="303" y="8"/>
                    </a:cubicBezTo>
                    <a:lnTo>
                      <a:pt x="309" y="37"/>
                    </a:lnTo>
                    <a:lnTo>
                      <a:pt x="309" y="44"/>
                    </a:lnTo>
                    <a:cubicBezTo>
                      <a:pt x="309" y="60"/>
                      <a:pt x="294" y="73"/>
                      <a:pt x="280" y="80"/>
                    </a:cubicBezTo>
                    <a:cubicBezTo>
                      <a:pt x="259" y="80"/>
                      <a:pt x="244" y="73"/>
                      <a:pt x="237" y="51"/>
                    </a:cubicBezTo>
                    <a:lnTo>
                      <a:pt x="230" y="16"/>
                    </a:lnTo>
                    <a:cubicBezTo>
                      <a:pt x="201" y="23"/>
                      <a:pt x="173" y="23"/>
                      <a:pt x="151" y="23"/>
                    </a:cubicBezTo>
                    <a:lnTo>
                      <a:pt x="151" y="51"/>
                    </a:lnTo>
                    <a:lnTo>
                      <a:pt x="151" y="66"/>
                    </a:lnTo>
                    <a:cubicBezTo>
                      <a:pt x="144" y="73"/>
                      <a:pt x="137" y="87"/>
                      <a:pt x="121" y="87"/>
                    </a:cubicBezTo>
                    <a:cubicBezTo>
                      <a:pt x="108" y="87"/>
                      <a:pt x="94" y="80"/>
                      <a:pt x="87" y="66"/>
                    </a:cubicBezTo>
                    <a:lnTo>
                      <a:pt x="87" y="51"/>
                    </a:lnTo>
                    <a:lnTo>
                      <a:pt x="78" y="23"/>
                    </a:lnTo>
                    <a:lnTo>
                      <a:pt x="35" y="23"/>
                    </a:lnTo>
                    <a:cubicBezTo>
                      <a:pt x="21" y="23"/>
                      <a:pt x="8" y="16"/>
                      <a:pt x="1" y="8"/>
                    </a:cubicBezTo>
                    <a:lnTo>
                      <a:pt x="1" y="8"/>
                    </a:lnTo>
                    <a:cubicBezTo>
                      <a:pt x="21" y="66"/>
                      <a:pt x="35" y="160"/>
                      <a:pt x="28" y="296"/>
                    </a:cubicBezTo>
                    <a:cubicBezTo>
                      <a:pt x="64" y="303"/>
                      <a:pt x="101" y="318"/>
                      <a:pt x="144" y="325"/>
                    </a:cubicBezTo>
                    <a:cubicBezTo>
                      <a:pt x="223" y="346"/>
                      <a:pt x="303" y="375"/>
                      <a:pt x="380" y="396"/>
                    </a:cubicBezTo>
                    <a:lnTo>
                      <a:pt x="389" y="396"/>
                    </a:lnTo>
                    <a:cubicBezTo>
                      <a:pt x="409" y="405"/>
                      <a:pt x="439" y="411"/>
                      <a:pt x="460" y="418"/>
                    </a:cubicBezTo>
                    <a:cubicBezTo>
                      <a:pt x="518" y="432"/>
                      <a:pt x="582" y="448"/>
                      <a:pt x="632" y="468"/>
                    </a:cubicBezTo>
                    <a:cubicBezTo>
                      <a:pt x="654" y="468"/>
                      <a:pt x="682" y="475"/>
                      <a:pt x="704" y="482"/>
                    </a:cubicBezTo>
                    <a:cubicBezTo>
                      <a:pt x="725" y="491"/>
                      <a:pt x="741" y="498"/>
                      <a:pt x="761" y="505"/>
                    </a:cubicBezTo>
                    <a:lnTo>
                      <a:pt x="768" y="505"/>
                    </a:lnTo>
                    <a:cubicBezTo>
                      <a:pt x="784" y="505"/>
                      <a:pt x="791" y="511"/>
                      <a:pt x="805" y="511"/>
                    </a:cubicBezTo>
                    <a:cubicBezTo>
                      <a:pt x="811" y="518"/>
                      <a:pt x="827" y="518"/>
                      <a:pt x="834" y="525"/>
                    </a:cubicBezTo>
                    <a:cubicBezTo>
                      <a:pt x="848" y="525"/>
                      <a:pt x="855" y="525"/>
                      <a:pt x="863" y="534"/>
                    </a:cubicBezTo>
                    <a:cubicBezTo>
                      <a:pt x="877" y="534"/>
                      <a:pt x="891" y="541"/>
                      <a:pt x="906" y="541"/>
                    </a:cubicBezTo>
                    <a:cubicBezTo>
                      <a:pt x="984" y="562"/>
                      <a:pt x="1036" y="577"/>
                      <a:pt x="1036" y="577"/>
                    </a:cubicBezTo>
                    <a:cubicBezTo>
                      <a:pt x="1043" y="548"/>
                      <a:pt x="1050" y="518"/>
                      <a:pt x="1056" y="491"/>
                    </a:cubicBezTo>
                    <a:cubicBezTo>
                      <a:pt x="999" y="475"/>
                      <a:pt x="941" y="461"/>
                      <a:pt x="884" y="439"/>
                    </a:cubicBezTo>
                    <a:cubicBezTo>
                      <a:pt x="870" y="439"/>
                      <a:pt x="855" y="432"/>
                      <a:pt x="841" y="432"/>
                    </a:cubicBezTo>
                    <a:cubicBezTo>
                      <a:pt x="784" y="411"/>
                      <a:pt x="734" y="396"/>
                      <a:pt x="682" y="382"/>
                    </a:cubicBezTo>
                    <a:cubicBezTo>
                      <a:pt x="446" y="303"/>
                      <a:pt x="287" y="232"/>
                      <a:pt x="280" y="232"/>
                    </a:cubicBezTo>
                    <a:cubicBezTo>
                      <a:pt x="266" y="223"/>
                      <a:pt x="259" y="210"/>
                      <a:pt x="259" y="203"/>
                    </a:cubicBezTo>
                    <a:cubicBezTo>
                      <a:pt x="266" y="196"/>
                      <a:pt x="294" y="137"/>
                      <a:pt x="316" y="116"/>
                    </a:cubicBezTo>
                    <a:cubicBezTo>
                      <a:pt x="316" y="116"/>
                      <a:pt x="323" y="110"/>
                      <a:pt x="330" y="110"/>
                    </a:cubicBezTo>
                    <a:cubicBezTo>
                      <a:pt x="330" y="110"/>
                      <a:pt x="353" y="66"/>
                      <a:pt x="380" y="30"/>
                    </a:cubicBezTo>
                    <a:cubicBezTo>
                      <a:pt x="380" y="30"/>
                      <a:pt x="380" y="23"/>
                      <a:pt x="389" y="23"/>
                    </a:cubicBezTo>
                    <a:lnTo>
                      <a:pt x="38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6" name="Google Shape;8746;p72">
                <a:extLst>
                  <a:ext uri="{FF2B5EF4-FFF2-40B4-BE49-F238E27FC236}">
                    <a16:creationId xmlns:a16="http://schemas.microsoft.com/office/drawing/2014/main" id="{51F6937C-4B0B-0A9A-DD04-2B919D0F7ACF}"/>
                  </a:ext>
                </a:extLst>
              </p:cNvPr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7" name="Google Shape;8747;p72">
                <a:extLst>
                  <a:ext uri="{FF2B5EF4-FFF2-40B4-BE49-F238E27FC236}">
                    <a16:creationId xmlns:a16="http://schemas.microsoft.com/office/drawing/2014/main" id="{3F7CA23F-3880-6E31-D595-0B60DBFA44A7}"/>
                  </a:ext>
                </a:extLst>
              </p:cNvPr>
              <p:cNvSpPr/>
              <p:nvPr/>
            </p:nvSpPr>
            <p:spPr>
              <a:xfrm>
                <a:off x="7266094" y="4796630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8" name="Google Shape;8748;p72">
                <a:extLst>
                  <a:ext uri="{FF2B5EF4-FFF2-40B4-BE49-F238E27FC236}">
                    <a16:creationId xmlns:a16="http://schemas.microsoft.com/office/drawing/2014/main" id="{076E36A0-AE62-F0A8-1B5B-CA2F939BDB48}"/>
                  </a:ext>
                </a:extLst>
              </p:cNvPr>
              <p:cNvSpPr/>
              <p:nvPr/>
            </p:nvSpPr>
            <p:spPr>
              <a:xfrm>
                <a:off x="6868684" y="4699295"/>
                <a:ext cx="142580" cy="85352"/>
              </a:xfrm>
              <a:custGeom>
                <a:avLst/>
                <a:gdLst/>
                <a:ahLst/>
                <a:cxnLst/>
                <a:rect l="l" t="t" r="r" b="b"/>
                <a:pathLst>
                  <a:path w="583" h="349" extrusionOk="0">
                    <a:moveTo>
                      <a:pt x="282" y="1"/>
                    </a:moveTo>
                    <a:cubicBezTo>
                      <a:pt x="237" y="1"/>
                      <a:pt x="199" y="2"/>
                      <a:pt x="187" y="4"/>
                    </a:cubicBezTo>
                    <a:cubicBezTo>
                      <a:pt x="151" y="4"/>
                      <a:pt x="101" y="18"/>
                      <a:pt x="80" y="47"/>
                    </a:cubicBezTo>
                    <a:cubicBezTo>
                      <a:pt x="51" y="76"/>
                      <a:pt x="1" y="163"/>
                      <a:pt x="1" y="163"/>
                    </a:cubicBezTo>
                    <a:cubicBezTo>
                      <a:pt x="8" y="163"/>
                      <a:pt x="21" y="169"/>
                      <a:pt x="21" y="169"/>
                    </a:cubicBezTo>
                    <a:cubicBezTo>
                      <a:pt x="37" y="169"/>
                      <a:pt x="246" y="256"/>
                      <a:pt x="518" y="335"/>
                    </a:cubicBezTo>
                    <a:lnTo>
                      <a:pt x="532" y="335"/>
                    </a:lnTo>
                    <a:cubicBezTo>
                      <a:pt x="548" y="342"/>
                      <a:pt x="561" y="342"/>
                      <a:pt x="575" y="349"/>
                    </a:cubicBezTo>
                    <a:cubicBezTo>
                      <a:pt x="582" y="213"/>
                      <a:pt x="568" y="119"/>
                      <a:pt x="548" y="61"/>
                    </a:cubicBezTo>
                    <a:cubicBezTo>
                      <a:pt x="539" y="40"/>
                      <a:pt x="532" y="26"/>
                      <a:pt x="525" y="18"/>
                    </a:cubicBezTo>
                    <a:cubicBezTo>
                      <a:pt x="518" y="4"/>
                      <a:pt x="511" y="4"/>
                      <a:pt x="511" y="4"/>
                    </a:cubicBezTo>
                    <a:cubicBezTo>
                      <a:pt x="496" y="4"/>
                      <a:pt x="373" y="1"/>
                      <a:pt x="2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9" name="Google Shape;8749;p72">
                <a:extLst>
                  <a:ext uri="{FF2B5EF4-FFF2-40B4-BE49-F238E27FC236}">
                    <a16:creationId xmlns:a16="http://schemas.microsoft.com/office/drawing/2014/main" id="{1FD39DC8-E5F3-6553-9850-B2A319D3095B}"/>
                  </a:ext>
                </a:extLst>
              </p:cNvPr>
              <p:cNvSpPr/>
              <p:nvPr/>
            </p:nvSpPr>
            <p:spPr>
              <a:xfrm>
                <a:off x="6998790" y="4781223"/>
                <a:ext cx="10761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44" h="14" extrusionOk="0">
                    <a:moveTo>
                      <a:pt x="43" y="14"/>
                    </a:moveTo>
                    <a:lnTo>
                      <a:pt x="43" y="14"/>
                    </a:lnTo>
                    <a:cubicBezTo>
                      <a:pt x="29" y="7"/>
                      <a:pt x="16" y="7"/>
                      <a:pt x="0" y="0"/>
                    </a:cubicBezTo>
                    <a:cubicBezTo>
                      <a:pt x="16" y="7"/>
                      <a:pt x="29" y="7"/>
                      <a:pt x="43" y="14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0" name="Google Shape;8750;p72">
                <a:extLst>
                  <a:ext uri="{FF2B5EF4-FFF2-40B4-BE49-F238E27FC236}">
                    <a16:creationId xmlns:a16="http://schemas.microsoft.com/office/drawing/2014/main" id="{150DF5C6-E023-2976-9EDC-E732A9D8092A}"/>
                  </a:ext>
                </a:extLst>
              </p:cNvPr>
              <p:cNvSpPr/>
              <p:nvPr/>
            </p:nvSpPr>
            <p:spPr>
              <a:xfrm>
                <a:off x="7019822" y="4686089"/>
                <a:ext cx="19565" cy="47690"/>
              </a:xfrm>
              <a:custGeom>
                <a:avLst/>
                <a:gdLst/>
                <a:ahLst/>
                <a:cxnLst/>
                <a:rect l="l" t="t" r="r" b="b"/>
                <a:pathLst>
                  <a:path w="80" h="195" extrusionOk="0">
                    <a:moveTo>
                      <a:pt x="30" y="1"/>
                    </a:moveTo>
                    <a:cubicBezTo>
                      <a:pt x="16" y="8"/>
                      <a:pt x="0" y="22"/>
                      <a:pt x="0" y="44"/>
                    </a:cubicBezTo>
                    <a:lnTo>
                      <a:pt x="7" y="130"/>
                    </a:lnTo>
                    <a:lnTo>
                      <a:pt x="16" y="158"/>
                    </a:lnTo>
                    <a:lnTo>
                      <a:pt x="16" y="173"/>
                    </a:lnTo>
                    <a:cubicBezTo>
                      <a:pt x="23" y="187"/>
                      <a:pt x="37" y="194"/>
                      <a:pt x="50" y="194"/>
                    </a:cubicBezTo>
                    <a:cubicBezTo>
                      <a:pt x="66" y="194"/>
                      <a:pt x="73" y="180"/>
                      <a:pt x="80" y="173"/>
                    </a:cubicBezTo>
                    <a:lnTo>
                      <a:pt x="80" y="158"/>
                    </a:lnTo>
                    <a:lnTo>
                      <a:pt x="80" y="130"/>
                    </a:lnTo>
                    <a:lnTo>
                      <a:pt x="73" y="44"/>
                    </a:lnTo>
                    <a:lnTo>
                      <a:pt x="73" y="37"/>
                    </a:lnTo>
                    <a:cubicBezTo>
                      <a:pt x="66" y="15"/>
                      <a:pt x="50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1" name="Google Shape;8751;p72">
                <a:extLst>
                  <a:ext uri="{FF2B5EF4-FFF2-40B4-BE49-F238E27FC236}">
                    <a16:creationId xmlns:a16="http://schemas.microsoft.com/office/drawing/2014/main" id="{885D69E7-442A-3E61-48D8-42918144F8F5}"/>
                  </a:ext>
                </a:extLst>
              </p:cNvPr>
              <p:cNvSpPr/>
              <p:nvPr/>
            </p:nvSpPr>
            <p:spPr>
              <a:xfrm>
                <a:off x="7055283" y="4686089"/>
                <a:ext cx="22989" cy="4597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88" extrusionOk="0">
                    <a:moveTo>
                      <a:pt x="28" y="1"/>
                    </a:moveTo>
                    <a:cubicBezTo>
                      <a:pt x="7" y="8"/>
                      <a:pt x="0" y="22"/>
                      <a:pt x="0" y="44"/>
                    </a:cubicBezTo>
                    <a:lnTo>
                      <a:pt x="14" y="123"/>
                    </a:lnTo>
                    <a:lnTo>
                      <a:pt x="21" y="158"/>
                    </a:lnTo>
                    <a:cubicBezTo>
                      <a:pt x="28" y="180"/>
                      <a:pt x="43" y="187"/>
                      <a:pt x="64" y="187"/>
                    </a:cubicBezTo>
                    <a:cubicBezTo>
                      <a:pt x="78" y="180"/>
                      <a:pt x="93" y="167"/>
                      <a:pt x="93" y="151"/>
                    </a:cubicBezTo>
                    <a:lnTo>
                      <a:pt x="93" y="144"/>
                    </a:lnTo>
                    <a:lnTo>
                      <a:pt x="87" y="115"/>
                    </a:lnTo>
                    <a:lnTo>
                      <a:pt x="71" y="37"/>
                    </a:lnTo>
                    <a:lnTo>
                      <a:pt x="71" y="28"/>
                    </a:lnTo>
                    <a:cubicBezTo>
                      <a:pt x="64" y="15"/>
                      <a:pt x="50" y="1"/>
                      <a:pt x="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2" name="Google Shape;8752;p72">
                <a:extLst>
                  <a:ext uri="{FF2B5EF4-FFF2-40B4-BE49-F238E27FC236}">
                    <a16:creationId xmlns:a16="http://schemas.microsoft.com/office/drawing/2014/main" id="{EAC5A1F7-55D0-A966-2B59-63C27B546FBB}"/>
                  </a:ext>
                </a:extLst>
              </p:cNvPr>
              <p:cNvSpPr/>
              <p:nvPr/>
            </p:nvSpPr>
            <p:spPr>
              <a:xfrm>
                <a:off x="7086831" y="4680709"/>
                <a:ext cx="22989" cy="3741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53" extrusionOk="0">
                    <a:moveTo>
                      <a:pt x="28" y="0"/>
                    </a:moveTo>
                    <a:cubicBezTo>
                      <a:pt x="14" y="7"/>
                      <a:pt x="1" y="23"/>
                      <a:pt x="8" y="44"/>
                    </a:cubicBezTo>
                    <a:lnTo>
                      <a:pt x="14" y="50"/>
                    </a:lnTo>
                    <a:lnTo>
                      <a:pt x="35" y="130"/>
                    </a:lnTo>
                    <a:lnTo>
                      <a:pt x="44" y="152"/>
                    </a:lnTo>
                    <a:cubicBezTo>
                      <a:pt x="44" y="137"/>
                      <a:pt x="51" y="130"/>
                      <a:pt x="58" y="123"/>
                    </a:cubicBezTo>
                    <a:cubicBezTo>
                      <a:pt x="71" y="109"/>
                      <a:pt x="78" y="102"/>
                      <a:pt x="94" y="94"/>
                    </a:cubicBezTo>
                    <a:lnTo>
                      <a:pt x="78" y="44"/>
                    </a:lnTo>
                    <a:lnTo>
                      <a:pt x="71" y="23"/>
                    </a:lnTo>
                    <a:cubicBezTo>
                      <a:pt x="71" y="7"/>
                      <a:pt x="58" y="0"/>
                      <a:pt x="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3" name="Google Shape;8753;p72">
                <a:extLst>
                  <a:ext uri="{FF2B5EF4-FFF2-40B4-BE49-F238E27FC236}">
                    <a16:creationId xmlns:a16="http://schemas.microsoft.com/office/drawing/2014/main" id="{E288701B-0496-07CA-B367-3B34C219ECF0}"/>
                  </a:ext>
                </a:extLst>
              </p:cNvPr>
              <p:cNvSpPr/>
              <p:nvPr/>
            </p:nvSpPr>
            <p:spPr>
              <a:xfrm>
                <a:off x="7120092" y="4673861"/>
                <a:ext cx="26413" cy="2641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08" extrusionOk="0">
                    <a:moveTo>
                      <a:pt x="44" y="1"/>
                    </a:moveTo>
                    <a:cubicBezTo>
                      <a:pt x="37" y="1"/>
                      <a:pt x="29" y="1"/>
                      <a:pt x="29" y="8"/>
                    </a:cubicBezTo>
                    <a:cubicBezTo>
                      <a:pt x="8" y="15"/>
                      <a:pt x="1" y="28"/>
                      <a:pt x="8" y="51"/>
                    </a:cubicBezTo>
                    <a:lnTo>
                      <a:pt x="8" y="58"/>
                    </a:lnTo>
                    <a:lnTo>
                      <a:pt x="29" y="108"/>
                    </a:lnTo>
                    <a:lnTo>
                      <a:pt x="101" y="108"/>
                    </a:lnTo>
                    <a:cubicBezTo>
                      <a:pt x="101" y="101"/>
                      <a:pt x="108" y="101"/>
                      <a:pt x="108" y="101"/>
                    </a:cubicBezTo>
                    <a:lnTo>
                      <a:pt x="94" y="72"/>
                    </a:lnTo>
                    <a:lnTo>
                      <a:pt x="72" y="28"/>
                    </a:lnTo>
                    <a:lnTo>
                      <a:pt x="72" y="22"/>
                    </a:lnTo>
                    <a:cubicBezTo>
                      <a:pt x="65" y="8"/>
                      <a:pt x="51" y="1"/>
                      <a:pt x="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4" name="Google Shape;8754;p72">
                <a:extLst>
                  <a:ext uri="{FF2B5EF4-FFF2-40B4-BE49-F238E27FC236}">
                    <a16:creationId xmlns:a16="http://schemas.microsoft.com/office/drawing/2014/main" id="{1F8C0195-9568-6B3A-AB6B-EC7C84F62F87}"/>
                  </a:ext>
                </a:extLst>
              </p:cNvPr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5" name="Google Shape;8755;p72">
                <a:extLst>
                  <a:ext uri="{FF2B5EF4-FFF2-40B4-BE49-F238E27FC236}">
                    <a16:creationId xmlns:a16="http://schemas.microsoft.com/office/drawing/2014/main" id="{3E53B53E-D688-691D-F097-D731034D6547}"/>
                  </a:ext>
                </a:extLst>
              </p:cNvPr>
              <p:cNvSpPr/>
              <p:nvPr/>
            </p:nvSpPr>
            <p:spPr>
              <a:xfrm>
                <a:off x="7171205" y="3611980"/>
                <a:ext cx="694313" cy="1044526"/>
              </a:xfrm>
              <a:custGeom>
                <a:avLst/>
                <a:gdLst/>
                <a:ahLst/>
                <a:cxnLst/>
                <a:rect l="l" t="t" r="r" b="b"/>
                <a:pathLst>
                  <a:path w="2839" h="4271" extrusionOk="0">
                    <a:moveTo>
                      <a:pt x="2437" y="1"/>
                    </a:moveTo>
                    <a:cubicBezTo>
                      <a:pt x="2400" y="21"/>
                      <a:pt x="2350" y="51"/>
                      <a:pt x="2286" y="80"/>
                    </a:cubicBezTo>
                    <a:cubicBezTo>
                      <a:pt x="2035" y="210"/>
                      <a:pt x="1603" y="432"/>
                      <a:pt x="970" y="791"/>
                    </a:cubicBezTo>
                    <a:cubicBezTo>
                      <a:pt x="798" y="893"/>
                      <a:pt x="725" y="1122"/>
                      <a:pt x="675" y="1301"/>
                    </a:cubicBezTo>
                    <a:cubicBezTo>
                      <a:pt x="648" y="1424"/>
                      <a:pt x="373" y="2538"/>
                      <a:pt x="187" y="3322"/>
                    </a:cubicBezTo>
                    <a:cubicBezTo>
                      <a:pt x="151" y="3465"/>
                      <a:pt x="115" y="3601"/>
                      <a:pt x="94" y="3717"/>
                    </a:cubicBezTo>
                    <a:cubicBezTo>
                      <a:pt x="35" y="3946"/>
                      <a:pt x="1" y="4098"/>
                      <a:pt x="1" y="4098"/>
                    </a:cubicBezTo>
                    <a:cubicBezTo>
                      <a:pt x="1" y="4098"/>
                      <a:pt x="14" y="4105"/>
                      <a:pt x="35" y="4112"/>
                    </a:cubicBezTo>
                    <a:cubicBezTo>
                      <a:pt x="71" y="4127"/>
                      <a:pt x="130" y="4148"/>
                      <a:pt x="194" y="4170"/>
                    </a:cubicBezTo>
                    <a:cubicBezTo>
                      <a:pt x="259" y="4191"/>
                      <a:pt x="323" y="4213"/>
                      <a:pt x="396" y="4227"/>
                    </a:cubicBezTo>
                    <a:cubicBezTo>
                      <a:pt x="423" y="4234"/>
                      <a:pt x="453" y="4241"/>
                      <a:pt x="489" y="4248"/>
                    </a:cubicBezTo>
                    <a:cubicBezTo>
                      <a:pt x="525" y="4257"/>
                      <a:pt x="568" y="4264"/>
                      <a:pt x="604" y="4270"/>
                    </a:cubicBezTo>
                    <a:lnTo>
                      <a:pt x="648" y="3989"/>
                    </a:lnTo>
                    <a:cubicBezTo>
                      <a:pt x="648" y="3989"/>
                      <a:pt x="1036" y="3040"/>
                      <a:pt x="1165" y="2754"/>
                    </a:cubicBezTo>
                    <a:lnTo>
                      <a:pt x="1172" y="2747"/>
                    </a:lnTo>
                    <a:cubicBezTo>
                      <a:pt x="1322" y="2071"/>
                      <a:pt x="1474" y="1374"/>
                      <a:pt x="1502" y="1281"/>
                    </a:cubicBezTo>
                    <a:cubicBezTo>
                      <a:pt x="1553" y="1093"/>
                      <a:pt x="1596" y="943"/>
                      <a:pt x="1760" y="841"/>
                    </a:cubicBezTo>
                    <a:cubicBezTo>
                      <a:pt x="1912" y="741"/>
                      <a:pt x="2048" y="655"/>
                      <a:pt x="2178" y="582"/>
                    </a:cubicBezTo>
                    <a:cubicBezTo>
                      <a:pt x="2380" y="453"/>
                      <a:pt x="2552" y="353"/>
                      <a:pt x="2695" y="273"/>
                    </a:cubicBezTo>
                    <a:cubicBezTo>
                      <a:pt x="2745" y="246"/>
                      <a:pt x="2795" y="216"/>
                      <a:pt x="2839" y="194"/>
                    </a:cubicBezTo>
                    <a:cubicBezTo>
                      <a:pt x="2788" y="180"/>
                      <a:pt x="2752" y="173"/>
                      <a:pt x="2718" y="166"/>
                    </a:cubicBezTo>
                    <a:cubicBezTo>
                      <a:pt x="2509" y="101"/>
                      <a:pt x="2450" y="15"/>
                      <a:pt x="24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6" name="Google Shape;8756;p72">
                <a:extLst>
                  <a:ext uri="{FF2B5EF4-FFF2-40B4-BE49-F238E27FC236}">
                    <a16:creationId xmlns:a16="http://schemas.microsoft.com/office/drawing/2014/main" id="{E2FCE76B-60CA-F201-9349-02E9F84B5784}"/>
                  </a:ext>
                </a:extLst>
              </p:cNvPr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7" name="Google Shape;8757;p72">
                <a:extLst>
                  <a:ext uri="{FF2B5EF4-FFF2-40B4-BE49-F238E27FC236}">
                    <a16:creationId xmlns:a16="http://schemas.microsoft.com/office/drawing/2014/main" id="{5183E970-36F6-DA0C-6BC4-93AA6DB7BF95}"/>
                  </a:ext>
                </a:extLst>
              </p:cNvPr>
              <p:cNvSpPr/>
              <p:nvPr/>
            </p:nvSpPr>
            <p:spPr>
              <a:xfrm>
                <a:off x="7385684" y="4617368"/>
                <a:ext cx="117879" cy="120814"/>
              </a:xfrm>
              <a:custGeom>
                <a:avLst/>
                <a:gdLst/>
                <a:ahLst/>
                <a:cxnLst/>
                <a:rect l="l" t="t" r="r" b="b"/>
                <a:pathLst>
                  <a:path w="482" h="494" extrusionOk="0">
                    <a:moveTo>
                      <a:pt x="36" y="1"/>
                    </a:moveTo>
                    <a:lnTo>
                      <a:pt x="0" y="109"/>
                    </a:lnTo>
                    <a:cubicBezTo>
                      <a:pt x="29" y="116"/>
                      <a:pt x="73" y="130"/>
                      <a:pt x="86" y="146"/>
                    </a:cubicBezTo>
                    <a:cubicBezTo>
                      <a:pt x="107" y="159"/>
                      <a:pt x="116" y="282"/>
                      <a:pt x="7" y="332"/>
                    </a:cubicBezTo>
                    <a:cubicBezTo>
                      <a:pt x="36" y="382"/>
                      <a:pt x="79" y="475"/>
                      <a:pt x="159" y="491"/>
                    </a:cubicBezTo>
                    <a:cubicBezTo>
                      <a:pt x="173" y="493"/>
                      <a:pt x="187" y="494"/>
                      <a:pt x="202" y="494"/>
                    </a:cubicBezTo>
                    <a:cubicBezTo>
                      <a:pt x="268" y="494"/>
                      <a:pt x="335" y="474"/>
                      <a:pt x="370" y="474"/>
                    </a:cubicBezTo>
                    <a:cubicBezTo>
                      <a:pt x="374" y="474"/>
                      <a:pt x="378" y="474"/>
                      <a:pt x="381" y="475"/>
                    </a:cubicBezTo>
                    <a:cubicBezTo>
                      <a:pt x="409" y="353"/>
                      <a:pt x="452" y="223"/>
                      <a:pt x="481" y="137"/>
                    </a:cubicBezTo>
                    <a:cubicBezTo>
                      <a:pt x="302" y="102"/>
                      <a:pt x="116" y="30"/>
                      <a:pt x="36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8" name="Google Shape;8758;p72">
                <a:extLst>
                  <a:ext uri="{FF2B5EF4-FFF2-40B4-BE49-F238E27FC236}">
                    <a16:creationId xmlns:a16="http://schemas.microsoft.com/office/drawing/2014/main" id="{E40F9415-9F08-2DF9-2BD7-ED3E3A3B7C7D}"/>
                  </a:ext>
                </a:extLst>
              </p:cNvPr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9" name="Google Shape;8759;p72">
                <a:extLst>
                  <a:ext uri="{FF2B5EF4-FFF2-40B4-BE49-F238E27FC236}">
                    <a16:creationId xmlns:a16="http://schemas.microsoft.com/office/drawing/2014/main" id="{4E7116BF-1601-46A5-64C0-16A08AB0D460}"/>
                  </a:ext>
                </a:extLst>
              </p:cNvPr>
              <p:cNvSpPr/>
              <p:nvPr/>
            </p:nvSpPr>
            <p:spPr>
              <a:xfrm>
                <a:off x="7352179" y="4639867"/>
                <a:ext cx="61874" cy="58695"/>
              </a:xfrm>
              <a:custGeom>
                <a:avLst/>
                <a:gdLst/>
                <a:ahLst/>
                <a:cxnLst/>
                <a:rect l="l" t="t" r="r" b="b"/>
                <a:pathLst>
                  <a:path w="253" h="240" extrusionOk="0">
                    <a:moveTo>
                      <a:pt x="97" y="1"/>
                    </a:moveTo>
                    <a:cubicBezTo>
                      <a:pt x="73" y="1"/>
                      <a:pt x="51" y="20"/>
                      <a:pt x="51" y="38"/>
                    </a:cubicBezTo>
                    <a:cubicBezTo>
                      <a:pt x="51" y="54"/>
                      <a:pt x="65" y="97"/>
                      <a:pt x="28" y="140"/>
                    </a:cubicBezTo>
                    <a:cubicBezTo>
                      <a:pt x="28" y="140"/>
                      <a:pt x="21" y="147"/>
                      <a:pt x="15" y="154"/>
                    </a:cubicBezTo>
                    <a:cubicBezTo>
                      <a:pt x="15" y="154"/>
                      <a:pt x="8" y="161"/>
                      <a:pt x="1" y="167"/>
                    </a:cubicBezTo>
                    <a:lnTo>
                      <a:pt x="28" y="240"/>
                    </a:lnTo>
                    <a:cubicBezTo>
                      <a:pt x="37" y="240"/>
                      <a:pt x="44" y="233"/>
                      <a:pt x="58" y="233"/>
                    </a:cubicBezTo>
                    <a:cubicBezTo>
                      <a:pt x="73" y="228"/>
                      <a:pt x="88" y="223"/>
                      <a:pt x="101" y="223"/>
                    </a:cubicBezTo>
                    <a:cubicBezTo>
                      <a:pt x="106" y="223"/>
                      <a:pt x="110" y="224"/>
                      <a:pt x="115" y="226"/>
                    </a:cubicBezTo>
                    <a:cubicBezTo>
                      <a:pt x="130" y="226"/>
                      <a:pt x="137" y="233"/>
                      <a:pt x="144" y="240"/>
                    </a:cubicBezTo>
                    <a:cubicBezTo>
                      <a:pt x="253" y="190"/>
                      <a:pt x="244" y="67"/>
                      <a:pt x="223" y="54"/>
                    </a:cubicBezTo>
                    <a:cubicBezTo>
                      <a:pt x="210" y="38"/>
                      <a:pt x="166" y="24"/>
                      <a:pt x="137" y="17"/>
                    </a:cubicBezTo>
                    <a:cubicBezTo>
                      <a:pt x="123" y="10"/>
                      <a:pt x="115" y="10"/>
                      <a:pt x="108" y="2"/>
                    </a:cubicBezTo>
                    <a:cubicBezTo>
                      <a:pt x="104" y="1"/>
                      <a:pt x="101" y="1"/>
                      <a:pt x="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0" name="Google Shape;8760;p72">
                <a:extLst>
                  <a:ext uri="{FF2B5EF4-FFF2-40B4-BE49-F238E27FC236}">
                    <a16:creationId xmlns:a16="http://schemas.microsoft.com/office/drawing/2014/main" id="{1240E42B-2531-0697-6DF7-5B9E4338D727}"/>
                  </a:ext>
                </a:extLst>
              </p:cNvPr>
              <p:cNvSpPr/>
              <p:nvPr/>
            </p:nvSpPr>
            <p:spPr>
              <a:xfrm>
                <a:off x="7065799" y="4738914"/>
                <a:ext cx="404506" cy="14820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606" extrusionOk="0">
                    <a:moveTo>
                      <a:pt x="71" y="1"/>
                    </a:moveTo>
                    <a:cubicBezTo>
                      <a:pt x="64" y="1"/>
                      <a:pt x="57" y="7"/>
                      <a:pt x="57" y="7"/>
                    </a:cubicBezTo>
                    <a:cubicBezTo>
                      <a:pt x="35" y="28"/>
                      <a:pt x="7" y="87"/>
                      <a:pt x="0" y="94"/>
                    </a:cubicBezTo>
                    <a:cubicBezTo>
                      <a:pt x="0" y="101"/>
                      <a:pt x="7" y="114"/>
                      <a:pt x="21" y="123"/>
                    </a:cubicBezTo>
                    <a:cubicBezTo>
                      <a:pt x="28" y="123"/>
                      <a:pt x="187" y="194"/>
                      <a:pt x="423" y="273"/>
                    </a:cubicBezTo>
                    <a:cubicBezTo>
                      <a:pt x="475" y="287"/>
                      <a:pt x="525" y="302"/>
                      <a:pt x="582" y="323"/>
                    </a:cubicBezTo>
                    <a:cubicBezTo>
                      <a:pt x="596" y="323"/>
                      <a:pt x="611" y="330"/>
                      <a:pt x="625" y="330"/>
                    </a:cubicBezTo>
                    <a:cubicBezTo>
                      <a:pt x="682" y="352"/>
                      <a:pt x="740" y="366"/>
                      <a:pt x="797" y="382"/>
                    </a:cubicBezTo>
                    <a:cubicBezTo>
                      <a:pt x="804" y="382"/>
                      <a:pt x="811" y="389"/>
                      <a:pt x="820" y="389"/>
                    </a:cubicBezTo>
                    <a:cubicBezTo>
                      <a:pt x="884" y="409"/>
                      <a:pt x="949" y="425"/>
                      <a:pt x="1013" y="446"/>
                    </a:cubicBezTo>
                    <a:cubicBezTo>
                      <a:pt x="1322" y="532"/>
                      <a:pt x="1574" y="604"/>
                      <a:pt x="1574" y="604"/>
                    </a:cubicBezTo>
                    <a:cubicBezTo>
                      <a:pt x="1574" y="604"/>
                      <a:pt x="1577" y="605"/>
                      <a:pt x="1583" y="605"/>
                    </a:cubicBezTo>
                    <a:cubicBezTo>
                      <a:pt x="1595" y="605"/>
                      <a:pt x="1614" y="602"/>
                      <a:pt x="1624" y="582"/>
                    </a:cubicBezTo>
                    <a:cubicBezTo>
                      <a:pt x="1631" y="561"/>
                      <a:pt x="1653" y="468"/>
                      <a:pt x="1653" y="468"/>
                    </a:cubicBezTo>
                    <a:cubicBezTo>
                      <a:pt x="1653" y="468"/>
                      <a:pt x="1544" y="439"/>
                      <a:pt x="1387" y="396"/>
                    </a:cubicBezTo>
                    <a:cubicBezTo>
                      <a:pt x="1365" y="389"/>
                      <a:pt x="1351" y="389"/>
                      <a:pt x="1329" y="382"/>
                    </a:cubicBezTo>
                    <a:cubicBezTo>
                      <a:pt x="1322" y="382"/>
                      <a:pt x="1322" y="373"/>
                      <a:pt x="1315" y="373"/>
                    </a:cubicBezTo>
                    <a:cubicBezTo>
                      <a:pt x="1294" y="366"/>
                      <a:pt x="1272" y="359"/>
                      <a:pt x="1251" y="359"/>
                    </a:cubicBezTo>
                    <a:cubicBezTo>
                      <a:pt x="1192" y="339"/>
                      <a:pt x="1136" y="323"/>
                      <a:pt x="1079" y="309"/>
                    </a:cubicBezTo>
                    <a:cubicBezTo>
                      <a:pt x="1049" y="302"/>
                      <a:pt x="1027" y="296"/>
                      <a:pt x="999" y="287"/>
                    </a:cubicBezTo>
                    <a:cubicBezTo>
                      <a:pt x="992" y="287"/>
                      <a:pt x="984" y="280"/>
                      <a:pt x="977" y="280"/>
                    </a:cubicBezTo>
                    <a:cubicBezTo>
                      <a:pt x="927" y="266"/>
                      <a:pt x="877" y="252"/>
                      <a:pt x="820" y="237"/>
                    </a:cubicBezTo>
                    <a:lnTo>
                      <a:pt x="811" y="237"/>
                    </a:lnTo>
                    <a:cubicBezTo>
                      <a:pt x="804" y="230"/>
                      <a:pt x="791" y="230"/>
                      <a:pt x="784" y="223"/>
                    </a:cubicBezTo>
                    <a:lnTo>
                      <a:pt x="761" y="223"/>
                    </a:lnTo>
                    <a:cubicBezTo>
                      <a:pt x="740" y="216"/>
                      <a:pt x="711" y="209"/>
                      <a:pt x="682" y="201"/>
                    </a:cubicBezTo>
                    <a:cubicBezTo>
                      <a:pt x="682" y="194"/>
                      <a:pt x="675" y="194"/>
                      <a:pt x="675" y="194"/>
                    </a:cubicBezTo>
                    <a:cubicBezTo>
                      <a:pt x="661" y="194"/>
                      <a:pt x="654" y="187"/>
                      <a:pt x="639" y="187"/>
                    </a:cubicBezTo>
                    <a:cubicBezTo>
                      <a:pt x="632" y="180"/>
                      <a:pt x="618" y="180"/>
                      <a:pt x="604" y="173"/>
                    </a:cubicBezTo>
                    <a:lnTo>
                      <a:pt x="582" y="173"/>
                    </a:lnTo>
                    <a:cubicBezTo>
                      <a:pt x="561" y="166"/>
                      <a:pt x="532" y="158"/>
                      <a:pt x="509" y="151"/>
                    </a:cubicBezTo>
                    <a:cubicBezTo>
                      <a:pt x="466" y="137"/>
                      <a:pt x="423" y="123"/>
                      <a:pt x="380" y="107"/>
                    </a:cubicBezTo>
                    <a:cubicBezTo>
                      <a:pt x="302" y="80"/>
                      <a:pt x="230" y="57"/>
                      <a:pt x="180" y="37"/>
                    </a:cubicBezTo>
                    <a:cubicBezTo>
                      <a:pt x="164" y="37"/>
                      <a:pt x="157" y="28"/>
                      <a:pt x="144" y="21"/>
                    </a:cubicBezTo>
                    <a:lnTo>
                      <a:pt x="130" y="21"/>
                    </a:lnTo>
                    <a:cubicBezTo>
                      <a:pt x="121" y="14"/>
                      <a:pt x="121" y="14"/>
                      <a:pt x="114" y="14"/>
                    </a:cubicBezTo>
                    <a:cubicBezTo>
                      <a:pt x="100" y="7"/>
                      <a:pt x="94" y="7"/>
                      <a:pt x="87" y="7"/>
                    </a:cubicBezTo>
                    <a:cubicBezTo>
                      <a:pt x="87" y="7"/>
                      <a:pt x="78" y="1"/>
                      <a:pt x="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1" name="Google Shape;8761;p72">
                <a:extLst>
                  <a:ext uri="{FF2B5EF4-FFF2-40B4-BE49-F238E27FC236}">
                    <a16:creationId xmlns:a16="http://schemas.microsoft.com/office/drawing/2014/main" id="{DA2201FC-0F29-A22C-4797-5E56E6902964}"/>
                  </a:ext>
                </a:extLst>
              </p:cNvPr>
              <p:cNvSpPr/>
              <p:nvPr/>
            </p:nvSpPr>
            <p:spPr>
              <a:xfrm>
                <a:off x="7211312" y="4696850"/>
                <a:ext cx="25190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103" h="87" extrusionOk="0">
                    <a:moveTo>
                      <a:pt x="44" y="0"/>
                    </a:moveTo>
                    <a:cubicBezTo>
                      <a:pt x="16" y="7"/>
                      <a:pt x="1" y="28"/>
                      <a:pt x="1" y="28"/>
                    </a:cubicBezTo>
                    <a:cubicBezTo>
                      <a:pt x="9" y="36"/>
                      <a:pt x="16" y="50"/>
                      <a:pt x="16" y="71"/>
                    </a:cubicBezTo>
                    <a:lnTo>
                      <a:pt x="23" y="71"/>
                    </a:lnTo>
                    <a:cubicBezTo>
                      <a:pt x="30" y="79"/>
                      <a:pt x="44" y="86"/>
                      <a:pt x="59" y="86"/>
                    </a:cubicBezTo>
                    <a:lnTo>
                      <a:pt x="102" y="86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2" name="Google Shape;8762;p72">
                <a:extLst>
                  <a:ext uri="{FF2B5EF4-FFF2-40B4-BE49-F238E27FC236}">
                    <a16:creationId xmlns:a16="http://schemas.microsoft.com/office/drawing/2014/main" id="{3E390C13-DC46-CF26-2041-CD7BE0D5745E}"/>
                  </a:ext>
                </a:extLst>
              </p:cNvPr>
              <p:cNvSpPr/>
              <p:nvPr/>
            </p:nvSpPr>
            <p:spPr>
              <a:xfrm>
                <a:off x="7250198" y="4696850"/>
                <a:ext cx="22989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94" h="87" extrusionOk="0">
                    <a:moveTo>
                      <a:pt x="0" y="0"/>
                    </a:moveTo>
                    <a:lnTo>
                      <a:pt x="7" y="86"/>
                    </a:lnTo>
                    <a:cubicBezTo>
                      <a:pt x="30" y="86"/>
                      <a:pt x="50" y="86"/>
                      <a:pt x="80" y="79"/>
                    </a:cubicBezTo>
                    <a:lnTo>
                      <a:pt x="93" y="79"/>
                    </a:lnTo>
                    <a:lnTo>
                      <a:pt x="87" y="50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3" name="Google Shape;8763;p72">
                <a:extLst>
                  <a:ext uri="{FF2B5EF4-FFF2-40B4-BE49-F238E27FC236}">
                    <a16:creationId xmlns:a16="http://schemas.microsoft.com/office/drawing/2014/main" id="{A8A25693-D00E-FA2A-01B2-EEA05C666F37}"/>
                  </a:ext>
                </a:extLst>
              </p:cNvPr>
              <p:cNvSpPr/>
              <p:nvPr/>
            </p:nvSpPr>
            <p:spPr>
              <a:xfrm>
                <a:off x="7320631" y="4687801"/>
                <a:ext cx="22989" cy="21521"/>
              </a:xfrm>
              <a:custGeom>
                <a:avLst/>
                <a:gdLst/>
                <a:ahLst/>
                <a:cxnLst/>
                <a:rect l="l" t="t" r="r" b="b"/>
                <a:pathLst>
                  <a:path w="94" h="88" extrusionOk="0">
                    <a:moveTo>
                      <a:pt x="64" y="1"/>
                    </a:moveTo>
                    <a:cubicBezTo>
                      <a:pt x="57" y="1"/>
                      <a:pt x="44" y="8"/>
                      <a:pt x="37" y="8"/>
                    </a:cubicBezTo>
                    <a:cubicBezTo>
                      <a:pt x="21" y="8"/>
                      <a:pt x="7" y="15"/>
                      <a:pt x="0" y="15"/>
                    </a:cubicBezTo>
                    <a:lnTo>
                      <a:pt x="21" y="87"/>
                    </a:lnTo>
                    <a:cubicBezTo>
                      <a:pt x="44" y="87"/>
                      <a:pt x="71" y="80"/>
                      <a:pt x="94" y="73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4" name="Google Shape;8764;p72">
                <a:extLst>
                  <a:ext uri="{FF2B5EF4-FFF2-40B4-BE49-F238E27FC236}">
                    <a16:creationId xmlns:a16="http://schemas.microsoft.com/office/drawing/2014/main" id="{5438874E-263E-A0FC-07E0-E4549F3626AB}"/>
                  </a:ext>
                </a:extLst>
              </p:cNvPr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5" name="Google Shape;8765;p72">
                <a:extLst>
                  <a:ext uri="{FF2B5EF4-FFF2-40B4-BE49-F238E27FC236}">
                    <a16:creationId xmlns:a16="http://schemas.microsoft.com/office/drawing/2014/main" id="{9DA39337-C6C1-924A-4150-18B8594A8430}"/>
                  </a:ext>
                </a:extLst>
              </p:cNvPr>
              <p:cNvSpPr/>
              <p:nvPr/>
            </p:nvSpPr>
            <p:spPr>
              <a:xfrm>
                <a:off x="7285170" y="4692937"/>
                <a:ext cx="23478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96" h="87" extrusionOk="0">
                    <a:moveTo>
                      <a:pt x="73" y="0"/>
                    </a:moveTo>
                    <a:cubicBezTo>
                      <a:pt x="52" y="9"/>
                      <a:pt x="30" y="9"/>
                      <a:pt x="0" y="9"/>
                    </a:cubicBezTo>
                    <a:lnTo>
                      <a:pt x="16" y="87"/>
                    </a:lnTo>
                    <a:cubicBezTo>
                      <a:pt x="44" y="87"/>
                      <a:pt x="73" y="80"/>
                      <a:pt x="95" y="80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6" name="Google Shape;8766;p72">
                <a:extLst>
                  <a:ext uri="{FF2B5EF4-FFF2-40B4-BE49-F238E27FC236}">
                    <a16:creationId xmlns:a16="http://schemas.microsoft.com/office/drawing/2014/main" id="{E1E90AF0-6F04-1AF4-10CE-37E3770CAB65}"/>
                  </a:ext>
                </a:extLst>
              </p:cNvPr>
              <p:cNvSpPr/>
              <p:nvPr/>
            </p:nvSpPr>
            <p:spPr>
              <a:xfrm>
                <a:off x="7216937" y="4694160"/>
                <a:ext cx="268774" cy="159455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652" extrusionOk="0">
                    <a:moveTo>
                      <a:pt x="654" y="1"/>
                    </a:moveTo>
                    <a:cubicBezTo>
                      <a:pt x="641" y="1"/>
                      <a:pt x="626" y="6"/>
                      <a:pt x="611" y="11"/>
                    </a:cubicBezTo>
                    <a:cubicBezTo>
                      <a:pt x="597" y="11"/>
                      <a:pt x="590" y="18"/>
                      <a:pt x="581" y="18"/>
                    </a:cubicBezTo>
                    <a:lnTo>
                      <a:pt x="597" y="47"/>
                    </a:lnTo>
                    <a:lnTo>
                      <a:pt x="597" y="54"/>
                    </a:lnTo>
                    <a:cubicBezTo>
                      <a:pt x="604" y="68"/>
                      <a:pt x="597" y="90"/>
                      <a:pt x="574" y="97"/>
                    </a:cubicBezTo>
                    <a:cubicBezTo>
                      <a:pt x="571" y="99"/>
                      <a:pt x="567" y="100"/>
                      <a:pt x="563" y="100"/>
                    </a:cubicBezTo>
                    <a:cubicBezTo>
                      <a:pt x="551" y="100"/>
                      <a:pt x="537" y="92"/>
                      <a:pt x="531" y="75"/>
                    </a:cubicBezTo>
                    <a:lnTo>
                      <a:pt x="531" y="68"/>
                    </a:lnTo>
                    <a:lnTo>
                      <a:pt x="518" y="47"/>
                    </a:lnTo>
                    <a:cubicBezTo>
                      <a:pt x="495" y="54"/>
                      <a:pt x="468" y="61"/>
                      <a:pt x="445" y="61"/>
                    </a:cubicBezTo>
                    <a:lnTo>
                      <a:pt x="452" y="82"/>
                    </a:lnTo>
                    <a:lnTo>
                      <a:pt x="452" y="90"/>
                    </a:lnTo>
                    <a:cubicBezTo>
                      <a:pt x="452" y="104"/>
                      <a:pt x="438" y="118"/>
                      <a:pt x="424" y="125"/>
                    </a:cubicBezTo>
                    <a:cubicBezTo>
                      <a:pt x="421" y="127"/>
                      <a:pt x="418" y="127"/>
                      <a:pt x="415" y="127"/>
                    </a:cubicBezTo>
                    <a:cubicBezTo>
                      <a:pt x="401" y="127"/>
                      <a:pt x="388" y="115"/>
                      <a:pt x="388" y="104"/>
                    </a:cubicBezTo>
                    <a:lnTo>
                      <a:pt x="381" y="104"/>
                    </a:lnTo>
                    <a:lnTo>
                      <a:pt x="374" y="75"/>
                    </a:lnTo>
                    <a:cubicBezTo>
                      <a:pt x="352" y="75"/>
                      <a:pt x="323" y="82"/>
                      <a:pt x="295" y="82"/>
                    </a:cubicBezTo>
                    <a:lnTo>
                      <a:pt x="302" y="111"/>
                    </a:lnTo>
                    <a:lnTo>
                      <a:pt x="302" y="118"/>
                    </a:lnTo>
                    <a:cubicBezTo>
                      <a:pt x="302" y="134"/>
                      <a:pt x="295" y="140"/>
                      <a:pt x="288" y="147"/>
                    </a:cubicBezTo>
                    <a:cubicBezTo>
                      <a:pt x="288" y="154"/>
                      <a:pt x="279" y="154"/>
                      <a:pt x="273" y="154"/>
                    </a:cubicBezTo>
                    <a:cubicBezTo>
                      <a:pt x="259" y="154"/>
                      <a:pt x="245" y="147"/>
                      <a:pt x="236" y="125"/>
                    </a:cubicBezTo>
                    <a:lnTo>
                      <a:pt x="229" y="90"/>
                    </a:lnTo>
                    <a:lnTo>
                      <a:pt x="216" y="90"/>
                    </a:lnTo>
                    <a:cubicBezTo>
                      <a:pt x="186" y="97"/>
                      <a:pt x="166" y="97"/>
                      <a:pt x="143" y="97"/>
                    </a:cubicBezTo>
                    <a:lnTo>
                      <a:pt x="150" y="125"/>
                    </a:lnTo>
                    <a:cubicBezTo>
                      <a:pt x="150" y="125"/>
                      <a:pt x="150" y="134"/>
                      <a:pt x="143" y="140"/>
                    </a:cubicBezTo>
                    <a:cubicBezTo>
                      <a:pt x="143" y="147"/>
                      <a:pt x="129" y="161"/>
                      <a:pt x="116" y="161"/>
                    </a:cubicBezTo>
                    <a:lnTo>
                      <a:pt x="107" y="161"/>
                    </a:lnTo>
                    <a:cubicBezTo>
                      <a:pt x="93" y="154"/>
                      <a:pt x="86" y="147"/>
                      <a:pt x="86" y="140"/>
                    </a:cubicBezTo>
                    <a:cubicBezTo>
                      <a:pt x="79" y="140"/>
                      <a:pt x="79" y="134"/>
                      <a:pt x="79" y="125"/>
                    </a:cubicBezTo>
                    <a:lnTo>
                      <a:pt x="79" y="97"/>
                    </a:lnTo>
                    <a:lnTo>
                      <a:pt x="36" y="97"/>
                    </a:lnTo>
                    <a:cubicBezTo>
                      <a:pt x="21" y="97"/>
                      <a:pt x="7" y="90"/>
                      <a:pt x="0" y="82"/>
                    </a:cubicBezTo>
                    <a:lnTo>
                      <a:pt x="0" y="82"/>
                    </a:lnTo>
                    <a:cubicBezTo>
                      <a:pt x="7" y="104"/>
                      <a:pt x="14" y="140"/>
                      <a:pt x="21" y="177"/>
                    </a:cubicBezTo>
                    <a:cubicBezTo>
                      <a:pt x="21" y="204"/>
                      <a:pt x="21" y="234"/>
                      <a:pt x="29" y="270"/>
                    </a:cubicBezTo>
                    <a:cubicBezTo>
                      <a:pt x="29" y="297"/>
                      <a:pt x="29" y="334"/>
                      <a:pt x="21" y="370"/>
                    </a:cubicBezTo>
                    <a:cubicBezTo>
                      <a:pt x="36" y="370"/>
                      <a:pt x="43" y="377"/>
                      <a:pt x="57" y="377"/>
                    </a:cubicBezTo>
                    <a:cubicBezTo>
                      <a:pt x="57" y="377"/>
                      <a:pt x="64" y="377"/>
                      <a:pt x="64" y="384"/>
                    </a:cubicBezTo>
                    <a:cubicBezTo>
                      <a:pt x="93" y="392"/>
                      <a:pt x="122" y="399"/>
                      <a:pt x="143" y="406"/>
                    </a:cubicBezTo>
                    <a:lnTo>
                      <a:pt x="166" y="406"/>
                    </a:lnTo>
                    <a:cubicBezTo>
                      <a:pt x="173" y="413"/>
                      <a:pt x="186" y="413"/>
                      <a:pt x="193" y="420"/>
                    </a:cubicBezTo>
                    <a:lnTo>
                      <a:pt x="202" y="420"/>
                    </a:lnTo>
                    <a:cubicBezTo>
                      <a:pt x="259" y="435"/>
                      <a:pt x="309" y="449"/>
                      <a:pt x="359" y="463"/>
                    </a:cubicBezTo>
                    <a:cubicBezTo>
                      <a:pt x="366" y="463"/>
                      <a:pt x="374" y="470"/>
                      <a:pt x="381" y="470"/>
                    </a:cubicBezTo>
                    <a:cubicBezTo>
                      <a:pt x="409" y="479"/>
                      <a:pt x="431" y="485"/>
                      <a:pt x="461" y="492"/>
                    </a:cubicBezTo>
                    <a:cubicBezTo>
                      <a:pt x="518" y="506"/>
                      <a:pt x="574" y="522"/>
                      <a:pt x="633" y="542"/>
                    </a:cubicBezTo>
                    <a:cubicBezTo>
                      <a:pt x="654" y="542"/>
                      <a:pt x="676" y="549"/>
                      <a:pt x="697" y="556"/>
                    </a:cubicBezTo>
                    <a:cubicBezTo>
                      <a:pt x="704" y="556"/>
                      <a:pt x="704" y="565"/>
                      <a:pt x="711" y="565"/>
                    </a:cubicBezTo>
                    <a:cubicBezTo>
                      <a:pt x="733" y="572"/>
                      <a:pt x="747" y="572"/>
                      <a:pt x="769" y="579"/>
                    </a:cubicBezTo>
                    <a:cubicBezTo>
                      <a:pt x="926" y="622"/>
                      <a:pt x="1035" y="651"/>
                      <a:pt x="1035" y="651"/>
                    </a:cubicBezTo>
                    <a:cubicBezTo>
                      <a:pt x="1099" y="384"/>
                      <a:pt x="1092" y="197"/>
                      <a:pt x="1078" y="168"/>
                    </a:cubicBezTo>
                    <a:cubicBezTo>
                      <a:pt x="1078" y="161"/>
                      <a:pt x="1078" y="161"/>
                      <a:pt x="1071" y="161"/>
                    </a:cubicBezTo>
                    <a:cubicBezTo>
                      <a:pt x="1068" y="160"/>
                      <a:pt x="1064" y="160"/>
                      <a:pt x="1060" y="160"/>
                    </a:cubicBezTo>
                    <a:cubicBezTo>
                      <a:pt x="1025" y="160"/>
                      <a:pt x="958" y="180"/>
                      <a:pt x="892" y="180"/>
                    </a:cubicBezTo>
                    <a:cubicBezTo>
                      <a:pt x="877" y="180"/>
                      <a:pt x="863" y="179"/>
                      <a:pt x="849" y="177"/>
                    </a:cubicBezTo>
                    <a:cubicBezTo>
                      <a:pt x="769" y="161"/>
                      <a:pt x="726" y="68"/>
                      <a:pt x="697" y="18"/>
                    </a:cubicBezTo>
                    <a:cubicBezTo>
                      <a:pt x="690" y="11"/>
                      <a:pt x="683" y="4"/>
                      <a:pt x="668" y="4"/>
                    </a:cubicBezTo>
                    <a:cubicBezTo>
                      <a:pt x="663" y="2"/>
                      <a:pt x="659" y="1"/>
                      <a:pt x="6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7" name="Google Shape;8767;p72">
                <a:extLst>
                  <a:ext uri="{FF2B5EF4-FFF2-40B4-BE49-F238E27FC236}">
                    <a16:creationId xmlns:a16="http://schemas.microsoft.com/office/drawing/2014/main" id="{CE7E8C31-B21F-2964-1391-6272208795F6}"/>
                  </a:ext>
                </a:extLst>
              </p:cNvPr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8" name="Google Shape;8768;p72">
                <a:extLst>
                  <a:ext uri="{FF2B5EF4-FFF2-40B4-BE49-F238E27FC236}">
                    <a16:creationId xmlns:a16="http://schemas.microsoft.com/office/drawing/2014/main" id="{108DA7C6-CC6F-0A1C-21F2-DB6E31230216}"/>
                  </a:ext>
                </a:extLst>
              </p:cNvPr>
              <p:cNvSpPr/>
              <p:nvPr/>
            </p:nvSpPr>
            <p:spPr>
              <a:xfrm>
                <a:off x="7083163" y="4700029"/>
                <a:ext cx="141113" cy="84619"/>
              </a:xfrm>
              <a:custGeom>
                <a:avLst/>
                <a:gdLst/>
                <a:ahLst/>
                <a:cxnLst/>
                <a:rect l="l" t="t" r="r" b="b"/>
                <a:pathLst>
                  <a:path w="577" h="346" extrusionOk="0">
                    <a:moveTo>
                      <a:pt x="180" y="1"/>
                    </a:moveTo>
                    <a:cubicBezTo>
                      <a:pt x="159" y="1"/>
                      <a:pt x="130" y="8"/>
                      <a:pt x="109" y="15"/>
                    </a:cubicBezTo>
                    <a:cubicBezTo>
                      <a:pt x="93" y="23"/>
                      <a:pt x="86" y="30"/>
                      <a:pt x="73" y="44"/>
                    </a:cubicBezTo>
                    <a:cubicBezTo>
                      <a:pt x="66" y="51"/>
                      <a:pt x="59" y="58"/>
                      <a:pt x="59" y="73"/>
                    </a:cubicBezTo>
                    <a:cubicBezTo>
                      <a:pt x="50" y="73"/>
                      <a:pt x="50" y="80"/>
                      <a:pt x="50" y="80"/>
                    </a:cubicBezTo>
                    <a:cubicBezTo>
                      <a:pt x="23" y="116"/>
                      <a:pt x="0" y="160"/>
                      <a:pt x="0" y="160"/>
                    </a:cubicBezTo>
                    <a:cubicBezTo>
                      <a:pt x="7" y="160"/>
                      <a:pt x="16" y="166"/>
                      <a:pt x="16" y="166"/>
                    </a:cubicBezTo>
                    <a:cubicBezTo>
                      <a:pt x="23" y="166"/>
                      <a:pt x="29" y="166"/>
                      <a:pt x="43" y="173"/>
                    </a:cubicBezTo>
                    <a:cubicBezTo>
                      <a:pt x="50" y="173"/>
                      <a:pt x="50" y="173"/>
                      <a:pt x="59" y="180"/>
                    </a:cubicBezTo>
                    <a:lnTo>
                      <a:pt x="73" y="180"/>
                    </a:lnTo>
                    <a:cubicBezTo>
                      <a:pt x="86" y="187"/>
                      <a:pt x="93" y="196"/>
                      <a:pt x="109" y="196"/>
                    </a:cubicBezTo>
                    <a:cubicBezTo>
                      <a:pt x="159" y="216"/>
                      <a:pt x="231" y="239"/>
                      <a:pt x="309" y="266"/>
                    </a:cubicBezTo>
                    <a:cubicBezTo>
                      <a:pt x="352" y="282"/>
                      <a:pt x="395" y="296"/>
                      <a:pt x="438" y="310"/>
                    </a:cubicBezTo>
                    <a:cubicBezTo>
                      <a:pt x="461" y="317"/>
                      <a:pt x="490" y="325"/>
                      <a:pt x="511" y="332"/>
                    </a:cubicBezTo>
                    <a:lnTo>
                      <a:pt x="533" y="332"/>
                    </a:lnTo>
                    <a:cubicBezTo>
                      <a:pt x="547" y="339"/>
                      <a:pt x="554" y="339"/>
                      <a:pt x="568" y="346"/>
                    </a:cubicBezTo>
                    <a:cubicBezTo>
                      <a:pt x="576" y="310"/>
                      <a:pt x="576" y="273"/>
                      <a:pt x="576" y="246"/>
                    </a:cubicBezTo>
                    <a:cubicBezTo>
                      <a:pt x="568" y="210"/>
                      <a:pt x="568" y="180"/>
                      <a:pt x="568" y="153"/>
                    </a:cubicBezTo>
                    <a:cubicBezTo>
                      <a:pt x="561" y="116"/>
                      <a:pt x="554" y="80"/>
                      <a:pt x="547" y="58"/>
                    </a:cubicBezTo>
                    <a:lnTo>
                      <a:pt x="540" y="58"/>
                    </a:lnTo>
                    <a:cubicBezTo>
                      <a:pt x="540" y="37"/>
                      <a:pt x="533" y="23"/>
                      <a:pt x="525" y="15"/>
                    </a:cubicBezTo>
                    <a:cubicBezTo>
                      <a:pt x="518" y="1"/>
                      <a:pt x="511" y="1"/>
                      <a:pt x="5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9" name="Google Shape;8769;p72">
                <a:extLst>
                  <a:ext uri="{FF2B5EF4-FFF2-40B4-BE49-F238E27FC236}">
                    <a16:creationId xmlns:a16="http://schemas.microsoft.com/office/drawing/2014/main" id="{A4F2F80D-564E-252F-F4F7-BCD9455267BD}"/>
                  </a:ext>
                </a:extLst>
              </p:cNvPr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0" name="Google Shape;8770;p72">
                <a:extLst>
                  <a:ext uri="{FF2B5EF4-FFF2-40B4-BE49-F238E27FC236}">
                    <a16:creationId xmlns:a16="http://schemas.microsoft.com/office/drawing/2014/main" id="{F2B816A9-CAEB-BF37-C84C-E4506FA0FBD5}"/>
                  </a:ext>
                </a:extLst>
              </p:cNvPr>
              <p:cNvSpPr/>
              <p:nvPr/>
            </p:nvSpPr>
            <p:spPr>
              <a:xfrm>
                <a:off x="7234546" y="4686089"/>
                <a:ext cx="19320" cy="47690"/>
              </a:xfrm>
              <a:custGeom>
                <a:avLst/>
                <a:gdLst/>
                <a:ahLst/>
                <a:cxnLst/>
                <a:rect l="l" t="t" r="r" b="b"/>
                <a:pathLst>
                  <a:path w="79" h="195" extrusionOk="0">
                    <a:moveTo>
                      <a:pt x="28" y="1"/>
                    </a:moveTo>
                    <a:cubicBezTo>
                      <a:pt x="14" y="8"/>
                      <a:pt x="0" y="22"/>
                      <a:pt x="0" y="37"/>
                    </a:cubicBezTo>
                    <a:lnTo>
                      <a:pt x="0" y="44"/>
                    </a:lnTo>
                    <a:lnTo>
                      <a:pt x="7" y="130"/>
                    </a:lnTo>
                    <a:lnTo>
                      <a:pt x="7" y="158"/>
                    </a:lnTo>
                    <a:cubicBezTo>
                      <a:pt x="7" y="167"/>
                      <a:pt x="7" y="173"/>
                      <a:pt x="14" y="173"/>
                    </a:cubicBezTo>
                    <a:cubicBezTo>
                      <a:pt x="14" y="180"/>
                      <a:pt x="21" y="187"/>
                      <a:pt x="35" y="194"/>
                    </a:cubicBezTo>
                    <a:lnTo>
                      <a:pt x="44" y="194"/>
                    </a:lnTo>
                    <a:cubicBezTo>
                      <a:pt x="57" y="194"/>
                      <a:pt x="71" y="180"/>
                      <a:pt x="71" y="173"/>
                    </a:cubicBezTo>
                    <a:cubicBezTo>
                      <a:pt x="78" y="167"/>
                      <a:pt x="78" y="158"/>
                      <a:pt x="78" y="158"/>
                    </a:cubicBezTo>
                    <a:lnTo>
                      <a:pt x="71" y="130"/>
                    </a:lnTo>
                    <a:lnTo>
                      <a:pt x="64" y="44"/>
                    </a:lnTo>
                    <a:lnTo>
                      <a:pt x="64" y="37"/>
                    </a:lnTo>
                    <a:cubicBezTo>
                      <a:pt x="64" y="15"/>
                      <a:pt x="50" y="1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1" name="Google Shape;8771;p72">
                <a:extLst>
                  <a:ext uri="{FF2B5EF4-FFF2-40B4-BE49-F238E27FC236}">
                    <a16:creationId xmlns:a16="http://schemas.microsoft.com/office/drawing/2014/main" id="{C6713823-EBA4-9DA7-0C16-0C609E58AC70}"/>
                  </a:ext>
                </a:extLst>
              </p:cNvPr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2" name="Google Shape;8772;p72">
                <a:extLst>
                  <a:ext uri="{FF2B5EF4-FFF2-40B4-BE49-F238E27FC236}">
                    <a16:creationId xmlns:a16="http://schemas.microsoft.com/office/drawing/2014/main" id="{B7D1B068-8EBC-6EB7-A7D0-B89EBC4C165E}"/>
                  </a:ext>
                </a:extLst>
              </p:cNvPr>
              <p:cNvSpPr/>
              <p:nvPr/>
            </p:nvSpPr>
            <p:spPr>
              <a:xfrm>
                <a:off x="7267806" y="4686089"/>
                <a:ext cx="22989" cy="4597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88" extrusionOk="0">
                    <a:moveTo>
                      <a:pt x="28" y="1"/>
                    </a:moveTo>
                    <a:cubicBezTo>
                      <a:pt x="15" y="8"/>
                      <a:pt x="1" y="22"/>
                      <a:pt x="8" y="44"/>
                    </a:cubicBezTo>
                    <a:lnTo>
                      <a:pt x="15" y="94"/>
                    </a:lnTo>
                    <a:lnTo>
                      <a:pt x="21" y="123"/>
                    </a:lnTo>
                    <a:lnTo>
                      <a:pt x="28" y="158"/>
                    </a:lnTo>
                    <a:cubicBezTo>
                      <a:pt x="37" y="180"/>
                      <a:pt x="51" y="187"/>
                      <a:pt x="65" y="187"/>
                    </a:cubicBezTo>
                    <a:cubicBezTo>
                      <a:pt x="71" y="187"/>
                      <a:pt x="80" y="187"/>
                      <a:pt x="80" y="180"/>
                    </a:cubicBezTo>
                    <a:cubicBezTo>
                      <a:pt x="87" y="173"/>
                      <a:pt x="94" y="167"/>
                      <a:pt x="94" y="151"/>
                    </a:cubicBezTo>
                    <a:lnTo>
                      <a:pt x="94" y="144"/>
                    </a:lnTo>
                    <a:lnTo>
                      <a:pt x="87" y="115"/>
                    </a:lnTo>
                    <a:lnTo>
                      <a:pt x="71" y="37"/>
                    </a:lnTo>
                    <a:lnTo>
                      <a:pt x="71" y="28"/>
                    </a:lnTo>
                    <a:cubicBezTo>
                      <a:pt x="71" y="15"/>
                      <a:pt x="58" y="1"/>
                      <a:pt x="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3" name="Google Shape;8773;p72">
                <a:extLst>
                  <a:ext uri="{FF2B5EF4-FFF2-40B4-BE49-F238E27FC236}">
                    <a16:creationId xmlns:a16="http://schemas.microsoft.com/office/drawing/2014/main" id="{0185D4DB-6712-A3D5-FE0D-2ED69D1CCC29}"/>
                  </a:ext>
                </a:extLst>
              </p:cNvPr>
              <p:cNvSpPr/>
              <p:nvPr/>
            </p:nvSpPr>
            <p:spPr>
              <a:xfrm>
                <a:off x="7301311" y="4680709"/>
                <a:ext cx="26168" cy="4475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83" extrusionOk="0">
                    <a:moveTo>
                      <a:pt x="29" y="0"/>
                    </a:moveTo>
                    <a:cubicBezTo>
                      <a:pt x="7" y="7"/>
                      <a:pt x="0" y="23"/>
                      <a:pt x="7" y="44"/>
                    </a:cubicBezTo>
                    <a:lnTo>
                      <a:pt x="7" y="50"/>
                    </a:lnTo>
                    <a:lnTo>
                      <a:pt x="29" y="130"/>
                    </a:lnTo>
                    <a:lnTo>
                      <a:pt x="36" y="159"/>
                    </a:lnTo>
                    <a:lnTo>
                      <a:pt x="43" y="159"/>
                    </a:lnTo>
                    <a:cubicBezTo>
                      <a:pt x="43" y="170"/>
                      <a:pt x="56" y="182"/>
                      <a:pt x="70" y="182"/>
                    </a:cubicBezTo>
                    <a:cubicBezTo>
                      <a:pt x="73" y="182"/>
                      <a:pt x="76" y="182"/>
                      <a:pt x="79" y="180"/>
                    </a:cubicBezTo>
                    <a:cubicBezTo>
                      <a:pt x="93" y="173"/>
                      <a:pt x="107" y="159"/>
                      <a:pt x="107" y="145"/>
                    </a:cubicBezTo>
                    <a:lnTo>
                      <a:pt x="107" y="137"/>
                    </a:lnTo>
                    <a:lnTo>
                      <a:pt x="100" y="116"/>
                    </a:lnTo>
                    <a:lnTo>
                      <a:pt x="79" y="44"/>
                    </a:lnTo>
                    <a:lnTo>
                      <a:pt x="72" y="23"/>
                    </a:lnTo>
                    <a:cubicBezTo>
                      <a:pt x="64" y="7"/>
                      <a:pt x="50" y="0"/>
                      <a:pt x="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4" name="Google Shape;8774;p72">
                <a:extLst>
                  <a:ext uri="{FF2B5EF4-FFF2-40B4-BE49-F238E27FC236}">
                    <a16:creationId xmlns:a16="http://schemas.microsoft.com/office/drawing/2014/main" id="{9AB15159-47F4-6C36-B833-1D70780E3931}"/>
                  </a:ext>
                </a:extLst>
              </p:cNvPr>
              <p:cNvSpPr/>
              <p:nvPr/>
            </p:nvSpPr>
            <p:spPr>
              <a:xfrm>
                <a:off x="7334571" y="4673861"/>
                <a:ext cx="30081" cy="44755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83" extrusionOk="0">
                    <a:moveTo>
                      <a:pt x="37" y="1"/>
                    </a:moveTo>
                    <a:cubicBezTo>
                      <a:pt x="30" y="1"/>
                      <a:pt x="30" y="1"/>
                      <a:pt x="23" y="8"/>
                    </a:cubicBezTo>
                    <a:cubicBezTo>
                      <a:pt x="7" y="15"/>
                      <a:pt x="0" y="28"/>
                      <a:pt x="7" y="51"/>
                    </a:cubicBezTo>
                    <a:lnTo>
                      <a:pt x="7" y="58"/>
                    </a:lnTo>
                    <a:lnTo>
                      <a:pt x="37" y="130"/>
                    </a:lnTo>
                    <a:lnTo>
                      <a:pt x="50" y="151"/>
                    </a:lnTo>
                    <a:lnTo>
                      <a:pt x="50" y="158"/>
                    </a:lnTo>
                    <a:cubicBezTo>
                      <a:pt x="56" y="175"/>
                      <a:pt x="70" y="183"/>
                      <a:pt x="82" y="183"/>
                    </a:cubicBezTo>
                    <a:cubicBezTo>
                      <a:pt x="86" y="183"/>
                      <a:pt x="90" y="182"/>
                      <a:pt x="93" y="180"/>
                    </a:cubicBezTo>
                    <a:cubicBezTo>
                      <a:pt x="116" y="173"/>
                      <a:pt x="123" y="151"/>
                      <a:pt x="116" y="137"/>
                    </a:cubicBezTo>
                    <a:lnTo>
                      <a:pt x="116" y="130"/>
                    </a:lnTo>
                    <a:lnTo>
                      <a:pt x="100" y="101"/>
                    </a:lnTo>
                    <a:lnTo>
                      <a:pt x="73" y="28"/>
                    </a:lnTo>
                    <a:lnTo>
                      <a:pt x="66" y="22"/>
                    </a:lnTo>
                    <a:cubicBezTo>
                      <a:pt x="66" y="8"/>
                      <a:pt x="50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5" name="Google Shape;8775;p72">
                <a:extLst>
                  <a:ext uri="{FF2B5EF4-FFF2-40B4-BE49-F238E27FC236}">
                    <a16:creationId xmlns:a16="http://schemas.microsoft.com/office/drawing/2014/main" id="{1BBF7B38-6301-23F9-0894-F2F7314695D3}"/>
                  </a:ext>
                </a:extLst>
              </p:cNvPr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6" name="Google Shape;8776;p72">
                <a:extLst>
                  <a:ext uri="{FF2B5EF4-FFF2-40B4-BE49-F238E27FC236}">
                    <a16:creationId xmlns:a16="http://schemas.microsoft.com/office/drawing/2014/main" id="{6D3CBD0A-C1A3-0036-77A2-1DF954646E32}"/>
                  </a:ext>
                </a:extLst>
              </p:cNvPr>
              <p:cNvSpPr/>
              <p:nvPr/>
            </p:nvSpPr>
            <p:spPr>
              <a:xfrm>
                <a:off x="7383972" y="3659180"/>
                <a:ext cx="529233" cy="997326"/>
              </a:xfrm>
              <a:custGeom>
                <a:avLst/>
                <a:gdLst/>
                <a:ahLst/>
                <a:cxnLst/>
                <a:rect l="l" t="t" r="r" b="b"/>
                <a:pathLst>
                  <a:path w="2164" h="4078" extrusionOk="0">
                    <a:moveTo>
                      <a:pt x="1969" y="1"/>
                    </a:moveTo>
                    <a:cubicBezTo>
                      <a:pt x="1925" y="23"/>
                      <a:pt x="1875" y="53"/>
                      <a:pt x="1825" y="80"/>
                    </a:cubicBezTo>
                    <a:cubicBezTo>
                      <a:pt x="1682" y="160"/>
                      <a:pt x="1510" y="260"/>
                      <a:pt x="1308" y="389"/>
                    </a:cubicBezTo>
                    <a:cubicBezTo>
                      <a:pt x="1178" y="462"/>
                      <a:pt x="1042" y="548"/>
                      <a:pt x="890" y="648"/>
                    </a:cubicBezTo>
                    <a:cubicBezTo>
                      <a:pt x="726" y="750"/>
                      <a:pt x="683" y="900"/>
                      <a:pt x="632" y="1088"/>
                    </a:cubicBezTo>
                    <a:cubicBezTo>
                      <a:pt x="604" y="1181"/>
                      <a:pt x="452" y="1878"/>
                      <a:pt x="302" y="2554"/>
                    </a:cubicBezTo>
                    <a:cubicBezTo>
                      <a:pt x="150" y="3236"/>
                      <a:pt x="0" y="3905"/>
                      <a:pt x="0" y="3905"/>
                    </a:cubicBezTo>
                    <a:cubicBezTo>
                      <a:pt x="0" y="3905"/>
                      <a:pt x="14" y="3912"/>
                      <a:pt x="43" y="3919"/>
                    </a:cubicBezTo>
                    <a:cubicBezTo>
                      <a:pt x="123" y="3948"/>
                      <a:pt x="309" y="4020"/>
                      <a:pt x="488" y="4055"/>
                    </a:cubicBezTo>
                    <a:cubicBezTo>
                      <a:pt x="531" y="4064"/>
                      <a:pt x="575" y="4071"/>
                      <a:pt x="611" y="4077"/>
                    </a:cubicBezTo>
                    <a:lnTo>
                      <a:pt x="654" y="3796"/>
                    </a:lnTo>
                    <a:cubicBezTo>
                      <a:pt x="654" y="3796"/>
                      <a:pt x="1042" y="2847"/>
                      <a:pt x="1172" y="2561"/>
                    </a:cubicBezTo>
                    <a:cubicBezTo>
                      <a:pt x="1251" y="2382"/>
                      <a:pt x="1408" y="1921"/>
                      <a:pt x="1517" y="1612"/>
                    </a:cubicBezTo>
                    <a:cubicBezTo>
                      <a:pt x="1573" y="1440"/>
                      <a:pt x="1617" y="1310"/>
                      <a:pt x="1617" y="1310"/>
                    </a:cubicBezTo>
                    <a:cubicBezTo>
                      <a:pt x="1617" y="1310"/>
                      <a:pt x="1675" y="1310"/>
                      <a:pt x="1761" y="1303"/>
                    </a:cubicBezTo>
                    <a:cubicBezTo>
                      <a:pt x="1775" y="1310"/>
                      <a:pt x="1796" y="1310"/>
                      <a:pt x="1818" y="1310"/>
                    </a:cubicBezTo>
                    <a:lnTo>
                      <a:pt x="1868" y="1310"/>
                    </a:lnTo>
                    <a:lnTo>
                      <a:pt x="1868" y="1295"/>
                    </a:lnTo>
                    <a:lnTo>
                      <a:pt x="1898" y="1181"/>
                    </a:lnTo>
                    <a:lnTo>
                      <a:pt x="1962" y="886"/>
                    </a:lnTo>
                    <a:lnTo>
                      <a:pt x="2163" y="23"/>
                    </a:lnTo>
                    <a:cubicBezTo>
                      <a:pt x="2091" y="17"/>
                      <a:pt x="2027" y="10"/>
                      <a:pt x="19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7" name="Google Shape;8777;p72">
                <a:extLst>
                  <a:ext uri="{FF2B5EF4-FFF2-40B4-BE49-F238E27FC236}">
                    <a16:creationId xmlns:a16="http://schemas.microsoft.com/office/drawing/2014/main" id="{E82497F0-DFC0-0DE2-9B81-9FCC81C979F4}"/>
                  </a:ext>
                </a:extLst>
              </p:cNvPr>
              <p:cNvSpPr/>
              <p:nvPr/>
            </p:nvSpPr>
            <p:spPr>
              <a:xfrm>
                <a:off x="7979720" y="3664805"/>
                <a:ext cx="188313" cy="300567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229" extrusionOk="0">
                    <a:moveTo>
                      <a:pt x="547" y="0"/>
                    </a:moveTo>
                    <a:cubicBezTo>
                      <a:pt x="468" y="7"/>
                      <a:pt x="381" y="14"/>
                      <a:pt x="281" y="14"/>
                    </a:cubicBezTo>
                    <a:lnTo>
                      <a:pt x="129" y="654"/>
                    </a:lnTo>
                    <a:lnTo>
                      <a:pt x="16" y="1158"/>
                    </a:lnTo>
                    <a:lnTo>
                      <a:pt x="0" y="1229"/>
                    </a:lnTo>
                    <a:cubicBezTo>
                      <a:pt x="72" y="1229"/>
                      <a:pt x="136" y="1222"/>
                      <a:pt x="195" y="1215"/>
                    </a:cubicBezTo>
                    <a:cubicBezTo>
                      <a:pt x="238" y="1208"/>
                      <a:pt x="281" y="1201"/>
                      <a:pt x="309" y="1194"/>
                    </a:cubicBezTo>
                    <a:cubicBezTo>
                      <a:pt x="367" y="1186"/>
                      <a:pt x="417" y="1172"/>
                      <a:pt x="461" y="1158"/>
                    </a:cubicBezTo>
                    <a:cubicBezTo>
                      <a:pt x="597" y="1108"/>
                      <a:pt x="697" y="1029"/>
                      <a:pt x="769" y="935"/>
                    </a:cubicBezTo>
                    <a:lnTo>
                      <a:pt x="55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8" name="Google Shape;8778;p72">
                <a:extLst>
                  <a:ext uri="{FF2B5EF4-FFF2-40B4-BE49-F238E27FC236}">
                    <a16:creationId xmlns:a16="http://schemas.microsoft.com/office/drawing/2014/main" id="{6E8613FD-C6C4-DA7A-DD55-5CA1D5FBFA93}"/>
                  </a:ext>
                </a:extLst>
              </p:cNvPr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8" h="30" extrusionOk="0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9" name="Google Shape;8779;p72">
                <a:extLst>
                  <a:ext uri="{FF2B5EF4-FFF2-40B4-BE49-F238E27FC236}">
                    <a16:creationId xmlns:a16="http://schemas.microsoft.com/office/drawing/2014/main" id="{80B6B8C5-2780-9B30-7FED-F69B265ADD79}"/>
                  </a:ext>
                </a:extLst>
              </p:cNvPr>
              <p:cNvSpPr/>
              <p:nvPr/>
            </p:nvSpPr>
            <p:spPr>
              <a:xfrm>
                <a:off x="8048441" y="3619317"/>
                <a:ext cx="65054" cy="49157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01" extrusionOk="0">
                    <a:moveTo>
                      <a:pt x="43" y="0"/>
                    </a:moveTo>
                    <a:lnTo>
                      <a:pt x="36" y="35"/>
                    </a:lnTo>
                    <a:lnTo>
                      <a:pt x="0" y="200"/>
                    </a:lnTo>
                    <a:cubicBezTo>
                      <a:pt x="100" y="200"/>
                      <a:pt x="187" y="193"/>
                      <a:pt x="266" y="186"/>
                    </a:cubicBezTo>
                    <a:lnTo>
                      <a:pt x="266" y="157"/>
                    </a:lnTo>
                    <a:lnTo>
                      <a:pt x="237" y="35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0" name="Google Shape;8780;p72">
                <a:extLst>
                  <a:ext uri="{FF2B5EF4-FFF2-40B4-BE49-F238E27FC236}">
                    <a16:creationId xmlns:a16="http://schemas.microsoft.com/office/drawing/2014/main" id="{B9AB925A-9C9F-70C3-0751-EF2554E3C238}"/>
                  </a:ext>
                </a:extLst>
              </p:cNvPr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8" h="30" extrusionOk="0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1" name="Google Shape;8781;p72">
                <a:extLst>
                  <a:ext uri="{FF2B5EF4-FFF2-40B4-BE49-F238E27FC236}">
                    <a16:creationId xmlns:a16="http://schemas.microsoft.com/office/drawing/2014/main" id="{AEFD9A24-F9B0-9D86-E7E6-985B71CF2A00}"/>
                  </a:ext>
                </a:extLst>
              </p:cNvPr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2" name="Google Shape;8782;p72">
                <a:extLst>
                  <a:ext uri="{FF2B5EF4-FFF2-40B4-BE49-F238E27FC236}">
                    <a16:creationId xmlns:a16="http://schemas.microsoft.com/office/drawing/2014/main" id="{12204341-D7A0-4260-1FDC-DAB25293660F}"/>
                  </a:ext>
                </a:extLst>
              </p:cNvPr>
              <p:cNvSpPr/>
              <p:nvPr/>
            </p:nvSpPr>
            <p:spPr>
              <a:xfrm>
                <a:off x="7766953" y="3531030"/>
                <a:ext cx="156765" cy="134020"/>
              </a:xfrm>
              <a:custGeom>
                <a:avLst/>
                <a:gdLst/>
                <a:ahLst/>
                <a:cxnLst/>
                <a:rect l="l" t="t" r="r" b="b"/>
                <a:pathLst>
                  <a:path w="641" h="548" extrusionOk="0">
                    <a:moveTo>
                      <a:pt x="14" y="1"/>
                    </a:moveTo>
                    <a:cubicBezTo>
                      <a:pt x="7" y="202"/>
                      <a:pt x="1" y="332"/>
                      <a:pt x="1" y="332"/>
                    </a:cubicBezTo>
                    <a:cubicBezTo>
                      <a:pt x="14" y="346"/>
                      <a:pt x="73" y="432"/>
                      <a:pt x="282" y="497"/>
                    </a:cubicBezTo>
                    <a:cubicBezTo>
                      <a:pt x="316" y="504"/>
                      <a:pt x="352" y="511"/>
                      <a:pt x="403" y="525"/>
                    </a:cubicBezTo>
                    <a:cubicBezTo>
                      <a:pt x="461" y="534"/>
                      <a:pt x="525" y="541"/>
                      <a:pt x="597" y="547"/>
                    </a:cubicBezTo>
                    <a:lnTo>
                      <a:pt x="634" y="396"/>
                    </a:lnTo>
                    <a:lnTo>
                      <a:pt x="641" y="361"/>
                    </a:lnTo>
                    <a:lnTo>
                      <a:pt x="425" y="361"/>
                    </a:lnTo>
                    <a:cubicBezTo>
                      <a:pt x="382" y="361"/>
                      <a:pt x="346" y="339"/>
                      <a:pt x="316" y="309"/>
                    </a:cubicBezTo>
                    <a:cubicBezTo>
                      <a:pt x="309" y="296"/>
                      <a:pt x="309" y="289"/>
                      <a:pt x="302" y="275"/>
                    </a:cubicBezTo>
                    <a:cubicBezTo>
                      <a:pt x="296" y="259"/>
                      <a:pt x="296" y="246"/>
                      <a:pt x="296" y="232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3" name="Google Shape;8783;p72">
                <a:extLst>
                  <a:ext uri="{FF2B5EF4-FFF2-40B4-BE49-F238E27FC236}">
                    <a16:creationId xmlns:a16="http://schemas.microsoft.com/office/drawing/2014/main" id="{311F5106-5D64-027E-8433-592E2B336F7B}"/>
                  </a:ext>
                </a:extLst>
              </p:cNvPr>
              <p:cNvSpPr/>
              <p:nvPr/>
            </p:nvSpPr>
            <p:spPr>
              <a:xfrm>
                <a:off x="7909531" y="2954846"/>
                <a:ext cx="7092" cy="684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14" y="0"/>
                    </a:moveTo>
                    <a:lnTo>
                      <a:pt x="1" y="28"/>
                    </a:lnTo>
                    <a:lnTo>
                      <a:pt x="1" y="28"/>
                    </a:lnTo>
                    <a:lnTo>
                      <a:pt x="28" y="14"/>
                    </a:lnTo>
                    <a:cubicBezTo>
                      <a:pt x="21" y="7"/>
                      <a:pt x="14" y="7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4" name="Google Shape;8784;p72">
                <a:extLst>
                  <a:ext uri="{FF2B5EF4-FFF2-40B4-BE49-F238E27FC236}">
                    <a16:creationId xmlns:a16="http://schemas.microsoft.com/office/drawing/2014/main" id="{FAE90155-2D3F-0A5F-B09F-589C7EE8949A}"/>
                  </a:ext>
                </a:extLst>
              </p:cNvPr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5" name="Google Shape;8785;p72">
                <a:extLst>
                  <a:ext uri="{FF2B5EF4-FFF2-40B4-BE49-F238E27FC236}">
                    <a16:creationId xmlns:a16="http://schemas.microsoft.com/office/drawing/2014/main" id="{8F57A3E7-3512-9991-2C91-7BF600BA2909}"/>
                  </a:ext>
                </a:extLst>
              </p:cNvPr>
              <p:cNvSpPr/>
              <p:nvPr/>
            </p:nvSpPr>
            <p:spPr>
              <a:xfrm>
                <a:off x="7888499" y="2460590"/>
                <a:ext cx="3668" cy="3668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0" y="1"/>
                    </a:moveTo>
                    <a:cubicBezTo>
                      <a:pt x="0" y="1"/>
                      <a:pt x="7" y="8"/>
                      <a:pt x="7" y="15"/>
                    </a:cubicBezTo>
                    <a:lnTo>
                      <a:pt x="7" y="8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6" name="Google Shape;8786;p72">
                <a:extLst>
                  <a:ext uri="{FF2B5EF4-FFF2-40B4-BE49-F238E27FC236}">
                    <a16:creationId xmlns:a16="http://schemas.microsoft.com/office/drawing/2014/main" id="{DB5CB2C5-F996-BADA-338E-DDB4E024BFB5}"/>
                  </a:ext>
                </a:extLst>
              </p:cNvPr>
              <p:cNvSpPr/>
              <p:nvPr/>
            </p:nvSpPr>
            <p:spPr>
              <a:xfrm>
                <a:off x="7891923" y="2551811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0" y="1"/>
                    </a:moveTo>
                    <a:lnTo>
                      <a:pt x="50" y="9"/>
                    </a:lnTo>
                    <a:lnTo>
                      <a:pt x="5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7" name="Google Shape;8787;p72">
                <a:extLst>
                  <a:ext uri="{FF2B5EF4-FFF2-40B4-BE49-F238E27FC236}">
                    <a16:creationId xmlns:a16="http://schemas.microsoft.com/office/drawing/2014/main" id="{4A05CF54-E74C-BBDE-C5E2-4374E0FB6937}"/>
                  </a:ext>
                </a:extLst>
              </p:cNvPr>
              <p:cNvSpPr/>
              <p:nvPr/>
            </p:nvSpPr>
            <p:spPr>
              <a:xfrm>
                <a:off x="7896814" y="2592408"/>
                <a:ext cx="7581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31" h="30" extrusionOk="0">
                    <a:moveTo>
                      <a:pt x="30" y="0"/>
                    </a:moveTo>
                    <a:cubicBezTo>
                      <a:pt x="16" y="0"/>
                      <a:pt x="10" y="7"/>
                      <a:pt x="1" y="23"/>
                    </a:cubicBezTo>
                    <a:cubicBezTo>
                      <a:pt x="10" y="30"/>
                      <a:pt x="23" y="30"/>
                      <a:pt x="30" y="30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8" name="Google Shape;8788;p72">
                <a:extLst>
                  <a:ext uri="{FF2B5EF4-FFF2-40B4-BE49-F238E27FC236}">
                    <a16:creationId xmlns:a16="http://schemas.microsoft.com/office/drawing/2014/main" id="{89B4D8A7-8B58-FF40-09F0-A3663E742BB0}"/>
                  </a:ext>
                </a:extLst>
              </p:cNvPr>
              <p:cNvSpPr/>
              <p:nvPr/>
            </p:nvSpPr>
            <p:spPr>
              <a:xfrm>
                <a:off x="7888499" y="2460590"/>
                <a:ext cx="3668" cy="3668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0" y="1"/>
                    </a:moveTo>
                    <a:cubicBezTo>
                      <a:pt x="0" y="1"/>
                      <a:pt x="7" y="8"/>
                      <a:pt x="7" y="15"/>
                    </a:cubicBezTo>
                    <a:lnTo>
                      <a:pt x="7" y="8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9" name="Google Shape;8789;p72">
                <a:extLst>
                  <a:ext uri="{FF2B5EF4-FFF2-40B4-BE49-F238E27FC236}">
                    <a16:creationId xmlns:a16="http://schemas.microsoft.com/office/drawing/2014/main" id="{4B6B8788-D596-DDB2-C238-FC7728B25FD2}"/>
                  </a:ext>
                </a:extLst>
              </p:cNvPr>
              <p:cNvSpPr/>
              <p:nvPr/>
            </p:nvSpPr>
            <p:spPr>
              <a:xfrm>
                <a:off x="7995617" y="2690966"/>
                <a:ext cx="179509" cy="232334"/>
              </a:xfrm>
              <a:custGeom>
                <a:avLst/>
                <a:gdLst/>
                <a:ahLst/>
                <a:cxnLst/>
                <a:rect l="l" t="t" r="r" b="b"/>
                <a:pathLst>
                  <a:path w="734" h="950" extrusionOk="0">
                    <a:moveTo>
                      <a:pt x="727" y="1"/>
                    </a:moveTo>
                    <a:cubicBezTo>
                      <a:pt x="727" y="8"/>
                      <a:pt x="718" y="15"/>
                      <a:pt x="718" y="15"/>
                    </a:cubicBezTo>
                    <a:cubicBezTo>
                      <a:pt x="575" y="267"/>
                      <a:pt x="280" y="403"/>
                      <a:pt x="57" y="439"/>
                    </a:cubicBezTo>
                    <a:cubicBezTo>
                      <a:pt x="51" y="453"/>
                      <a:pt x="51" y="467"/>
                      <a:pt x="44" y="475"/>
                    </a:cubicBezTo>
                    <a:cubicBezTo>
                      <a:pt x="44" y="489"/>
                      <a:pt x="37" y="496"/>
                      <a:pt x="28" y="510"/>
                    </a:cubicBezTo>
                    <a:lnTo>
                      <a:pt x="21" y="668"/>
                    </a:lnTo>
                    <a:lnTo>
                      <a:pt x="7" y="820"/>
                    </a:lnTo>
                    <a:lnTo>
                      <a:pt x="1" y="950"/>
                    </a:lnTo>
                    <a:lnTo>
                      <a:pt x="366" y="682"/>
                    </a:lnTo>
                    <a:lnTo>
                      <a:pt x="724" y="419"/>
                    </a:lnTo>
                    <a:lnTo>
                      <a:pt x="724" y="419"/>
                    </a:lnTo>
                    <a:cubicBezTo>
                      <a:pt x="725" y="420"/>
                      <a:pt x="726" y="422"/>
                      <a:pt x="727" y="424"/>
                    </a:cubicBezTo>
                    <a:lnTo>
                      <a:pt x="727" y="417"/>
                    </a:lnTo>
                    <a:lnTo>
                      <a:pt x="724" y="419"/>
                    </a:lnTo>
                    <a:lnTo>
                      <a:pt x="724" y="419"/>
                    </a:lnTo>
                    <a:cubicBezTo>
                      <a:pt x="718" y="408"/>
                      <a:pt x="718" y="402"/>
                      <a:pt x="718" y="396"/>
                    </a:cubicBezTo>
                    <a:lnTo>
                      <a:pt x="718" y="294"/>
                    </a:lnTo>
                    <a:lnTo>
                      <a:pt x="718" y="267"/>
                    </a:lnTo>
                    <a:lnTo>
                      <a:pt x="718" y="230"/>
                    </a:lnTo>
                    <a:lnTo>
                      <a:pt x="718" y="201"/>
                    </a:lnTo>
                    <a:cubicBezTo>
                      <a:pt x="718" y="151"/>
                      <a:pt x="727" y="108"/>
                      <a:pt x="727" y="65"/>
                    </a:cubicBezTo>
                    <a:lnTo>
                      <a:pt x="727" y="44"/>
                    </a:lnTo>
                    <a:cubicBezTo>
                      <a:pt x="734" y="44"/>
                      <a:pt x="734" y="35"/>
                      <a:pt x="734" y="35"/>
                    </a:cubicBezTo>
                    <a:lnTo>
                      <a:pt x="734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0" name="Google Shape;8790;p72">
                <a:extLst>
                  <a:ext uri="{FF2B5EF4-FFF2-40B4-BE49-F238E27FC236}">
                    <a16:creationId xmlns:a16="http://schemas.microsoft.com/office/drawing/2014/main" id="{C47655D0-5526-B25D-1D20-C09211E8C028}"/>
                  </a:ext>
                </a:extLst>
              </p:cNvPr>
              <p:cNvSpPr/>
              <p:nvPr/>
            </p:nvSpPr>
            <p:spPr>
              <a:xfrm>
                <a:off x="7891923" y="2551811"/>
                <a:ext cx="22989" cy="415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7" extrusionOk="0">
                    <a:moveTo>
                      <a:pt x="0" y="1"/>
                    </a:moveTo>
                    <a:lnTo>
                      <a:pt x="50" y="9"/>
                    </a:lnTo>
                    <a:lnTo>
                      <a:pt x="93" y="16"/>
                    </a:lnTo>
                    <a:cubicBezTo>
                      <a:pt x="86" y="9"/>
                      <a:pt x="73" y="9"/>
                      <a:pt x="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1" name="Google Shape;8791;p72">
                <a:extLst>
                  <a:ext uri="{FF2B5EF4-FFF2-40B4-BE49-F238E27FC236}">
                    <a16:creationId xmlns:a16="http://schemas.microsoft.com/office/drawing/2014/main" id="{4B3D63CC-3FE7-A4AB-C3C8-6F96D97BAAD1}"/>
                  </a:ext>
                </a:extLst>
              </p:cNvPr>
              <p:cNvSpPr/>
              <p:nvPr/>
            </p:nvSpPr>
            <p:spPr>
              <a:xfrm>
                <a:off x="7895102" y="2590696"/>
                <a:ext cx="25190" cy="35217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44" extrusionOk="0">
                    <a:moveTo>
                      <a:pt x="44" y="0"/>
                    </a:moveTo>
                    <a:cubicBezTo>
                      <a:pt x="44" y="0"/>
                      <a:pt x="37" y="0"/>
                      <a:pt x="37" y="7"/>
                    </a:cubicBezTo>
                    <a:cubicBezTo>
                      <a:pt x="23" y="7"/>
                      <a:pt x="17" y="14"/>
                      <a:pt x="8" y="30"/>
                    </a:cubicBezTo>
                    <a:cubicBezTo>
                      <a:pt x="1" y="43"/>
                      <a:pt x="1" y="57"/>
                      <a:pt x="1" y="80"/>
                    </a:cubicBezTo>
                    <a:cubicBezTo>
                      <a:pt x="1" y="116"/>
                      <a:pt x="30" y="143"/>
                      <a:pt x="51" y="143"/>
                    </a:cubicBezTo>
                    <a:cubicBezTo>
                      <a:pt x="80" y="137"/>
                      <a:pt x="103" y="109"/>
                      <a:pt x="103" y="66"/>
                    </a:cubicBezTo>
                    <a:cubicBezTo>
                      <a:pt x="94" y="30"/>
                      <a:pt x="73" y="0"/>
                      <a:pt x="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2" name="Google Shape;8792;p72">
                <a:extLst>
                  <a:ext uri="{FF2B5EF4-FFF2-40B4-BE49-F238E27FC236}">
                    <a16:creationId xmlns:a16="http://schemas.microsoft.com/office/drawing/2014/main" id="{E34DCA77-364F-809A-6D2E-D33F5CFE85BB}"/>
                  </a:ext>
                </a:extLst>
              </p:cNvPr>
              <p:cNvSpPr/>
              <p:nvPr/>
            </p:nvSpPr>
            <p:spPr>
              <a:xfrm>
                <a:off x="7937411" y="2661129"/>
                <a:ext cx="12473" cy="22989"/>
              </a:xfrm>
              <a:custGeom>
                <a:avLst/>
                <a:gdLst/>
                <a:ahLst/>
                <a:cxnLst/>
                <a:rect l="l" t="t" r="r" b="b"/>
                <a:pathLst>
                  <a:path w="51" h="94" extrusionOk="0">
                    <a:moveTo>
                      <a:pt x="23" y="0"/>
                    </a:moveTo>
                    <a:lnTo>
                      <a:pt x="23" y="0"/>
                    </a:lnTo>
                    <a:cubicBezTo>
                      <a:pt x="1" y="71"/>
                      <a:pt x="51" y="94"/>
                      <a:pt x="51" y="94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3" name="Google Shape;8793;p72">
                <a:extLst>
                  <a:ext uri="{FF2B5EF4-FFF2-40B4-BE49-F238E27FC236}">
                    <a16:creationId xmlns:a16="http://schemas.microsoft.com/office/drawing/2014/main" id="{6D6FCE56-B8B5-8088-888A-65200CAC3BC4}"/>
                  </a:ext>
                </a:extLst>
              </p:cNvPr>
              <p:cNvSpPr/>
              <p:nvPr/>
            </p:nvSpPr>
            <p:spPr>
              <a:xfrm>
                <a:off x="7949639" y="2717133"/>
                <a:ext cx="61874" cy="15407"/>
              </a:xfrm>
              <a:custGeom>
                <a:avLst/>
                <a:gdLst/>
                <a:ahLst/>
                <a:cxnLst/>
                <a:rect l="l" t="t" r="r" b="b"/>
                <a:pathLst>
                  <a:path w="253" h="63" extrusionOk="0">
                    <a:moveTo>
                      <a:pt x="252" y="1"/>
                    </a:moveTo>
                    <a:lnTo>
                      <a:pt x="1" y="58"/>
                    </a:lnTo>
                    <a:cubicBezTo>
                      <a:pt x="1" y="58"/>
                      <a:pt x="22" y="63"/>
                      <a:pt x="55" y="63"/>
                    </a:cubicBezTo>
                    <a:cubicBezTo>
                      <a:pt x="104" y="63"/>
                      <a:pt x="179" y="52"/>
                      <a:pt x="2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4" name="Google Shape;8794;p72">
                <a:extLst>
                  <a:ext uri="{FF2B5EF4-FFF2-40B4-BE49-F238E27FC236}">
                    <a16:creationId xmlns:a16="http://schemas.microsoft.com/office/drawing/2014/main" id="{35E1D73B-7690-DE90-C02D-B59A08BAA96C}"/>
                  </a:ext>
                </a:extLst>
              </p:cNvPr>
              <p:cNvSpPr/>
              <p:nvPr/>
            </p:nvSpPr>
            <p:spPr>
              <a:xfrm>
                <a:off x="8012980" y="2578468"/>
                <a:ext cx="31793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9" extrusionOk="0">
                    <a:moveTo>
                      <a:pt x="59" y="0"/>
                    </a:moveTo>
                    <a:cubicBezTo>
                      <a:pt x="30" y="7"/>
                      <a:pt x="0" y="43"/>
                      <a:pt x="9" y="87"/>
                    </a:cubicBezTo>
                    <a:cubicBezTo>
                      <a:pt x="9" y="130"/>
                      <a:pt x="43" y="159"/>
                      <a:pt x="73" y="159"/>
                    </a:cubicBezTo>
                    <a:cubicBezTo>
                      <a:pt x="109" y="159"/>
                      <a:pt x="130" y="116"/>
                      <a:pt x="130" y="73"/>
                    </a:cubicBezTo>
                    <a:cubicBezTo>
                      <a:pt x="123" y="30"/>
                      <a:pt x="95" y="0"/>
                      <a:pt x="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5" name="Google Shape;8795;p72">
                <a:extLst>
                  <a:ext uri="{FF2B5EF4-FFF2-40B4-BE49-F238E27FC236}">
                    <a16:creationId xmlns:a16="http://schemas.microsoft.com/office/drawing/2014/main" id="{E499A888-CD2C-A42F-F71C-1F981B43EAA6}"/>
                  </a:ext>
                </a:extLst>
              </p:cNvPr>
              <p:cNvSpPr/>
              <p:nvPr/>
            </p:nvSpPr>
            <p:spPr>
              <a:xfrm>
                <a:off x="8000752" y="2544963"/>
                <a:ext cx="52826" cy="7092"/>
              </a:xfrm>
              <a:custGeom>
                <a:avLst/>
                <a:gdLst/>
                <a:ahLst/>
                <a:cxnLst/>
                <a:rect l="l" t="t" r="r" b="b"/>
                <a:pathLst>
                  <a:path w="216" h="29" extrusionOk="0">
                    <a:moveTo>
                      <a:pt x="159" y="1"/>
                    </a:moveTo>
                    <a:cubicBezTo>
                      <a:pt x="50" y="1"/>
                      <a:pt x="0" y="29"/>
                      <a:pt x="0" y="29"/>
                    </a:cubicBezTo>
                    <a:lnTo>
                      <a:pt x="188" y="15"/>
                    </a:lnTo>
                    <a:lnTo>
                      <a:pt x="216" y="8"/>
                    </a:lnTo>
                    <a:cubicBezTo>
                      <a:pt x="195" y="8"/>
                      <a:pt x="180" y="8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6" name="Google Shape;8796;p72">
                <a:extLst>
                  <a:ext uri="{FF2B5EF4-FFF2-40B4-BE49-F238E27FC236}">
                    <a16:creationId xmlns:a16="http://schemas.microsoft.com/office/drawing/2014/main" id="{000F1246-3C4C-6807-AC78-BD70809724BA}"/>
                  </a:ext>
                </a:extLst>
              </p:cNvPr>
              <p:cNvSpPr/>
              <p:nvPr/>
            </p:nvSpPr>
            <p:spPr>
              <a:xfrm>
                <a:off x="7891923" y="2551811"/>
                <a:ext cx="152852" cy="180732"/>
              </a:xfrm>
              <a:custGeom>
                <a:avLst/>
                <a:gdLst/>
                <a:ahLst/>
                <a:cxnLst/>
                <a:rect l="l" t="t" r="r" b="b"/>
                <a:pathLst>
                  <a:path w="625" h="739" extrusionOk="0">
                    <a:moveTo>
                      <a:pt x="0" y="1"/>
                    </a:moveTo>
                    <a:lnTo>
                      <a:pt x="50" y="9"/>
                    </a:lnTo>
                    <a:lnTo>
                      <a:pt x="93" y="16"/>
                    </a:lnTo>
                    <a:cubicBezTo>
                      <a:pt x="86" y="9"/>
                      <a:pt x="73" y="9"/>
                      <a:pt x="50" y="1"/>
                    </a:cubicBezTo>
                    <a:close/>
                    <a:moveTo>
                      <a:pt x="554" y="109"/>
                    </a:moveTo>
                    <a:cubicBezTo>
                      <a:pt x="525" y="116"/>
                      <a:pt x="495" y="152"/>
                      <a:pt x="504" y="196"/>
                    </a:cubicBezTo>
                    <a:cubicBezTo>
                      <a:pt x="504" y="239"/>
                      <a:pt x="538" y="268"/>
                      <a:pt x="568" y="268"/>
                    </a:cubicBezTo>
                    <a:cubicBezTo>
                      <a:pt x="604" y="268"/>
                      <a:pt x="625" y="225"/>
                      <a:pt x="625" y="182"/>
                    </a:cubicBezTo>
                    <a:cubicBezTo>
                      <a:pt x="618" y="139"/>
                      <a:pt x="590" y="109"/>
                      <a:pt x="554" y="109"/>
                    </a:cubicBezTo>
                    <a:close/>
                    <a:moveTo>
                      <a:pt x="57" y="159"/>
                    </a:moveTo>
                    <a:cubicBezTo>
                      <a:pt x="57" y="159"/>
                      <a:pt x="50" y="159"/>
                      <a:pt x="50" y="166"/>
                    </a:cubicBezTo>
                    <a:cubicBezTo>
                      <a:pt x="36" y="166"/>
                      <a:pt x="30" y="173"/>
                      <a:pt x="21" y="189"/>
                    </a:cubicBezTo>
                    <a:cubicBezTo>
                      <a:pt x="14" y="202"/>
                      <a:pt x="14" y="216"/>
                      <a:pt x="14" y="239"/>
                    </a:cubicBezTo>
                    <a:cubicBezTo>
                      <a:pt x="14" y="275"/>
                      <a:pt x="43" y="302"/>
                      <a:pt x="64" y="302"/>
                    </a:cubicBezTo>
                    <a:cubicBezTo>
                      <a:pt x="93" y="296"/>
                      <a:pt x="116" y="268"/>
                      <a:pt x="116" y="225"/>
                    </a:cubicBezTo>
                    <a:cubicBezTo>
                      <a:pt x="107" y="189"/>
                      <a:pt x="86" y="159"/>
                      <a:pt x="57" y="159"/>
                    </a:cubicBezTo>
                    <a:close/>
                    <a:moveTo>
                      <a:pt x="209" y="447"/>
                    </a:moveTo>
                    <a:lnTo>
                      <a:pt x="209" y="447"/>
                    </a:lnTo>
                    <a:cubicBezTo>
                      <a:pt x="187" y="518"/>
                      <a:pt x="237" y="541"/>
                      <a:pt x="237" y="541"/>
                    </a:cubicBezTo>
                    <a:lnTo>
                      <a:pt x="209" y="447"/>
                    </a:lnTo>
                    <a:close/>
                    <a:moveTo>
                      <a:pt x="488" y="677"/>
                    </a:moveTo>
                    <a:lnTo>
                      <a:pt x="237" y="734"/>
                    </a:lnTo>
                    <a:cubicBezTo>
                      <a:pt x="237" y="734"/>
                      <a:pt x="258" y="739"/>
                      <a:pt x="291" y="739"/>
                    </a:cubicBezTo>
                    <a:cubicBezTo>
                      <a:pt x="340" y="739"/>
                      <a:pt x="415" y="728"/>
                      <a:pt x="488" y="677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7" name="Google Shape;8797;p72">
                <a:extLst>
                  <a:ext uri="{FF2B5EF4-FFF2-40B4-BE49-F238E27FC236}">
                    <a16:creationId xmlns:a16="http://schemas.microsoft.com/office/drawing/2014/main" id="{8437898C-8A51-039F-911D-F8E26BFF6A8C}"/>
                  </a:ext>
                </a:extLst>
              </p:cNvPr>
              <p:cNvSpPr/>
              <p:nvPr/>
            </p:nvSpPr>
            <p:spPr>
              <a:xfrm>
                <a:off x="7840810" y="2324369"/>
                <a:ext cx="444859" cy="438745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794" extrusionOk="0">
                    <a:moveTo>
                      <a:pt x="935" y="1"/>
                    </a:moveTo>
                    <a:cubicBezTo>
                      <a:pt x="603" y="1"/>
                      <a:pt x="281" y="158"/>
                      <a:pt x="109" y="449"/>
                    </a:cubicBezTo>
                    <a:cubicBezTo>
                      <a:pt x="109" y="449"/>
                      <a:pt x="23" y="644"/>
                      <a:pt x="7" y="837"/>
                    </a:cubicBezTo>
                    <a:cubicBezTo>
                      <a:pt x="0" y="989"/>
                      <a:pt x="73" y="1082"/>
                      <a:pt x="173" y="1112"/>
                    </a:cubicBezTo>
                    <a:cubicBezTo>
                      <a:pt x="173" y="1082"/>
                      <a:pt x="173" y="1039"/>
                      <a:pt x="166" y="996"/>
                    </a:cubicBezTo>
                    <a:cubicBezTo>
                      <a:pt x="152" y="853"/>
                      <a:pt x="159" y="708"/>
                      <a:pt x="202" y="579"/>
                    </a:cubicBezTo>
                    <a:cubicBezTo>
                      <a:pt x="209" y="608"/>
                      <a:pt x="223" y="658"/>
                      <a:pt x="259" y="724"/>
                    </a:cubicBezTo>
                    <a:cubicBezTo>
                      <a:pt x="309" y="824"/>
                      <a:pt x="396" y="939"/>
                      <a:pt x="540" y="1010"/>
                    </a:cubicBezTo>
                    <a:cubicBezTo>
                      <a:pt x="525" y="924"/>
                      <a:pt x="504" y="837"/>
                      <a:pt x="489" y="767"/>
                    </a:cubicBezTo>
                    <a:lnTo>
                      <a:pt x="489" y="767"/>
                    </a:lnTo>
                    <a:cubicBezTo>
                      <a:pt x="575" y="817"/>
                      <a:pt x="684" y="867"/>
                      <a:pt x="813" y="903"/>
                    </a:cubicBezTo>
                    <a:cubicBezTo>
                      <a:pt x="834" y="910"/>
                      <a:pt x="849" y="910"/>
                      <a:pt x="870" y="910"/>
                    </a:cubicBezTo>
                    <a:lnTo>
                      <a:pt x="842" y="917"/>
                    </a:lnTo>
                    <a:cubicBezTo>
                      <a:pt x="956" y="946"/>
                      <a:pt x="1086" y="974"/>
                      <a:pt x="1230" y="989"/>
                    </a:cubicBezTo>
                    <a:lnTo>
                      <a:pt x="1331" y="1248"/>
                    </a:lnTo>
                    <a:cubicBezTo>
                      <a:pt x="1331" y="1248"/>
                      <a:pt x="1367" y="1219"/>
                      <a:pt x="1403" y="1162"/>
                    </a:cubicBezTo>
                    <a:cubicBezTo>
                      <a:pt x="1403" y="1155"/>
                      <a:pt x="1417" y="1126"/>
                      <a:pt x="1446" y="1096"/>
                    </a:cubicBezTo>
                    <a:lnTo>
                      <a:pt x="1446" y="1089"/>
                    </a:lnTo>
                    <a:cubicBezTo>
                      <a:pt x="1446" y="1089"/>
                      <a:pt x="1453" y="1082"/>
                      <a:pt x="1460" y="1075"/>
                    </a:cubicBezTo>
                    <a:cubicBezTo>
                      <a:pt x="1460" y="1069"/>
                      <a:pt x="1467" y="1060"/>
                      <a:pt x="1474" y="1060"/>
                    </a:cubicBezTo>
                    <a:cubicBezTo>
                      <a:pt x="1474" y="1060"/>
                      <a:pt x="1474" y="1053"/>
                      <a:pt x="1481" y="1053"/>
                    </a:cubicBezTo>
                    <a:lnTo>
                      <a:pt x="1496" y="1039"/>
                    </a:lnTo>
                    <a:cubicBezTo>
                      <a:pt x="1496" y="1039"/>
                      <a:pt x="1503" y="1032"/>
                      <a:pt x="1517" y="1025"/>
                    </a:cubicBezTo>
                    <a:cubicBezTo>
                      <a:pt x="1524" y="1017"/>
                      <a:pt x="1532" y="1010"/>
                      <a:pt x="1546" y="1010"/>
                    </a:cubicBezTo>
                    <a:cubicBezTo>
                      <a:pt x="1553" y="1003"/>
                      <a:pt x="1560" y="1003"/>
                      <a:pt x="1567" y="996"/>
                    </a:cubicBezTo>
                    <a:lnTo>
                      <a:pt x="1596" y="996"/>
                    </a:lnTo>
                    <a:cubicBezTo>
                      <a:pt x="1603" y="996"/>
                      <a:pt x="1610" y="989"/>
                      <a:pt x="1619" y="989"/>
                    </a:cubicBezTo>
                    <a:cubicBezTo>
                      <a:pt x="1669" y="989"/>
                      <a:pt x="1689" y="1017"/>
                      <a:pt x="1705" y="1053"/>
                    </a:cubicBezTo>
                    <a:cubicBezTo>
                      <a:pt x="1732" y="1126"/>
                      <a:pt x="1705" y="1255"/>
                      <a:pt x="1646" y="1334"/>
                    </a:cubicBezTo>
                    <a:cubicBezTo>
                      <a:pt x="1639" y="1341"/>
                      <a:pt x="1639" y="1348"/>
                      <a:pt x="1632" y="1355"/>
                    </a:cubicBezTo>
                    <a:cubicBezTo>
                      <a:pt x="1553" y="1457"/>
                      <a:pt x="1437" y="1500"/>
                      <a:pt x="1374" y="1500"/>
                    </a:cubicBezTo>
                    <a:lnTo>
                      <a:pt x="1367" y="1500"/>
                    </a:lnTo>
                    <a:lnTo>
                      <a:pt x="1367" y="1534"/>
                    </a:lnTo>
                    <a:cubicBezTo>
                      <a:pt x="1367" y="1534"/>
                      <a:pt x="1367" y="1543"/>
                      <a:pt x="1360" y="1543"/>
                    </a:cubicBezTo>
                    <a:lnTo>
                      <a:pt x="1360" y="1564"/>
                    </a:lnTo>
                    <a:cubicBezTo>
                      <a:pt x="1360" y="1607"/>
                      <a:pt x="1351" y="1650"/>
                      <a:pt x="1351" y="1700"/>
                    </a:cubicBezTo>
                    <a:lnTo>
                      <a:pt x="1351" y="1729"/>
                    </a:lnTo>
                    <a:lnTo>
                      <a:pt x="1351" y="1766"/>
                    </a:lnTo>
                    <a:lnTo>
                      <a:pt x="1351" y="1793"/>
                    </a:lnTo>
                    <a:cubicBezTo>
                      <a:pt x="1351" y="1793"/>
                      <a:pt x="1532" y="1593"/>
                      <a:pt x="1619" y="1471"/>
                    </a:cubicBezTo>
                    <a:cubicBezTo>
                      <a:pt x="1712" y="1348"/>
                      <a:pt x="1819" y="1089"/>
                      <a:pt x="1819" y="837"/>
                    </a:cubicBezTo>
                    <a:cubicBezTo>
                      <a:pt x="1819" y="586"/>
                      <a:pt x="1696" y="197"/>
                      <a:pt x="1265" y="54"/>
                    </a:cubicBezTo>
                    <a:cubicBezTo>
                      <a:pt x="1157" y="18"/>
                      <a:pt x="1045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8" name="Google Shape;8798;p72">
                <a:extLst>
                  <a:ext uri="{FF2B5EF4-FFF2-40B4-BE49-F238E27FC236}">
                    <a16:creationId xmlns:a16="http://schemas.microsoft.com/office/drawing/2014/main" id="{41E40D0A-C6E2-C874-DB42-EB680152F4CF}"/>
                  </a:ext>
                </a:extLst>
              </p:cNvPr>
              <p:cNvSpPr/>
              <p:nvPr/>
            </p:nvSpPr>
            <p:spPr>
              <a:xfrm>
                <a:off x="7877983" y="2465725"/>
                <a:ext cx="386653" cy="336029"/>
              </a:xfrm>
              <a:custGeom>
                <a:avLst/>
                <a:gdLst/>
                <a:ahLst/>
                <a:cxnLst/>
                <a:rect l="l" t="t" r="r" b="b"/>
                <a:pathLst>
                  <a:path w="1581" h="1374" extrusionOk="0">
                    <a:moveTo>
                      <a:pt x="50" y="1"/>
                    </a:moveTo>
                    <a:cubicBezTo>
                      <a:pt x="7" y="130"/>
                      <a:pt x="0" y="275"/>
                      <a:pt x="14" y="418"/>
                    </a:cubicBezTo>
                    <a:cubicBezTo>
                      <a:pt x="21" y="461"/>
                      <a:pt x="21" y="504"/>
                      <a:pt x="21" y="534"/>
                    </a:cubicBezTo>
                    <a:cubicBezTo>
                      <a:pt x="35" y="706"/>
                      <a:pt x="43" y="734"/>
                      <a:pt x="35" y="856"/>
                    </a:cubicBezTo>
                    <a:cubicBezTo>
                      <a:pt x="35" y="999"/>
                      <a:pt x="200" y="1360"/>
                      <a:pt x="380" y="1374"/>
                    </a:cubicBezTo>
                    <a:cubicBezTo>
                      <a:pt x="423" y="1374"/>
                      <a:pt x="482" y="1374"/>
                      <a:pt x="538" y="1360"/>
                    </a:cubicBezTo>
                    <a:cubicBezTo>
                      <a:pt x="761" y="1324"/>
                      <a:pt x="1056" y="1188"/>
                      <a:pt x="1199" y="936"/>
                    </a:cubicBezTo>
                    <a:cubicBezTo>
                      <a:pt x="1199" y="936"/>
                      <a:pt x="1208" y="929"/>
                      <a:pt x="1208" y="922"/>
                    </a:cubicBezTo>
                    <a:lnTo>
                      <a:pt x="1222" y="922"/>
                    </a:lnTo>
                    <a:cubicBezTo>
                      <a:pt x="1285" y="922"/>
                      <a:pt x="1401" y="879"/>
                      <a:pt x="1480" y="777"/>
                    </a:cubicBezTo>
                    <a:cubicBezTo>
                      <a:pt x="1487" y="770"/>
                      <a:pt x="1487" y="763"/>
                      <a:pt x="1494" y="756"/>
                    </a:cubicBezTo>
                    <a:cubicBezTo>
                      <a:pt x="1553" y="677"/>
                      <a:pt x="1580" y="548"/>
                      <a:pt x="1553" y="475"/>
                    </a:cubicBezTo>
                    <a:cubicBezTo>
                      <a:pt x="1537" y="439"/>
                      <a:pt x="1517" y="411"/>
                      <a:pt x="1467" y="411"/>
                    </a:cubicBezTo>
                    <a:cubicBezTo>
                      <a:pt x="1458" y="411"/>
                      <a:pt x="1451" y="418"/>
                      <a:pt x="1444" y="418"/>
                    </a:cubicBezTo>
                    <a:lnTo>
                      <a:pt x="1415" y="418"/>
                    </a:lnTo>
                    <a:cubicBezTo>
                      <a:pt x="1408" y="425"/>
                      <a:pt x="1401" y="425"/>
                      <a:pt x="1394" y="432"/>
                    </a:cubicBezTo>
                    <a:cubicBezTo>
                      <a:pt x="1380" y="432"/>
                      <a:pt x="1372" y="439"/>
                      <a:pt x="1365" y="447"/>
                    </a:cubicBezTo>
                    <a:cubicBezTo>
                      <a:pt x="1351" y="454"/>
                      <a:pt x="1344" y="461"/>
                      <a:pt x="1344" y="461"/>
                    </a:cubicBezTo>
                    <a:lnTo>
                      <a:pt x="1329" y="475"/>
                    </a:lnTo>
                    <a:cubicBezTo>
                      <a:pt x="1322" y="475"/>
                      <a:pt x="1322" y="482"/>
                      <a:pt x="1322" y="482"/>
                    </a:cubicBezTo>
                    <a:cubicBezTo>
                      <a:pt x="1315" y="482"/>
                      <a:pt x="1308" y="491"/>
                      <a:pt x="1308" y="497"/>
                    </a:cubicBezTo>
                    <a:cubicBezTo>
                      <a:pt x="1301" y="504"/>
                      <a:pt x="1294" y="511"/>
                      <a:pt x="1294" y="511"/>
                    </a:cubicBezTo>
                    <a:lnTo>
                      <a:pt x="1294" y="518"/>
                    </a:lnTo>
                    <a:cubicBezTo>
                      <a:pt x="1265" y="548"/>
                      <a:pt x="1251" y="577"/>
                      <a:pt x="1251" y="584"/>
                    </a:cubicBezTo>
                    <a:cubicBezTo>
                      <a:pt x="1215" y="641"/>
                      <a:pt x="1179" y="670"/>
                      <a:pt x="1179" y="670"/>
                    </a:cubicBezTo>
                    <a:lnTo>
                      <a:pt x="1078" y="411"/>
                    </a:lnTo>
                    <a:cubicBezTo>
                      <a:pt x="934" y="396"/>
                      <a:pt x="804" y="368"/>
                      <a:pt x="690" y="339"/>
                    </a:cubicBezTo>
                    <a:lnTo>
                      <a:pt x="502" y="353"/>
                    </a:lnTo>
                    <a:cubicBezTo>
                      <a:pt x="502" y="353"/>
                      <a:pt x="552" y="325"/>
                      <a:pt x="661" y="325"/>
                    </a:cubicBezTo>
                    <a:cubicBezTo>
                      <a:pt x="532" y="289"/>
                      <a:pt x="423" y="239"/>
                      <a:pt x="337" y="189"/>
                    </a:cubicBezTo>
                    <a:lnTo>
                      <a:pt x="337" y="189"/>
                    </a:lnTo>
                    <a:cubicBezTo>
                      <a:pt x="352" y="259"/>
                      <a:pt x="373" y="346"/>
                      <a:pt x="388" y="432"/>
                    </a:cubicBezTo>
                    <a:cubicBezTo>
                      <a:pt x="244" y="361"/>
                      <a:pt x="157" y="246"/>
                      <a:pt x="107" y="146"/>
                    </a:cubicBezTo>
                    <a:cubicBezTo>
                      <a:pt x="71" y="80"/>
                      <a:pt x="57" y="30"/>
                      <a:pt x="50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9" name="Google Shape;8799;p72">
                <a:extLst>
                  <a:ext uri="{FF2B5EF4-FFF2-40B4-BE49-F238E27FC236}">
                    <a16:creationId xmlns:a16="http://schemas.microsoft.com/office/drawing/2014/main" id="{3DF0941F-2EF1-7A2F-5B3B-264C43E80A18}"/>
                  </a:ext>
                </a:extLst>
              </p:cNvPr>
              <p:cNvSpPr/>
              <p:nvPr/>
            </p:nvSpPr>
            <p:spPr>
              <a:xfrm>
                <a:off x="8183683" y="2587272"/>
                <a:ext cx="14185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58" h="87" extrusionOk="0">
                    <a:moveTo>
                      <a:pt x="58" y="0"/>
                    </a:moveTo>
                    <a:lnTo>
                      <a:pt x="58" y="0"/>
                    </a:lnTo>
                    <a:cubicBezTo>
                      <a:pt x="51" y="7"/>
                      <a:pt x="44" y="14"/>
                      <a:pt x="44" y="14"/>
                    </a:cubicBezTo>
                    <a:lnTo>
                      <a:pt x="44" y="21"/>
                    </a:lnTo>
                    <a:lnTo>
                      <a:pt x="58" y="0"/>
                    </a:lnTo>
                    <a:close/>
                    <a:moveTo>
                      <a:pt x="44" y="21"/>
                    </a:moveTo>
                    <a:lnTo>
                      <a:pt x="43" y="22"/>
                    </a:lnTo>
                    <a:lnTo>
                      <a:pt x="43" y="22"/>
                    </a:lnTo>
                    <a:cubicBezTo>
                      <a:pt x="44" y="22"/>
                      <a:pt x="44" y="21"/>
                      <a:pt x="44" y="21"/>
                    </a:cubicBezTo>
                    <a:lnTo>
                      <a:pt x="44" y="21"/>
                    </a:lnTo>
                    <a:close/>
                    <a:moveTo>
                      <a:pt x="43" y="22"/>
                    </a:moveTo>
                    <a:cubicBezTo>
                      <a:pt x="14" y="51"/>
                      <a:pt x="1" y="80"/>
                      <a:pt x="1" y="87"/>
                    </a:cubicBezTo>
                    <a:lnTo>
                      <a:pt x="29" y="44"/>
                    </a:lnTo>
                    <a:lnTo>
                      <a:pt x="43" y="2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0" name="Google Shape;8800;p72">
                <a:extLst>
                  <a:ext uri="{FF2B5EF4-FFF2-40B4-BE49-F238E27FC236}">
                    <a16:creationId xmlns:a16="http://schemas.microsoft.com/office/drawing/2014/main" id="{C288C92D-026E-C2B8-99D5-245B83B6F616}"/>
                  </a:ext>
                </a:extLst>
              </p:cNvPr>
              <p:cNvSpPr/>
              <p:nvPr/>
            </p:nvSpPr>
            <p:spPr>
              <a:xfrm>
                <a:off x="8197623" y="2580180"/>
                <a:ext cx="5380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22" h="30" extrusionOk="0">
                    <a:moveTo>
                      <a:pt x="22" y="0"/>
                    </a:moveTo>
                    <a:lnTo>
                      <a:pt x="11" y="15"/>
                    </a:lnTo>
                    <a:lnTo>
                      <a:pt x="11" y="15"/>
                    </a:lnTo>
                    <a:cubicBezTo>
                      <a:pt x="12" y="14"/>
                      <a:pt x="14" y="14"/>
                      <a:pt x="15" y="14"/>
                    </a:cubicBezTo>
                    <a:cubicBezTo>
                      <a:pt x="15" y="14"/>
                      <a:pt x="15" y="7"/>
                      <a:pt x="22" y="7"/>
                    </a:cubicBezTo>
                    <a:lnTo>
                      <a:pt x="22" y="0"/>
                    </a:lnTo>
                    <a:close/>
                    <a:moveTo>
                      <a:pt x="11" y="15"/>
                    </a:moveTo>
                    <a:cubicBezTo>
                      <a:pt x="6" y="17"/>
                      <a:pt x="1" y="24"/>
                      <a:pt x="1" y="29"/>
                    </a:cubicBezTo>
                    <a:lnTo>
                      <a:pt x="11" y="1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1" name="Google Shape;8801;p72">
                <a:extLst>
                  <a:ext uri="{FF2B5EF4-FFF2-40B4-BE49-F238E27FC236}">
                    <a16:creationId xmlns:a16="http://schemas.microsoft.com/office/drawing/2014/main" id="{4E40AA29-3205-5707-2A1D-0C48609AF78D}"/>
                  </a:ext>
                </a:extLst>
              </p:cNvPr>
              <p:cNvSpPr/>
              <p:nvPr/>
            </p:nvSpPr>
            <p:spPr>
              <a:xfrm>
                <a:off x="7888499" y="2460590"/>
                <a:ext cx="3668" cy="1956"/>
              </a:xfrm>
              <a:custGeom>
                <a:avLst/>
                <a:gdLst/>
                <a:ahLst/>
                <a:cxnLst/>
                <a:rect l="l" t="t" r="r" b="b"/>
                <a:pathLst>
                  <a:path w="15" h="8" extrusionOk="0">
                    <a:moveTo>
                      <a:pt x="0" y="1"/>
                    </a:moveTo>
                    <a:cubicBezTo>
                      <a:pt x="7" y="1"/>
                      <a:pt x="7" y="1"/>
                      <a:pt x="7" y="8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2" name="Google Shape;8802;p72">
                <a:extLst>
                  <a:ext uri="{FF2B5EF4-FFF2-40B4-BE49-F238E27FC236}">
                    <a16:creationId xmlns:a16="http://schemas.microsoft.com/office/drawing/2014/main" id="{7B3422DB-A637-B43A-3409-2B4AF375CBBA}"/>
                  </a:ext>
                </a:extLst>
              </p:cNvPr>
              <p:cNvSpPr/>
              <p:nvPr/>
            </p:nvSpPr>
            <p:spPr>
              <a:xfrm>
                <a:off x="8039393" y="2544963"/>
                <a:ext cx="14185" cy="3668"/>
              </a:xfrm>
              <a:custGeom>
                <a:avLst/>
                <a:gdLst/>
                <a:ahLst/>
                <a:cxnLst/>
                <a:rect l="l" t="t" r="r" b="b"/>
                <a:pathLst>
                  <a:path w="58" h="15" extrusionOk="0">
                    <a:moveTo>
                      <a:pt x="1" y="1"/>
                    </a:moveTo>
                    <a:cubicBezTo>
                      <a:pt x="15" y="8"/>
                      <a:pt x="22" y="8"/>
                      <a:pt x="30" y="15"/>
                    </a:cubicBezTo>
                    <a:lnTo>
                      <a:pt x="58" y="8"/>
                    </a:lnTo>
                    <a:cubicBezTo>
                      <a:pt x="37" y="8"/>
                      <a:pt x="22" y="8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3" name="Google Shape;8803;p72">
                <a:extLst>
                  <a:ext uri="{FF2B5EF4-FFF2-40B4-BE49-F238E27FC236}">
                    <a16:creationId xmlns:a16="http://schemas.microsoft.com/office/drawing/2014/main" id="{24222BDA-77FE-B3D2-40B5-310957039F41}"/>
                  </a:ext>
                </a:extLst>
              </p:cNvPr>
              <p:cNvSpPr/>
              <p:nvPr/>
            </p:nvSpPr>
            <p:spPr>
              <a:xfrm>
                <a:off x="8183683" y="2587272"/>
                <a:ext cx="14185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58" h="87" extrusionOk="0">
                    <a:moveTo>
                      <a:pt x="58" y="0"/>
                    </a:moveTo>
                    <a:lnTo>
                      <a:pt x="58" y="0"/>
                    </a:lnTo>
                    <a:cubicBezTo>
                      <a:pt x="51" y="7"/>
                      <a:pt x="44" y="14"/>
                      <a:pt x="44" y="14"/>
                    </a:cubicBezTo>
                    <a:lnTo>
                      <a:pt x="44" y="21"/>
                    </a:lnTo>
                    <a:lnTo>
                      <a:pt x="58" y="0"/>
                    </a:lnTo>
                    <a:close/>
                    <a:moveTo>
                      <a:pt x="44" y="21"/>
                    </a:moveTo>
                    <a:lnTo>
                      <a:pt x="43" y="22"/>
                    </a:lnTo>
                    <a:lnTo>
                      <a:pt x="43" y="22"/>
                    </a:lnTo>
                    <a:cubicBezTo>
                      <a:pt x="44" y="22"/>
                      <a:pt x="44" y="21"/>
                      <a:pt x="44" y="21"/>
                    </a:cubicBezTo>
                    <a:lnTo>
                      <a:pt x="44" y="21"/>
                    </a:lnTo>
                    <a:close/>
                    <a:moveTo>
                      <a:pt x="43" y="22"/>
                    </a:moveTo>
                    <a:cubicBezTo>
                      <a:pt x="14" y="51"/>
                      <a:pt x="1" y="80"/>
                      <a:pt x="1" y="87"/>
                    </a:cubicBezTo>
                    <a:lnTo>
                      <a:pt x="29" y="44"/>
                    </a:lnTo>
                    <a:lnTo>
                      <a:pt x="43" y="2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4" name="Google Shape;8804;p72">
                <a:extLst>
                  <a:ext uri="{FF2B5EF4-FFF2-40B4-BE49-F238E27FC236}">
                    <a16:creationId xmlns:a16="http://schemas.microsoft.com/office/drawing/2014/main" id="{90DE480D-68E9-79BE-3937-232AD5E289B1}"/>
                  </a:ext>
                </a:extLst>
              </p:cNvPr>
              <p:cNvSpPr/>
              <p:nvPr/>
            </p:nvSpPr>
            <p:spPr>
              <a:xfrm>
                <a:off x="8190531" y="2587272"/>
                <a:ext cx="7337" cy="10761"/>
              </a:xfrm>
              <a:custGeom>
                <a:avLst/>
                <a:gdLst/>
                <a:ahLst/>
                <a:cxnLst/>
                <a:rect l="l" t="t" r="r" b="b"/>
                <a:pathLst>
                  <a:path w="30" h="44" extrusionOk="0">
                    <a:moveTo>
                      <a:pt x="30" y="0"/>
                    </a:moveTo>
                    <a:lnTo>
                      <a:pt x="30" y="0"/>
                    </a:lnTo>
                    <a:cubicBezTo>
                      <a:pt x="23" y="7"/>
                      <a:pt x="16" y="14"/>
                      <a:pt x="16" y="14"/>
                    </a:cubicBezTo>
                    <a:lnTo>
                      <a:pt x="16" y="21"/>
                    </a:lnTo>
                    <a:lnTo>
                      <a:pt x="30" y="0"/>
                    </a:lnTo>
                    <a:close/>
                    <a:moveTo>
                      <a:pt x="16" y="21"/>
                    </a:moveTo>
                    <a:lnTo>
                      <a:pt x="15" y="22"/>
                    </a:lnTo>
                    <a:lnTo>
                      <a:pt x="15" y="22"/>
                    </a:lnTo>
                    <a:cubicBezTo>
                      <a:pt x="16" y="22"/>
                      <a:pt x="16" y="21"/>
                      <a:pt x="16" y="21"/>
                    </a:cubicBezTo>
                    <a:lnTo>
                      <a:pt x="16" y="21"/>
                    </a:lnTo>
                    <a:close/>
                    <a:moveTo>
                      <a:pt x="15" y="22"/>
                    </a:moveTo>
                    <a:lnTo>
                      <a:pt x="15" y="22"/>
                    </a:lnTo>
                    <a:cubicBezTo>
                      <a:pt x="7" y="28"/>
                      <a:pt x="1" y="37"/>
                      <a:pt x="1" y="44"/>
                    </a:cubicBezTo>
                    <a:lnTo>
                      <a:pt x="15" y="2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5" name="Google Shape;8805;p72">
                <a:extLst>
                  <a:ext uri="{FF2B5EF4-FFF2-40B4-BE49-F238E27FC236}">
                    <a16:creationId xmlns:a16="http://schemas.microsoft.com/office/drawing/2014/main" id="{E3223C00-7943-2F39-2538-C3A9D1BEB9E2}"/>
                  </a:ext>
                </a:extLst>
              </p:cNvPr>
              <p:cNvSpPr/>
              <p:nvPr/>
            </p:nvSpPr>
            <p:spPr>
              <a:xfrm>
                <a:off x="8183683" y="2587272"/>
                <a:ext cx="14185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58" h="87" extrusionOk="0">
                    <a:moveTo>
                      <a:pt x="58" y="0"/>
                    </a:moveTo>
                    <a:lnTo>
                      <a:pt x="58" y="0"/>
                    </a:lnTo>
                    <a:cubicBezTo>
                      <a:pt x="51" y="7"/>
                      <a:pt x="44" y="14"/>
                      <a:pt x="44" y="14"/>
                    </a:cubicBezTo>
                    <a:lnTo>
                      <a:pt x="44" y="21"/>
                    </a:lnTo>
                    <a:lnTo>
                      <a:pt x="58" y="0"/>
                    </a:lnTo>
                    <a:close/>
                    <a:moveTo>
                      <a:pt x="44" y="21"/>
                    </a:moveTo>
                    <a:lnTo>
                      <a:pt x="43" y="22"/>
                    </a:lnTo>
                    <a:lnTo>
                      <a:pt x="43" y="22"/>
                    </a:lnTo>
                    <a:cubicBezTo>
                      <a:pt x="44" y="22"/>
                      <a:pt x="44" y="21"/>
                      <a:pt x="44" y="21"/>
                    </a:cubicBezTo>
                    <a:lnTo>
                      <a:pt x="44" y="21"/>
                    </a:lnTo>
                    <a:close/>
                    <a:moveTo>
                      <a:pt x="43" y="22"/>
                    </a:moveTo>
                    <a:cubicBezTo>
                      <a:pt x="14" y="51"/>
                      <a:pt x="1" y="80"/>
                      <a:pt x="1" y="87"/>
                    </a:cubicBezTo>
                    <a:lnTo>
                      <a:pt x="29" y="44"/>
                    </a:lnTo>
                    <a:lnTo>
                      <a:pt x="43" y="2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6" name="Google Shape;8806;p72">
                <a:extLst>
                  <a:ext uri="{FF2B5EF4-FFF2-40B4-BE49-F238E27FC236}">
                    <a16:creationId xmlns:a16="http://schemas.microsoft.com/office/drawing/2014/main" id="{F44D0A0B-9E08-DFD3-2927-8D0EBA640480}"/>
                  </a:ext>
                </a:extLst>
              </p:cNvPr>
              <p:cNvSpPr/>
              <p:nvPr/>
            </p:nvSpPr>
            <p:spPr>
              <a:xfrm>
                <a:off x="8012980" y="2578468"/>
                <a:ext cx="31793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9" extrusionOk="0">
                    <a:moveTo>
                      <a:pt x="59" y="0"/>
                    </a:moveTo>
                    <a:cubicBezTo>
                      <a:pt x="30" y="7"/>
                      <a:pt x="0" y="43"/>
                      <a:pt x="9" y="87"/>
                    </a:cubicBezTo>
                    <a:cubicBezTo>
                      <a:pt x="9" y="130"/>
                      <a:pt x="43" y="159"/>
                      <a:pt x="73" y="159"/>
                    </a:cubicBezTo>
                    <a:cubicBezTo>
                      <a:pt x="109" y="159"/>
                      <a:pt x="130" y="116"/>
                      <a:pt x="130" y="73"/>
                    </a:cubicBezTo>
                    <a:cubicBezTo>
                      <a:pt x="123" y="30"/>
                      <a:pt x="95" y="0"/>
                      <a:pt x="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7" name="Google Shape;8807;p72">
                <a:extLst>
                  <a:ext uri="{FF2B5EF4-FFF2-40B4-BE49-F238E27FC236}">
                    <a16:creationId xmlns:a16="http://schemas.microsoft.com/office/drawing/2014/main" id="{EF150BEC-2EC0-CC52-4F51-B5506878A924}"/>
                  </a:ext>
                </a:extLst>
              </p:cNvPr>
              <p:cNvSpPr/>
              <p:nvPr/>
            </p:nvSpPr>
            <p:spPr>
              <a:xfrm>
                <a:off x="7895102" y="2590696"/>
                <a:ext cx="25190" cy="35217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44" extrusionOk="0">
                    <a:moveTo>
                      <a:pt x="44" y="0"/>
                    </a:moveTo>
                    <a:cubicBezTo>
                      <a:pt x="44" y="0"/>
                      <a:pt x="37" y="0"/>
                      <a:pt x="37" y="7"/>
                    </a:cubicBezTo>
                    <a:cubicBezTo>
                      <a:pt x="23" y="7"/>
                      <a:pt x="17" y="14"/>
                      <a:pt x="8" y="30"/>
                    </a:cubicBezTo>
                    <a:cubicBezTo>
                      <a:pt x="1" y="43"/>
                      <a:pt x="1" y="57"/>
                      <a:pt x="1" y="80"/>
                    </a:cubicBezTo>
                    <a:cubicBezTo>
                      <a:pt x="1" y="116"/>
                      <a:pt x="30" y="143"/>
                      <a:pt x="51" y="143"/>
                    </a:cubicBezTo>
                    <a:cubicBezTo>
                      <a:pt x="80" y="137"/>
                      <a:pt x="103" y="109"/>
                      <a:pt x="103" y="66"/>
                    </a:cubicBezTo>
                    <a:cubicBezTo>
                      <a:pt x="94" y="30"/>
                      <a:pt x="73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8" name="Google Shape;8808;p72">
                <a:extLst>
                  <a:ext uri="{FF2B5EF4-FFF2-40B4-BE49-F238E27FC236}">
                    <a16:creationId xmlns:a16="http://schemas.microsoft.com/office/drawing/2014/main" id="{4C7036A8-33D3-3964-9095-18F41A86E0C2}"/>
                  </a:ext>
                </a:extLst>
              </p:cNvPr>
              <p:cNvSpPr/>
              <p:nvPr/>
            </p:nvSpPr>
            <p:spPr>
              <a:xfrm>
                <a:off x="7937411" y="2661129"/>
                <a:ext cx="12473" cy="22989"/>
              </a:xfrm>
              <a:custGeom>
                <a:avLst/>
                <a:gdLst/>
                <a:ahLst/>
                <a:cxnLst/>
                <a:rect l="l" t="t" r="r" b="b"/>
                <a:pathLst>
                  <a:path w="51" h="94" extrusionOk="0">
                    <a:moveTo>
                      <a:pt x="23" y="0"/>
                    </a:moveTo>
                    <a:lnTo>
                      <a:pt x="23" y="0"/>
                    </a:lnTo>
                    <a:cubicBezTo>
                      <a:pt x="1" y="71"/>
                      <a:pt x="51" y="94"/>
                      <a:pt x="51" y="94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9" name="Google Shape;8809;p72">
                <a:extLst>
                  <a:ext uri="{FF2B5EF4-FFF2-40B4-BE49-F238E27FC236}">
                    <a16:creationId xmlns:a16="http://schemas.microsoft.com/office/drawing/2014/main" id="{26080913-C1D5-00CD-0B9F-46F7AAB6A68E}"/>
                  </a:ext>
                </a:extLst>
              </p:cNvPr>
              <p:cNvSpPr/>
              <p:nvPr/>
            </p:nvSpPr>
            <p:spPr>
              <a:xfrm>
                <a:off x="7949639" y="2717133"/>
                <a:ext cx="61874" cy="15407"/>
              </a:xfrm>
              <a:custGeom>
                <a:avLst/>
                <a:gdLst/>
                <a:ahLst/>
                <a:cxnLst/>
                <a:rect l="l" t="t" r="r" b="b"/>
                <a:pathLst>
                  <a:path w="253" h="63" extrusionOk="0">
                    <a:moveTo>
                      <a:pt x="252" y="1"/>
                    </a:moveTo>
                    <a:lnTo>
                      <a:pt x="1" y="58"/>
                    </a:lnTo>
                    <a:cubicBezTo>
                      <a:pt x="1" y="58"/>
                      <a:pt x="22" y="63"/>
                      <a:pt x="55" y="63"/>
                    </a:cubicBezTo>
                    <a:cubicBezTo>
                      <a:pt x="104" y="63"/>
                      <a:pt x="179" y="52"/>
                      <a:pt x="2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0" name="Google Shape;8810;p72">
                <a:extLst>
                  <a:ext uri="{FF2B5EF4-FFF2-40B4-BE49-F238E27FC236}">
                    <a16:creationId xmlns:a16="http://schemas.microsoft.com/office/drawing/2014/main" id="{560A4324-40FF-9BEC-2A15-D754D68E9B75}"/>
                  </a:ext>
                </a:extLst>
              </p:cNvPr>
              <p:cNvSpPr/>
              <p:nvPr/>
            </p:nvSpPr>
            <p:spPr>
              <a:xfrm>
                <a:off x="8000752" y="2544963"/>
                <a:ext cx="52826" cy="7092"/>
              </a:xfrm>
              <a:custGeom>
                <a:avLst/>
                <a:gdLst/>
                <a:ahLst/>
                <a:cxnLst/>
                <a:rect l="l" t="t" r="r" b="b"/>
                <a:pathLst>
                  <a:path w="216" h="29" extrusionOk="0">
                    <a:moveTo>
                      <a:pt x="159" y="1"/>
                    </a:moveTo>
                    <a:cubicBezTo>
                      <a:pt x="50" y="1"/>
                      <a:pt x="0" y="29"/>
                      <a:pt x="0" y="29"/>
                    </a:cubicBezTo>
                    <a:lnTo>
                      <a:pt x="188" y="15"/>
                    </a:lnTo>
                    <a:lnTo>
                      <a:pt x="216" y="8"/>
                    </a:lnTo>
                    <a:cubicBezTo>
                      <a:pt x="195" y="8"/>
                      <a:pt x="180" y="8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1" name="Google Shape;8811;p72">
                <a:extLst>
                  <a:ext uri="{FF2B5EF4-FFF2-40B4-BE49-F238E27FC236}">
                    <a16:creationId xmlns:a16="http://schemas.microsoft.com/office/drawing/2014/main" id="{9E2E5C5F-9EA6-8E05-70FF-82F655B7586A}"/>
                  </a:ext>
                </a:extLst>
              </p:cNvPr>
              <p:cNvSpPr/>
              <p:nvPr/>
            </p:nvSpPr>
            <p:spPr>
              <a:xfrm>
                <a:off x="7891923" y="2551811"/>
                <a:ext cx="22989" cy="415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7" extrusionOk="0">
                    <a:moveTo>
                      <a:pt x="0" y="1"/>
                    </a:moveTo>
                    <a:lnTo>
                      <a:pt x="50" y="9"/>
                    </a:lnTo>
                    <a:lnTo>
                      <a:pt x="93" y="16"/>
                    </a:lnTo>
                    <a:cubicBezTo>
                      <a:pt x="86" y="9"/>
                      <a:pt x="73" y="9"/>
                      <a:pt x="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2" name="Google Shape;8812;p72">
                <a:extLst>
                  <a:ext uri="{FF2B5EF4-FFF2-40B4-BE49-F238E27FC236}">
                    <a16:creationId xmlns:a16="http://schemas.microsoft.com/office/drawing/2014/main" id="{0983AA9A-54AD-7929-96C3-00C863C314C6}"/>
                  </a:ext>
                </a:extLst>
              </p:cNvPr>
              <p:cNvSpPr/>
              <p:nvPr/>
            </p:nvSpPr>
            <p:spPr>
              <a:xfrm>
                <a:off x="7888499" y="2460590"/>
                <a:ext cx="3668" cy="3668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0" y="1"/>
                    </a:moveTo>
                    <a:cubicBezTo>
                      <a:pt x="0" y="1"/>
                      <a:pt x="7" y="8"/>
                      <a:pt x="7" y="15"/>
                    </a:cubicBezTo>
                    <a:lnTo>
                      <a:pt x="7" y="8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3" name="Google Shape;8813;p72">
                <a:extLst>
                  <a:ext uri="{FF2B5EF4-FFF2-40B4-BE49-F238E27FC236}">
                    <a16:creationId xmlns:a16="http://schemas.microsoft.com/office/drawing/2014/main" id="{C747FBB1-6EE8-841C-89CE-93BCA6969492}"/>
                  </a:ext>
                </a:extLst>
              </p:cNvPr>
              <p:cNvSpPr/>
              <p:nvPr/>
            </p:nvSpPr>
            <p:spPr>
              <a:xfrm>
                <a:off x="7995617" y="2792703"/>
                <a:ext cx="211302" cy="218394"/>
              </a:xfrm>
              <a:custGeom>
                <a:avLst/>
                <a:gdLst/>
                <a:ahLst/>
                <a:cxnLst/>
                <a:rect l="l" t="t" r="r" b="b"/>
                <a:pathLst>
                  <a:path w="864" h="893" extrusionOk="0">
                    <a:moveTo>
                      <a:pt x="727" y="1"/>
                    </a:moveTo>
                    <a:lnTo>
                      <a:pt x="366" y="266"/>
                    </a:lnTo>
                    <a:lnTo>
                      <a:pt x="1" y="534"/>
                    </a:lnTo>
                    <a:lnTo>
                      <a:pt x="187" y="691"/>
                    </a:lnTo>
                    <a:lnTo>
                      <a:pt x="425" y="892"/>
                    </a:lnTo>
                    <a:lnTo>
                      <a:pt x="568" y="691"/>
                    </a:lnTo>
                    <a:lnTo>
                      <a:pt x="863" y="275"/>
                    </a:lnTo>
                    <a:lnTo>
                      <a:pt x="727" y="8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4" name="Google Shape;8814;p72">
                <a:extLst>
                  <a:ext uri="{FF2B5EF4-FFF2-40B4-BE49-F238E27FC236}">
                    <a16:creationId xmlns:a16="http://schemas.microsoft.com/office/drawing/2014/main" id="{3D390790-288A-FC1D-FC8C-A7ACBA69513C}"/>
                  </a:ext>
                </a:extLst>
              </p:cNvPr>
              <p:cNvSpPr/>
              <p:nvPr/>
            </p:nvSpPr>
            <p:spPr>
              <a:xfrm>
                <a:off x="7912955" y="2815447"/>
                <a:ext cx="89754" cy="14282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584" extrusionOk="0">
                    <a:moveTo>
                      <a:pt x="366" y="1"/>
                    </a:moveTo>
                    <a:lnTo>
                      <a:pt x="194" y="146"/>
                    </a:lnTo>
                    <a:lnTo>
                      <a:pt x="173" y="196"/>
                    </a:lnTo>
                    <a:lnTo>
                      <a:pt x="0" y="570"/>
                    </a:lnTo>
                    <a:cubicBezTo>
                      <a:pt x="0" y="577"/>
                      <a:pt x="7" y="577"/>
                      <a:pt x="14" y="584"/>
                    </a:cubicBezTo>
                    <a:lnTo>
                      <a:pt x="339" y="441"/>
                    </a:lnTo>
                    <a:lnTo>
                      <a:pt x="345" y="311"/>
                    </a:lnTo>
                    <a:lnTo>
                      <a:pt x="359" y="159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5" name="Google Shape;8815;p72">
                <a:extLst>
                  <a:ext uri="{FF2B5EF4-FFF2-40B4-BE49-F238E27FC236}">
                    <a16:creationId xmlns:a16="http://schemas.microsoft.com/office/drawing/2014/main" id="{754DB7CA-3CE1-E4A8-1E87-FB4F5F9DBF46}"/>
                  </a:ext>
                </a:extLst>
              </p:cNvPr>
              <p:cNvSpPr/>
              <p:nvPr/>
            </p:nvSpPr>
            <p:spPr>
              <a:xfrm>
                <a:off x="7909531" y="2954846"/>
                <a:ext cx="7092" cy="684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14" y="0"/>
                    </a:moveTo>
                    <a:lnTo>
                      <a:pt x="1" y="28"/>
                    </a:lnTo>
                    <a:lnTo>
                      <a:pt x="1" y="28"/>
                    </a:lnTo>
                    <a:lnTo>
                      <a:pt x="28" y="14"/>
                    </a:lnTo>
                    <a:cubicBezTo>
                      <a:pt x="21" y="7"/>
                      <a:pt x="14" y="7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6" name="Google Shape;8816;p72">
                <a:extLst>
                  <a:ext uri="{FF2B5EF4-FFF2-40B4-BE49-F238E27FC236}">
                    <a16:creationId xmlns:a16="http://schemas.microsoft.com/office/drawing/2014/main" id="{C998C22B-DBA1-96E7-CF4B-6F122EA0A670}"/>
                  </a:ext>
                </a:extLst>
              </p:cNvPr>
              <p:cNvSpPr/>
              <p:nvPr/>
            </p:nvSpPr>
            <p:spPr>
              <a:xfrm>
                <a:off x="7832006" y="3355436"/>
                <a:ext cx="188313" cy="10198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17" extrusionOk="0">
                    <a:moveTo>
                      <a:pt x="713" y="1"/>
                    </a:moveTo>
                    <a:lnTo>
                      <a:pt x="266" y="79"/>
                    </a:lnTo>
                    <a:lnTo>
                      <a:pt x="259" y="79"/>
                    </a:lnTo>
                    <a:lnTo>
                      <a:pt x="0" y="130"/>
                    </a:lnTo>
                    <a:lnTo>
                      <a:pt x="0" y="317"/>
                    </a:lnTo>
                    <a:lnTo>
                      <a:pt x="36" y="317"/>
                    </a:lnTo>
                    <a:lnTo>
                      <a:pt x="202" y="330"/>
                    </a:lnTo>
                    <a:lnTo>
                      <a:pt x="216" y="330"/>
                    </a:lnTo>
                    <a:lnTo>
                      <a:pt x="447" y="353"/>
                    </a:lnTo>
                    <a:lnTo>
                      <a:pt x="547" y="417"/>
                    </a:lnTo>
                    <a:lnTo>
                      <a:pt x="770" y="417"/>
                    </a:lnTo>
                    <a:lnTo>
                      <a:pt x="756" y="251"/>
                    </a:lnTo>
                    <a:lnTo>
                      <a:pt x="740" y="251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7" name="Google Shape;8817;p72">
                <a:extLst>
                  <a:ext uri="{FF2B5EF4-FFF2-40B4-BE49-F238E27FC236}">
                    <a16:creationId xmlns:a16="http://schemas.microsoft.com/office/drawing/2014/main" id="{DB58C1DF-9FB2-08FB-E109-230E05485706}"/>
                  </a:ext>
                </a:extLst>
              </p:cNvPr>
              <p:cNvSpPr/>
              <p:nvPr/>
            </p:nvSpPr>
            <p:spPr>
              <a:xfrm>
                <a:off x="7638803" y="3353480"/>
                <a:ext cx="193449" cy="79483"/>
              </a:xfrm>
              <a:custGeom>
                <a:avLst/>
                <a:gdLst/>
                <a:ahLst/>
                <a:cxnLst/>
                <a:rect l="l" t="t" r="r" b="b"/>
                <a:pathLst>
                  <a:path w="791" h="325" extrusionOk="0">
                    <a:moveTo>
                      <a:pt x="288" y="0"/>
                    </a:moveTo>
                    <a:cubicBezTo>
                      <a:pt x="273" y="0"/>
                      <a:pt x="202" y="37"/>
                      <a:pt x="159" y="66"/>
                    </a:cubicBezTo>
                    <a:cubicBezTo>
                      <a:pt x="136" y="80"/>
                      <a:pt x="64" y="173"/>
                      <a:pt x="0" y="259"/>
                    </a:cubicBezTo>
                    <a:lnTo>
                      <a:pt x="554" y="302"/>
                    </a:lnTo>
                    <a:lnTo>
                      <a:pt x="561" y="302"/>
                    </a:lnTo>
                    <a:lnTo>
                      <a:pt x="790" y="325"/>
                    </a:lnTo>
                    <a:lnTo>
                      <a:pt x="790" y="138"/>
                    </a:lnTo>
                    <a:cubicBezTo>
                      <a:pt x="747" y="123"/>
                      <a:pt x="676" y="102"/>
                      <a:pt x="597" y="80"/>
                    </a:cubicBezTo>
                    <a:cubicBezTo>
                      <a:pt x="590" y="80"/>
                      <a:pt x="581" y="80"/>
                      <a:pt x="575" y="73"/>
                    </a:cubicBezTo>
                    <a:cubicBezTo>
                      <a:pt x="438" y="37"/>
                      <a:pt x="295" y="0"/>
                      <a:pt x="288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8" name="Google Shape;8818;p72">
                <a:extLst>
                  <a:ext uri="{FF2B5EF4-FFF2-40B4-BE49-F238E27FC236}">
                    <a16:creationId xmlns:a16="http://schemas.microsoft.com/office/drawing/2014/main" id="{3C03B57E-8C34-B408-5FA0-9AAE2199EDFC}"/>
                  </a:ext>
                </a:extLst>
              </p:cNvPr>
              <p:cNvSpPr/>
              <p:nvPr/>
            </p:nvSpPr>
            <p:spPr>
              <a:xfrm>
                <a:off x="7779181" y="2859712"/>
                <a:ext cx="596488" cy="597711"/>
              </a:xfrm>
              <a:custGeom>
                <a:avLst/>
                <a:gdLst/>
                <a:ahLst/>
                <a:cxnLst/>
                <a:rect l="l" t="t" r="r" b="b"/>
                <a:pathLst>
                  <a:path w="2439" h="2444" extrusionOk="0">
                    <a:moveTo>
                      <a:pt x="1748" y="1"/>
                    </a:moveTo>
                    <a:lnTo>
                      <a:pt x="1453" y="417"/>
                    </a:lnTo>
                    <a:lnTo>
                      <a:pt x="1310" y="618"/>
                    </a:lnTo>
                    <a:lnTo>
                      <a:pt x="1072" y="417"/>
                    </a:lnTo>
                    <a:lnTo>
                      <a:pt x="886" y="260"/>
                    </a:lnTo>
                    <a:lnTo>
                      <a:pt x="561" y="403"/>
                    </a:lnTo>
                    <a:lnTo>
                      <a:pt x="534" y="417"/>
                    </a:lnTo>
                    <a:lnTo>
                      <a:pt x="534" y="417"/>
                    </a:lnTo>
                    <a:lnTo>
                      <a:pt x="547" y="389"/>
                    </a:lnTo>
                    <a:lnTo>
                      <a:pt x="720" y="15"/>
                    </a:lnTo>
                    <a:lnTo>
                      <a:pt x="720" y="15"/>
                    </a:lnTo>
                    <a:cubicBezTo>
                      <a:pt x="648" y="72"/>
                      <a:pt x="511" y="194"/>
                      <a:pt x="461" y="237"/>
                    </a:cubicBezTo>
                    <a:cubicBezTo>
                      <a:pt x="454" y="244"/>
                      <a:pt x="447" y="251"/>
                      <a:pt x="447" y="260"/>
                    </a:cubicBezTo>
                    <a:lnTo>
                      <a:pt x="439" y="260"/>
                    </a:lnTo>
                    <a:cubicBezTo>
                      <a:pt x="368" y="337"/>
                      <a:pt x="266" y="568"/>
                      <a:pt x="189" y="805"/>
                    </a:cubicBezTo>
                    <a:cubicBezTo>
                      <a:pt x="94" y="1086"/>
                      <a:pt x="30" y="1617"/>
                      <a:pt x="1" y="2092"/>
                    </a:cubicBezTo>
                    <a:cubicBezTo>
                      <a:pt x="7" y="2099"/>
                      <a:pt x="16" y="2099"/>
                      <a:pt x="23" y="2099"/>
                    </a:cubicBezTo>
                    <a:cubicBezTo>
                      <a:pt x="102" y="2121"/>
                      <a:pt x="173" y="2142"/>
                      <a:pt x="216" y="2157"/>
                    </a:cubicBezTo>
                    <a:lnTo>
                      <a:pt x="475" y="2106"/>
                    </a:lnTo>
                    <a:lnTo>
                      <a:pt x="482" y="2106"/>
                    </a:lnTo>
                    <a:lnTo>
                      <a:pt x="929" y="2028"/>
                    </a:lnTo>
                    <a:lnTo>
                      <a:pt x="913" y="1833"/>
                    </a:lnTo>
                    <a:lnTo>
                      <a:pt x="936" y="1833"/>
                    </a:lnTo>
                    <a:lnTo>
                      <a:pt x="922" y="1717"/>
                    </a:lnTo>
                    <a:lnTo>
                      <a:pt x="856" y="1717"/>
                    </a:lnTo>
                    <a:lnTo>
                      <a:pt x="856" y="1524"/>
                    </a:lnTo>
                    <a:lnTo>
                      <a:pt x="942" y="1524"/>
                    </a:lnTo>
                    <a:lnTo>
                      <a:pt x="979" y="1388"/>
                    </a:lnTo>
                    <a:lnTo>
                      <a:pt x="1560" y="1388"/>
                    </a:lnTo>
                    <a:lnTo>
                      <a:pt x="1560" y="1395"/>
                    </a:lnTo>
                    <a:lnTo>
                      <a:pt x="1596" y="1524"/>
                    </a:lnTo>
                    <a:lnTo>
                      <a:pt x="1683" y="1524"/>
                    </a:lnTo>
                    <a:lnTo>
                      <a:pt x="1683" y="1717"/>
                    </a:lnTo>
                    <a:lnTo>
                      <a:pt x="1619" y="1717"/>
                    </a:lnTo>
                    <a:lnTo>
                      <a:pt x="1612" y="1833"/>
                    </a:lnTo>
                    <a:lnTo>
                      <a:pt x="1626" y="1833"/>
                    </a:lnTo>
                    <a:lnTo>
                      <a:pt x="1589" y="2278"/>
                    </a:lnTo>
                    <a:lnTo>
                      <a:pt x="1569" y="2278"/>
                    </a:lnTo>
                    <a:lnTo>
                      <a:pt x="1560" y="2444"/>
                    </a:lnTo>
                    <a:lnTo>
                      <a:pt x="2057" y="2444"/>
                    </a:lnTo>
                    <a:cubicBezTo>
                      <a:pt x="2093" y="2444"/>
                      <a:pt x="2157" y="2401"/>
                      <a:pt x="2164" y="2350"/>
                    </a:cubicBezTo>
                    <a:cubicBezTo>
                      <a:pt x="2179" y="2300"/>
                      <a:pt x="2423" y="870"/>
                      <a:pt x="2431" y="734"/>
                    </a:cubicBezTo>
                    <a:cubicBezTo>
                      <a:pt x="2438" y="575"/>
                      <a:pt x="2423" y="482"/>
                      <a:pt x="2388" y="417"/>
                    </a:cubicBezTo>
                    <a:lnTo>
                      <a:pt x="2380" y="417"/>
                    </a:lnTo>
                    <a:cubicBezTo>
                      <a:pt x="2373" y="403"/>
                      <a:pt x="2366" y="396"/>
                      <a:pt x="2366" y="389"/>
                    </a:cubicBezTo>
                    <a:cubicBezTo>
                      <a:pt x="2345" y="360"/>
                      <a:pt x="2323" y="337"/>
                      <a:pt x="2293" y="317"/>
                    </a:cubicBezTo>
                    <a:cubicBezTo>
                      <a:pt x="2186" y="260"/>
                      <a:pt x="1748" y="1"/>
                      <a:pt x="17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9" name="Google Shape;8819;p72">
                <a:extLst>
                  <a:ext uri="{FF2B5EF4-FFF2-40B4-BE49-F238E27FC236}">
                    <a16:creationId xmlns:a16="http://schemas.microsoft.com/office/drawing/2014/main" id="{42A9ADD8-1BA6-AF60-B932-6EB53F02FFAC}"/>
                  </a:ext>
                </a:extLst>
              </p:cNvPr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0" name="Google Shape;8820;p72">
                <a:extLst>
                  <a:ext uri="{FF2B5EF4-FFF2-40B4-BE49-F238E27FC236}">
                    <a16:creationId xmlns:a16="http://schemas.microsoft.com/office/drawing/2014/main" id="{6DDF1452-3595-6529-6BA0-1B61F683CB9F}"/>
                  </a:ext>
                </a:extLst>
              </p:cNvPr>
              <p:cNvSpPr/>
              <p:nvPr/>
            </p:nvSpPr>
            <p:spPr>
              <a:xfrm>
                <a:off x="8357565" y="2952645"/>
                <a:ext cx="5870" cy="9049"/>
              </a:xfrm>
              <a:custGeom>
                <a:avLst/>
                <a:gdLst/>
                <a:ahLst/>
                <a:cxnLst/>
                <a:rect l="l" t="t" r="r" b="b"/>
                <a:pathLst>
                  <a:path w="24" h="37" extrusionOk="0">
                    <a:moveTo>
                      <a:pt x="1" y="0"/>
                    </a:moveTo>
                    <a:lnTo>
                      <a:pt x="1" y="9"/>
                    </a:lnTo>
                    <a:cubicBezTo>
                      <a:pt x="1" y="16"/>
                      <a:pt x="8" y="23"/>
                      <a:pt x="15" y="37"/>
                    </a:cubicBezTo>
                    <a:lnTo>
                      <a:pt x="23" y="37"/>
                    </a:lnTo>
                    <a:cubicBezTo>
                      <a:pt x="15" y="23"/>
                      <a:pt x="8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1" name="Google Shape;8821;p72">
                <a:extLst>
                  <a:ext uri="{FF2B5EF4-FFF2-40B4-BE49-F238E27FC236}">
                    <a16:creationId xmlns:a16="http://schemas.microsoft.com/office/drawing/2014/main" id="{67D98A3D-A34B-000C-9064-C2F972CCEE5C}"/>
                  </a:ext>
                </a:extLst>
              </p:cNvPr>
              <p:cNvSpPr/>
              <p:nvPr/>
            </p:nvSpPr>
            <p:spPr>
              <a:xfrm>
                <a:off x="8357565" y="2952645"/>
                <a:ext cx="5870" cy="9049"/>
              </a:xfrm>
              <a:custGeom>
                <a:avLst/>
                <a:gdLst/>
                <a:ahLst/>
                <a:cxnLst/>
                <a:rect l="l" t="t" r="r" b="b"/>
                <a:pathLst>
                  <a:path w="24" h="37" fill="none" extrusionOk="0">
                    <a:moveTo>
                      <a:pt x="23" y="37"/>
                    </a:moveTo>
                    <a:cubicBezTo>
                      <a:pt x="15" y="23"/>
                      <a:pt x="8" y="16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2" name="Google Shape;8822;p72">
                <a:extLst>
                  <a:ext uri="{FF2B5EF4-FFF2-40B4-BE49-F238E27FC236}">
                    <a16:creationId xmlns:a16="http://schemas.microsoft.com/office/drawing/2014/main" id="{659E99F6-0EC7-6ABD-A6D9-C07843210A4A}"/>
                  </a:ext>
                </a:extLst>
              </p:cNvPr>
              <p:cNvSpPr/>
              <p:nvPr/>
            </p:nvSpPr>
            <p:spPr>
              <a:xfrm>
                <a:off x="7631467" y="3619317"/>
                <a:ext cx="337741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5183" extrusionOk="0">
                    <a:moveTo>
                      <a:pt x="1195" y="0"/>
                    </a:moveTo>
                    <a:lnTo>
                      <a:pt x="1188" y="35"/>
                    </a:lnTo>
                    <a:lnTo>
                      <a:pt x="1151" y="186"/>
                    </a:lnTo>
                    <a:lnTo>
                      <a:pt x="950" y="1049"/>
                    </a:lnTo>
                    <a:lnTo>
                      <a:pt x="886" y="1344"/>
                    </a:lnTo>
                    <a:lnTo>
                      <a:pt x="856" y="1458"/>
                    </a:lnTo>
                    <a:lnTo>
                      <a:pt x="856" y="1473"/>
                    </a:lnTo>
                    <a:lnTo>
                      <a:pt x="784" y="1775"/>
                    </a:lnTo>
                    <a:lnTo>
                      <a:pt x="1" y="5182"/>
                    </a:lnTo>
                    <a:lnTo>
                      <a:pt x="189" y="5182"/>
                    </a:lnTo>
                    <a:lnTo>
                      <a:pt x="972" y="1775"/>
                    </a:lnTo>
                    <a:lnTo>
                      <a:pt x="1043" y="1473"/>
                    </a:lnTo>
                    <a:lnTo>
                      <a:pt x="1043" y="1444"/>
                    </a:lnTo>
                    <a:lnTo>
                      <a:pt x="1072" y="1344"/>
                    </a:lnTo>
                    <a:lnTo>
                      <a:pt x="1151" y="977"/>
                    </a:lnTo>
                    <a:lnTo>
                      <a:pt x="1338" y="200"/>
                    </a:lnTo>
                    <a:lnTo>
                      <a:pt x="1374" y="35"/>
                    </a:lnTo>
                    <a:lnTo>
                      <a:pt x="138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3" name="Google Shape;8823;p72">
                <a:extLst>
                  <a:ext uri="{FF2B5EF4-FFF2-40B4-BE49-F238E27FC236}">
                    <a16:creationId xmlns:a16="http://schemas.microsoft.com/office/drawing/2014/main" id="{6CFC7FC8-D38E-7D5B-A3C5-B48D878AF1FF}"/>
                  </a:ext>
                </a:extLst>
              </p:cNvPr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4" name="Google Shape;8824;p72">
                <a:extLst>
                  <a:ext uri="{FF2B5EF4-FFF2-40B4-BE49-F238E27FC236}">
                    <a16:creationId xmlns:a16="http://schemas.microsoft.com/office/drawing/2014/main" id="{E867DC41-3CAC-2F52-BAA1-EE9E508C4B6D}"/>
                  </a:ext>
                </a:extLst>
              </p:cNvPr>
              <p:cNvSpPr/>
              <p:nvPr/>
            </p:nvSpPr>
            <p:spPr>
              <a:xfrm>
                <a:off x="7677444" y="3619317"/>
                <a:ext cx="381762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5183" extrusionOk="0">
                    <a:moveTo>
                      <a:pt x="1193" y="0"/>
                    </a:moveTo>
                    <a:lnTo>
                      <a:pt x="1186" y="35"/>
                    </a:lnTo>
                    <a:lnTo>
                      <a:pt x="1150" y="200"/>
                    </a:lnTo>
                    <a:lnTo>
                      <a:pt x="963" y="977"/>
                    </a:lnTo>
                    <a:lnTo>
                      <a:pt x="884" y="1344"/>
                    </a:lnTo>
                    <a:lnTo>
                      <a:pt x="855" y="1444"/>
                    </a:lnTo>
                    <a:lnTo>
                      <a:pt x="855" y="1473"/>
                    </a:lnTo>
                    <a:lnTo>
                      <a:pt x="784" y="1775"/>
                    </a:lnTo>
                    <a:lnTo>
                      <a:pt x="1" y="5182"/>
                    </a:lnTo>
                    <a:lnTo>
                      <a:pt x="367" y="5182"/>
                    </a:lnTo>
                    <a:lnTo>
                      <a:pt x="439" y="4851"/>
                    </a:lnTo>
                    <a:lnTo>
                      <a:pt x="1150" y="1775"/>
                    </a:lnTo>
                    <a:lnTo>
                      <a:pt x="1186" y="1617"/>
                    </a:lnTo>
                    <a:lnTo>
                      <a:pt x="1222" y="1473"/>
                    </a:lnTo>
                    <a:lnTo>
                      <a:pt x="1236" y="1415"/>
                    </a:lnTo>
                    <a:lnTo>
                      <a:pt x="1252" y="1344"/>
                    </a:lnTo>
                    <a:lnTo>
                      <a:pt x="1365" y="840"/>
                    </a:lnTo>
                    <a:lnTo>
                      <a:pt x="1517" y="200"/>
                    </a:lnTo>
                    <a:lnTo>
                      <a:pt x="1553" y="35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5" name="Google Shape;8825;p72">
                <a:extLst>
                  <a:ext uri="{FF2B5EF4-FFF2-40B4-BE49-F238E27FC236}">
                    <a16:creationId xmlns:a16="http://schemas.microsoft.com/office/drawing/2014/main" id="{3FE0D321-4A3F-FC46-E4D8-CDFA50A1E9C8}"/>
                  </a:ext>
                </a:extLst>
              </p:cNvPr>
              <p:cNvSpPr/>
              <p:nvPr/>
            </p:nvSpPr>
            <p:spPr>
              <a:xfrm>
                <a:off x="8104446" y="3619317"/>
                <a:ext cx="337741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5183" extrusionOk="0">
                    <a:moveTo>
                      <a:pt x="1" y="0"/>
                    </a:moveTo>
                    <a:lnTo>
                      <a:pt x="8" y="35"/>
                    </a:lnTo>
                    <a:lnTo>
                      <a:pt x="37" y="157"/>
                    </a:lnTo>
                    <a:lnTo>
                      <a:pt x="44" y="186"/>
                    </a:lnTo>
                    <a:lnTo>
                      <a:pt x="259" y="1121"/>
                    </a:lnTo>
                    <a:lnTo>
                      <a:pt x="309" y="1344"/>
                    </a:lnTo>
                    <a:lnTo>
                      <a:pt x="339" y="1466"/>
                    </a:lnTo>
                    <a:lnTo>
                      <a:pt x="339" y="1473"/>
                    </a:lnTo>
                    <a:lnTo>
                      <a:pt x="411" y="1775"/>
                    </a:lnTo>
                    <a:lnTo>
                      <a:pt x="1194" y="5182"/>
                    </a:lnTo>
                    <a:lnTo>
                      <a:pt x="1381" y="5182"/>
                    </a:lnTo>
                    <a:lnTo>
                      <a:pt x="598" y="1775"/>
                    </a:lnTo>
                    <a:lnTo>
                      <a:pt x="525" y="1473"/>
                    </a:lnTo>
                    <a:lnTo>
                      <a:pt x="504" y="1380"/>
                    </a:lnTo>
                    <a:lnTo>
                      <a:pt x="497" y="1344"/>
                    </a:lnTo>
                    <a:lnTo>
                      <a:pt x="389" y="870"/>
                    </a:lnTo>
                    <a:lnTo>
                      <a:pt x="223" y="157"/>
                    </a:lnTo>
                    <a:lnTo>
                      <a:pt x="196" y="35"/>
                    </a:lnTo>
                    <a:lnTo>
                      <a:pt x="18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6" name="Google Shape;8826;p72">
                <a:extLst>
                  <a:ext uri="{FF2B5EF4-FFF2-40B4-BE49-F238E27FC236}">
                    <a16:creationId xmlns:a16="http://schemas.microsoft.com/office/drawing/2014/main" id="{E93FAE29-22AE-FB3F-0774-8C1B93FBDE6D}"/>
                  </a:ext>
                </a:extLst>
              </p:cNvPr>
              <p:cNvSpPr/>
              <p:nvPr/>
            </p:nvSpPr>
            <p:spPr>
              <a:xfrm>
                <a:off x="8149934" y="3619317"/>
                <a:ext cx="383963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570" h="5183" extrusionOk="0">
                    <a:moveTo>
                      <a:pt x="1" y="0"/>
                    </a:moveTo>
                    <a:lnTo>
                      <a:pt x="10" y="35"/>
                    </a:lnTo>
                    <a:lnTo>
                      <a:pt x="37" y="157"/>
                    </a:lnTo>
                    <a:lnTo>
                      <a:pt x="203" y="870"/>
                    </a:lnTo>
                    <a:lnTo>
                      <a:pt x="311" y="1344"/>
                    </a:lnTo>
                    <a:lnTo>
                      <a:pt x="318" y="1380"/>
                    </a:lnTo>
                    <a:lnTo>
                      <a:pt x="339" y="1473"/>
                    </a:lnTo>
                    <a:lnTo>
                      <a:pt x="412" y="1775"/>
                    </a:lnTo>
                    <a:lnTo>
                      <a:pt x="1195" y="5182"/>
                    </a:lnTo>
                    <a:lnTo>
                      <a:pt x="1569" y="5182"/>
                    </a:lnTo>
                    <a:lnTo>
                      <a:pt x="700" y="1430"/>
                    </a:lnTo>
                    <a:lnTo>
                      <a:pt x="527" y="682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7" name="Google Shape;8827;p72">
                <a:extLst>
                  <a:ext uri="{FF2B5EF4-FFF2-40B4-BE49-F238E27FC236}">
                    <a16:creationId xmlns:a16="http://schemas.microsoft.com/office/drawing/2014/main" id="{A752137C-4F12-08DE-6A5B-7BC872DE90D7}"/>
                  </a:ext>
                </a:extLst>
              </p:cNvPr>
              <p:cNvSpPr/>
              <p:nvPr/>
            </p:nvSpPr>
            <p:spPr>
              <a:xfrm>
                <a:off x="7839098" y="3531030"/>
                <a:ext cx="84619" cy="88532"/>
              </a:xfrm>
              <a:custGeom>
                <a:avLst/>
                <a:gdLst/>
                <a:ahLst/>
                <a:cxnLst/>
                <a:rect l="l" t="t" r="r" b="b"/>
                <a:pathLst>
                  <a:path w="346" h="362" extrusionOk="0">
                    <a:moveTo>
                      <a:pt x="1" y="1"/>
                    </a:moveTo>
                    <a:lnTo>
                      <a:pt x="1" y="232"/>
                    </a:lnTo>
                    <a:cubicBezTo>
                      <a:pt x="1" y="246"/>
                      <a:pt x="1" y="259"/>
                      <a:pt x="7" y="275"/>
                    </a:cubicBezTo>
                    <a:cubicBezTo>
                      <a:pt x="14" y="289"/>
                      <a:pt x="14" y="296"/>
                      <a:pt x="21" y="309"/>
                    </a:cubicBezTo>
                    <a:cubicBezTo>
                      <a:pt x="51" y="339"/>
                      <a:pt x="87" y="361"/>
                      <a:pt x="130" y="361"/>
                    </a:cubicBezTo>
                    <a:lnTo>
                      <a:pt x="346" y="361"/>
                    </a:lnTo>
                    <a:lnTo>
                      <a:pt x="346" y="352"/>
                    </a:lnTo>
                    <a:cubicBezTo>
                      <a:pt x="309" y="339"/>
                      <a:pt x="280" y="309"/>
                      <a:pt x="273" y="275"/>
                    </a:cubicBezTo>
                    <a:cubicBezTo>
                      <a:pt x="266" y="259"/>
                      <a:pt x="266" y="246"/>
                      <a:pt x="266" y="232"/>
                    </a:cubicBez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8" name="Google Shape;8828;p72">
                <a:extLst>
                  <a:ext uri="{FF2B5EF4-FFF2-40B4-BE49-F238E27FC236}">
                    <a16:creationId xmlns:a16="http://schemas.microsoft.com/office/drawing/2014/main" id="{5981F783-F597-A158-E47F-176AC6FBCE84}"/>
                  </a:ext>
                </a:extLst>
              </p:cNvPr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9" name="Google Shape;8829;p72">
                <a:extLst>
                  <a:ext uri="{FF2B5EF4-FFF2-40B4-BE49-F238E27FC236}">
                    <a16:creationId xmlns:a16="http://schemas.microsoft.com/office/drawing/2014/main" id="{162140B9-3C60-B915-FFF3-5F418ABB64E3}"/>
                  </a:ext>
                </a:extLst>
              </p:cNvPr>
              <p:cNvSpPr/>
              <p:nvPr/>
            </p:nvSpPr>
            <p:spPr>
              <a:xfrm>
                <a:off x="7904151" y="3531030"/>
                <a:ext cx="388854" cy="88532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362" extrusionOk="0">
                    <a:moveTo>
                      <a:pt x="0" y="1"/>
                    </a:moveTo>
                    <a:lnTo>
                      <a:pt x="0" y="232"/>
                    </a:lnTo>
                    <a:cubicBezTo>
                      <a:pt x="0" y="246"/>
                      <a:pt x="0" y="259"/>
                      <a:pt x="7" y="275"/>
                    </a:cubicBezTo>
                    <a:cubicBezTo>
                      <a:pt x="14" y="309"/>
                      <a:pt x="43" y="339"/>
                      <a:pt x="80" y="352"/>
                    </a:cubicBezTo>
                    <a:cubicBezTo>
                      <a:pt x="93" y="361"/>
                      <a:pt x="109" y="361"/>
                      <a:pt x="130" y="361"/>
                    </a:cubicBezTo>
                    <a:lnTo>
                      <a:pt x="1460" y="361"/>
                    </a:lnTo>
                    <a:cubicBezTo>
                      <a:pt x="1532" y="361"/>
                      <a:pt x="1589" y="302"/>
                      <a:pt x="1589" y="232"/>
                    </a:cubicBezTo>
                    <a:lnTo>
                      <a:pt x="15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0" name="Google Shape;8830;p72">
                <a:extLst>
                  <a:ext uri="{FF2B5EF4-FFF2-40B4-BE49-F238E27FC236}">
                    <a16:creationId xmlns:a16="http://schemas.microsoft.com/office/drawing/2014/main" id="{CBAD29E1-D263-2130-9228-9A3E2F8FA446}"/>
                  </a:ext>
                </a:extLst>
              </p:cNvPr>
              <p:cNvSpPr/>
              <p:nvPr/>
            </p:nvSpPr>
            <p:spPr>
              <a:xfrm>
                <a:off x="6278071" y="3457173"/>
                <a:ext cx="1311589" cy="74102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303" extrusionOk="0">
                    <a:moveTo>
                      <a:pt x="1" y="1"/>
                    </a:moveTo>
                    <a:lnTo>
                      <a:pt x="1" y="303"/>
                    </a:lnTo>
                    <a:lnTo>
                      <a:pt x="5362" y="303"/>
                    </a:lnTo>
                    <a:lnTo>
                      <a:pt x="536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1" name="Google Shape;8831;p72">
                <a:extLst>
                  <a:ext uri="{FF2B5EF4-FFF2-40B4-BE49-F238E27FC236}">
                    <a16:creationId xmlns:a16="http://schemas.microsoft.com/office/drawing/2014/main" id="{12911ED8-F8FF-3901-75B8-F73ECED7DE8C}"/>
                  </a:ext>
                </a:extLst>
              </p:cNvPr>
              <p:cNvSpPr/>
              <p:nvPr/>
            </p:nvSpPr>
            <p:spPr>
              <a:xfrm>
                <a:off x="7589402" y="3457173"/>
                <a:ext cx="1086591" cy="74102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303" extrusionOk="0">
                    <a:moveTo>
                      <a:pt x="0" y="1"/>
                    </a:moveTo>
                    <a:lnTo>
                      <a:pt x="0" y="303"/>
                    </a:lnTo>
                    <a:lnTo>
                      <a:pt x="4442" y="303"/>
                    </a:lnTo>
                    <a:lnTo>
                      <a:pt x="444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2" name="Google Shape;8832;p72">
                <a:extLst>
                  <a:ext uri="{FF2B5EF4-FFF2-40B4-BE49-F238E27FC236}">
                    <a16:creationId xmlns:a16="http://schemas.microsoft.com/office/drawing/2014/main" id="{831CC7FE-AB47-E516-2BC6-FC314D644C0A}"/>
                  </a:ext>
                </a:extLst>
              </p:cNvPr>
              <p:cNvSpPr/>
              <p:nvPr/>
            </p:nvSpPr>
            <p:spPr>
              <a:xfrm>
                <a:off x="7126939" y="3416821"/>
                <a:ext cx="503065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166" extrusionOk="0">
                    <a:moveTo>
                      <a:pt x="1" y="0"/>
                    </a:moveTo>
                    <a:lnTo>
                      <a:pt x="123" y="166"/>
                    </a:lnTo>
                    <a:lnTo>
                      <a:pt x="2057" y="166"/>
                    </a:lnTo>
                    <a:lnTo>
                      <a:pt x="205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3" name="Google Shape;8833;p72">
                <a:extLst>
                  <a:ext uri="{FF2B5EF4-FFF2-40B4-BE49-F238E27FC236}">
                    <a16:creationId xmlns:a16="http://schemas.microsoft.com/office/drawing/2014/main" id="{15D96642-D8FF-C63A-93DE-964A3F8A7DEF}"/>
                  </a:ext>
                </a:extLst>
              </p:cNvPr>
              <p:cNvSpPr/>
              <p:nvPr/>
            </p:nvSpPr>
            <p:spPr>
              <a:xfrm>
                <a:off x="7629755" y="3416821"/>
                <a:ext cx="336273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66" extrusionOk="0">
                    <a:moveTo>
                      <a:pt x="1" y="0"/>
                    </a:moveTo>
                    <a:lnTo>
                      <a:pt x="1" y="166"/>
                    </a:lnTo>
                    <a:lnTo>
                      <a:pt x="1374" y="166"/>
                    </a:lnTo>
                    <a:lnTo>
                      <a:pt x="1274" y="102"/>
                    </a:lnTo>
                    <a:lnTo>
                      <a:pt x="1043" y="79"/>
                    </a:lnTo>
                    <a:lnTo>
                      <a:pt x="1029" y="79"/>
                    </a:lnTo>
                    <a:lnTo>
                      <a:pt x="863" y="66"/>
                    </a:lnTo>
                    <a:lnTo>
                      <a:pt x="827" y="66"/>
                    </a:lnTo>
                    <a:lnTo>
                      <a:pt x="598" y="43"/>
                    </a:lnTo>
                    <a:lnTo>
                      <a:pt x="591" y="43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4" name="Google Shape;8834;p72">
                <a:extLst>
                  <a:ext uri="{FF2B5EF4-FFF2-40B4-BE49-F238E27FC236}">
                    <a16:creationId xmlns:a16="http://schemas.microsoft.com/office/drawing/2014/main" id="{857D4615-ED81-7747-DB3D-56F0FDC7BEF7}"/>
                  </a:ext>
                </a:extLst>
              </p:cNvPr>
              <p:cNvSpPr/>
              <p:nvPr/>
            </p:nvSpPr>
            <p:spPr>
              <a:xfrm>
                <a:off x="6838848" y="2815447"/>
                <a:ext cx="140623" cy="104184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26" extrusionOk="0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5" name="Google Shape;8835;p72">
                <a:extLst>
                  <a:ext uri="{FF2B5EF4-FFF2-40B4-BE49-F238E27FC236}">
                    <a16:creationId xmlns:a16="http://schemas.microsoft.com/office/drawing/2014/main" id="{89E5F36D-1257-8237-9347-A2ADEA48DEAF}"/>
                  </a:ext>
                </a:extLst>
              </p:cNvPr>
              <p:cNvSpPr/>
              <p:nvPr/>
            </p:nvSpPr>
            <p:spPr>
              <a:xfrm>
                <a:off x="7337995" y="2610016"/>
                <a:ext cx="176085" cy="65591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2682" extrusionOk="0">
                    <a:moveTo>
                      <a:pt x="0" y="1"/>
                    </a:moveTo>
                    <a:cubicBezTo>
                      <a:pt x="66" y="1"/>
                      <a:pt x="129" y="51"/>
                      <a:pt x="138" y="116"/>
                    </a:cubicBezTo>
                    <a:lnTo>
                      <a:pt x="569" y="2566"/>
                    </a:lnTo>
                    <a:cubicBezTo>
                      <a:pt x="583" y="2625"/>
                      <a:pt x="540" y="2681"/>
                      <a:pt x="475" y="2681"/>
                    </a:cubicBezTo>
                    <a:lnTo>
                      <a:pt x="613" y="2681"/>
                    </a:lnTo>
                    <a:cubicBezTo>
                      <a:pt x="676" y="2681"/>
                      <a:pt x="719" y="2625"/>
                      <a:pt x="713" y="2566"/>
                    </a:cubicBezTo>
                    <a:lnTo>
                      <a:pt x="281" y="116"/>
                    </a:lnTo>
                    <a:cubicBezTo>
                      <a:pt x="268" y="51"/>
                      <a:pt x="209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6" name="Google Shape;8836;p72">
                <a:extLst>
                  <a:ext uri="{FF2B5EF4-FFF2-40B4-BE49-F238E27FC236}">
                    <a16:creationId xmlns:a16="http://schemas.microsoft.com/office/drawing/2014/main" id="{413DF8D8-5A74-B0B1-71FF-D58BFA038CC0}"/>
                  </a:ext>
                </a:extLst>
              </p:cNvPr>
              <p:cNvSpPr/>
              <p:nvPr/>
            </p:nvSpPr>
            <p:spPr>
              <a:xfrm>
                <a:off x="6436302" y="2610016"/>
                <a:ext cx="1044526" cy="655917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82" extrusionOk="0">
                    <a:moveTo>
                      <a:pt x="2005" y="841"/>
                    </a:moveTo>
                    <a:cubicBezTo>
                      <a:pt x="2084" y="841"/>
                      <a:pt x="2171" y="899"/>
                      <a:pt x="2193" y="979"/>
                    </a:cubicBezTo>
                    <a:cubicBezTo>
                      <a:pt x="2200" y="1013"/>
                      <a:pt x="2221" y="1100"/>
                      <a:pt x="2071" y="1215"/>
                    </a:cubicBezTo>
                    <a:lnTo>
                      <a:pt x="2005" y="1265"/>
                    </a:lnTo>
                    <a:lnTo>
                      <a:pt x="1919" y="1215"/>
                    </a:lnTo>
                    <a:cubicBezTo>
                      <a:pt x="1703" y="1100"/>
                      <a:pt x="1676" y="1013"/>
                      <a:pt x="1669" y="979"/>
                    </a:cubicBezTo>
                    <a:cubicBezTo>
                      <a:pt x="1646" y="899"/>
                      <a:pt x="1696" y="841"/>
                      <a:pt x="1769" y="841"/>
                    </a:cubicBezTo>
                    <a:cubicBezTo>
                      <a:pt x="1819" y="841"/>
                      <a:pt x="1869" y="863"/>
                      <a:pt x="1905" y="899"/>
                    </a:cubicBezTo>
                    <a:cubicBezTo>
                      <a:pt x="1927" y="863"/>
                      <a:pt x="1962" y="841"/>
                      <a:pt x="2005" y="841"/>
                    </a:cubicBezTo>
                    <a:close/>
                    <a:moveTo>
                      <a:pt x="107" y="1"/>
                    </a:moveTo>
                    <a:cubicBezTo>
                      <a:pt x="44" y="1"/>
                      <a:pt x="1" y="51"/>
                      <a:pt x="14" y="116"/>
                    </a:cubicBezTo>
                    <a:lnTo>
                      <a:pt x="439" y="2566"/>
                    </a:lnTo>
                    <a:cubicBezTo>
                      <a:pt x="453" y="2625"/>
                      <a:pt x="518" y="2681"/>
                      <a:pt x="582" y="2681"/>
                    </a:cubicBezTo>
                    <a:lnTo>
                      <a:pt x="1301" y="2681"/>
                    </a:lnTo>
                    <a:cubicBezTo>
                      <a:pt x="1331" y="2445"/>
                      <a:pt x="1374" y="2171"/>
                      <a:pt x="1410" y="1962"/>
                    </a:cubicBezTo>
                    <a:cubicBezTo>
                      <a:pt x="1467" y="1683"/>
                      <a:pt x="1689" y="1639"/>
                      <a:pt x="1689" y="1639"/>
                    </a:cubicBezTo>
                    <a:lnTo>
                      <a:pt x="2466" y="1639"/>
                    </a:lnTo>
                    <a:lnTo>
                      <a:pt x="2495" y="1805"/>
                    </a:lnTo>
                    <a:cubicBezTo>
                      <a:pt x="2495" y="1805"/>
                      <a:pt x="2373" y="1812"/>
                      <a:pt x="2329" y="2048"/>
                    </a:cubicBezTo>
                    <a:cubicBezTo>
                      <a:pt x="2286" y="2236"/>
                      <a:pt x="2257" y="2473"/>
                      <a:pt x="2229" y="2681"/>
                    </a:cubicBezTo>
                    <a:lnTo>
                      <a:pt x="4162" y="2681"/>
                    </a:lnTo>
                    <a:cubicBezTo>
                      <a:pt x="4227" y="2681"/>
                      <a:pt x="4270" y="2625"/>
                      <a:pt x="4256" y="2566"/>
                    </a:cubicBezTo>
                    <a:lnTo>
                      <a:pt x="3825" y="116"/>
                    </a:lnTo>
                    <a:cubicBezTo>
                      <a:pt x="3816" y="51"/>
                      <a:pt x="3753" y="1"/>
                      <a:pt x="36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7" name="Google Shape;8837;p72">
                <a:extLst>
                  <a:ext uri="{FF2B5EF4-FFF2-40B4-BE49-F238E27FC236}">
                    <a16:creationId xmlns:a16="http://schemas.microsoft.com/office/drawing/2014/main" id="{1922FB36-D4E9-BFD2-8E40-307CC5B2773A}"/>
                  </a:ext>
                </a:extLst>
              </p:cNvPr>
              <p:cNvSpPr/>
              <p:nvPr/>
            </p:nvSpPr>
            <p:spPr>
              <a:xfrm>
                <a:off x="6838848" y="2815447"/>
                <a:ext cx="140623" cy="104184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26" extrusionOk="0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8" name="Google Shape;8838;p72">
                <a:extLst>
                  <a:ext uri="{FF2B5EF4-FFF2-40B4-BE49-F238E27FC236}">
                    <a16:creationId xmlns:a16="http://schemas.microsoft.com/office/drawing/2014/main" id="{444BF0C5-F674-8486-653A-AA048ECF0160}"/>
                  </a:ext>
                </a:extLst>
              </p:cNvPr>
              <p:cNvSpPr/>
              <p:nvPr/>
            </p:nvSpPr>
            <p:spPr>
              <a:xfrm>
                <a:off x="6728306" y="3010850"/>
                <a:ext cx="309372" cy="446571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826" extrusionOk="0">
                    <a:moveTo>
                      <a:pt x="495" y="0"/>
                    </a:moveTo>
                    <a:cubicBezTo>
                      <a:pt x="495" y="0"/>
                      <a:pt x="273" y="44"/>
                      <a:pt x="216" y="323"/>
                    </a:cubicBezTo>
                    <a:cubicBezTo>
                      <a:pt x="180" y="532"/>
                      <a:pt x="137" y="806"/>
                      <a:pt x="107" y="1042"/>
                    </a:cubicBezTo>
                    <a:cubicBezTo>
                      <a:pt x="71" y="1315"/>
                      <a:pt x="43" y="1553"/>
                      <a:pt x="28" y="1617"/>
                    </a:cubicBezTo>
                    <a:cubicBezTo>
                      <a:pt x="0" y="1739"/>
                      <a:pt x="57" y="1826"/>
                      <a:pt x="230" y="1826"/>
                    </a:cubicBezTo>
                    <a:lnTo>
                      <a:pt x="1006" y="1826"/>
                    </a:lnTo>
                    <a:cubicBezTo>
                      <a:pt x="834" y="1826"/>
                      <a:pt x="784" y="1739"/>
                      <a:pt x="804" y="1617"/>
                    </a:cubicBezTo>
                    <a:cubicBezTo>
                      <a:pt x="820" y="1553"/>
                      <a:pt x="847" y="1315"/>
                      <a:pt x="884" y="1042"/>
                    </a:cubicBezTo>
                    <a:cubicBezTo>
                      <a:pt x="913" y="806"/>
                      <a:pt x="956" y="532"/>
                      <a:pt x="999" y="323"/>
                    </a:cubicBezTo>
                    <a:cubicBezTo>
                      <a:pt x="1049" y="73"/>
                      <a:pt x="1222" y="14"/>
                      <a:pt x="12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9" name="Google Shape;8839;p72">
                <a:extLst>
                  <a:ext uri="{FF2B5EF4-FFF2-40B4-BE49-F238E27FC236}">
                    <a16:creationId xmlns:a16="http://schemas.microsoft.com/office/drawing/2014/main" id="{8347334C-37F7-E9D1-A5BB-00F2B8215DD5}"/>
                  </a:ext>
                </a:extLst>
              </p:cNvPr>
              <p:cNvSpPr/>
              <p:nvPr/>
            </p:nvSpPr>
            <p:spPr>
              <a:xfrm>
                <a:off x="6919797" y="3010850"/>
                <a:ext cx="237470" cy="44657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1826" extrusionOk="0">
                    <a:moveTo>
                      <a:pt x="482" y="0"/>
                    </a:moveTo>
                    <a:cubicBezTo>
                      <a:pt x="439" y="14"/>
                      <a:pt x="266" y="73"/>
                      <a:pt x="216" y="323"/>
                    </a:cubicBezTo>
                    <a:cubicBezTo>
                      <a:pt x="173" y="532"/>
                      <a:pt x="130" y="806"/>
                      <a:pt x="101" y="1042"/>
                    </a:cubicBezTo>
                    <a:cubicBezTo>
                      <a:pt x="64" y="1315"/>
                      <a:pt x="37" y="1553"/>
                      <a:pt x="21" y="1617"/>
                    </a:cubicBezTo>
                    <a:cubicBezTo>
                      <a:pt x="1" y="1739"/>
                      <a:pt x="51" y="1826"/>
                      <a:pt x="223" y="1826"/>
                    </a:cubicBezTo>
                    <a:lnTo>
                      <a:pt x="970" y="1826"/>
                    </a:lnTo>
                    <a:lnTo>
                      <a:pt x="848" y="1660"/>
                    </a:lnTo>
                    <a:lnTo>
                      <a:pt x="373" y="1660"/>
                    </a:lnTo>
                    <a:cubicBezTo>
                      <a:pt x="223" y="1660"/>
                      <a:pt x="166" y="1632"/>
                      <a:pt x="187" y="1524"/>
                    </a:cubicBezTo>
                    <a:cubicBezTo>
                      <a:pt x="194" y="1467"/>
                      <a:pt x="223" y="1272"/>
                      <a:pt x="252" y="1042"/>
                    </a:cubicBezTo>
                    <a:cubicBezTo>
                      <a:pt x="280" y="834"/>
                      <a:pt x="309" y="597"/>
                      <a:pt x="352" y="409"/>
                    </a:cubicBezTo>
                    <a:cubicBezTo>
                      <a:pt x="396" y="173"/>
                      <a:pt x="518" y="166"/>
                      <a:pt x="518" y="166"/>
                    </a:cubicBezTo>
                    <a:lnTo>
                      <a:pt x="4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0" name="Google Shape;8840;p72">
                <a:extLst>
                  <a:ext uri="{FF2B5EF4-FFF2-40B4-BE49-F238E27FC236}">
                    <a16:creationId xmlns:a16="http://schemas.microsoft.com/office/drawing/2014/main" id="{0B27F4BC-D250-C871-A1D1-B47E5662704D}"/>
                  </a:ext>
                </a:extLst>
              </p:cNvPr>
              <p:cNvSpPr/>
              <p:nvPr/>
            </p:nvSpPr>
            <p:spPr>
              <a:xfrm>
                <a:off x="6824673" y="2804930"/>
                <a:ext cx="168982" cy="125217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26" extrusionOk="0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1" name="Google Shape;8841;p72">
                <a:extLst>
                  <a:ext uri="{FF2B5EF4-FFF2-40B4-BE49-F238E27FC236}">
                    <a16:creationId xmlns:a16="http://schemas.microsoft.com/office/drawing/2014/main" id="{31ED1F45-64C2-5A3A-2598-7177A5336F00}"/>
                  </a:ext>
                </a:extLst>
              </p:cNvPr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2" name="Google Shape;8842;p72">
                <a:extLst>
                  <a:ext uri="{FF2B5EF4-FFF2-40B4-BE49-F238E27FC236}">
                    <a16:creationId xmlns:a16="http://schemas.microsoft.com/office/drawing/2014/main" id="{64750ADA-6A05-7439-C70F-1DF9EC0FEBB4}"/>
                  </a:ext>
                </a:extLst>
              </p:cNvPr>
              <p:cNvSpPr/>
              <p:nvPr/>
            </p:nvSpPr>
            <p:spPr>
              <a:xfrm>
                <a:off x="8004421" y="3279622"/>
                <a:ext cx="170705" cy="2836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16" extrusionOk="0">
                    <a:moveTo>
                      <a:pt x="1" y="0"/>
                    </a:moveTo>
                    <a:lnTo>
                      <a:pt x="15" y="116"/>
                    </a:lnTo>
                    <a:lnTo>
                      <a:pt x="691" y="116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3" name="Google Shape;8843;p72">
                <a:extLst>
                  <a:ext uri="{FF2B5EF4-FFF2-40B4-BE49-F238E27FC236}">
                    <a16:creationId xmlns:a16="http://schemas.microsoft.com/office/drawing/2014/main" id="{5337E1B3-8EE0-5495-3EA7-2BAB3B4A37A2}"/>
                  </a:ext>
                </a:extLst>
              </p:cNvPr>
              <p:cNvSpPr/>
              <p:nvPr/>
            </p:nvSpPr>
            <p:spPr>
              <a:xfrm>
                <a:off x="7988524" y="3232422"/>
                <a:ext cx="202253" cy="47445"/>
              </a:xfrm>
              <a:custGeom>
                <a:avLst/>
                <a:gdLst/>
                <a:ahLst/>
                <a:cxnLst/>
                <a:rect l="l" t="t" r="r" b="b"/>
                <a:pathLst>
                  <a:path w="827" h="194" extrusionOk="0">
                    <a:moveTo>
                      <a:pt x="0" y="0"/>
                    </a:moveTo>
                    <a:lnTo>
                      <a:pt x="0" y="193"/>
                    </a:lnTo>
                    <a:lnTo>
                      <a:pt x="827" y="193"/>
                    </a:lnTo>
                    <a:lnTo>
                      <a:pt x="82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4" name="Google Shape;8844;p72">
                <a:extLst>
                  <a:ext uri="{FF2B5EF4-FFF2-40B4-BE49-F238E27FC236}">
                    <a16:creationId xmlns:a16="http://schemas.microsoft.com/office/drawing/2014/main" id="{ACF0355F-34E7-9719-6197-1D0A9E1E8F1F}"/>
                  </a:ext>
                </a:extLst>
              </p:cNvPr>
              <p:cNvSpPr/>
              <p:nvPr/>
            </p:nvSpPr>
            <p:spPr>
              <a:xfrm>
                <a:off x="8009556" y="3198917"/>
                <a:ext cx="160188" cy="3375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38" extrusionOk="0">
                    <a:moveTo>
                      <a:pt x="37" y="1"/>
                    </a:moveTo>
                    <a:lnTo>
                      <a:pt x="0" y="137"/>
                    </a:lnTo>
                    <a:lnTo>
                      <a:pt x="654" y="137"/>
                    </a:lnTo>
                    <a:lnTo>
                      <a:pt x="618" y="8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5" name="Google Shape;8845;p72">
                <a:extLst>
                  <a:ext uri="{FF2B5EF4-FFF2-40B4-BE49-F238E27FC236}">
                    <a16:creationId xmlns:a16="http://schemas.microsoft.com/office/drawing/2014/main" id="{BB96005D-BAF9-609F-93D7-0F7E2B062043}"/>
                  </a:ext>
                </a:extLst>
              </p:cNvPr>
              <p:cNvSpPr/>
              <p:nvPr/>
            </p:nvSpPr>
            <p:spPr>
              <a:xfrm>
                <a:off x="8002464" y="3307747"/>
                <a:ext cx="174373" cy="109319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47" extrusionOk="0">
                    <a:moveTo>
                      <a:pt x="0" y="1"/>
                    </a:moveTo>
                    <a:lnTo>
                      <a:pt x="16" y="196"/>
                    </a:lnTo>
                    <a:lnTo>
                      <a:pt x="43" y="446"/>
                    </a:lnTo>
                    <a:lnTo>
                      <a:pt x="676" y="446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6" name="Google Shape;8846;p72">
                <a:extLst>
                  <a:ext uri="{FF2B5EF4-FFF2-40B4-BE49-F238E27FC236}">
                    <a16:creationId xmlns:a16="http://schemas.microsoft.com/office/drawing/2014/main" id="{E31BFABA-E9A8-3683-69CA-C66CAC9471E1}"/>
                  </a:ext>
                </a:extLst>
              </p:cNvPr>
              <p:cNvSpPr/>
              <p:nvPr/>
            </p:nvSpPr>
            <p:spPr>
              <a:xfrm>
                <a:off x="6067261" y="4181561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7" name="Google Shape;8847;p72">
                <a:extLst>
                  <a:ext uri="{FF2B5EF4-FFF2-40B4-BE49-F238E27FC236}">
                    <a16:creationId xmlns:a16="http://schemas.microsoft.com/office/drawing/2014/main" id="{7319B1EE-509B-65DD-FC31-B1CCCEA5E91F}"/>
                  </a:ext>
                </a:extLst>
              </p:cNvPr>
              <p:cNvSpPr/>
              <p:nvPr/>
            </p:nvSpPr>
            <p:spPr>
              <a:xfrm>
                <a:off x="5873814" y="3842356"/>
                <a:ext cx="126928" cy="325513"/>
              </a:xfrm>
              <a:custGeom>
                <a:avLst/>
                <a:gdLst/>
                <a:ahLst/>
                <a:cxnLst/>
                <a:rect l="l" t="t" r="r" b="b"/>
                <a:pathLst>
                  <a:path w="519" h="1331" extrusionOk="0">
                    <a:moveTo>
                      <a:pt x="1" y="1"/>
                    </a:moveTo>
                    <a:lnTo>
                      <a:pt x="1" y="115"/>
                    </a:lnTo>
                    <a:lnTo>
                      <a:pt x="1" y="223"/>
                    </a:lnTo>
                    <a:cubicBezTo>
                      <a:pt x="15" y="253"/>
                      <a:pt x="22" y="280"/>
                      <a:pt x="35" y="309"/>
                    </a:cubicBezTo>
                    <a:cubicBezTo>
                      <a:pt x="130" y="539"/>
                      <a:pt x="187" y="741"/>
                      <a:pt x="223" y="913"/>
                    </a:cubicBezTo>
                    <a:cubicBezTo>
                      <a:pt x="230" y="963"/>
                      <a:pt x="237" y="1006"/>
                      <a:pt x="237" y="1050"/>
                    </a:cubicBezTo>
                    <a:lnTo>
                      <a:pt x="518" y="1331"/>
                    </a:lnTo>
                    <a:lnTo>
                      <a:pt x="518" y="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8" name="Google Shape;8848;p72">
                <a:extLst>
                  <a:ext uri="{FF2B5EF4-FFF2-40B4-BE49-F238E27FC236}">
                    <a16:creationId xmlns:a16="http://schemas.microsoft.com/office/drawing/2014/main" id="{E065D704-F6A7-F276-2121-2E11A9D7417A}"/>
                  </a:ext>
                </a:extLst>
              </p:cNvPr>
              <p:cNvSpPr/>
              <p:nvPr/>
            </p:nvSpPr>
            <p:spPr>
              <a:xfrm>
                <a:off x="5873814" y="3896893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1" y="0"/>
                    </a:moveTo>
                    <a:lnTo>
                      <a:pt x="1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9" name="Google Shape;8849;p72">
                <a:extLst>
                  <a:ext uri="{FF2B5EF4-FFF2-40B4-BE49-F238E27FC236}">
                    <a16:creationId xmlns:a16="http://schemas.microsoft.com/office/drawing/2014/main" id="{5FA9DEB9-A5BE-99E1-F714-4464B2AFFE2E}"/>
                  </a:ext>
                </a:extLst>
              </p:cNvPr>
              <p:cNvSpPr/>
              <p:nvPr/>
            </p:nvSpPr>
            <p:spPr>
              <a:xfrm>
                <a:off x="6000496" y="3842356"/>
                <a:ext cx="128395" cy="325513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31" extrusionOk="0">
                    <a:moveTo>
                      <a:pt x="525" y="1"/>
                    </a:moveTo>
                    <a:lnTo>
                      <a:pt x="0" y="525"/>
                    </a:lnTo>
                    <a:lnTo>
                      <a:pt x="0" y="1331"/>
                    </a:lnTo>
                    <a:lnTo>
                      <a:pt x="287" y="1043"/>
                    </a:lnTo>
                    <a:lnTo>
                      <a:pt x="287" y="1020"/>
                    </a:lnTo>
                    <a:cubicBezTo>
                      <a:pt x="316" y="877"/>
                      <a:pt x="366" y="705"/>
                      <a:pt x="446" y="511"/>
                    </a:cubicBezTo>
                    <a:cubicBezTo>
                      <a:pt x="459" y="489"/>
                      <a:pt x="466" y="460"/>
                      <a:pt x="475" y="439"/>
                    </a:cubicBezTo>
                    <a:cubicBezTo>
                      <a:pt x="489" y="403"/>
                      <a:pt x="503" y="373"/>
                      <a:pt x="518" y="339"/>
                    </a:cubicBezTo>
                    <a:cubicBezTo>
                      <a:pt x="525" y="266"/>
                      <a:pt x="525" y="194"/>
                      <a:pt x="525" y="115"/>
                    </a:cubicBez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0" name="Google Shape;8850;p72">
                <a:extLst>
                  <a:ext uri="{FF2B5EF4-FFF2-40B4-BE49-F238E27FC236}">
                    <a16:creationId xmlns:a16="http://schemas.microsoft.com/office/drawing/2014/main" id="{495DFAB1-97AD-116C-7AE4-324F21D39542}"/>
                  </a:ext>
                </a:extLst>
              </p:cNvPr>
              <p:cNvSpPr/>
              <p:nvPr/>
            </p:nvSpPr>
            <p:spPr>
              <a:xfrm>
                <a:off x="6070440" y="4091807"/>
                <a:ext cx="1957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3" extrusionOk="0">
                    <a:moveTo>
                      <a:pt x="1" y="0"/>
                    </a:moveTo>
                    <a:lnTo>
                      <a:pt x="1" y="23"/>
                    </a:lnTo>
                    <a:lnTo>
                      <a:pt x="8" y="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1" name="Google Shape;8851;p72">
                <a:extLst>
                  <a:ext uri="{FF2B5EF4-FFF2-40B4-BE49-F238E27FC236}">
                    <a16:creationId xmlns:a16="http://schemas.microsoft.com/office/drawing/2014/main" id="{2387C7DE-0C87-0D62-0ACD-445F433BC802}"/>
                  </a:ext>
                </a:extLst>
              </p:cNvPr>
              <p:cNvSpPr/>
              <p:nvPr/>
            </p:nvSpPr>
            <p:spPr>
              <a:xfrm>
                <a:off x="5873814" y="3661381"/>
                <a:ext cx="126928" cy="309616"/>
              </a:xfrm>
              <a:custGeom>
                <a:avLst/>
                <a:gdLst/>
                <a:ahLst/>
                <a:cxnLst/>
                <a:rect l="l" t="t" r="r" b="b"/>
                <a:pathLst>
                  <a:path w="519" h="1266" extrusionOk="0">
                    <a:moveTo>
                      <a:pt x="58" y="1"/>
                    </a:moveTo>
                    <a:cubicBezTo>
                      <a:pt x="22" y="237"/>
                      <a:pt x="1" y="489"/>
                      <a:pt x="1" y="741"/>
                    </a:cubicBezTo>
                    <a:lnTo>
                      <a:pt x="518" y="1265"/>
                    </a:lnTo>
                    <a:lnTo>
                      <a:pt x="518" y="459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2" name="Google Shape;8852;p72">
                <a:extLst>
                  <a:ext uri="{FF2B5EF4-FFF2-40B4-BE49-F238E27FC236}">
                    <a16:creationId xmlns:a16="http://schemas.microsoft.com/office/drawing/2014/main" id="{31F132CF-5B55-B1A4-6334-7B88894E6AF5}"/>
                  </a:ext>
                </a:extLst>
              </p:cNvPr>
              <p:cNvSpPr/>
              <p:nvPr/>
            </p:nvSpPr>
            <p:spPr>
              <a:xfrm>
                <a:off x="6000496" y="3661381"/>
                <a:ext cx="128395" cy="309616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266" extrusionOk="0">
                    <a:moveTo>
                      <a:pt x="466" y="1"/>
                    </a:moveTo>
                    <a:lnTo>
                      <a:pt x="0" y="459"/>
                    </a:lnTo>
                    <a:lnTo>
                      <a:pt x="0" y="1265"/>
                    </a:lnTo>
                    <a:lnTo>
                      <a:pt x="525" y="741"/>
                    </a:lnTo>
                    <a:cubicBezTo>
                      <a:pt x="518" y="489"/>
                      <a:pt x="496" y="237"/>
                      <a:pt x="4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3" name="Google Shape;8853;p72">
                <a:extLst>
                  <a:ext uri="{FF2B5EF4-FFF2-40B4-BE49-F238E27FC236}">
                    <a16:creationId xmlns:a16="http://schemas.microsoft.com/office/drawing/2014/main" id="{E7702FDF-E413-BB5F-4F09-97222D5B2BB2}"/>
                  </a:ext>
                </a:extLst>
              </p:cNvPr>
              <p:cNvSpPr/>
              <p:nvPr/>
            </p:nvSpPr>
            <p:spPr>
              <a:xfrm>
                <a:off x="5887754" y="3497770"/>
                <a:ext cx="112988" cy="276111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129" extrusionOk="0">
                    <a:moveTo>
                      <a:pt x="137" y="0"/>
                    </a:moveTo>
                    <a:cubicBezTo>
                      <a:pt x="80" y="187"/>
                      <a:pt x="37" y="418"/>
                      <a:pt x="1" y="670"/>
                    </a:cubicBezTo>
                    <a:lnTo>
                      <a:pt x="461" y="1128"/>
                    </a:lnTo>
                    <a:lnTo>
                      <a:pt x="461" y="325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4" name="Google Shape;8854;p72">
                <a:extLst>
                  <a:ext uri="{FF2B5EF4-FFF2-40B4-BE49-F238E27FC236}">
                    <a16:creationId xmlns:a16="http://schemas.microsoft.com/office/drawing/2014/main" id="{89F72F7A-2B65-C4BD-DA33-14DE354C1972}"/>
                  </a:ext>
                </a:extLst>
              </p:cNvPr>
              <p:cNvSpPr/>
              <p:nvPr/>
            </p:nvSpPr>
            <p:spPr>
              <a:xfrm>
                <a:off x="6000496" y="3497770"/>
                <a:ext cx="114211" cy="276111"/>
              </a:xfrm>
              <a:custGeom>
                <a:avLst/>
                <a:gdLst/>
                <a:ahLst/>
                <a:cxnLst/>
                <a:rect l="l" t="t" r="r" b="b"/>
                <a:pathLst>
                  <a:path w="467" h="1129" extrusionOk="0">
                    <a:moveTo>
                      <a:pt x="323" y="0"/>
                    </a:moveTo>
                    <a:lnTo>
                      <a:pt x="0" y="325"/>
                    </a:lnTo>
                    <a:lnTo>
                      <a:pt x="0" y="1128"/>
                    </a:lnTo>
                    <a:lnTo>
                      <a:pt x="466" y="670"/>
                    </a:lnTo>
                    <a:cubicBezTo>
                      <a:pt x="432" y="418"/>
                      <a:pt x="380" y="187"/>
                      <a:pt x="3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5" name="Google Shape;8855;p72">
                <a:extLst>
                  <a:ext uri="{FF2B5EF4-FFF2-40B4-BE49-F238E27FC236}">
                    <a16:creationId xmlns:a16="http://schemas.microsoft.com/office/drawing/2014/main" id="{63671613-2249-8EDC-77E5-44D719344DE7}"/>
                  </a:ext>
                </a:extLst>
              </p:cNvPr>
              <p:cNvSpPr/>
              <p:nvPr/>
            </p:nvSpPr>
            <p:spPr>
              <a:xfrm>
                <a:off x="5921258" y="3381604"/>
                <a:ext cx="79483" cy="1956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800" extrusionOk="0">
                    <a:moveTo>
                      <a:pt x="324" y="1"/>
                    </a:moveTo>
                    <a:cubicBezTo>
                      <a:pt x="202" y="1"/>
                      <a:pt x="93" y="187"/>
                      <a:pt x="0" y="475"/>
                    </a:cubicBezTo>
                    <a:lnTo>
                      <a:pt x="324" y="800"/>
                    </a:lnTo>
                    <a:lnTo>
                      <a:pt x="32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6" name="Google Shape;8856;p72">
                <a:extLst>
                  <a:ext uri="{FF2B5EF4-FFF2-40B4-BE49-F238E27FC236}">
                    <a16:creationId xmlns:a16="http://schemas.microsoft.com/office/drawing/2014/main" id="{8606B44F-98F8-60CC-D0DA-156CCF586116}"/>
                  </a:ext>
                </a:extLst>
              </p:cNvPr>
              <p:cNvSpPr/>
              <p:nvPr/>
            </p:nvSpPr>
            <p:spPr>
              <a:xfrm>
                <a:off x="6000496" y="3381604"/>
                <a:ext cx="79238" cy="195650"/>
              </a:xfrm>
              <a:custGeom>
                <a:avLst/>
                <a:gdLst/>
                <a:ahLst/>
                <a:cxnLst/>
                <a:rect l="l" t="t" r="r" b="b"/>
                <a:pathLst>
                  <a:path w="324" h="800" extrusionOk="0">
                    <a:moveTo>
                      <a:pt x="0" y="1"/>
                    </a:moveTo>
                    <a:lnTo>
                      <a:pt x="0" y="800"/>
                    </a:lnTo>
                    <a:lnTo>
                      <a:pt x="323" y="475"/>
                    </a:lnTo>
                    <a:cubicBezTo>
                      <a:pt x="237" y="187"/>
                      <a:pt x="121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7" name="Google Shape;8857;p72">
                <a:extLst>
                  <a:ext uri="{FF2B5EF4-FFF2-40B4-BE49-F238E27FC236}">
                    <a16:creationId xmlns:a16="http://schemas.microsoft.com/office/drawing/2014/main" id="{9A7297E5-5B4C-9B4C-6F2D-33C8881A3B2C}"/>
                  </a:ext>
                </a:extLst>
              </p:cNvPr>
              <p:cNvSpPr/>
              <p:nvPr/>
            </p:nvSpPr>
            <p:spPr>
              <a:xfrm>
                <a:off x="6000496" y="4097188"/>
                <a:ext cx="70189" cy="84619"/>
              </a:xfrm>
              <a:custGeom>
                <a:avLst/>
                <a:gdLst/>
                <a:ahLst/>
                <a:cxnLst/>
                <a:rect l="l" t="t" r="r" b="b"/>
                <a:pathLst>
                  <a:path w="287" h="346" extrusionOk="0">
                    <a:moveTo>
                      <a:pt x="287" y="1"/>
                    </a:moveTo>
                    <a:lnTo>
                      <a:pt x="0" y="289"/>
                    </a:lnTo>
                    <a:lnTo>
                      <a:pt x="0" y="346"/>
                    </a:lnTo>
                    <a:lnTo>
                      <a:pt x="273" y="346"/>
                    </a:lnTo>
                    <a:cubicBezTo>
                      <a:pt x="259" y="259"/>
                      <a:pt x="259" y="137"/>
                      <a:pt x="2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8" name="Google Shape;8858;p72">
                <a:extLst>
                  <a:ext uri="{FF2B5EF4-FFF2-40B4-BE49-F238E27FC236}">
                    <a16:creationId xmlns:a16="http://schemas.microsoft.com/office/drawing/2014/main" id="{F30A68AD-C1E9-5854-1E49-1CBD5B5E44ED}"/>
                  </a:ext>
                </a:extLst>
              </p:cNvPr>
              <p:cNvSpPr/>
              <p:nvPr/>
            </p:nvSpPr>
            <p:spPr>
              <a:xfrm>
                <a:off x="5931774" y="4098900"/>
                <a:ext cx="68967" cy="82907"/>
              </a:xfrm>
              <a:custGeom>
                <a:avLst/>
                <a:gdLst/>
                <a:ahLst/>
                <a:cxnLst/>
                <a:rect l="l" t="t" r="r" b="b"/>
                <a:pathLst>
                  <a:path w="282" h="339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3" y="130"/>
                      <a:pt x="14" y="239"/>
                      <a:pt x="0" y="325"/>
                    </a:cubicBezTo>
                    <a:cubicBezTo>
                      <a:pt x="0" y="325"/>
                      <a:pt x="7" y="332"/>
                      <a:pt x="7" y="339"/>
                    </a:cubicBezTo>
                    <a:lnTo>
                      <a:pt x="281" y="339"/>
                    </a:lnTo>
                    <a:lnTo>
                      <a:pt x="281" y="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9" name="Google Shape;8859;p72">
                <a:extLst>
                  <a:ext uri="{FF2B5EF4-FFF2-40B4-BE49-F238E27FC236}">
                    <a16:creationId xmlns:a16="http://schemas.microsoft.com/office/drawing/2014/main" id="{551D41D5-7410-113E-16DF-C0DBE2E01F9D}"/>
                  </a:ext>
                </a:extLst>
              </p:cNvPr>
              <p:cNvSpPr/>
              <p:nvPr/>
            </p:nvSpPr>
            <p:spPr>
              <a:xfrm>
                <a:off x="5754224" y="3759694"/>
                <a:ext cx="119836" cy="276111"/>
              </a:xfrm>
              <a:custGeom>
                <a:avLst/>
                <a:gdLst/>
                <a:ahLst/>
                <a:cxnLst/>
                <a:rect l="l" t="t" r="r" b="b"/>
                <a:pathLst>
                  <a:path w="490" h="1129" extrusionOk="0">
                    <a:moveTo>
                      <a:pt x="216" y="1"/>
                    </a:moveTo>
                    <a:lnTo>
                      <a:pt x="0" y="504"/>
                    </a:lnTo>
                    <a:lnTo>
                      <a:pt x="245" y="1129"/>
                    </a:lnTo>
                    <a:lnTo>
                      <a:pt x="490" y="568"/>
                    </a:lnTo>
                    <a:lnTo>
                      <a:pt x="490" y="561"/>
                    </a:lnTo>
                    <a:cubicBezTo>
                      <a:pt x="404" y="366"/>
                      <a:pt x="309" y="180"/>
                      <a:pt x="2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0" name="Google Shape;8860;p72">
                <a:extLst>
                  <a:ext uri="{FF2B5EF4-FFF2-40B4-BE49-F238E27FC236}">
                    <a16:creationId xmlns:a16="http://schemas.microsoft.com/office/drawing/2014/main" id="{0DBB22F2-30F6-5070-B28A-0517B4543DF7}"/>
                  </a:ext>
                </a:extLst>
              </p:cNvPr>
              <p:cNvSpPr/>
              <p:nvPr/>
            </p:nvSpPr>
            <p:spPr>
              <a:xfrm>
                <a:off x="5676943" y="3975641"/>
                <a:ext cx="195161" cy="206166"/>
              </a:xfrm>
              <a:custGeom>
                <a:avLst/>
                <a:gdLst/>
                <a:ahLst/>
                <a:cxnLst/>
                <a:rect l="l" t="t" r="r" b="b"/>
                <a:pathLst>
                  <a:path w="798" h="84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7" y="30"/>
                      <a:pt x="21" y="59"/>
                      <a:pt x="30" y="87"/>
                    </a:cubicBezTo>
                    <a:cubicBezTo>
                      <a:pt x="123" y="318"/>
                      <a:pt x="216" y="505"/>
                      <a:pt x="309" y="656"/>
                    </a:cubicBezTo>
                    <a:lnTo>
                      <a:pt x="754" y="843"/>
                    </a:lnTo>
                    <a:lnTo>
                      <a:pt x="797" y="843"/>
                    </a:lnTo>
                    <a:lnTo>
                      <a:pt x="561" y="24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1" name="Google Shape;8861;p72">
                <a:extLst>
                  <a:ext uri="{FF2B5EF4-FFF2-40B4-BE49-F238E27FC236}">
                    <a16:creationId xmlns:a16="http://schemas.microsoft.com/office/drawing/2014/main" id="{6AC5FF7B-0A42-5F5D-422F-30C5A04A84D2}"/>
                  </a:ext>
                </a:extLst>
              </p:cNvPr>
              <p:cNvSpPr/>
              <p:nvPr/>
            </p:nvSpPr>
            <p:spPr>
              <a:xfrm>
                <a:off x="5752512" y="4136073"/>
                <a:ext cx="109075" cy="45733"/>
              </a:xfrm>
              <a:custGeom>
                <a:avLst/>
                <a:gdLst/>
                <a:ahLst/>
                <a:cxnLst/>
                <a:rect l="l" t="t" r="r" b="b"/>
                <a:pathLst>
                  <a:path w="446" h="18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50" y="71"/>
                      <a:pt x="93" y="137"/>
                      <a:pt x="143" y="187"/>
                    </a:cubicBezTo>
                    <a:lnTo>
                      <a:pt x="445" y="1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2" name="Google Shape;8862;p72">
                <a:extLst>
                  <a:ext uri="{FF2B5EF4-FFF2-40B4-BE49-F238E27FC236}">
                    <a16:creationId xmlns:a16="http://schemas.microsoft.com/office/drawing/2014/main" id="{58BFA8AB-3B8A-A37B-E0F4-6D68F04B09C3}"/>
                  </a:ext>
                </a:extLst>
              </p:cNvPr>
              <p:cNvSpPr/>
              <p:nvPr/>
            </p:nvSpPr>
            <p:spPr>
              <a:xfrm>
                <a:off x="5873814" y="3896893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1" y="0"/>
                    </a:moveTo>
                    <a:lnTo>
                      <a:pt x="1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3" name="Google Shape;8863;p72">
                <a:extLst>
                  <a:ext uri="{FF2B5EF4-FFF2-40B4-BE49-F238E27FC236}">
                    <a16:creationId xmlns:a16="http://schemas.microsoft.com/office/drawing/2014/main" id="{89D0FE10-AA9F-F94B-E426-561C09AFCB3B}"/>
                  </a:ext>
                </a:extLst>
              </p:cNvPr>
              <p:cNvSpPr/>
              <p:nvPr/>
            </p:nvSpPr>
            <p:spPr>
              <a:xfrm>
                <a:off x="5877237" y="4065639"/>
                <a:ext cx="60162" cy="116167"/>
              </a:xfrm>
              <a:custGeom>
                <a:avLst/>
                <a:gdLst/>
                <a:ahLst/>
                <a:cxnLst/>
                <a:rect l="l" t="t" r="r" b="b"/>
                <a:pathLst>
                  <a:path w="246" h="475" extrusionOk="0">
                    <a:moveTo>
                      <a:pt x="209" y="0"/>
                    </a:moveTo>
                    <a:lnTo>
                      <a:pt x="173" y="80"/>
                    </a:lnTo>
                    <a:lnTo>
                      <a:pt x="116" y="216"/>
                    </a:lnTo>
                    <a:lnTo>
                      <a:pt x="1" y="475"/>
                    </a:lnTo>
                    <a:lnTo>
                      <a:pt x="216" y="475"/>
                    </a:lnTo>
                    <a:cubicBezTo>
                      <a:pt x="216" y="468"/>
                      <a:pt x="223" y="461"/>
                      <a:pt x="223" y="461"/>
                    </a:cubicBezTo>
                    <a:cubicBezTo>
                      <a:pt x="237" y="375"/>
                      <a:pt x="246" y="266"/>
                      <a:pt x="223" y="137"/>
                    </a:cubicBezTo>
                    <a:cubicBezTo>
                      <a:pt x="223" y="93"/>
                      <a:pt x="216" y="50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4" name="Google Shape;8864;p72">
                <a:extLst>
                  <a:ext uri="{FF2B5EF4-FFF2-40B4-BE49-F238E27FC236}">
                    <a16:creationId xmlns:a16="http://schemas.microsoft.com/office/drawing/2014/main" id="{BC78F47F-0ACF-82BA-264F-F55B174544DB}"/>
                  </a:ext>
                </a:extLst>
              </p:cNvPr>
              <p:cNvSpPr/>
              <p:nvPr/>
            </p:nvSpPr>
            <p:spPr>
              <a:xfrm>
                <a:off x="5813896" y="3896893"/>
                <a:ext cx="114700" cy="284915"/>
              </a:xfrm>
              <a:custGeom>
                <a:avLst/>
                <a:gdLst/>
                <a:ahLst/>
                <a:cxnLst/>
                <a:rect l="l" t="t" r="r" b="b"/>
                <a:pathLst>
                  <a:path w="469" h="1165" extrusionOk="0">
                    <a:moveTo>
                      <a:pt x="246" y="0"/>
                    </a:moveTo>
                    <a:lnTo>
                      <a:pt x="246" y="7"/>
                    </a:lnTo>
                    <a:lnTo>
                      <a:pt x="1" y="568"/>
                    </a:lnTo>
                    <a:lnTo>
                      <a:pt x="237" y="1165"/>
                    </a:lnTo>
                    <a:lnTo>
                      <a:pt x="260" y="1165"/>
                    </a:lnTo>
                    <a:lnTo>
                      <a:pt x="375" y="906"/>
                    </a:lnTo>
                    <a:lnTo>
                      <a:pt x="432" y="770"/>
                    </a:lnTo>
                    <a:lnTo>
                      <a:pt x="468" y="690"/>
                    </a:lnTo>
                    <a:cubicBezTo>
                      <a:pt x="432" y="518"/>
                      <a:pt x="375" y="316"/>
                      <a:pt x="280" y="86"/>
                    </a:cubicBezTo>
                    <a:cubicBezTo>
                      <a:pt x="267" y="57"/>
                      <a:pt x="260" y="30"/>
                      <a:pt x="2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5" name="Google Shape;8865;p72">
                <a:extLst>
                  <a:ext uri="{FF2B5EF4-FFF2-40B4-BE49-F238E27FC236}">
                    <a16:creationId xmlns:a16="http://schemas.microsoft.com/office/drawing/2014/main" id="{834414D4-6195-2279-FAAE-346EFF75047C}"/>
                  </a:ext>
                </a:extLst>
              </p:cNvPr>
              <p:cNvSpPr/>
              <p:nvPr/>
            </p:nvSpPr>
            <p:spPr>
              <a:xfrm>
                <a:off x="6063837" y="4095476"/>
                <a:ext cx="45733" cy="86331"/>
              </a:xfrm>
              <a:custGeom>
                <a:avLst/>
                <a:gdLst/>
                <a:ahLst/>
                <a:cxnLst/>
                <a:rect l="l" t="t" r="r" b="b"/>
                <a:pathLst>
                  <a:path w="187" h="353" extrusionOk="0">
                    <a:moveTo>
                      <a:pt x="35" y="1"/>
                    </a:moveTo>
                    <a:lnTo>
                      <a:pt x="28" y="8"/>
                    </a:lnTo>
                    <a:cubicBezTo>
                      <a:pt x="0" y="144"/>
                      <a:pt x="0" y="266"/>
                      <a:pt x="14" y="353"/>
                    </a:cubicBezTo>
                    <a:lnTo>
                      <a:pt x="187" y="353"/>
                    </a:lnTo>
                    <a:lnTo>
                      <a:pt x="107" y="173"/>
                    </a:lnTo>
                    <a:lnTo>
                      <a:pt x="107" y="166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6" name="Google Shape;8866;p72">
                <a:extLst>
                  <a:ext uri="{FF2B5EF4-FFF2-40B4-BE49-F238E27FC236}">
                    <a16:creationId xmlns:a16="http://schemas.microsoft.com/office/drawing/2014/main" id="{B58E7931-C8AC-3FDB-0BCE-BBA1B4C0D7FD}"/>
                  </a:ext>
                </a:extLst>
              </p:cNvPr>
              <p:cNvSpPr/>
              <p:nvPr/>
            </p:nvSpPr>
            <p:spPr>
              <a:xfrm>
                <a:off x="6067261" y="4181561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7" name="Google Shape;8867;p72">
                <a:extLst>
                  <a:ext uri="{FF2B5EF4-FFF2-40B4-BE49-F238E27FC236}">
                    <a16:creationId xmlns:a16="http://schemas.microsoft.com/office/drawing/2014/main" id="{81FAB70C-EFD9-5F3E-9163-D31887D930F3}"/>
                  </a:ext>
                </a:extLst>
              </p:cNvPr>
              <p:cNvSpPr/>
              <p:nvPr/>
            </p:nvSpPr>
            <p:spPr>
              <a:xfrm>
                <a:off x="6070440" y="4091807"/>
                <a:ext cx="1957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3" extrusionOk="0">
                    <a:moveTo>
                      <a:pt x="1" y="0"/>
                    </a:moveTo>
                    <a:lnTo>
                      <a:pt x="1" y="23"/>
                    </a:lnTo>
                    <a:lnTo>
                      <a:pt x="8" y="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8" name="Google Shape;8868;p72">
                <a:extLst>
                  <a:ext uri="{FF2B5EF4-FFF2-40B4-BE49-F238E27FC236}">
                    <a16:creationId xmlns:a16="http://schemas.microsoft.com/office/drawing/2014/main" id="{04259D5B-9426-8250-16D4-5D5AE3EFE1F3}"/>
                  </a:ext>
                </a:extLst>
              </p:cNvPr>
              <p:cNvSpPr/>
              <p:nvPr/>
            </p:nvSpPr>
            <p:spPr>
              <a:xfrm>
                <a:off x="6116417" y="3831840"/>
                <a:ext cx="103694" cy="234046"/>
              </a:xfrm>
              <a:custGeom>
                <a:avLst/>
                <a:gdLst/>
                <a:ahLst/>
                <a:cxnLst/>
                <a:rect l="l" t="t" r="r" b="b"/>
                <a:pathLst>
                  <a:path w="424" h="957" extrusionOk="0">
                    <a:moveTo>
                      <a:pt x="237" y="1"/>
                    </a:moveTo>
                    <a:cubicBezTo>
                      <a:pt x="173" y="123"/>
                      <a:pt x="101" y="252"/>
                      <a:pt x="44" y="382"/>
                    </a:cubicBezTo>
                    <a:cubicBezTo>
                      <a:pt x="29" y="416"/>
                      <a:pt x="15" y="446"/>
                      <a:pt x="1" y="482"/>
                    </a:cubicBezTo>
                    <a:lnTo>
                      <a:pt x="35" y="554"/>
                    </a:lnTo>
                    <a:lnTo>
                      <a:pt x="208" y="956"/>
                    </a:lnTo>
                    <a:lnTo>
                      <a:pt x="424" y="432"/>
                    </a:lnTo>
                    <a:lnTo>
                      <a:pt x="23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9" name="Google Shape;8869;p72">
                <a:extLst>
                  <a:ext uri="{FF2B5EF4-FFF2-40B4-BE49-F238E27FC236}">
                    <a16:creationId xmlns:a16="http://schemas.microsoft.com/office/drawing/2014/main" id="{CA3792DD-AB89-FB35-872C-A8B9C5F740B7}"/>
                  </a:ext>
                </a:extLst>
              </p:cNvPr>
              <p:cNvSpPr/>
              <p:nvPr/>
            </p:nvSpPr>
            <p:spPr>
              <a:xfrm>
                <a:off x="6174378" y="3733037"/>
                <a:ext cx="96847" cy="204454"/>
              </a:xfrm>
              <a:custGeom>
                <a:avLst/>
                <a:gdLst/>
                <a:ahLst/>
                <a:cxnLst/>
                <a:rect l="l" t="t" r="r" b="b"/>
                <a:pathLst>
                  <a:path w="396" h="836" extrusionOk="0">
                    <a:moveTo>
                      <a:pt x="266" y="1"/>
                    </a:moveTo>
                    <a:cubicBezTo>
                      <a:pt x="180" y="110"/>
                      <a:pt x="86" y="253"/>
                      <a:pt x="0" y="405"/>
                    </a:cubicBezTo>
                    <a:lnTo>
                      <a:pt x="187" y="836"/>
                    </a:lnTo>
                    <a:lnTo>
                      <a:pt x="187" y="829"/>
                    </a:lnTo>
                    <a:lnTo>
                      <a:pt x="395" y="303"/>
                    </a:ln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0" name="Google Shape;8870;p72">
                <a:extLst>
                  <a:ext uri="{FF2B5EF4-FFF2-40B4-BE49-F238E27FC236}">
                    <a16:creationId xmlns:a16="http://schemas.microsoft.com/office/drawing/2014/main" id="{89B63BB7-9C37-2E77-FF47-70C6D15483C3}"/>
                  </a:ext>
                </a:extLst>
              </p:cNvPr>
              <p:cNvSpPr/>
              <p:nvPr/>
            </p:nvSpPr>
            <p:spPr>
              <a:xfrm>
                <a:off x="6239186" y="3675810"/>
                <a:ext cx="83151" cy="131330"/>
              </a:xfrm>
              <a:custGeom>
                <a:avLst/>
                <a:gdLst/>
                <a:ahLst/>
                <a:cxnLst/>
                <a:rect l="l" t="t" r="r" b="b"/>
                <a:pathLst>
                  <a:path w="340" h="537" extrusionOk="0">
                    <a:moveTo>
                      <a:pt x="308" y="0"/>
                    </a:moveTo>
                    <a:cubicBezTo>
                      <a:pt x="230" y="0"/>
                      <a:pt x="121" y="91"/>
                      <a:pt x="1" y="235"/>
                    </a:cubicBezTo>
                    <a:lnTo>
                      <a:pt x="130" y="537"/>
                    </a:lnTo>
                    <a:lnTo>
                      <a:pt x="339" y="5"/>
                    </a:lnTo>
                    <a:cubicBezTo>
                      <a:pt x="329" y="2"/>
                      <a:pt x="319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1" name="Google Shape;8871;p72">
                <a:extLst>
                  <a:ext uri="{FF2B5EF4-FFF2-40B4-BE49-F238E27FC236}">
                    <a16:creationId xmlns:a16="http://schemas.microsoft.com/office/drawing/2014/main" id="{AB92638F-A46D-6E41-B01A-4F4FB8A4886A}"/>
                  </a:ext>
                </a:extLst>
              </p:cNvPr>
              <p:cNvSpPr/>
              <p:nvPr/>
            </p:nvSpPr>
            <p:spPr>
              <a:xfrm>
                <a:off x="6270979" y="3677033"/>
                <a:ext cx="77771" cy="130107"/>
              </a:xfrm>
              <a:custGeom>
                <a:avLst/>
                <a:gdLst/>
                <a:ahLst/>
                <a:cxnLst/>
                <a:rect l="l" t="t" r="r" b="b"/>
                <a:pathLst>
                  <a:path w="318" h="532" extrusionOk="0">
                    <a:moveTo>
                      <a:pt x="209" y="0"/>
                    </a:moveTo>
                    <a:lnTo>
                      <a:pt x="0" y="532"/>
                    </a:lnTo>
                    <a:lnTo>
                      <a:pt x="302" y="402"/>
                    </a:lnTo>
                    <a:cubicBezTo>
                      <a:pt x="318" y="187"/>
                      <a:pt x="295" y="37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2" name="Google Shape;8872;p72">
                <a:extLst>
                  <a:ext uri="{FF2B5EF4-FFF2-40B4-BE49-F238E27FC236}">
                    <a16:creationId xmlns:a16="http://schemas.microsoft.com/office/drawing/2014/main" id="{C1C3287C-57CB-314F-D539-EDA3B80BB0B2}"/>
                  </a:ext>
                </a:extLst>
              </p:cNvPr>
              <p:cNvSpPr/>
              <p:nvPr/>
            </p:nvSpPr>
            <p:spPr>
              <a:xfrm>
                <a:off x="6219866" y="3775346"/>
                <a:ext cx="125216" cy="160433"/>
              </a:xfrm>
              <a:custGeom>
                <a:avLst/>
                <a:gdLst/>
                <a:ahLst/>
                <a:cxnLst/>
                <a:rect l="l" t="t" r="r" b="b"/>
                <a:pathLst>
                  <a:path w="512" h="656" extrusionOk="0">
                    <a:moveTo>
                      <a:pt x="511" y="0"/>
                    </a:moveTo>
                    <a:lnTo>
                      <a:pt x="209" y="130"/>
                    </a:lnTo>
                    <a:lnTo>
                      <a:pt x="1" y="656"/>
                    </a:lnTo>
                    <a:lnTo>
                      <a:pt x="425" y="475"/>
                    </a:lnTo>
                    <a:cubicBezTo>
                      <a:pt x="468" y="302"/>
                      <a:pt x="497" y="138"/>
                      <a:pt x="5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3" name="Google Shape;8873;p72">
                <a:extLst>
                  <a:ext uri="{FF2B5EF4-FFF2-40B4-BE49-F238E27FC236}">
                    <a16:creationId xmlns:a16="http://schemas.microsoft.com/office/drawing/2014/main" id="{BABAF69A-DACB-C5CD-07C2-F9EBF9703169}"/>
                  </a:ext>
                </a:extLst>
              </p:cNvPr>
              <p:cNvSpPr/>
              <p:nvPr/>
            </p:nvSpPr>
            <p:spPr>
              <a:xfrm>
                <a:off x="6167041" y="3891268"/>
                <a:ext cx="156765" cy="174618"/>
              </a:xfrm>
              <a:custGeom>
                <a:avLst/>
                <a:gdLst/>
                <a:ahLst/>
                <a:cxnLst/>
                <a:rect l="l" t="t" r="r" b="b"/>
                <a:pathLst>
                  <a:path w="641" h="714" extrusionOk="0">
                    <a:moveTo>
                      <a:pt x="641" y="1"/>
                    </a:moveTo>
                    <a:lnTo>
                      <a:pt x="217" y="182"/>
                    </a:lnTo>
                    <a:lnTo>
                      <a:pt x="217" y="189"/>
                    </a:lnTo>
                    <a:lnTo>
                      <a:pt x="1" y="713"/>
                    </a:lnTo>
                    <a:lnTo>
                      <a:pt x="484" y="511"/>
                    </a:lnTo>
                    <a:cubicBezTo>
                      <a:pt x="548" y="339"/>
                      <a:pt x="598" y="166"/>
                      <a:pt x="6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4" name="Google Shape;8874;p72">
                <a:extLst>
                  <a:ext uri="{FF2B5EF4-FFF2-40B4-BE49-F238E27FC236}">
                    <a16:creationId xmlns:a16="http://schemas.microsoft.com/office/drawing/2014/main" id="{7196963F-9DE7-2F79-8AEB-7FDAE528D008}"/>
                  </a:ext>
                </a:extLst>
              </p:cNvPr>
              <p:cNvSpPr/>
              <p:nvPr/>
            </p:nvSpPr>
            <p:spPr>
              <a:xfrm>
                <a:off x="6121553" y="4016238"/>
                <a:ext cx="163857" cy="165569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77" extrusionOk="0">
                    <a:moveTo>
                      <a:pt x="670" y="0"/>
                    </a:moveTo>
                    <a:lnTo>
                      <a:pt x="187" y="202"/>
                    </a:lnTo>
                    <a:lnTo>
                      <a:pt x="1" y="677"/>
                    </a:lnTo>
                    <a:lnTo>
                      <a:pt x="116" y="677"/>
                    </a:lnTo>
                    <a:lnTo>
                      <a:pt x="403" y="554"/>
                    </a:lnTo>
                    <a:cubicBezTo>
                      <a:pt x="482" y="432"/>
                      <a:pt x="561" y="266"/>
                      <a:pt x="641" y="73"/>
                    </a:cubicBezTo>
                    <a:cubicBezTo>
                      <a:pt x="648" y="50"/>
                      <a:pt x="661" y="23"/>
                      <a:pt x="6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5" name="Google Shape;8875;p72">
                <a:extLst>
                  <a:ext uri="{FF2B5EF4-FFF2-40B4-BE49-F238E27FC236}">
                    <a16:creationId xmlns:a16="http://schemas.microsoft.com/office/drawing/2014/main" id="{C7F3BB09-F538-D9B6-03A6-16B68FBB6733}"/>
                  </a:ext>
                </a:extLst>
              </p:cNvPr>
              <p:cNvSpPr/>
              <p:nvPr/>
            </p:nvSpPr>
            <p:spPr>
              <a:xfrm>
                <a:off x="6149922" y="4151725"/>
                <a:ext cx="70189" cy="30081"/>
              </a:xfrm>
              <a:custGeom>
                <a:avLst/>
                <a:gdLst/>
                <a:ahLst/>
                <a:cxnLst/>
                <a:rect l="l" t="t" r="r" b="b"/>
                <a:pathLst>
                  <a:path w="287" h="123" extrusionOk="0">
                    <a:moveTo>
                      <a:pt x="287" y="0"/>
                    </a:moveTo>
                    <a:lnTo>
                      <a:pt x="0" y="123"/>
                    </a:lnTo>
                    <a:lnTo>
                      <a:pt x="200" y="123"/>
                    </a:lnTo>
                    <a:cubicBezTo>
                      <a:pt x="230" y="86"/>
                      <a:pt x="259" y="43"/>
                      <a:pt x="2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6" name="Google Shape;8876;p72">
                <a:extLst>
                  <a:ext uri="{FF2B5EF4-FFF2-40B4-BE49-F238E27FC236}">
                    <a16:creationId xmlns:a16="http://schemas.microsoft.com/office/drawing/2014/main" id="{374CAE34-784F-BE3F-7A94-4A60E32B1458}"/>
                  </a:ext>
                </a:extLst>
              </p:cNvPr>
              <p:cNvSpPr/>
              <p:nvPr/>
            </p:nvSpPr>
            <p:spPr>
              <a:xfrm>
                <a:off x="6070440" y="4091807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7" name="Google Shape;8877;p72">
                <a:extLst>
                  <a:ext uri="{FF2B5EF4-FFF2-40B4-BE49-F238E27FC236}">
                    <a16:creationId xmlns:a16="http://schemas.microsoft.com/office/drawing/2014/main" id="{DBEBA13E-E083-F38C-8CF6-F85B9FD37EED}"/>
                  </a:ext>
                </a:extLst>
              </p:cNvPr>
              <p:cNvSpPr/>
              <p:nvPr/>
            </p:nvSpPr>
            <p:spPr>
              <a:xfrm>
                <a:off x="6070440" y="3949473"/>
                <a:ext cx="96847" cy="232334"/>
              </a:xfrm>
              <a:custGeom>
                <a:avLst/>
                <a:gdLst/>
                <a:ahLst/>
                <a:cxnLst/>
                <a:rect l="l" t="t" r="r" b="b"/>
                <a:pathLst>
                  <a:path w="396" h="950" extrusionOk="0">
                    <a:moveTo>
                      <a:pt x="189" y="1"/>
                    </a:moveTo>
                    <a:cubicBezTo>
                      <a:pt x="180" y="22"/>
                      <a:pt x="173" y="51"/>
                      <a:pt x="160" y="73"/>
                    </a:cubicBezTo>
                    <a:cubicBezTo>
                      <a:pt x="80" y="267"/>
                      <a:pt x="30" y="439"/>
                      <a:pt x="1" y="582"/>
                    </a:cubicBezTo>
                    <a:lnTo>
                      <a:pt x="8" y="598"/>
                    </a:lnTo>
                    <a:lnTo>
                      <a:pt x="80" y="763"/>
                    </a:lnTo>
                    <a:lnTo>
                      <a:pt x="80" y="770"/>
                    </a:lnTo>
                    <a:lnTo>
                      <a:pt x="160" y="950"/>
                    </a:lnTo>
                    <a:lnTo>
                      <a:pt x="210" y="950"/>
                    </a:lnTo>
                    <a:lnTo>
                      <a:pt x="396" y="475"/>
                    </a:lnTo>
                    <a:lnTo>
                      <a:pt x="223" y="73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8" name="Google Shape;8878;p72">
                <a:extLst>
                  <a:ext uri="{FF2B5EF4-FFF2-40B4-BE49-F238E27FC236}">
                    <a16:creationId xmlns:a16="http://schemas.microsoft.com/office/drawing/2014/main" id="{9343DB5F-6D6B-9FD8-91EF-2F7157A53286}"/>
                  </a:ext>
                </a:extLst>
              </p:cNvPr>
              <p:cNvSpPr/>
              <p:nvPr/>
            </p:nvSpPr>
            <p:spPr>
              <a:xfrm>
                <a:off x="6323560" y="3891268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9" name="Google Shape;8879;p72">
                <a:extLst>
                  <a:ext uri="{FF2B5EF4-FFF2-40B4-BE49-F238E27FC236}">
                    <a16:creationId xmlns:a16="http://schemas.microsoft.com/office/drawing/2014/main" id="{27009FB6-B3BD-910B-9676-EC97B05CBF0F}"/>
                  </a:ext>
                </a:extLst>
              </p:cNvPr>
              <p:cNvSpPr/>
              <p:nvPr/>
            </p:nvSpPr>
            <p:spPr>
              <a:xfrm>
                <a:off x="5812429" y="4575303"/>
                <a:ext cx="167281" cy="14453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91" extrusionOk="0">
                    <a:moveTo>
                      <a:pt x="0" y="0"/>
                    </a:moveTo>
                    <a:lnTo>
                      <a:pt x="0" y="86"/>
                    </a:lnTo>
                    <a:lnTo>
                      <a:pt x="71" y="590"/>
                    </a:lnTo>
                    <a:lnTo>
                      <a:pt x="683" y="590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0" name="Google Shape;8880;p72">
                <a:extLst>
                  <a:ext uri="{FF2B5EF4-FFF2-40B4-BE49-F238E27FC236}">
                    <a16:creationId xmlns:a16="http://schemas.microsoft.com/office/drawing/2014/main" id="{F1B4B294-B8B6-8A2E-361A-4B29D6F325A9}"/>
                  </a:ext>
                </a:extLst>
              </p:cNvPr>
              <p:cNvSpPr/>
              <p:nvPr/>
            </p:nvSpPr>
            <p:spPr>
              <a:xfrm>
                <a:off x="6021528" y="4575303"/>
                <a:ext cx="167036" cy="144536"/>
              </a:xfrm>
              <a:custGeom>
                <a:avLst/>
                <a:gdLst/>
                <a:ahLst/>
                <a:cxnLst/>
                <a:rect l="l" t="t" r="r" b="b"/>
                <a:pathLst>
                  <a:path w="683" h="591" extrusionOk="0">
                    <a:moveTo>
                      <a:pt x="1" y="0"/>
                    </a:moveTo>
                    <a:lnTo>
                      <a:pt x="1" y="590"/>
                    </a:lnTo>
                    <a:lnTo>
                      <a:pt x="611" y="590"/>
                    </a:lnTo>
                    <a:lnTo>
                      <a:pt x="682" y="86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1" name="Google Shape;8881;p72">
                <a:extLst>
                  <a:ext uri="{FF2B5EF4-FFF2-40B4-BE49-F238E27FC236}">
                    <a16:creationId xmlns:a16="http://schemas.microsoft.com/office/drawing/2014/main" id="{D706E659-50C6-E395-476B-F320B16F2D74}"/>
                  </a:ext>
                </a:extLst>
              </p:cNvPr>
              <p:cNvSpPr/>
              <p:nvPr/>
            </p:nvSpPr>
            <p:spPr>
              <a:xfrm>
                <a:off x="5755691" y="4181561"/>
                <a:ext cx="489370" cy="355594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1454" extrusionOk="0">
                    <a:moveTo>
                      <a:pt x="1" y="1"/>
                    </a:moveTo>
                    <a:lnTo>
                      <a:pt x="160" y="1165"/>
                    </a:lnTo>
                    <a:lnTo>
                      <a:pt x="232" y="1165"/>
                    </a:lnTo>
                    <a:lnTo>
                      <a:pt x="232" y="1453"/>
                    </a:lnTo>
                    <a:lnTo>
                      <a:pt x="915" y="1453"/>
                    </a:lnTo>
                    <a:lnTo>
                      <a:pt x="915" y="1165"/>
                    </a:lnTo>
                    <a:lnTo>
                      <a:pt x="1088" y="1165"/>
                    </a:lnTo>
                    <a:lnTo>
                      <a:pt x="1088" y="1453"/>
                    </a:lnTo>
                    <a:lnTo>
                      <a:pt x="1769" y="1453"/>
                    </a:lnTo>
                    <a:lnTo>
                      <a:pt x="1769" y="1165"/>
                    </a:lnTo>
                    <a:lnTo>
                      <a:pt x="1842" y="1165"/>
                    </a:lnTo>
                    <a:lnTo>
                      <a:pt x="200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2" name="Google Shape;8882;p72">
                <a:extLst>
                  <a:ext uri="{FF2B5EF4-FFF2-40B4-BE49-F238E27FC236}">
                    <a16:creationId xmlns:a16="http://schemas.microsoft.com/office/drawing/2014/main" id="{2AC07427-BDEE-F67F-BCEB-84A63A08FAEB}"/>
                  </a:ext>
                </a:extLst>
              </p:cNvPr>
              <p:cNvSpPr/>
              <p:nvPr/>
            </p:nvSpPr>
            <p:spPr>
              <a:xfrm>
                <a:off x="6067261" y="4181561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3" name="Google Shape;8883;p72">
                <a:extLst>
                  <a:ext uri="{FF2B5EF4-FFF2-40B4-BE49-F238E27FC236}">
                    <a16:creationId xmlns:a16="http://schemas.microsoft.com/office/drawing/2014/main" id="{0FBD1AAB-2B31-9E21-A2D7-4C4815480EE8}"/>
                  </a:ext>
                </a:extLst>
              </p:cNvPr>
              <p:cNvSpPr/>
              <p:nvPr/>
            </p:nvSpPr>
            <p:spPr>
              <a:xfrm>
                <a:off x="6188318" y="4466474"/>
                <a:ext cx="42309" cy="387142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583" extrusionOk="0">
                    <a:moveTo>
                      <a:pt x="0" y="0"/>
                    </a:moveTo>
                    <a:lnTo>
                      <a:pt x="0" y="1582"/>
                    </a:lnTo>
                    <a:lnTo>
                      <a:pt x="173" y="1582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4" name="Google Shape;8884;p72">
                <a:extLst>
                  <a:ext uri="{FF2B5EF4-FFF2-40B4-BE49-F238E27FC236}">
                    <a16:creationId xmlns:a16="http://schemas.microsoft.com/office/drawing/2014/main" id="{F5301E32-D863-E318-49E0-61D92BB8A939}"/>
                  </a:ext>
                </a:extLst>
              </p:cNvPr>
              <p:cNvSpPr/>
              <p:nvPr/>
            </p:nvSpPr>
            <p:spPr>
              <a:xfrm>
                <a:off x="5812429" y="4719594"/>
                <a:ext cx="167281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684" h="159" extrusionOk="0">
                    <a:moveTo>
                      <a:pt x="0" y="0"/>
                    </a:moveTo>
                    <a:lnTo>
                      <a:pt x="0" y="159"/>
                    </a:lnTo>
                    <a:lnTo>
                      <a:pt x="683" y="159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5" name="Google Shape;8885;p72">
                <a:extLst>
                  <a:ext uri="{FF2B5EF4-FFF2-40B4-BE49-F238E27FC236}">
                    <a16:creationId xmlns:a16="http://schemas.microsoft.com/office/drawing/2014/main" id="{5C7D1818-6C8B-E2D6-E1B6-8A513356B7E1}"/>
                  </a:ext>
                </a:extLst>
              </p:cNvPr>
              <p:cNvSpPr/>
              <p:nvPr/>
            </p:nvSpPr>
            <p:spPr>
              <a:xfrm>
                <a:off x="6021528" y="4719594"/>
                <a:ext cx="167036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683" h="159" extrusionOk="0">
                    <a:moveTo>
                      <a:pt x="1" y="0"/>
                    </a:moveTo>
                    <a:lnTo>
                      <a:pt x="1" y="159"/>
                    </a:lnTo>
                    <a:lnTo>
                      <a:pt x="682" y="159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6" name="Google Shape;8886;p72">
                <a:extLst>
                  <a:ext uri="{FF2B5EF4-FFF2-40B4-BE49-F238E27FC236}">
                    <a16:creationId xmlns:a16="http://schemas.microsoft.com/office/drawing/2014/main" id="{6013A237-4B1E-CC52-5756-1769314AB496}"/>
                  </a:ext>
                </a:extLst>
              </p:cNvPr>
              <p:cNvSpPr/>
              <p:nvPr/>
            </p:nvSpPr>
            <p:spPr>
              <a:xfrm>
                <a:off x="5812429" y="4536907"/>
                <a:ext cx="167281" cy="38641"/>
              </a:xfrm>
              <a:custGeom>
                <a:avLst/>
                <a:gdLst/>
                <a:ahLst/>
                <a:cxnLst/>
                <a:rect l="l" t="t" r="r" b="b"/>
                <a:pathLst>
                  <a:path w="684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683" y="157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7" name="Google Shape;8887;p72">
                <a:extLst>
                  <a:ext uri="{FF2B5EF4-FFF2-40B4-BE49-F238E27FC236}">
                    <a16:creationId xmlns:a16="http://schemas.microsoft.com/office/drawing/2014/main" id="{F593E20F-74A8-280C-4AFC-033649CBAE8D}"/>
                  </a:ext>
                </a:extLst>
              </p:cNvPr>
              <p:cNvSpPr/>
              <p:nvPr/>
            </p:nvSpPr>
            <p:spPr>
              <a:xfrm>
                <a:off x="6021528" y="4536907"/>
                <a:ext cx="167036" cy="3864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682" y="157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8" name="Google Shape;8888;p72">
                <a:extLst>
                  <a:ext uri="{FF2B5EF4-FFF2-40B4-BE49-F238E27FC236}">
                    <a16:creationId xmlns:a16="http://schemas.microsoft.com/office/drawing/2014/main" id="{73B40EBB-FB31-F8B6-EB85-60D0B38DF6E0}"/>
                  </a:ext>
                </a:extLst>
              </p:cNvPr>
              <p:cNvSpPr/>
              <p:nvPr/>
            </p:nvSpPr>
            <p:spPr>
              <a:xfrm>
                <a:off x="5979464" y="4466474"/>
                <a:ext cx="42309" cy="387142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583" extrusionOk="0">
                    <a:moveTo>
                      <a:pt x="0" y="0"/>
                    </a:moveTo>
                    <a:lnTo>
                      <a:pt x="0" y="1582"/>
                    </a:lnTo>
                    <a:lnTo>
                      <a:pt x="173" y="1582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9" name="Google Shape;8889;p72">
                <a:extLst>
                  <a:ext uri="{FF2B5EF4-FFF2-40B4-BE49-F238E27FC236}">
                    <a16:creationId xmlns:a16="http://schemas.microsoft.com/office/drawing/2014/main" id="{E152B9F6-4D67-98B5-639B-59EEE1F744C2}"/>
                  </a:ext>
                </a:extLst>
              </p:cNvPr>
              <p:cNvSpPr/>
              <p:nvPr/>
            </p:nvSpPr>
            <p:spPr>
              <a:xfrm>
                <a:off x="8633429" y="1871688"/>
                <a:ext cx="230622" cy="432631"/>
              </a:xfrm>
              <a:custGeom>
                <a:avLst/>
                <a:gdLst/>
                <a:ahLst/>
                <a:cxnLst/>
                <a:rect l="l" t="t" r="r" b="b"/>
                <a:pathLst>
                  <a:path w="943" h="1769" extrusionOk="0">
                    <a:moveTo>
                      <a:pt x="60" y="1"/>
                    </a:moveTo>
                    <a:cubicBezTo>
                      <a:pt x="37" y="1"/>
                      <a:pt x="16" y="1"/>
                      <a:pt x="1" y="8"/>
                    </a:cubicBezTo>
                    <a:cubicBezTo>
                      <a:pt x="455" y="37"/>
                      <a:pt x="820" y="418"/>
                      <a:pt x="820" y="884"/>
                    </a:cubicBezTo>
                    <a:cubicBezTo>
                      <a:pt x="820" y="1351"/>
                      <a:pt x="455" y="1733"/>
                      <a:pt x="1" y="1762"/>
                    </a:cubicBezTo>
                    <a:cubicBezTo>
                      <a:pt x="16" y="1769"/>
                      <a:pt x="37" y="1769"/>
                      <a:pt x="60" y="1769"/>
                    </a:cubicBezTo>
                    <a:cubicBezTo>
                      <a:pt x="548" y="1769"/>
                      <a:pt x="943" y="1374"/>
                      <a:pt x="943" y="884"/>
                    </a:cubicBezTo>
                    <a:cubicBezTo>
                      <a:pt x="943" y="396"/>
                      <a:pt x="548" y="1"/>
                      <a:pt x="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0" name="Google Shape;8890;p72">
                <a:extLst>
                  <a:ext uri="{FF2B5EF4-FFF2-40B4-BE49-F238E27FC236}">
                    <a16:creationId xmlns:a16="http://schemas.microsoft.com/office/drawing/2014/main" id="{04421708-BEB6-A333-A891-0EC425F8A14E}"/>
                  </a:ext>
                </a:extLst>
              </p:cNvPr>
              <p:cNvSpPr/>
              <p:nvPr/>
            </p:nvSpPr>
            <p:spPr>
              <a:xfrm>
                <a:off x="8608973" y="2075407"/>
                <a:ext cx="1957" cy="1956"/>
              </a:xfrm>
              <a:custGeom>
                <a:avLst/>
                <a:gdLst/>
                <a:ahLst/>
                <a:cxnLst/>
                <a:rect l="l" t="t" r="r" b="b"/>
                <a:pathLst>
                  <a:path w="8" h="8" extrusionOk="0">
                    <a:moveTo>
                      <a:pt x="8" y="1"/>
                    </a:moveTo>
                    <a:lnTo>
                      <a:pt x="1" y="8"/>
                    </a:lnTo>
                    <a:lnTo>
                      <a:pt x="8" y="8"/>
                    </a:lnTo>
                    <a:lnTo>
                      <a:pt x="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1" name="Google Shape;8891;p72">
                <a:extLst>
                  <a:ext uri="{FF2B5EF4-FFF2-40B4-BE49-F238E27FC236}">
                    <a16:creationId xmlns:a16="http://schemas.microsoft.com/office/drawing/2014/main" id="{639E5A20-F5E7-2EEB-0A90-A407ED1CA5A0}"/>
                  </a:ext>
                </a:extLst>
              </p:cNvPr>
              <p:cNvSpPr/>
              <p:nvPr/>
            </p:nvSpPr>
            <p:spPr>
              <a:xfrm>
                <a:off x="8401586" y="1871688"/>
                <a:ext cx="432631" cy="4326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769" extrusionOk="0">
                    <a:moveTo>
                      <a:pt x="885" y="144"/>
                    </a:moveTo>
                    <a:cubicBezTo>
                      <a:pt x="1294" y="144"/>
                      <a:pt x="1625" y="475"/>
                      <a:pt x="1625" y="884"/>
                    </a:cubicBezTo>
                    <a:cubicBezTo>
                      <a:pt x="1625" y="1295"/>
                      <a:pt x="1294" y="1626"/>
                      <a:pt x="885" y="1626"/>
                    </a:cubicBezTo>
                    <a:cubicBezTo>
                      <a:pt x="475" y="1626"/>
                      <a:pt x="145" y="1295"/>
                      <a:pt x="145" y="884"/>
                    </a:cubicBezTo>
                    <a:cubicBezTo>
                      <a:pt x="145" y="475"/>
                      <a:pt x="475" y="144"/>
                      <a:pt x="885" y="144"/>
                    </a:cubicBezTo>
                    <a:close/>
                    <a:moveTo>
                      <a:pt x="885" y="1"/>
                    </a:moveTo>
                    <a:cubicBezTo>
                      <a:pt x="395" y="1"/>
                      <a:pt x="0" y="396"/>
                      <a:pt x="0" y="884"/>
                    </a:cubicBezTo>
                    <a:cubicBezTo>
                      <a:pt x="0" y="1374"/>
                      <a:pt x="395" y="1769"/>
                      <a:pt x="885" y="1769"/>
                    </a:cubicBezTo>
                    <a:cubicBezTo>
                      <a:pt x="906" y="1769"/>
                      <a:pt x="928" y="1769"/>
                      <a:pt x="949" y="1762"/>
                    </a:cubicBezTo>
                    <a:cubicBezTo>
                      <a:pt x="1403" y="1733"/>
                      <a:pt x="1768" y="1351"/>
                      <a:pt x="1768" y="884"/>
                    </a:cubicBezTo>
                    <a:cubicBezTo>
                      <a:pt x="1768" y="418"/>
                      <a:pt x="1403" y="37"/>
                      <a:pt x="949" y="8"/>
                    </a:cubicBezTo>
                    <a:cubicBezTo>
                      <a:pt x="928" y="1"/>
                      <a:pt x="906" y="1"/>
                      <a:pt x="8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2" name="Google Shape;8892;p72">
                <a:extLst>
                  <a:ext uri="{FF2B5EF4-FFF2-40B4-BE49-F238E27FC236}">
                    <a16:creationId xmlns:a16="http://schemas.microsoft.com/office/drawing/2014/main" id="{50E8F39B-ACF1-29FD-0B62-4388BD507F3E}"/>
                  </a:ext>
                </a:extLst>
              </p:cNvPr>
              <p:cNvSpPr/>
              <p:nvPr/>
            </p:nvSpPr>
            <p:spPr>
              <a:xfrm>
                <a:off x="8608973" y="2075407"/>
                <a:ext cx="1957" cy="1956"/>
              </a:xfrm>
              <a:custGeom>
                <a:avLst/>
                <a:gdLst/>
                <a:ahLst/>
                <a:cxnLst/>
                <a:rect l="l" t="t" r="r" b="b"/>
                <a:pathLst>
                  <a:path w="8" h="8" extrusionOk="0">
                    <a:moveTo>
                      <a:pt x="8" y="1"/>
                    </a:moveTo>
                    <a:lnTo>
                      <a:pt x="1" y="8"/>
                    </a:lnTo>
                    <a:lnTo>
                      <a:pt x="8" y="8"/>
                    </a:lnTo>
                    <a:lnTo>
                      <a:pt x="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3" name="Google Shape;8893;p72">
                <a:extLst>
                  <a:ext uri="{FF2B5EF4-FFF2-40B4-BE49-F238E27FC236}">
                    <a16:creationId xmlns:a16="http://schemas.microsoft.com/office/drawing/2014/main" id="{BDA284C7-CB96-98BD-2D6D-E18BFBDDC7AD}"/>
                  </a:ext>
                </a:extLst>
              </p:cNvPr>
              <p:cNvSpPr/>
              <p:nvPr/>
            </p:nvSpPr>
            <p:spPr>
              <a:xfrm>
                <a:off x="8437047" y="1906660"/>
                <a:ext cx="362197" cy="362686"/>
              </a:xfrm>
              <a:custGeom>
                <a:avLst/>
                <a:gdLst/>
                <a:ahLst/>
                <a:cxnLst/>
                <a:rect l="l" t="t" r="r" b="b"/>
                <a:pathLst>
                  <a:path w="1481" h="1483" extrusionOk="0">
                    <a:moveTo>
                      <a:pt x="740" y="1"/>
                    </a:moveTo>
                    <a:cubicBezTo>
                      <a:pt x="330" y="1"/>
                      <a:pt x="0" y="332"/>
                      <a:pt x="0" y="741"/>
                    </a:cubicBezTo>
                    <a:cubicBezTo>
                      <a:pt x="0" y="1152"/>
                      <a:pt x="330" y="1483"/>
                      <a:pt x="740" y="1483"/>
                    </a:cubicBezTo>
                    <a:cubicBezTo>
                      <a:pt x="1149" y="1483"/>
                      <a:pt x="1480" y="1152"/>
                      <a:pt x="1480" y="741"/>
                    </a:cubicBezTo>
                    <a:cubicBezTo>
                      <a:pt x="1480" y="332"/>
                      <a:pt x="1149" y="1"/>
                      <a:pt x="7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4" name="Google Shape;8894;p72">
                <a:extLst>
                  <a:ext uri="{FF2B5EF4-FFF2-40B4-BE49-F238E27FC236}">
                    <a16:creationId xmlns:a16="http://schemas.microsoft.com/office/drawing/2014/main" id="{4D6747CC-A87D-6371-5365-830D71D70A2A}"/>
                  </a:ext>
                </a:extLst>
              </p:cNvPr>
              <p:cNvSpPr/>
              <p:nvPr/>
            </p:nvSpPr>
            <p:spPr>
              <a:xfrm>
                <a:off x="8531937" y="1948969"/>
                <a:ext cx="100271" cy="15334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627" extrusionOk="0">
                    <a:moveTo>
                      <a:pt x="352" y="0"/>
                    </a:moveTo>
                    <a:cubicBezTo>
                      <a:pt x="337" y="0"/>
                      <a:pt x="323" y="16"/>
                      <a:pt x="323" y="30"/>
                    </a:cubicBezTo>
                    <a:lnTo>
                      <a:pt x="323" y="525"/>
                    </a:lnTo>
                    <a:lnTo>
                      <a:pt x="316" y="525"/>
                    </a:lnTo>
                    <a:lnTo>
                      <a:pt x="50" y="368"/>
                    </a:lnTo>
                    <a:cubicBezTo>
                      <a:pt x="43" y="368"/>
                      <a:pt x="35" y="361"/>
                      <a:pt x="35" y="361"/>
                    </a:cubicBezTo>
                    <a:cubicBezTo>
                      <a:pt x="21" y="361"/>
                      <a:pt x="14" y="368"/>
                      <a:pt x="7" y="382"/>
                    </a:cubicBezTo>
                    <a:cubicBezTo>
                      <a:pt x="0" y="395"/>
                      <a:pt x="0" y="411"/>
                      <a:pt x="14" y="418"/>
                    </a:cubicBezTo>
                    <a:lnTo>
                      <a:pt x="293" y="583"/>
                    </a:lnTo>
                    <a:cubicBezTo>
                      <a:pt x="302" y="604"/>
                      <a:pt x="323" y="627"/>
                      <a:pt x="352" y="627"/>
                    </a:cubicBezTo>
                    <a:cubicBezTo>
                      <a:pt x="388" y="627"/>
                      <a:pt x="409" y="597"/>
                      <a:pt x="409" y="568"/>
                    </a:cubicBezTo>
                    <a:cubicBezTo>
                      <a:pt x="409" y="547"/>
                      <a:pt x="402" y="533"/>
                      <a:pt x="380" y="518"/>
                    </a:cubicBezTo>
                    <a:lnTo>
                      <a:pt x="380" y="30"/>
                    </a:lnTo>
                    <a:cubicBezTo>
                      <a:pt x="380" y="16"/>
                      <a:pt x="366" y="0"/>
                      <a:pt x="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5" name="Google Shape;8895;p72">
                <a:extLst>
                  <a:ext uri="{FF2B5EF4-FFF2-40B4-BE49-F238E27FC236}">
                    <a16:creationId xmlns:a16="http://schemas.microsoft.com/office/drawing/2014/main" id="{157374BC-E76E-A2B2-5CAF-3D5669262CB7}"/>
                  </a:ext>
                </a:extLst>
              </p:cNvPr>
              <p:cNvSpPr/>
              <p:nvPr/>
            </p:nvSpPr>
            <p:spPr>
              <a:xfrm>
                <a:off x="8160695" y="3060252"/>
                <a:ext cx="21277" cy="138912"/>
              </a:xfrm>
              <a:custGeom>
                <a:avLst/>
                <a:gdLst/>
                <a:ahLst/>
                <a:cxnLst/>
                <a:rect l="l" t="t" r="r" b="b"/>
                <a:pathLst>
                  <a:path w="87" h="568" fill="none" extrusionOk="0">
                    <a:moveTo>
                      <a:pt x="86" y="0"/>
                    </a:moveTo>
                    <a:lnTo>
                      <a:pt x="0" y="56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96" name="Google Shape;8896;p72">
              <a:extLst>
                <a:ext uri="{FF2B5EF4-FFF2-40B4-BE49-F238E27FC236}">
                  <a16:creationId xmlns:a16="http://schemas.microsoft.com/office/drawing/2014/main" id="{89372648-1AA2-D3C0-CCC9-FCE7064EFB1E}"/>
                </a:ext>
              </a:extLst>
            </p:cNvPr>
            <p:cNvSpPr/>
            <p:nvPr/>
          </p:nvSpPr>
          <p:spPr>
            <a:xfrm>
              <a:off x="5626640" y="19523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7" name="Google Shape;8897;p72">
              <a:extLst>
                <a:ext uri="{FF2B5EF4-FFF2-40B4-BE49-F238E27FC236}">
                  <a16:creationId xmlns:a16="http://schemas.microsoft.com/office/drawing/2014/main" id="{B7F7112D-6F1E-F516-E29D-10D2EC871BBD}"/>
                </a:ext>
              </a:extLst>
            </p:cNvPr>
            <p:cNvSpPr/>
            <p:nvPr/>
          </p:nvSpPr>
          <p:spPr>
            <a:xfrm>
              <a:off x="7553952" y="10402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98" name="Google Shape;8898;p72">
              <a:extLst>
                <a:ext uri="{FF2B5EF4-FFF2-40B4-BE49-F238E27FC236}">
                  <a16:creationId xmlns:a16="http://schemas.microsoft.com/office/drawing/2014/main" id="{65E8D814-E523-0EB0-CC5C-29C6BBE39784}"/>
                </a:ext>
              </a:extLst>
            </p:cNvPr>
            <p:cNvGrpSpPr/>
            <p:nvPr/>
          </p:nvGrpSpPr>
          <p:grpSpPr>
            <a:xfrm>
              <a:off x="6045765" y="926023"/>
              <a:ext cx="114150" cy="114196"/>
              <a:chOff x="-685100" y="4136737"/>
              <a:chExt cx="38359" cy="38359"/>
            </a:xfrm>
          </p:grpSpPr>
          <p:sp>
            <p:nvSpPr>
              <p:cNvPr id="8899" name="Google Shape;8899;p72">
                <a:extLst>
                  <a:ext uri="{FF2B5EF4-FFF2-40B4-BE49-F238E27FC236}">
                    <a16:creationId xmlns:a16="http://schemas.microsoft.com/office/drawing/2014/main" id="{281FE9DC-6B9C-4132-0B84-D519FCFD46E9}"/>
                  </a:ext>
                </a:extLst>
              </p:cNvPr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0" name="Google Shape;8900;p72">
                <a:extLst>
                  <a:ext uri="{FF2B5EF4-FFF2-40B4-BE49-F238E27FC236}">
                    <a16:creationId xmlns:a16="http://schemas.microsoft.com/office/drawing/2014/main" id="{8088764F-78BE-D26E-D62A-323957CC32AA}"/>
                  </a:ext>
                </a:extLst>
              </p:cNvPr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901" name="Google Shape;8901;p72">
              <a:extLst>
                <a:ext uri="{FF2B5EF4-FFF2-40B4-BE49-F238E27FC236}">
                  <a16:creationId xmlns:a16="http://schemas.microsoft.com/office/drawing/2014/main" id="{209486E4-8FCA-5EEF-D99A-E19EB0F76C46}"/>
                </a:ext>
              </a:extLst>
            </p:cNvPr>
            <p:cNvSpPr/>
            <p:nvPr/>
          </p:nvSpPr>
          <p:spPr>
            <a:xfrm>
              <a:off x="4805687" y="42224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2" name="Google Shape;8902;p72">
              <a:extLst>
                <a:ext uri="{FF2B5EF4-FFF2-40B4-BE49-F238E27FC236}">
                  <a16:creationId xmlns:a16="http://schemas.microsoft.com/office/drawing/2014/main" id="{20702FA6-9837-96FF-6B94-C2B466D33666}"/>
                </a:ext>
              </a:extLst>
            </p:cNvPr>
            <p:cNvSpPr/>
            <p:nvPr/>
          </p:nvSpPr>
          <p:spPr>
            <a:xfrm>
              <a:off x="4671872" y="35029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3" name="Google Shape;8903;p72">
            <a:extLst>
              <a:ext uri="{FF2B5EF4-FFF2-40B4-BE49-F238E27FC236}">
                <a16:creationId xmlns:a16="http://schemas.microsoft.com/office/drawing/2014/main" id="{7D962882-126D-28A9-BF1D-9E62ADC079C3}"/>
              </a:ext>
            </a:extLst>
          </p:cNvPr>
          <p:cNvGrpSpPr/>
          <p:nvPr/>
        </p:nvGrpSpPr>
        <p:grpSpPr>
          <a:xfrm>
            <a:off x="788774" y="3015654"/>
            <a:ext cx="1442302" cy="312011"/>
            <a:chOff x="819449" y="2998779"/>
            <a:chExt cx="1442302" cy="312011"/>
          </a:xfrm>
        </p:grpSpPr>
        <p:grpSp>
          <p:nvGrpSpPr>
            <p:cNvPr id="8904" name="Google Shape;8904;p72">
              <a:extLst>
                <a:ext uri="{FF2B5EF4-FFF2-40B4-BE49-F238E27FC236}">
                  <a16:creationId xmlns:a16="http://schemas.microsoft.com/office/drawing/2014/main" id="{75FBA798-D044-D798-9C5A-E9B45FF15687}"/>
                </a:ext>
              </a:extLst>
            </p:cNvPr>
            <p:cNvGrpSpPr/>
            <p:nvPr/>
          </p:nvGrpSpPr>
          <p:grpSpPr>
            <a:xfrm>
              <a:off x="819449" y="2998779"/>
              <a:ext cx="311935" cy="311915"/>
              <a:chOff x="860977" y="2620616"/>
              <a:chExt cx="319311" cy="319290"/>
            </a:xfrm>
          </p:grpSpPr>
          <p:sp>
            <p:nvSpPr>
              <p:cNvPr id="8905" name="Google Shape;8905;p72">
                <a:extLst>
                  <a:ext uri="{FF2B5EF4-FFF2-40B4-BE49-F238E27FC236}">
                    <a16:creationId xmlns:a16="http://schemas.microsoft.com/office/drawing/2014/main" id="{9572D3EF-02F2-9B5B-5CAF-4455D536AD8F}"/>
                  </a:ext>
                </a:extLst>
              </p:cNvPr>
              <p:cNvSpPr/>
              <p:nvPr/>
            </p:nvSpPr>
            <p:spPr>
              <a:xfrm>
                <a:off x="935084" y="2694744"/>
                <a:ext cx="171071" cy="171071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8197" extrusionOk="0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6" name="Google Shape;8906;p72">
                <a:extLst>
                  <a:ext uri="{FF2B5EF4-FFF2-40B4-BE49-F238E27FC236}">
                    <a16:creationId xmlns:a16="http://schemas.microsoft.com/office/drawing/2014/main" id="{48AD4B2F-4913-7CFD-40C6-F8286D5DE1D3}"/>
                  </a:ext>
                </a:extLst>
              </p:cNvPr>
              <p:cNvSpPr/>
              <p:nvPr/>
            </p:nvSpPr>
            <p:spPr>
              <a:xfrm>
                <a:off x="860977" y="2620616"/>
                <a:ext cx="319311" cy="319290"/>
              </a:xfrm>
              <a:custGeom>
                <a:avLst/>
                <a:gdLst/>
                <a:ahLst/>
                <a:cxnLst/>
                <a:rect l="l" t="t" r="r" b="b"/>
                <a:pathLst>
                  <a:path w="15300" h="15299" extrusionOk="0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7" name="Google Shape;8907;p72">
                <a:extLst>
                  <a:ext uri="{FF2B5EF4-FFF2-40B4-BE49-F238E27FC236}">
                    <a16:creationId xmlns:a16="http://schemas.microsoft.com/office/drawing/2014/main" id="{FACF4573-2F10-71EE-1E08-C09DD9B381CB}"/>
                  </a:ext>
                </a:extLst>
              </p:cNvPr>
              <p:cNvSpPr/>
              <p:nvPr/>
            </p:nvSpPr>
            <p:spPr>
              <a:xfrm>
                <a:off x="1081712" y="2670306"/>
                <a:ext cx="48878" cy="48898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2343" extrusionOk="0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08" name="Google Shape;8908;p72">
              <a:extLst>
                <a:ext uri="{FF2B5EF4-FFF2-40B4-BE49-F238E27FC236}">
                  <a16:creationId xmlns:a16="http://schemas.microsoft.com/office/drawing/2014/main" id="{D2B5C57F-8579-A4B2-ECC3-16B972F06C16}"/>
                </a:ext>
              </a:extLst>
            </p:cNvPr>
            <p:cNvGrpSpPr/>
            <p:nvPr/>
          </p:nvGrpSpPr>
          <p:grpSpPr>
            <a:xfrm>
              <a:off x="1352744" y="2999575"/>
              <a:ext cx="286488" cy="310321"/>
              <a:chOff x="1385007" y="2621430"/>
              <a:chExt cx="293262" cy="317659"/>
            </a:xfrm>
          </p:grpSpPr>
          <p:sp>
            <p:nvSpPr>
              <p:cNvPr id="8909" name="Google Shape;8909;p72">
                <a:extLst>
                  <a:ext uri="{FF2B5EF4-FFF2-40B4-BE49-F238E27FC236}">
                    <a16:creationId xmlns:a16="http://schemas.microsoft.com/office/drawing/2014/main" id="{F8CBE72A-6AE7-D86E-BFB1-16D5D34D7F53}"/>
                  </a:ext>
                </a:extLst>
              </p:cNvPr>
              <p:cNvSpPr/>
              <p:nvPr/>
            </p:nvSpPr>
            <p:spPr>
              <a:xfrm>
                <a:off x="1385007" y="2719183"/>
                <a:ext cx="73337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10537" extrusionOk="0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0" name="Google Shape;8910;p72">
                <a:extLst>
                  <a:ext uri="{FF2B5EF4-FFF2-40B4-BE49-F238E27FC236}">
                    <a16:creationId xmlns:a16="http://schemas.microsoft.com/office/drawing/2014/main" id="{25551970-AC09-AD3E-D7F2-E6E96AB8F960}"/>
                  </a:ext>
                </a:extLst>
              </p:cNvPr>
              <p:cNvSpPr/>
              <p:nvPr/>
            </p:nvSpPr>
            <p:spPr>
              <a:xfrm>
                <a:off x="1385007" y="2621430"/>
                <a:ext cx="73337" cy="73337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3514" extrusionOk="0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1" name="Google Shape;8911;p72">
                <a:extLst>
                  <a:ext uri="{FF2B5EF4-FFF2-40B4-BE49-F238E27FC236}">
                    <a16:creationId xmlns:a16="http://schemas.microsoft.com/office/drawing/2014/main" id="{A5F2EB73-BB49-904E-A0E4-F328EF6E887B}"/>
                  </a:ext>
                </a:extLst>
              </p:cNvPr>
              <p:cNvSpPr/>
              <p:nvPr/>
            </p:nvSpPr>
            <p:spPr>
              <a:xfrm>
                <a:off x="1482759" y="2718786"/>
                <a:ext cx="195510" cy="220304"/>
              </a:xfrm>
              <a:custGeom>
                <a:avLst/>
                <a:gdLst/>
                <a:ahLst/>
                <a:cxnLst/>
                <a:rect l="l" t="t" r="r" b="b"/>
                <a:pathLst>
                  <a:path w="9368" h="10556" extrusionOk="0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912" name="Google Shape;8912;p72">
              <a:extLst>
                <a:ext uri="{FF2B5EF4-FFF2-40B4-BE49-F238E27FC236}">
                  <a16:creationId xmlns:a16="http://schemas.microsoft.com/office/drawing/2014/main" id="{DF9D48AE-0DC4-1774-4E84-7C925B222F9A}"/>
                </a:ext>
              </a:extLst>
            </p:cNvPr>
            <p:cNvSpPr/>
            <p:nvPr/>
          </p:nvSpPr>
          <p:spPr>
            <a:xfrm>
              <a:off x="1879258" y="2998850"/>
              <a:ext cx="382493" cy="311941"/>
            </a:xfrm>
            <a:custGeom>
              <a:avLst/>
              <a:gdLst/>
              <a:ahLst/>
              <a:cxnLst/>
              <a:rect l="l" t="t" r="r" b="b"/>
              <a:pathLst>
                <a:path w="20081" h="16377" extrusionOk="0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5E6F621-8258-248C-0012-81C58A16B880}"/>
              </a:ext>
            </a:extLst>
          </p:cNvPr>
          <p:cNvSpPr txBox="1"/>
          <p:nvPr/>
        </p:nvSpPr>
        <p:spPr>
          <a:xfrm>
            <a:off x="5246367" y="1237781"/>
            <a:ext cx="110356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chemeClr val="tx2"/>
                </a:solidFill>
                <a:latin typeface="Albert Sans" panose="020B0604020202020204" charset="0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CC58F0-1100-6064-BD70-41D4B4D650E4}"/>
              </a:ext>
            </a:extLst>
          </p:cNvPr>
          <p:cNvSpPr/>
          <p:nvPr/>
        </p:nvSpPr>
        <p:spPr>
          <a:xfrm>
            <a:off x="713225" y="2943922"/>
            <a:ext cx="3539107" cy="160211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924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>
          <a:extLst>
            <a:ext uri="{FF2B5EF4-FFF2-40B4-BE49-F238E27FC236}">
              <a16:creationId xmlns:a16="http://schemas.microsoft.com/office/drawing/2014/main" id="{747B5A67-1411-D62A-8185-6D1A2DBFA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47">
            <a:extLst>
              <a:ext uri="{FF2B5EF4-FFF2-40B4-BE49-F238E27FC236}">
                <a16:creationId xmlns:a16="http://schemas.microsoft.com/office/drawing/2014/main" id="{591CE7FC-84AD-B9B0-FF5C-363B8398D7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Quais as expectativas</a:t>
            </a:r>
            <a:endParaRPr dirty="0"/>
          </a:p>
        </p:txBody>
      </p:sp>
      <p:sp>
        <p:nvSpPr>
          <p:cNvPr id="1776" name="Google Shape;1776;p47">
            <a:extLst>
              <a:ext uri="{FF2B5EF4-FFF2-40B4-BE49-F238E27FC236}">
                <a16:creationId xmlns:a16="http://schemas.microsoft.com/office/drawing/2014/main" id="{923EE3AA-8C70-16DE-3DB4-DDF8D82567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8752" y="2759251"/>
            <a:ext cx="22119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Para maximizar o alcance devemos extinguir a barreira financeira.</a:t>
            </a:r>
            <a:endParaRPr dirty="0"/>
          </a:p>
        </p:txBody>
      </p:sp>
      <p:sp>
        <p:nvSpPr>
          <p:cNvPr id="1777" name="Google Shape;1777;p47">
            <a:extLst>
              <a:ext uri="{FF2B5EF4-FFF2-40B4-BE49-F238E27FC236}">
                <a16:creationId xmlns:a16="http://schemas.microsoft.com/office/drawing/2014/main" id="{2946FF19-2FEB-BEAA-F81F-8A4BF7C08CC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120077" y="2757789"/>
            <a:ext cx="22119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Para evitar a concorrencia pelo espaço devemos ter um espaço próprio a ser visitado.</a:t>
            </a:r>
            <a:endParaRPr dirty="0"/>
          </a:p>
        </p:txBody>
      </p:sp>
      <p:sp>
        <p:nvSpPr>
          <p:cNvPr id="1778" name="Google Shape;1778;p47">
            <a:extLst>
              <a:ext uri="{FF2B5EF4-FFF2-40B4-BE49-F238E27FC236}">
                <a16:creationId xmlns:a16="http://schemas.microsoft.com/office/drawing/2014/main" id="{3EAE7270-8AE6-08DA-5B39-1ACD18AE6D2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99452" y="2767583"/>
            <a:ext cx="22119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Devemos abranger a totalidade das iniciativas de educação disponiveis. Almejando cobertura completa.</a:t>
            </a:r>
            <a:endParaRPr dirty="0"/>
          </a:p>
        </p:txBody>
      </p:sp>
      <p:sp>
        <p:nvSpPr>
          <p:cNvPr id="1779" name="Google Shape;1779;p47">
            <a:extLst>
              <a:ext uri="{FF2B5EF4-FFF2-40B4-BE49-F238E27FC236}">
                <a16:creationId xmlns:a16="http://schemas.microsoft.com/office/drawing/2014/main" id="{E1A671CB-C891-4F89-EE2B-FCA173FA763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19988" y="2365250"/>
            <a:ext cx="22119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Gratuidade</a:t>
            </a:r>
            <a:endParaRPr dirty="0"/>
          </a:p>
        </p:txBody>
      </p:sp>
      <p:sp>
        <p:nvSpPr>
          <p:cNvPr id="1780" name="Google Shape;1780;p47">
            <a:extLst>
              <a:ext uri="{FF2B5EF4-FFF2-40B4-BE49-F238E27FC236}">
                <a16:creationId xmlns:a16="http://schemas.microsoft.com/office/drawing/2014/main" id="{8728A5B9-719B-648E-7CE2-42577BB1375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309720" y="2365250"/>
            <a:ext cx="22119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Centralização</a:t>
            </a:r>
            <a:endParaRPr dirty="0"/>
          </a:p>
        </p:txBody>
      </p:sp>
      <p:sp>
        <p:nvSpPr>
          <p:cNvPr id="1781" name="Google Shape;1781;p47">
            <a:extLst>
              <a:ext uri="{FF2B5EF4-FFF2-40B4-BE49-F238E27FC236}">
                <a16:creationId xmlns:a16="http://schemas.microsoft.com/office/drawing/2014/main" id="{7135D46E-A037-33BD-DAEE-B46537B82A45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212100" y="2373272"/>
            <a:ext cx="22119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Completude</a:t>
            </a:r>
            <a:endParaRPr dirty="0"/>
          </a:p>
        </p:txBody>
      </p:sp>
      <p:grpSp>
        <p:nvGrpSpPr>
          <p:cNvPr id="1785" name="Google Shape;1785;p47">
            <a:extLst>
              <a:ext uri="{FF2B5EF4-FFF2-40B4-BE49-F238E27FC236}">
                <a16:creationId xmlns:a16="http://schemas.microsoft.com/office/drawing/2014/main" id="{BCB342E8-AFF4-FE22-BBD5-7681FDBDDAA9}"/>
              </a:ext>
            </a:extLst>
          </p:cNvPr>
          <p:cNvGrpSpPr/>
          <p:nvPr/>
        </p:nvGrpSpPr>
        <p:grpSpPr>
          <a:xfrm>
            <a:off x="6802835" y="1973141"/>
            <a:ext cx="514785" cy="511890"/>
            <a:chOff x="1969368" y="3987889"/>
            <a:chExt cx="405133" cy="402855"/>
          </a:xfrm>
        </p:grpSpPr>
        <p:sp>
          <p:nvSpPr>
            <p:cNvPr id="1786" name="Google Shape;1786;p47">
              <a:extLst>
                <a:ext uri="{FF2B5EF4-FFF2-40B4-BE49-F238E27FC236}">
                  <a16:creationId xmlns:a16="http://schemas.microsoft.com/office/drawing/2014/main" id="{08A0CE90-9C29-74F7-2E8D-6909387C6E68}"/>
                </a:ext>
              </a:extLst>
            </p:cNvPr>
            <p:cNvSpPr/>
            <p:nvPr/>
          </p:nvSpPr>
          <p:spPr>
            <a:xfrm>
              <a:off x="1969368" y="3987889"/>
              <a:ext cx="405133" cy="402855"/>
            </a:xfrm>
            <a:custGeom>
              <a:avLst/>
              <a:gdLst/>
              <a:ahLst/>
              <a:cxnLst/>
              <a:rect l="l" t="t" r="r" b="b"/>
              <a:pathLst>
                <a:path w="17603" h="17504" extrusionOk="0">
                  <a:moveTo>
                    <a:pt x="6176" y="1023"/>
                  </a:moveTo>
                  <a:cubicBezTo>
                    <a:pt x="6457" y="1023"/>
                    <a:pt x="6687" y="1253"/>
                    <a:pt x="6687" y="1534"/>
                  </a:cubicBezTo>
                  <a:cubicBezTo>
                    <a:pt x="6687" y="1832"/>
                    <a:pt x="6921" y="2046"/>
                    <a:pt x="7198" y="2046"/>
                  </a:cubicBezTo>
                  <a:lnTo>
                    <a:pt x="7714" y="2046"/>
                  </a:lnTo>
                  <a:cubicBezTo>
                    <a:pt x="7991" y="2046"/>
                    <a:pt x="8225" y="2280"/>
                    <a:pt x="8225" y="2561"/>
                  </a:cubicBezTo>
                  <a:cubicBezTo>
                    <a:pt x="8225" y="2858"/>
                    <a:pt x="7991" y="3072"/>
                    <a:pt x="7714" y="3072"/>
                  </a:cubicBezTo>
                  <a:lnTo>
                    <a:pt x="4642" y="3072"/>
                  </a:lnTo>
                  <a:cubicBezTo>
                    <a:pt x="4361" y="3072"/>
                    <a:pt x="4127" y="2858"/>
                    <a:pt x="4127" y="2561"/>
                  </a:cubicBezTo>
                  <a:cubicBezTo>
                    <a:pt x="4127" y="2280"/>
                    <a:pt x="4361" y="2046"/>
                    <a:pt x="4642" y="2046"/>
                  </a:cubicBezTo>
                  <a:lnTo>
                    <a:pt x="5153" y="2046"/>
                  </a:lnTo>
                  <a:cubicBezTo>
                    <a:pt x="5435" y="2046"/>
                    <a:pt x="5665" y="1832"/>
                    <a:pt x="5665" y="1534"/>
                  </a:cubicBezTo>
                  <a:cubicBezTo>
                    <a:pt x="5665" y="1253"/>
                    <a:pt x="5894" y="1023"/>
                    <a:pt x="6176" y="1023"/>
                  </a:cubicBezTo>
                  <a:close/>
                  <a:moveTo>
                    <a:pt x="15920" y="3122"/>
                  </a:moveTo>
                  <a:cubicBezTo>
                    <a:pt x="16052" y="3122"/>
                    <a:pt x="16184" y="3171"/>
                    <a:pt x="16283" y="3270"/>
                  </a:cubicBezTo>
                  <a:cubicBezTo>
                    <a:pt x="16481" y="3469"/>
                    <a:pt x="16481" y="3782"/>
                    <a:pt x="16283" y="3996"/>
                  </a:cubicBezTo>
                  <a:lnTo>
                    <a:pt x="15918" y="4360"/>
                  </a:lnTo>
                  <a:lnTo>
                    <a:pt x="15193" y="3631"/>
                  </a:lnTo>
                  <a:lnTo>
                    <a:pt x="15558" y="3270"/>
                  </a:lnTo>
                  <a:cubicBezTo>
                    <a:pt x="15657" y="3171"/>
                    <a:pt x="15788" y="3122"/>
                    <a:pt x="15920" y="3122"/>
                  </a:cubicBezTo>
                  <a:close/>
                  <a:moveTo>
                    <a:pt x="14468" y="4360"/>
                  </a:moveTo>
                  <a:lnTo>
                    <a:pt x="15193" y="5070"/>
                  </a:lnTo>
                  <a:lnTo>
                    <a:pt x="10801" y="9461"/>
                  </a:lnTo>
                  <a:cubicBezTo>
                    <a:pt x="10718" y="9315"/>
                    <a:pt x="10603" y="9180"/>
                    <a:pt x="10488" y="9065"/>
                  </a:cubicBezTo>
                  <a:cubicBezTo>
                    <a:pt x="10353" y="8934"/>
                    <a:pt x="10223" y="8835"/>
                    <a:pt x="10092" y="8736"/>
                  </a:cubicBezTo>
                  <a:lnTo>
                    <a:pt x="12189" y="6639"/>
                  </a:lnTo>
                  <a:lnTo>
                    <a:pt x="14468" y="4360"/>
                  </a:lnTo>
                  <a:close/>
                  <a:moveTo>
                    <a:pt x="9363" y="9497"/>
                  </a:moveTo>
                  <a:cubicBezTo>
                    <a:pt x="9513" y="9576"/>
                    <a:pt x="9644" y="9675"/>
                    <a:pt x="9759" y="9794"/>
                  </a:cubicBezTo>
                  <a:cubicBezTo>
                    <a:pt x="9874" y="9909"/>
                    <a:pt x="9973" y="10040"/>
                    <a:pt x="10040" y="10191"/>
                  </a:cubicBezTo>
                  <a:cubicBezTo>
                    <a:pt x="9462" y="10686"/>
                    <a:pt x="8820" y="11098"/>
                    <a:pt x="8126" y="11427"/>
                  </a:cubicBezTo>
                  <a:cubicBezTo>
                    <a:pt x="8455" y="10734"/>
                    <a:pt x="8867" y="10092"/>
                    <a:pt x="9363" y="9497"/>
                  </a:cubicBezTo>
                  <a:close/>
                  <a:moveTo>
                    <a:pt x="10801" y="3072"/>
                  </a:moveTo>
                  <a:cubicBezTo>
                    <a:pt x="11083" y="3072"/>
                    <a:pt x="11313" y="3302"/>
                    <a:pt x="11313" y="3599"/>
                  </a:cubicBezTo>
                  <a:lnTo>
                    <a:pt x="11313" y="6061"/>
                  </a:lnTo>
                  <a:lnTo>
                    <a:pt x="9101" y="8272"/>
                  </a:lnTo>
                  <a:cubicBezTo>
                    <a:pt x="9018" y="8356"/>
                    <a:pt x="8934" y="8455"/>
                    <a:pt x="8835" y="8538"/>
                  </a:cubicBezTo>
                  <a:lnTo>
                    <a:pt x="8835" y="8554"/>
                  </a:lnTo>
                  <a:cubicBezTo>
                    <a:pt x="7912" y="9545"/>
                    <a:pt x="7198" y="10750"/>
                    <a:pt x="6786" y="12022"/>
                  </a:cubicBezTo>
                  <a:cubicBezTo>
                    <a:pt x="6770" y="12073"/>
                    <a:pt x="6572" y="12418"/>
                    <a:pt x="6854" y="12684"/>
                  </a:cubicBezTo>
                  <a:cubicBezTo>
                    <a:pt x="6969" y="12806"/>
                    <a:pt x="7095" y="12841"/>
                    <a:pt x="7206" y="12841"/>
                  </a:cubicBezTo>
                  <a:cubicBezTo>
                    <a:pt x="7366" y="12841"/>
                    <a:pt x="7494" y="12767"/>
                    <a:pt x="7516" y="12767"/>
                  </a:cubicBezTo>
                  <a:cubicBezTo>
                    <a:pt x="8804" y="12335"/>
                    <a:pt x="9993" y="11625"/>
                    <a:pt x="10999" y="10718"/>
                  </a:cubicBezTo>
                  <a:lnTo>
                    <a:pt x="10999" y="10702"/>
                  </a:lnTo>
                  <a:cubicBezTo>
                    <a:pt x="11099" y="10619"/>
                    <a:pt x="11198" y="10535"/>
                    <a:pt x="11281" y="10436"/>
                  </a:cubicBezTo>
                  <a:lnTo>
                    <a:pt x="11313" y="10421"/>
                  </a:lnTo>
                  <a:lnTo>
                    <a:pt x="11313" y="15969"/>
                  </a:lnTo>
                  <a:cubicBezTo>
                    <a:pt x="11313" y="16251"/>
                    <a:pt x="11083" y="16481"/>
                    <a:pt x="10801" y="16481"/>
                  </a:cubicBezTo>
                  <a:lnTo>
                    <a:pt x="1535" y="16481"/>
                  </a:lnTo>
                  <a:cubicBezTo>
                    <a:pt x="1253" y="16481"/>
                    <a:pt x="1023" y="16251"/>
                    <a:pt x="1023" y="15969"/>
                  </a:cubicBezTo>
                  <a:lnTo>
                    <a:pt x="1023" y="3599"/>
                  </a:lnTo>
                  <a:cubicBezTo>
                    <a:pt x="1023" y="3302"/>
                    <a:pt x="1253" y="3072"/>
                    <a:pt x="1535" y="3072"/>
                  </a:cubicBezTo>
                  <a:lnTo>
                    <a:pt x="3187" y="3072"/>
                  </a:lnTo>
                  <a:cubicBezTo>
                    <a:pt x="3401" y="3683"/>
                    <a:pt x="3980" y="4111"/>
                    <a:pt x="4642" y="4111"/>
                  </a:cubicBezTo>
                  <a:lnTo>
                    <a:pt x="7714" y="4111"/>
                  </a:lnTo>
                  <a:cubicBezTo>
                    <a:pt x="8388" y="4111"/>
                    <a:pt x="8950" y="3683"/>
                    <a:pt x="9164" y="3072"/>
                  </a:cubicBezTo>
                  <a:close/>
                  <a:moveTo>
                    <a:pt x="6176" y="0"/>
                  </a:moveTo>
                  <a:cubicBezTo>
                    <a:pt x="5514" y="0"/>
                    <a:pt x="4939" y="429"/>
                    <a:pt x="4721" y="1023"/>
                  </a:cubicBezTo>
                  <a:lnTo>
                    <a:pt x="4642" y="1023"/>
                  </a:lnTo>
                  <a:cubicBezTo>
                    <a:pt x="3980" y="1023"/>
                    <a:pt x="3401" y="1451"/>
                    <a:pt x="3187" y="2046"/>
                  </a:cubicBezTo>
                  <a:lnTo>
                    <a:pt x="1535" y="2046"/>
                  </a:lnTo>
                  <a:cubicBezTo>
                    <a:pt x="678" y="2046"/>
                    <a:pt x="1" y="2739"/>
                    <a:pt x="1" y="3599"/>
                  </a:cubicBezTo>
                  <a:lnTo>
                    <a:pt x="1" y="15969"/>
                  </a:lnTo>
                  <a:cubicBezTo>
                    <a:pt x="1" y="16810"/>
                    <a:pt x="678" y="17503"/>
                    <a:pt x="1535" y="17503"/>
                  </a:cubicBezTo>
                  <a:lnTo>
                    <a:pt x="10801" y="17503"/>
                  </a:lnTo>
                  <a:cubicBezTo>
                    <a:pt x="11642" y="17503"/>
                    <a:pt x="12335" y="16810"/>
                    <a:pt x="12335" y="15969"/>
                  </a:cubicBezTo>
                  <a:lnTo>
                    <a:pt x="12335" y="9398"/>
                  </a:lnTo>
                  <a:cubicBezTo>
                    <a:pt x="12684" y="9033"/>
                    <a:pt x="16794" y="4939"/>
                    <a:pt x="17008" y="4705"/>
                  </a:cubicBezTo>
                  <a:cubicBezTo>
                    <a:pt x="17603" y="4111"/>
                    <a:pt x="17603" y="3136"/>
                    <a:pt x="17008" y="2541"/>
                  </a:cubicBezTo>
                  <a:cubicBezTo>
                    <a:pt x="16711" y="2236"/>
                    <a:pt x="16315" y="2083"/>
                    <a:pt x="15918" y="2083"/>
                  </a:cubicBezTo>
                  <a:cubicBezTo>
                    <a:pt x="15522" y="2083"/>
                    <a:pt x="15125" y="2236"/>
                    <a:pt x="14828" y="2541"/>
                  </a:cubicBezTo>
                  <a:cubicBezTo>
                    <a:pt x="14567" y="2807"/>
                    <a:pt x="12585" y="4788"/>
                    <a:pt x="12335" y="5038"/>
                  </a:cubicBezTo>
                  <a:lnTo>
                    <a:pt x="12335" y="3599"/>
                  </a:lnTo>
                  <a:cubicBezTo>
                    <a:pt x="12335" y="2739"/>
                    <a:pt x="11642" y="2046"/>
                    <a:pt x="10801" y="2046"/>
                  </a:cubicBezTo>
                  <a:lnTo>
                    <a:pt x="9164" y="2046"/>
                  </a:lnTo>
                  <a:cubicBezTo>
                    <a:pt x="8950" y="1451"/>
                    <a:pt x="8388" y="1023"/>
                    <a:pt x="7714" y="1023"/>
                  </a:cubicBezTo>
                  <a:lnTo>
                    <a:pt x="7630" y="1023"/>
                  </a:lnTo>
                  <a:cubicBezTo>
                    <a:pt x="7416" y="429"/>
                    <a:pt x="6854" y="0"/>
                    <a:pt x="61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7">
              <a:extLst>
                <a:ext uri="{FF2B5EF4-FFF2-40B4-BE49-F238E27FC236}">
                  <a16:creationId xmlns:a16="http://schemas.microsoft.com/office/drawing/2014/main" id="{EF79CDE5-03EC-775D-B609-02DF97C7261C}"/>
                </a:ext>
              </a:extLst>
            </p:cNvPr>
            <p:cNvSpPr/>
            <p:nvPr/>
          </p:nvSpPr>
          <p:spPr>
            <a:xfrm>
              <a:off x="2276872" y="4248235"/>
              <a:ext cx="94983" cy="142509"/>
            </a:xfrm>
            <a:custGeom>
              <a:avLst/>
              <a:gdLst/>
              <a:ahLst/>
              <a:cxnLst/>
              <a:rect l="l" t="t" r="r" b="b"/>
              <a:pathLst>
                <a:path w="4127" h="6192" extrusionOk="0">
                  <a:moveTo>
                    <a:pt x="2593" y="1023"/>
                  </a:moveTo>
                  <a:cubicBezTo>
                    <a:pt x="2874" y="1023"/>
                    <a:pt x="3104" y="1257"/>
                    <a:pt x="3104" y="1534"/>
                  </a:cubicBezTo>
                  <a:lnTo>
                    <a:pt x="3104" y="2049"/>
                  </a:lnTo>
                  <a:lnTo>
                    <a:pt x="1023" y="2049"/>
                  </a:lnTo>
                  <a:lnTo>
                    <a:pt x="1023" y="1534"/>
                  </a:lnTo>
                  <a:cubicBezTo>
                    <a:pt x="1023" y="1257"/>
                    <a:pt x="1253" y="1023"/>
                    <a:pt x="1535" y="1023"/>
                  </a:cubicBezTo>
                  <a:close/>
                  <a:moveTo>
                    <a:pt x="3104" y="3072"/>
                  </a:moveTo>
                  <a:lnTo>
                    <a:pt x="3104" y="5169"/>
                  </a:lnTo>
                  <a:lnTo>
                    <a:pt x="1023" y="5169"/>
                  </a:lnTo>
                  <a:lnTo>
                    <a:pt x="1023" y="3072"/>
                  </a:lnTo>
                  <a:close/>
                  <a:moveTo>
                    <a:pt x="1535" y="0"/>
                  </a:moveTo>
                  <a:cubicBezTo>
                    <a:pt x="694" y="0"/>
                    <a:pt x="1" y="694"/>
                    <a:pt x="1" y="1534"/>
                  </a:cubicBezTo>
                  <a:lnTo>
                    <a:pt x="1" y="5680"/>
                  </a:lnTo>
                  <a:cubicBezTo>
                    <a:pt x="1" y="5961"/>
                    <a:pt x="231" y="6191"/>
                    <a:pt x="512" y="6191"/>
                  </a:cubicBezTo>
                  <a:lnTo>
                    <a:pt x="3615" y="6191"/>
                  </a:lnTo>
                  <a:cubicBezTo>
                    <a:pt x="3897" y="6191"/>
                    <a:pt x="4127" y="5961"/>
                    <a:pt x="4127" y="5680"/>
                  </a:cubicBezTo>
                  <a:lnTo>
                    <a:pt x="4127" y="1534"/>
                  </a:lnTo>
                  <a:cubicBezTo>
                    <a:pt x="4127" y="694"/>
                    <a:pt x="3433" y="0"/>
                    <a:pt x="25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7">
              <a:extLst>
                <a:ext uri="{FF2B5EF4-FFF2-40B4-BE49-F238E27FC236}">
                  <a16:creationId xmlns:a16="http://schemas.microsoft.com/office/drawing/2014/main" id="{F0EE1336-2FBA-9505-0175-336C7539F9C9}"/>
                </a:ext>
              </a:extLst>
            </p:cNvPr>
            <p:cNvSpPr/>
            <p:nvPr/>
          </p:nvSpPr>
          <p:spPr>
            <a:xfrm>
              <a:off x="2016089" y="4106785"/>
              <a:ext cx="96617" cy="70771"/>
            </a:xfrm>
            <a:custGeom>
              <a:avLst/>
              <a:gdLst/>
              <a:ahLst/>
              <a:cxnLst/>
              <a:rect l="l" t="t" r="r" b="b"/>
              <a:pathLst>
                <a:path w="4198" h="3075" extrusionOk="0">
                  <a:moveTo>
                    <a:pt x="3635" y="1"/>
                  </a:moveTo>
                  <a:cubicBezTo>
                    <a:pt x="3502" y="1"/>
                    <a:pt x="3369" y="50"/>
                    <a:pt x="3270" y="150"/>
                  </a:cubicBezTo>
                  <a:lnTo>
                    <a:pt x="1585" y="1834"/>
                  </a:lnTo>
                  <a:lnTo>
                    <a:pt x="927" y="1176"/>
                  </a:lnTo>
                  <a:cubicBezTo>
                    <a:pt x="828" y="1077"/>
                    <a:pt x="696" y="1027"/>
                    <a:pt x="563" y="1027"/>
                  </a:cubicBezTo>
                  <a:cubicBezTo>
                    <a:pt x="430" y="1027"/>
                    <a:pt x="297" y="1077"/>
                    <a:pt x="198" y="1176"/>
                  </a:cubicBezTo>
                  <a:cubicBezTo>
                    <a:pt x="0" y="1374"/>
                    <a:pt x="0" y="1703"/>
                    <a:pt x="198" y="1901"/>
                  </a:cubicBezTo>
                  <a:lnTo>
                    <a:pt x="1225" y="2924"/>
                  </a:lnTo>
                  <a:cubicBezTo>
                    <a:pt x="1324" y="3023"/>
                    <a:pt x="1455" y="3075"/>
                    <a:pt x="1585" y="3075"/>
                  </a:cubicBezTo>
                  <a:cubicBezTo>
                    <a:pt x="1720" y="3075"/>
                    <a:pt x="1851" y="3023"/>
                    <a:pt x="1950" y="2924"/>
                  </a:cubicBezTo>
                  <a:lnTo>
                    <a:pt x="3999" y="879"/>
                  </a:lnTo>
                  <a:cubicBezTo>
                    <a:pt x="4197" y="681"/>
                    <a:pt x="4197" y="348"/>
                    <a:pt x="3999" y="150"/>
                  </a:cubicBezTo>
                  <a:cubicBezTo>
                    <a:pt x="3900" y="50"/>
                    <a:pt x="3767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7">
              <a:extLst>
                <a:ext uri="{FF2B5EF4-FFF2-40B4-BE49-F238E27FC236}">
                  <a16:creationId xmlns:a16="http://schemas.microsoft.com/office/drawing/2014/main" id="{77CB727A-9092-2CB4-A363-34E4A70C42C6}"/>
                </a:ext>
              </a:extLst>
            </p:cNvPr>
            <p:cNvSpPr/>
            <p:nvPr/>
          </p:nvSpPr>
          <p:spPr>
            <a:xfrm>
              <a:off x="2016089" y="4177487"/>
              <a:ext cx="96617" cy="70771"/>
            </a:xfrm>
            <a:custGeom>
              <a:avLst/>
              <a:gdLst/>
              <a:ahLst/>
              <a:cxnLst/>
              <a:rect l="l" t="t" r="r" b="b"/>
              <a:pathLst>
                <a:path w="4198" h="3075" extrusionOk="0">
                  <a:moveTo>
                    <a:pt x="3635" y="1"/>
                  </a:moveTo>
                  <a:cubicBezTo>
                    <a:pt x="3502" y="1"/>
                    <a:pt x="3369" y="50"/>
                    <a:pt x="3270" y="149"/>
                  </a:cubicBezTo>
                  <a:lnTo>
                    <a:pt x="1585" y="1834"/>
                  </a:lnTo>
                  <a:lnTo>
                    <a:pt x="927" y="1176"/>
                  </a:lnTo>
                  <a:cubicBezTo>
                    <a:pt x="828" y="1077"/>
                    <a:pt x="696" y="1027"/>
                    <a:pt x="563" y="1027"/>
                  </a:cubicBezTo>
                  <a:cubicBezTo>
                    <a:pt x="430" y="1027"/>
                    <a:pt x="297" y="1077"/>
                    <a:pt x="198" y="1176"/>
                  </a:cubicBezTo>
                  <a:cubicBezTo>
                    <a:pt x="0" y="1374"/>
                    <a:pt x="0" y="1703"/>
                    <a:pt x="198" y="1901"/>
                  </a:cubicBezTo>
                  <a:lnTo>
                    <a:pt x="1225" y="2924"/>
                  </a:lnTo>
                  <a:cubicBezTo>
                    <a:pt x="1324" y="3023"/>
                    <a:pt x="1455" y="3074"/>
                    <a:pt x="1585" y="3074"/>
                  </a:cubicBezTo>
                  <a:cubicBezTo>
                    <a:pt x="1720" y="3074"/>
                    <a:pt x="1851" y="3023"/>
                    <a:pt x="1950" y="2924"/>
                  </a:cubicBezTo>
                  <a:lnTo>
                    <a:pt x="3999" y="879"/>
                  </a:lnTo>
                  <a:cubicBezTo>
                    <a:pt x="4197" y="680"/>
                    <a:pt x="4197" y="347"/>
                    <a:pt x="3999" y="149"/>
                  </a:cubicBezTo>
                  <a:cubicBezTo>
                    <a:pt x="3900" y="50"/>
                    <a:pt x="3767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7">
              <a:extLst>
                <a:ext uri="{FF2B5EF4-FFF2-40B4-BE49-F238E27FC236}">
                  <a16:creationId xmlns:a16="http://schemas.microsoft.com/office/drawing/2014/main" id="{B47464AC-94A2-E8C9-5F9C-7C97CFDEB710}"/>
                </a:ext>
              </a:extLst>
            </p:cNvPr>
            <p:cNvSpPr/>
            <p:nvPr/>
          </p:nvSpPr>
          <p:spPr>
            <a:xfrm>
              <a:off x="2016089" y="4271802"/>
              <a:ext cx="72981" cy="71001"/>
            </a:xfrm>
            <a:custGeom>
              <a:avLst/>
              <a:gdLst/>
              <a:ahLst/>
              <a:cxnLst/>
              <a:rect l="l" t="t" r="r" b="b"/>
              <a:pathLst>
                <a:path w="3171" h="3085" extrusionOk="0">
                  <a:moveTo>
                    <a:pt x="563" y="1"/>
                  </a:moveTo>
                  <a:cubicBezTo>
                    <a:pt x="430" y="1"/>
                    <a:pt x="297" y="50"/>
                    <a:pt x="198" y="150"/>
                  </a:cubicBezTo>
                  <a:cubicBezTo>
                    <a:pt x="0" y="364"/>
                    <a:pt x="0" y="677"/>
                    <a:pt x="198" y="875"/>
                  </a:cubicBezTo>
                  <a:lnTo>
                    <a:pt x="860" y="1537"/>
                  </a:lnTo>
                  <a:lnTo>
                    <a:pt x="198" y="2215"/>
                  </a:lnTo>
                  <a:cubicBezTo>
                    <a:pt x="0" y="2413"/>
                    <a:pt x="0" y="2726"/>
                    <a:pt x="198" y="2924"/>
                  </a:cubicBezTo>
                  <a:cubicBezTo>
                    <a:pt x="297" y="3031"/>
                    <a:pt x="430" y="3085"/>
                    <a:pt x="563" y="3085"/>
                  </a:cubicBezTo>
                  <a:cubicBezTo>
                    <a:pt x="696" y="3085"/>
                    <a:pt x="828" y="3031"/>
                    <a:pt x="927" y="2924"/>
                  </a:cubicBezTo>
                  <a:lnTo>
                    <a:pt x="1585" y="2262"/>
                  </a:lnTo>
                  <a:lnTo>
                    <a:pt x="2247" y="2924"/>
                  </a:lnTo>
                  <a:cubicBezTo>
                    <a:pt x="2346" y="3031"/>
                    <a:pt x="2478" y="3085"/>
                    <a:pt x="2610" y="3085"/>
                  </a:cubicBezTo>
                  <a:cubicBezTo>
                    <a:pt x="2742" y="3085"/>
                    <a:pt x="2874" y="3031"/>
                    <a:pt x="2973" y="2924"/>
                  </a:cubicBezTo>
                  <a:cubicBezTo>
                    <a:pt x="3171" y="2726"/>
                    <a:pt x="3171" y="2413"/>
                    <a:pt x="2973" y="2215"/>
                  </a:cubicBezTo>
                  <a:lnTo>
                    <a:pt x="2315" y="1537"/>
                  </a:lnTo>
                  <a:lnTo>
                    <a:pt x="2973" y="875"/>
                  </a:lnTo>
                  <a:cubicBezTo>
                    <a:pt x="3171" y="677"/>
                    <a:pt x="3171" y="364"/>
                    <a:pt x="2973" y="150"/>
                  </a:cubicBezTo>
                  <a:cubicBezTo>
                    <a:pt x="2874" y="50"/>
                    <a:pt x="2742" y="1"/>
                    <a:pt x="2610" y="1"/>
                  </a:cubicBezTo>
                  <a:cubicBezTo>
                    <a:pt x="2478" y="1"/>
                    <a:pt x="2346" y="50"/>
                    <a:pt x="2247" y="150"/>
                  </a:cubicBezTo>
                  <a:lnTo>
                    <a:pt x="1585" y="827"/>
                  </a:lnTo>
                  <a:lnTo>
                    <a:pt x="927" y="150"/>
                  </a:lnTo>
                  <a:cubicBezTo>
                    <a:pt x="828" y="50"/>
                    <a:pt x="696" y="1"/>
                    <a:pt x="5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7">
              <a:extLst>
                <a:ext uri="{FF2B5EF4-FFF2-40B4-BE49-F238E27FC236}">
                  <a16:creationId xmlns:a16="http://schemas.microsoft.com/office/drawing/2014/main" id="{AE33304A-CE80-0F9D-095D-1DBC19BDA01C}"/>
                </a:ext>
              </a:extLst>
            </p:cNvPr>
            <p:cNvSpPr/>
            <p:nvPr/>
          </p:nvSpPr>
          <p:spPr>
            <a:xfrm>
              <a:off x="2111486" y="4130375"/>
              <a:ext cx="70725" cy="23659"/>
            </a:xfrm>
            <a:custGeom>
              <a:avLst/>
              <a:gdLst/>
              <a:ahLst/>
              <a:cxnLst/>
              <a:rect l="l" t="t" r="r" b="b"/>
              <a:pathLst>
                <a:path w="3073" h="1028" extrusionOk="0">
                  <a:moveTo>
                    <a:pt x="512" y="0"/>
                  </a:moveTo>
                  <a:cubicBezTo>
                    <a:pt x="231" y="0"/>
                    <a:pt x="1" y="234"/>
                    <a:pt x="1" y="512"/>
                  </a:cubicBezTo>
                  <a:cubicBezTo>
                    <a:pt x="1" y="793"/>
                    <a:pt x="231" y="1027"/>
                    <a:pt x="512" y="1027"/>
                  </a:cubicBezTo>
                  <a:lnTo>
                    <a:pt x="2561" y="1027"/>
                  </a:lnTo>
                  <a:cubicBezTo>
                    <a:pt x="2859" y="1027"/>
                    <a:pt x="3073" y="793"/>
                    <a:pt x="3073" y="512"/>
                  </a:cubicBezTo>
                  <a:cubicBezTo>
                    <a:pt x="3073" y="234"/>
                    <a:pt x="2859" y="0"/>
                    <a:pt x="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7">
              <a:extLst>
                <a:ext uri="{FF2B5EF4-FFF2-40B4-BE49-F238E27FC236}">
                  <a16:creationId xmlns:a16="http://schemas.microsoft.com/office/drawing/2014/main" id="{1069CA50-5686-331D-12EF-0E8E2D7A0A89}"/>
                </a:ext>
              </a:extLst>
            </p:cNvPr>
            <p:cNvSpPr/>
            <p:nvPr/>
          </p:nvSpPr>
          <p:spPr>
            <a:xfrm>
              <a:off x="2111486" y="4318937"/>
              <a:ext cx="70725" cy="23913"/>
            </a:xfrm>
            <a:custGeom>
              <a:avLst/>
              <a:gdLst/>
              <a:ahLst/>
              <a:cxnLst/>
              <a:rect l="l" t="t" r="r" b="b"/>
              <a:pathLst>
                <a:path w="3073" h="1039" extrusionOk="0">
                  <a:moveTo>
                    <a:pt x="512" y="0"/>
                  </a:moveTo>
                  <a:cubicBezTo>
                    <a:pt x="231" y="0"/>
                    <a:pt x="1" y="230"/>
                    <a:pt x="1" y="527"/>
                  </a:cubicBezTo>
                  <a:cubicBezTo>
                    <a:pt x="1" y="809"/>
                    <a:pt x="231" y="1038"/>
                    <a:pt x="512" y="1038"/>
                  </a:cubicBezTo>
                  <a:lnTo>
                    <a:pt x="2561" y="1038"/>
                  </a:lnTo>
                  <a:cubicBezTo>
                    <a:pt x="2859" y="1038"/>
                    <a:pt x="3073" y="809"/>
                    <a:pt x="3073" y="527"/>
                  </a:cubicBezTo>
                  <a:cubicBezTo>
                    <a:pt x="3073" y="230"/>
                    <a:pt x="2859" y="0"/>
                    <a:pt x="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3" name="Google Shape;1793;p47">
            <a:extLst>
              <a:ext uri="{FF2B5EF4-FFF2-40B4-BE49-F238E27FC236}">
                <a16:creationId xmlns:a16="http://schemas.microsoft.com/office/drawing/2014/main" id="{DEEE3A53-52F0-6714-F60F-D6099E701565}"/>
              </a:ext>
            </a:extLst>
          </p:cNvPr>
          <p:cNvGrpSpPr/>
          <p:nvPr/>
        </p:nvGrpSpPr>
        <p:grpSpPr>
          <a:xfrm>
            <a:off x="4019234" y="1935901"/>
            <a:ext cx="514785" cy="514903"/>
            <a:chOff x="3353283" y="1409726"/>
            <a:chExt cx="402486" cy="402578"/>
          </a:xfrm>
        </p:grpSpPr>
        <p:sp>
          <p:nvSpPr>
            <p:cNvPr id="1794" name="Google Shape;1794;p47">
              <a:extLst>
                <a:ext uri="{FF2B5EF4-FFF2-40B4-BE49-F238E27FC236}">
                  <a16:creationId xmlns:a16="http://schemas.microsoft.com/office/drawing/2014/main" id="{5AD79F50-A05C-5085-E20A-9D7D726629F6}"/>
                </a:ext>
              </a:extLst>
            </p:cNvPr>
            <p:cNvSpPr/>
            <p:nvPr/>
          </p:nvSpPr>
          <p:spPr>
            <a:xfrm>
              <a:off x="3542559" y="1456884"/>
              <a:ext cx="23567" cy="23567"/>
            </a:xfrm>
            <a:custGeom>
              <a:avLst/>
              <a:gdLst/>
              <a:ahLst/>
              <a:cxnLst/>
              <a:rect l="l" t="t" r="r" b="b"/>
              <a:pathLst>
                <a:path w="1024" h="1024" extrusionOk="0">
                  <a:moveTo>
                    <a:pt x="512" y="1"/>
                  </a:moveTo>
                  <a:cubicBezTo>
                    <a:pt x="230" y="1"/>
                    <a:pt x="1" y="231"/>
                    <a:pt x="1" y="512"/>
                  </a:cubicBezTo>
                  <a:cubicBezTo>
                    <a:pt x="1" y="794"/>
                    <a:pt x="230" y="1024"/>
                    <a:pt x="512" y="1024"/>
                  </a:cubicBezTo>
                  <a:cubicBezTo>
                    <a:pt x="809" y="1024"/>
                    <a:pt x="1023" y="794"/>
                    <a:pt x="1023" y="512"/>
                  </a:cubicBezTo>
                  <a:cubicBezTo>
                    <a:pt x="1023" y="231"/>
                    <a:pt x="809" y="1"/>
                    <a:pt x="5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7">
              <a:extLst>
                <a:ext uri="{FF2B5EF4-FFF2-40B4-BE49-F238E27FC236}">
                  <a16:creationId xmlns:a16="http://schemas.microsoft.com/office/drawing/2014/main" id="{C1E9FC33-31BD-023C-85E2-9E621DE013F0}"/>
                </a:ext>
              </a:extLst>
            </p:cNvPr>
            <p:cNvSpPr/>
            <p:nvPr/>
          </p:nvSpPr>
          <p:spPr>
            <a:xfrm>
              <a:off x="3353283" y="1409726"/>
              <a:ext cx="402486" cy="402578"/>
            </a:xfrm>
            <a:custGeom>
              <a:avLst/>
              <a:gdLst/>
              <a:ahLst/>
              <a:cxnLst/>
              <a:rect l="l" t="t" r="r" b="b"/>
              <a:pathLst>
                <a:path w="17488" h="17492" extrusionOk="0">
                  <a:moveTo>
                    <a:pt x="8736" y="1027"/>
                  </a:moveTo>
                  <a:cubicBezTo>
                    <a:pt x="9592" y="1027"/>
                    <a:pt x="10286" y="1701"/>
                    <a:pt x="10286" y="2561"/>
                  </a:cubicBezTo>
                  <a:cubicBezTo>
                    <a:pt x="10286" y="3406"/>
                    <a:pt x="9592" y="4099"/>
                    <a:pt x="8736" y="4099"/>
                  </a:cubicBezTo>
                  <a:cubicBezTo>
                    <a:pt x="7892" y="4099"/>
                    <a:pt x="7198" y="3406"/>
                    <a:pt x="7198" y="2561"/>
                  </a:cubicBezTo>
                  <a:cubicBezTo>
                    <a:pt x="7198" y="1701"/>
                    <a:pt x="7892" y="1027"/>
                    <a:pt x="8736" y="1027"/>
                  </a:cubicBezTo>
                  <a:close/>
                  <a:moveTo>
                    <a:pt x="4638" y="7203"/>
                  </a:moveTo>
                  <a:cubicBezTo>
                    <a:pt x="5200" y="7203"/>
                    <a:pt x="5664" y="7666"/>
                    <a:pt x="5664" y="8225"/>
                  </a:cubicBezTo>
                  <a:cubicBezTo>
                    <a:pt x="5664" y="8804"/>
                    <a:pt x="5200" y="9252"/>
                    <a:pt x="4638" y="9252"/>
                  </a:cubicBezTo>
                  <a:cubicBezTo>
                    <a:pt x="4079" y="9252"/>
                    <a:pt x="3615" y="8804"/>
                    <a:pt x="3615" y="8225"/>
                  </a:cubicBezTo>
                  <a:cubicBezTo>
                    <a:pt x="3615" y="7666"/>
                    <a:pt x="4079" y="7203"/>
                    <a:pt x="4638" y="7203"/>
                  </a:cubicBezTo>
                  <a:close/>
                  <a:moveTo>
                    <a:pt x="12846" y="7203"/>
                  </a:moveTo>
                  <a:cubicBezTo>
                    <a:pt x="13409" y="7203"/>
                    <a:pt x="13873" y="7666"/>
                    <a:pt x="13873" y="8225"/>
                  </a:cubicBezTo>
                  <a:cubicBezTo>
                    <a:pt x="13873" y="8804"/>
                    <a:pt x="13409" y="9252"/>
                    <a:pt x="12846" y="9252"/>
                  </a:cubicBezTo>
                  <a:cubicBezTo>
                    <a:pt x="12287" y="9252"/>
                    <a:pt x="11823" y="8804"/>
                    <a:pt x="11823" y="8225"/>
                  </a:cubicBezTo>
                  <a:cubicBezTo>
                    <a:pt x="11823" y="7666"/>
                    <a:pt x="12287" y="7203"/>
                    <a:pt x="12846" y="7203"/>
                  </a:cubicBezTo>
                  <a:close/>
                  <a:moveTo>
                    <a:pt x="4638" y="10290"/>
                  </a:moveTo>
                  <a:cubicBezTo>
                    <a:pt x="5482" y="10290"/>
                    <a:pt x="6175" y="10968"/>
                    <a:pt x="6175" y="11828"/>
                  </a:cubicBezTo>
                  <a:lnTo>
                    <a:pt x="6175" y="12339"/>
                  </a:lnTo>
                  <a:lnTo>
                    <a:pt x="3104" y="12339"/>
                  </a:lnTo>
                  <a:lnTo>
                    <a:pt x="3104" y="11828"/>
                  </a:lnTo>
                  <a:cubicBezTo>
                    <a:pt x="3104" y="10968"/>
                    <a:pt x="3797" y="10290"/>
                    <a:pt x="4638" y="10290"/>
                  </a:cubicBezTo>
                  <a:close/>
                  <a:moveTo>
                    <a:pt x="6223" y="3073"/>
                  </a:moveTo>
                  <a:cubicBezTo>
                    <a:pt x="6441" y="4079"/>
                    <a:pt x="7234" y="4872"/>
                    <a:pt x="8225" y="5070"/>
                  </a:cubicBezTo>
                  <a:lnTo>
                    <a:pt x="8225" y="12339"/>
                  </a:lnTo>
                  <a:lnTo>
                    <a:pt x="7198" y="12339"/>
                  </a:lnTo>
                  <a:lnTo>
                    <a:pt x="7198" y="11828"/>
                  </a:lnTo>
                  <a:cubicBezTo>
                    <a:pt x="7198" y="10936"/>
                    <a:pt x="6754" y="10159"/>
                    <a:pt x="6076" y="9696"/>
                  </a:cubicBezTo>
                  <a:cubicBezTo>
                    <a:pt x="6457" y="9315"/>
                    <a:pt x="6687" y="8804"/>
                    <a:pt x="6687" y="8225"/>
                  </a:cubicBezTo>
                  <a:cubicBezTo>
                    <a:pt x="6687" y="7103"/>
                    <a:pt x="5779" y="6180"/>
                    <a:pt x="4638" y="6180"/>
                  </a:cubicBezTo>
                  <a:cubicBezTo>
                    <a:pt x="3516" y="6180"/>
                    <a:pt x="2592" y="7103"/>
                    <a:pt x="2592" y="8225"/>
                  </a:cubicBezTo>
                  <a:cubicBezTo>
                    <a:pt x="2592" y="8804"/>
                    <a:pt x="2822" y="9315"/>
                    <a:pt x="3203" y="9696"/>
                  </a:cubicBezTo>
                  <a:cubicBezTo>
                    <a:pt x="2525" y="10159"/>
                    <a:pt x="2081" y="10936"/>
                    <a:pt x="2081" y="11828"/>
                  </a:cubicBezTo>
                  <a:lnTo>
                    <a:pt x="2081" y="12339"/>
                  </a:lnTo>
                  <a:lnTo>
                    <a:pt x="1023" y="12339"/>
                  </a:lnTo>
                  <a:lnTo>
                    <a:pt x="1023" y="3584"/>
                  </a:lnTo>
                  <a:cubicBezTo>
                    <a:pt x="1023" y="3306"/>
                    <a:pt x="1253" y="3073"/>
                    <a:pt x="1534" y="3073"/>
                  </a:cubicBezTo>
                  <a:close/>
                  <a:moveTo>
                    <a:pt x="12846" y="10290"/>
                  </a:moveTo>
                  <a:cubicBezTo>
                    <a:pt x="13690" y="10290"/>
                    <a:pt x="14384" y="10968"/>
                    <a:pt x="14384" y="11828"/>
                  </a:cubicBezTo>
                  <a:lnTo>
                    <a:pt x="14384" y="12339"/>
                  </a:lnTo>
                  <a:lnTo>
                    <a:pt x="11312" y="12339"/>
                  </a:lnTo>
                  <a:lnTo>
                    <a:pt x="11312" y="11828"/>
                  </a:lnTo>
                  <a:cubicBezTo>
                    <a:pt x="11312" y="10968"/>
                    <a:pt x="11990" y="10290"/>
                    <a:pt x="12846" y="10290"/>
                  </a:cubicBezTo>
                  <a:close/>
                  <a:moveTo>
                    <a:pt x="15953" y="3073"/>
                  </a:moveTo>
                  <a:cubicBezTo>
                    <a:pt x="16231" y="3073"/>
                    <a:pt x="16465" y="3306"/>
                    <a:pt x="16465" y="3584"/>
                  </a:cubicBezTo>
                  <a:lnTo>
                    <a:pt x="16465" y="12339"/>
                  </a:lnTo>
                  <a:lnTo>
                    <a:pt x="15406" y="12339"/>
                  </a:lnTo>
                  <a:lnTo>
                    <a:pt x="15406" y="11828"/>
                  </a:lnTo>
                  <a:cubicBezTo>
                    <a:pt x="15406" y="10936"/>
                    <a:pt x="14963" y="10159"/>
                    <a:pt x="14285" y="9696"/>
                  </a:cubicBezTo>
                  <a:cubicBezTo>
                    <a:pt x="14665" y="9315"/>
                    <a:pt x="14895" y="8804"/>
                    <a:pt x="14895" y="8225"/>
                  </a:cubicBezTo>
                  <a:cubicBezTo>
                    <a:pt x="14895" y="7103"/>
                    <a:pt x="13972" y="6180"/>
                    <a:pt x="12846" y="6180"/>
                  </a:cubicBezTo>
                  <a:cubicBezTo>
                    <a:pt x="11709" y="6180"/>
                    <a:pt x="10801" y="7103"/>
                    <a:pt x="10801" y="8225"/>
                  </a:cubicBezTo>
                  <a:cubicBezTo>
                    <a:pt x="10801" y="8804"/>
                    <a:pt x="11031" y="9315"/>
                    <a:pt x="11411" y="9696"/>
                  </a:cubicBezTo>
                  <a:cubicBezTo>
                    <a:pt x="10733" y="10159"/>
                    <a:pt x="10286" y="10936"/>
                    <a:pt x="10286" y="11828"/>
                  </a:cubicBezTo>
                  <a:lnTo>
                    <a:pt x="10286" y="12339"/>
                  </a:lnTo>
                  <a:lnTo>
                    <a:pt x="9247" y="12339"/>
                  </a:lnTo>
                  <a:lnTo>
                    <a:pt x="9247" y="5070"/>
                  </a:lnTo>
                  <a:cubicBezTo>
                    <a:pt x="10254" y="4872"/>
                    <a:pt x="11047" y="4079"/>
                    <a:pt x="11261" y="3073"/>
                  </a:cubicBezTo>
                  <a:close/>
                  <a:moveTo>
                    <a:pt x="16465" y="13362"/>
                  </a:moveTo>
                  <a:lnTo>
                    <a:pt x="16465" y="13909"/>
                  </a:lnTo>
                  <a:cubicBezTo>
                    <a:pt x="16465" y="14186"/>
                    <a:pt x="16231" y="14420"/>
                    <a:pt x="15953" y="14420"/>
                  </a:cubicBezTo>
                  <a:lnTo>
                    <a:pt x="1534" y="14420"/>
                  </a:lnTo>
                  <a:cubicBezTo>
                    <a:pt x="1253" y="14420"/>
                    <a:pt x="1023" y="14186"/>
                    <a:pt x="1023" y="13909"/>
                  </a:cubicBezTo>
                  <a:lnTo>
                    <a:pt x="1023" y="13362"/>
                  </a:lnTo>
                  <a:close/>
                  <a:moveTo>
                    <a:pt x="9957" y="15443"/>
                  </a:moveTo>
                  <a:lnTo>
                    <a:pt x="10468" y="16465"/>
                  </a:lnTo>
                  <a:lnTo>
                    <a:pt x="7000" y="16465"/>
                  </a:lnTo>
                  <a:lnTo>
                    <a:pt x="7531" y="15443"/>
                  </a:lnTo>
                  <a:close/>
                  <a:moveTo>
                    <a:pt x="8736" y="1"/>
                  </a:moveTo>
                  <a:cubicBezTo>
                    <a:pt x="7495" y="1"/>
                    <a:pt x="6473" y="877"/>
                    <a:pt x="6223" y="2050"/>
                  </a:cubicBezTo>
                  <a:lnTo>
                    <a:pt x="1534" y="2050"/>
                  </a:lnTo>
                  <a:cubicBezTo>
                    <a:pt x="674" y="2050"/>
                    <a:pt x="0" y="2744"/>
                    <a:pt x="0" y="3584"/>
                  </a:cubicBezTo>
                  <a:lnTo>
                    <a:pt x="0" y="13909"/>
                  </a:lnTo>
                  <a:cubicBezTo>
                    <a:pt x="0" y="14749"/>
                    <a:pt x="674" y="15443"/>
                    <a:pt x="1534" y="15443"/>
                  </a:cubicBezTo>
                  <a:lnTo>
                    <a:pt x="6374" y="15443"/>
                  </a:lnTo>
                  <a:lnTo>
                    <a:pt x="5862" y="16465"/>
                  </a:lnTo>
                  <a:lnTo>
                    <a:pt x="5153" y="16465"/>
                  </a:lnTo>
                  <a:cubicBezTo>
                    <a:pt x="4871" y="16465"/>
                    <a:pt x="4638" y="16699"/>
                    <a:pt x="4638" y="16981"/>
                  </a:cubicBezTo>
                  <a:cubicBezTo>
                    <a:pt x="4638" y="17258"/>
                    <a:pt x="4871" y="17492"/>
                    <a:pt x="5153" y="17492"/>
                  </a:cubicBezTo>
                  <a:lnTo>
                    <a:pt x="12335" y="17492"/>
                  </a:lnTo>
                  <a:cubicBezTo>
                    <a:pt x="12616" y="17492"/>
                    <a:pt x="12846" y="17258"/>
                    <a:pt x="12846" y="16981"/>
                  </a:cubicBezTo>
                  <a:cubicBezTo>
                    <a:pt x="12846" y="16699"/>
                    <a:pt x="12616" y="16465"/>
                    <a:pt x="12335" y="16465"/>
                  </a:cubicBezTo>
                  <a:lnTo>
                    <a:pt x="11625" y="16465"/>
                  </a:lnTo>
                  <a:lnTo>
                    <a:pt x="11114" y="15443"/>
                  </a:lnTo>
                  <a:lnTo>
                    <a:pt x="15953" y="15443"/>
                  </a:lnTo>
                  <a:cubicBezTo>
                    <a:pt x="16794" y="15443"/>
                    <a:pt x="17487" y="14749"/>
                    <a:pt x="17487" y="13909"/>
                  </a:cubicBezTo>
                  <a:lnTo>
                    <a:pt x="17487" y="3584"/>
                  </a:lnTo>
                  <a:cubicBezTo>
                    <a:pt x="17487" y="2744"/>
                    <a:pt x="16794" y="2050"/>
                    <a:pt x="15953" y="2050"/>
                  </a:cubicBezTo>
                  <a:lnTo>
                    <a:pt x="11261" y="2050"/>
                  </a:lnTo>
                  <a:cubicBezTo>
                    <a:pt x="11015" y="877"/>
                    <a:pt x="9972" y="1"/>
                    <a:pt x="87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" name="Google Shape;17626;p88">
            <a:extLst>
              <a:ext uri="{FF2B5EF4-FFF2-40B4-BE49-F238E27FC236}">
                <a16:creationId xmlns:a16="http://schemas.microsoft.com/office/drawing/2014/main" id="{652A5A7C-8E73-CDDC-5BB5-65D0B5C77975}"/>
              </a:ext>
            </a:extLst>
          </p:cNvPr>
          <p:cNvGrpSpPr/>
          <p:nvPr/>
        </p:nvGrpSpPr>
        <p:grpSpPr>
          <a:xfrm>
            <a:off x="1330657" y="1983134"/>
            <a:ext cx="514785" cy="467670"/>
            <a:chOff x="-62518200" y="2692475"/>
            <a:chExt cx="318225" cy="289100"/>
          </a:xfrm>
        </p:grpSpPr>
        <p:sp>
          <p:nvSpPr>
            <p:cNvPr id="3" name="Google Shape;17627;p88">
              <a:extLst>
                <a:ext uri="{FF2B5EF4-FFF2-40B4-BE49-F238E27FC236}">
                  <a16:creationId xmlns:a16="http://schemas.microsoft.com/office/drawing/2014/main" id="{C9A2DB1B-B468-CDA8-C70A-D5E68C919968}"/>
                </a:ext>
              </a:extLst>
            </p:cNvPr>
            <p:cNvSpPr/>
            <p:nvPr/>
          </p:nvSpPr>
          <p:spPr>
            <a:xfrm>
              <a:off x="-62518200" y="2692475"/>
              <a:ext cx="318225" cy="289100"/>
            </a:xfrm>
            <a:custGeom>
              <a:avLst/>
              <a:gdLst/>
              <a:ahLst/>
              <a:cxnLst/>
              <a:rect l="l" t="t" r="r" b="b"/>
              <a:pathLst>
                <a:path w="12729" h="11564" extrusionOk="0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" name="Google Shape;17628;p88">
              <a:extLst>
                <a:ext uri="{FF2B5EF4-FFF2-40B4-BE49-F238E27FC236}">
                  <a16:creationId xmlns:a16="http://schemas.microsoft.com/office/drawing/2014/main" id="{4A6DCD9D-9EE6-98C7-A761-2B9FC6D95CDB}"/>
                </a:ext>
              </a:extLst>
            </p:cNvPr>
            <p:cNvSpPr/>
            <p:nvPr/>
          </p:nvSpPr>
          <p:spPr>
            <a:xfrm>
              <a:off x="-62335475" y="2804325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1543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>
          <a:extLst>
            <a:ext uri="{FF2B5EF4-FFF2-40B4-BE49-F238E27FC236}">
              <a16:creationId xmlns:a16="http://schemas.microsoft.com/office/drawing/2014/main" id="{4F7AD48D-36B8-143E-9643-41ACA8AAB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47">
            <a:extLst>
              <a:ext uri="{FF2B5EF4-FFF2-40B4-BE49-F238E27FC236}">
                <a16:creationId xmlns:a16="http://schemas.microsoft.com/office/drawing/2014/main" id="{2C138EBB-6564-5280-FFA5-F54EE3F0E1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Quais as expectativas</a:t>
            </a:r>
            <a:endParaRPr dirty="0"/>
          </a:p>
        </p:txBody>
      </p:sp>
      <p:sp>
        <p:nvSpPr>
          <p:cNvPr id="1776" name="Google Shape;1776;p47">
            <a:extLst>
              <a:ext uri="{FF2B5EF4-FFF2-40B4-BE49-F238E27FC236}">
                <a16:creationId xmlns:a16="http://schemas.microsoft.com/office/drawing/2014/main" id="{434512E2-E6B1-D069-9225-F9E6557E455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8752" y="2759251"/>
            <a:ext cx="22119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Devemos garantir a legitimidade da informação e a transparencia das fontes</a:t>
            </a:r>
            <a:endParaRPr dirty="0"/>
          </a:p>
        </p:txBody>
      </p:sp>
      <p:sp>
        <p:nvSpPr>
          <p:cNvPr id="1777" name="Google Shape;1777;p47">
            <a:extLst>
              <a:ext uri="{FF2B5EF4-FFF2-40B4-BE49-F238E27FC236}">
                <a16:creationId xmlns:a16="http://schemas.microsoft.com/office/drawing/2014/main" id="{1612E6A5-ED0C-ED80-C3BB-34F62415197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120077" y="2757789"/>
            <a:ext cx="22119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É fundamental que seja algo acessivel, intuitivo, fácil de compreender</a:t>
            </a:r>
            <a:endParaRPr dirty="0"/>
          </a:p>
        </p:txBody>
      </p:sp>
      <p:sp>
        <p:nvSpPr>
          <p:cNvPr id="1778" name="Google Shape;1778;p47">
            <a:extLst>
              <a:ext uri="{FF2B5EF4-FFF2-40B4-BE49-F238E27FC236}">
                <a16:creationId xmlns:a16="http://schemas.microsoft.com/office/drawing/2014/main" id="{B78F3696-786F-2BB8-4B3D-E35844E0339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99452" y="2767583"/>
            <a:ext cx="22119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Para garantir a acessibilidade, devemos garantir que o usuário personalize sua experiencia e filtre seus interesses</a:t>
            </a:r>
            <a:endParaRPr dirty="0"/>
          </a:p>
        </p:txBody>
      </p:sp>
      <p:sp>
        <p:nvSpPr>
          <p:cNvPr id="1779" name="Google Shape;1779;p47">
            <a:extLst>
              <a:ext uri="{FF2B5EF4-FFF2-40B4-BE49-F238E27FC236}">
                <a16:creationId xmlns:a16="http://schemas.microsoft.com/office/drawing/2014/main" id="{96AB5EA6-CDD3-9454-3C48-C177B65B402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08752" y="2322299"/>
            <a:ext cx="22119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Confiabilidade</a:t>
            </a:r>
            <a:endParaRPr dirty="0"/>
          </a:p>
        </p:txBody>
      </p:sp>
      <p:sp>
        <p:nvSpPr>
          <p:cNvPr id="1780" name="Google Shape;1780;p47">
            <a:extLst>
              <a:ext uri="{FF2B5EF4-FFF2-40B4-BE49-F238E27FC236}">
                <a16:creationId xmlns:a16="http://schemas.microsoft.com/office/drawing/2014/main" id="{E551CF80-F7F6-6EBB-05BA-1061AD6612B6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154102" y="2419739"/>
            <a:ext cx="2211900" cy="4587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Usabilidade</a:t>
            </a:r>
            <a:endParaRPr dirty="0"/>
          </a:p>
        </p:txBody>
      </p:sp>
      <p:sp>
        <p:nvSpPr>
          <p:cNvPr id="1781" name="Google Shape;1781;p47">
            <a:extLst>
              <a:ext uri="{FF2B5EF4-FFF2-40B4-BE49-F238E27FC236}">
                <a16:creationId xmlns:a16="http://schemas.microsoft.com/office/drawing/2014/main" id="{65F4D5DC-F3E0-931C-7AF9-9C7049B00F02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31402" y="2447826"/>
            <a:ext cx="2357737" cy="4587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Personalização</a:t>
            </a:r>
            <a:endParaRPr dirty="0"/>
          </a:p>
        </p:txBody>
      </p:sp>
      <p:grpSp>
        <p:nvGrpSpPr>
          <p:cNvPr id="5" name="Google Shape;17954;p89">
            <a:extLst>
              <a:ext uri="{FF2B5EF4-FFF2-40B4-BE49-F238E27FC236}">
                <a16:creationId xmlns:a16="http://schemas.microsoft.com/office/drawing/2014/main" id="{799EE601-25EE-B54D-4685-20B25A46546B}"/>
              </a:ext>
            </a:extLst>
          </p:cNvPr>
          <p:cNvGrpSpPr/>
          <p:nvPr/>
        </p:nvGrpSpPr>
        <p:grpSpPr>
          <a:xfrm>
            <a:off x="3949671" y="1718951"/>
            <a:ext cx="622329" cy="667500"/>
            <a:chOff x="-31874100" y="1939525"/>
            <a:chExt cx="271750" cy="291500"/>
          </a:xfrm>
        </p:grpSpPr>
        <p:sp>
          <p:nvSpPr>
            <p:cNvPr id="6" name="Google Shape;17955;p89">
              <a:extLst>
                <a:ext uri="{FF2B5EF4-FFF2-40B4-BE49-F238E27FC236}">
                  <a16:creationId xmlns:a16="http://schemas.microsoft.com/office/drawing/2014/main" id="{33BB39EC-DFC2-650A-6F5A-AB40E4A54E11}"/>
                </a:ext>
              </a:extLst>
            </p:cNvPr>
            <p:cNvSpPr/>
            <p:nvPr/>
          </p:nvSpPr>
          <p:spPr>
            <a:xfrm>
              <a:off x="-31874100" y="2132475"/>
              <a:ext cx="271750" cy="98550"/>
            </a:xfrm>
            <a:custGeom>
              <a:avLst/>
              <a:gdLst/>
              <a:ahLst/>
              <a:cxnLst/>
              <a:rect l="l" t="t" r="r" b="b"/>
              <a:pathLst>
                <a:path w="10870" h="3942" extrusionOk="0">
                  <a:moveTo>
                    <a:pt x="2080" y="1135"/>
                  </a:moveTo>
                  <a:lnTo>
                    <a:pt x="2300" y="1576"/>
                  </a:lnTo>
                  <a:cubicBezTo>
                    <a:pt x="2363" y="1702"/>
                    <a:pt x="2458" y="1734"/>
                    <a:pt x="2584" y="1765"/>
                  </a:cubicBezTo>
                  <a:lnTo>
                    <a:pt x="3056" y="1860"/>
                  </a:lnTo>
                  <a:lnTo>
                    <a:pt x="2710" y="2206"/>
                  </a:lnTo>
                  <a:cubicBezTo>
                    <a:pt x="2615" y="2269"/>
                    <a:pt x="2584" y="2395"/>
                    <a:pt x="2615" y="2521"/>
                  </a:cubicBezTo>
                  <a:lnTo>
                    <a:pt x="2710" y="2994"/>
                  </a:lnTo>
                  <a:lnTo>
                    <a:pt x="2269" y="2773"/>
                  </a:lnTo>
                  <a:cubicBezTo>
                    <a:pt x="2237" y="2710"/>
                    <a:pt x="2143" y="2710"/>
                    <a:pt x="2111" y="2710"/>
                  </a:cubicBezTo>
                  <a:cubicBezTo>
                    <a:pt x="2080" y="2710"/>
                    <a:pt x="1985" y="2710"/>
                    <a:pt x="1954" y="2773"/>
                  </a:cubicBezTo>
                  <a:lnTo>
                    <a:pt x="1513" y="2994"/>
                  </a:lnTo>
                  <a:lnTo>
                    <a:pt x="1607" y="2521"/>
                  </a:lnTo>
                  <a:cubicBezTo>
                    <a:pt x="1607" y="2395"/>
                    <a:pt x="1607" y="2301"/>
                    <a:pt x="1513" y="2206"/>
                  </a:cubicBezTo>
                  <a:lnTo>
                    <a:pt x="1166" y="1860"/>
                  </a:lnTo>
                  <a:lnTo>
                    <a:pt x="1639" y="1765"/>
                  </a:lnTo>
                  <a:cubicBezTo>
                    <a:pt x="1670" y="1765"/>
                    <a:pt x="1796" y="1702"/>
                    <a:pt x="1828" y="1576"/>
                  </a:cubicBezTo>
                  <a:lnTo>
                    <a:pt x="2080" y="1135"/>
                  </a:lnTo>
                  <a:close/>
                  <a:moveTo>
                    <a:pt x="5514" y="1135"/>
                  </a:moveTo>
                  <a:lnTo>
                    <a:pt x="5734" y="1576"/>
                  </a:lnTo>
                  <a:cubicBezTo>
                    <a:pt x="5766" y="1702"/>
                    <a:pt x="5892" y="1734"/>
                    <a:pt x="6018" y="1765"/>
                  </a:cubicBezTo>
                  <a:lnTo>
                    <a:pt x="6490" y="1860"/>
                  </a:lnTo>
                  <a:lnTo>
                    <a:pt x="6144" y="2206"/>
                  </a:lnTo>
                  <a:cubicBezTo>
                    <a:pt x="6049" y="2269"/>
                    <a:pt x="6018" y="2395"/>
                    <a:pt x="6049" y="2521"/>
                  </a:cubicBezTo>
                  <a:lnTo>
                    <a:pt x="6144" y="2994"/>
                  </a:lnTo>
                  <a:lnTo>
                    <a:pt x="5703" y="2773"/>
                  </a:lnTo>
                  <a:cubicBezTo>
                    <a:pt x="5671" y="2710"/>
                    <a:pt x="5577" y="2710"/>
                    <a:pt x="5545" y="2710"/>
                  </a:cubicBezTo>
                  <a:cubicBezTo>
                    <a:pt x="5514" y="2710"/>
                    <a:pt x="5419" y="2710"/>
                    <a:pt x="5388" y="2773"/>
                  </a:cubicBezTo>
                  <a:lnTo>
                    <a:pt x="4947" y="2994"/>
                  </a:lnTo>
                  <a:lnTo>
                    <a:pt x="5041" y="2521"/>
                  </a:lnTo>
                  <a:cubicBezTo>
                    <a:pt x="5041" y="2395"/>
                    <a:pt x="5041" y="2301"/>
                    <a:pt x="4947" y="2206"/>
                  </a:cubicBezTo>
                  <a:lnTo>
                    <a:pt x="4600" y="1860"/>
                  </a:lnTo>
                  <a:lnTo>
                    <a:pt x="4978" y="1765"/>
                  </a:lnTo>
                  <a:cubicBezTo>
                    <a:pt x="5104" y="1765"/>
                    <a:pt x="5199" y="1702"/>
                    <a:pt x="5262" y="1576"/>
                  </a:cubicBezTo>
                  <a:lnTo>
                    <a:pt x="5514" y="1135"/>
                  </a:lnTo>
                  <a:close/>
                  <a:moveTo>
                    <a:pt x="8916" y="1135"/>
                  </a:moveTo>
                  <a:lnTo>
                    <a:pt x="9168" y="1576"/>
                  </a:lnTo>
                  <a:cubicBezTo>
                    <a:pt x="9200" y="1702"/>
                    <a:pt x="9326" y="1734"/>
                    <a:pt x="9452" y="1765"/>
                  </a:cubicBezTo>
                  <a:lnTo>
                    <a:pt x="9924" y="1860"/>
                  </a:lnTo>
                  <a:lnTo>
                    <a:pt x="9546" y="2206"/>
                  </a:lnTo>
                  <a:cubicBezTo>
                    <a:pt x="9483" y="2269"/>
                    <a:pt x="9452" y="2395"/>
                    <a:pt x="9483" y="2521"/>
                  </a:cubicBezTo>
                  <a:lnTo>
                    <a:pt x="9546" y="2994"/>
                  </a:lnTo>
                  <a:lnTo>
                    <a:pt x="9137" y="2773"/>
                  </a:lnTo>
                  <a:cubicBezTo>
                    <a:pt x="9074" y="2710"/>
                    <a:pt x="9011" y="2710"/>
                    <a:pt x="8979" y="2710"/>
                  </a:cubicBezTo>
                  <a:cubicBezTo>
                    <a:pt x="8916" y="2710"/>
                    <a:pt x="8853" y="2710"/>
                    <a:pt x="8822" y="2773"/>
                  </a:cubicBezTo>
                  <a:lnTo>
                    <a:pt x="8381" y="2994"/>
                  </a:lnTo>
                  <a:lnTo>
                    <a:pt x="8444" y="2521"/>
                  </a:lnTo>
                  <a:cubicBezTo>
                    <a:pt x="8444" y="2395"/>
                    <a:pt x="8444" y="2301"/>
                    <a:pt x="8381" y="2206"/>
                  </a:cubicBezTo>
                  <a:lnTo>
                    <a:pt x="8034" y="1860"/>
                  </a:lnTo>
                  <a:lnTo>
                    <a:pt x="8412" y="1765"/>
                  </a:lnTo>
                  <a:cubicBezTo>
                    <a:pt x="8538" y="1765"/>
                    <a:pt x="8601" y="1702"/>
                    <a:pt x="8696" y="1576"/>
                  </a:cubicBezTo>
                  <a:lnTo>
                    <a:pt x="8916" y="1135"/>
                  </a:lnTo>
                  <a:close/>
                  <a:moveTo>
                    <a:pt x="2048" y="1"/>
                  </a:moveTo>
                  <a:cubicBezTo>
                    <a:pt x="1922" y="1"/>
                    <a:pt x="1796" y="64"/>
                    <a:pt x="1733" y="190"/>
                  </a:cubicBezTo>
                  <a:lnTo>
                    <a:pt x="1292" y="1104"/>
                  </a:lnTo>
                  <a:lnTo>
                    <a:pt x="315" y="1261"/>
                  </a:lnTo>
                  <a:cubicBezTo>
                    <a:pt x="189" y="1261"/>
                    <a:pt x="63" y="1387"/>
                    <a:pt x="32" y="1482"/>
                  </a:cubicBezTo>
                  <a:cubicBezTo>
                    <a:pt x="0" y="1608"/>
                    <a:pt x="32" y="1765"/>
                    <a:pt x="95" y="1860"/>
                  </a:cubicBezTo>
                  <a:lnTo>
                    <a:pt x="819" y="2553"/>
                  </a:lnTo>
                  <a:lnTo>
                    <a:pt x="662" y="3561"/>
                  </a:lnTo>
                  <a:cubicBezTo>
                    <a:pt x="630" y="3655"/>
                    <a:pt x="693" y="3813"/>
                    <a:pt x="788" y="3876"/>
                  </a:cubicBezTo>
                  <a:cubicBezTo>
                    <a:pt x="862" y="3913"/>
                    <a:pt x="925" y="3928"/>
                    <a:pt x="990" y="3928"/>
                  </a:cubicBezTo>
                  <a:cubicBezTo>
                    <a:pt x="1035" y="3928"/>
                    <a:pt x="1082" y="3920"/>
                    <a:pt x="1134" y="3907"/>
                  </a:cubicBezTo>
                  <a:lnTo>
                    <a:pt x="2048" y="3435"/>
                  </a:lnTo>
                  <a:lnTo>
                    <a:pt x="2962" y="3907"/>
                  </a:lnTo>
                  <a:cubicBezTo>
                    <a:pt x="2998" y="3931"/>
                    <a:pt x="3039" y="3942"/>
                    <a:pt x="3082" y="3942"/>
                  </a:cubicBezTo>
                  <a:cubicBezTo>
                    <a:pt x="3153" y="3942"/>
                    <a:pt x="3230" y="3915"/>
                    <a:pt x="3308" y="3876"/>
                  </a:cubicBezTo>
                  <a:cubicBezTo>
                    <a:pt x="3434" y="3781"/>
                    <a:pt x="3466" y="3655"/>
                    <a:pt x="3434" y="3561"/>
                  </a:cubicBezTo>
                  <a:lnTo>
                    <a:pt x="3277" y="2553"/>
                  </a:lnTo>
                  <a:lnTo>
                    <a:pt x="3749" y="2080"/>
                  </a:lnTo>
                  <a:lnTo>
                    <a:pt x="4222" y="2553"/>
                  </a:lnTo>
                  <a:lnTo>
                    <a:pt x="4064" y="3561"/>
                  </a:lnTo>
                  <a:cubicBezTo>
                    <a:pt x="4001" y="3655"/>
                    <a:pt x="4096" y="3813"/>
                    <a:pt x="4159" y="3876"/>
                  </a:cubicBezTo>
                  <a:cubicBezTo>
                    <a:pt x="4233" y="3913"/>
                    <a:pt x="4307" y="3928"/>
                    <a:pt x="4380" y="3928"/>
                  </a:cubicBezTo>
                  <a:cubicBezTo>
                    <a:pt x="4433" y="3928"/>
                    <a:pt x="4485" y="3920"/>
                    <a:pt x="4537" y="3907"/>
                  </a:cubicBezTo>
                  <a:lnTo>
                    <a:pt x="5419" y="3435"/>
                  </a:lnTo>
                  <a:lnTo>
                    <a:pt x="6333" y="3907"/>
                  </a:lnTo>
                  <a:cubicBezTo>
                    <a:pt x="6381" y="3931"/>
                    <a:pt x="6429" y="3942"/>
                    <a:pt x="6475" y="3942"/>
                  </a:cubicBezTo>
                  <a:cubicBezTo>
                    <a:pt x="6550" y="3942"/>
                    <a:pt x="6621" y="3915"/>
                    <a:pt x="6679" y="3876"/>
                  </a:cubicBezTo>
                  <a:cubicBezTo>
                    <a:pt x="6805" y="3781"/>
                    <a:pt x="6837" y="3655"/>
                    <a:pt x="6805" y="3561"/>
                  </a:cubicBezTo>
                  <a:lnTo>
                    <a:pt x="6648" y="2553"/>
                  </a:lnTo>
                  <a:lnTo>
                    <a:pt x="7120" y="2080"/>
                  </a:lnTo>
                  <a:lnTo>
                    <a:pt x="7593" y="2553"/>
                  </a:lnTo>
                  <a:lnTo>
                    <a:pt x="7435" y="3561"/>
                  </a:lnTo>
                  <a:cubicBezTo>
                    <a:pt x="7404" y="3655"/>
                    <a:pt x="7467" y="3813"/>
                    <a:pt x="7561" y="3876"/>
                  </a:cubicBezTo>
                  <a:cubicBezTo>
                    <a:pt x="7635" y="3913"/>
                    <a:pt x="7698" y="3928"/>
                    <a:pt x="7763" y="3928"/>
                  </a:cubicBezTo>
                  <a:cubicBezTo>
                    <a:pt x="7809" y="3928"/>
                    <a:pt x="7856" y="3920"/>
                    <a:pt x="7908" y="3907"/>
                  </a:cubicBezTo>
                  <a:lnTo>
                    <a:pt x="8822" y="3435"/>
                  </a:lnTo>
                  <a:lnTo>
                    <a:pt x="9735" y="3907"/>
                  </a:lnTo>
                  <a:cubicBezTo>
                    <a:pt x="9771" y="3931"/>
                    <a:pt x="9812" y="3942"/>
                    <a:pt x="9856" y="3942"/>
                  </a:cubicBezTo>
                  <a:cubicBezTo>
                    <a:pt x="9926" y="3942"/>
                    <a:pt x="10004" y="3915"/>
                    <a:pt x="10082" y="3876"/>
                  </a:cubicBezTo>
                  <a:cubicBezTo>
                    <a:pt x="10208" y="3781"/>
                    <a:pt x="10239" y="3655"/>
                    <a:pt x="10208" y="3561"/>
                  </a:cubicBezTo>
                  <a:lnTo>
                    <a:pt x="10050" y="2553"/>
                  </a:lnTo>
                  <a:lnTo>
                    <a:pt x="10743" y="1860"/>
                  </a:lnTo>
                  <a:cubicBezTo>
                    <a:pt x="10838" y="1765"/>
                    <a:pt x="10869" y="1608"/>
                    <a:pt x="10838" y="1482"/>
                  </a:cubicBezTo>
                  <a:cubicBezTo>
                    <a:pt x="10775" y="1387"/>
                    <a:pt x="10680" y="1293"/>
                    <a:pt x="10554" y="1261"/>
                  </a:cubicBezTo>
                  <a:lnTo>
                    <a:pt x="9578" y="1104"/>
                  </a:lnTo>
                  <a:lnTo>
                    <a:pt x="9137" y="190"/>
                  </a:lnTo>
                  <a:cubicBezTo>
                    <a:pt x="9105" y="64"/>
                    <a:pt x="8979" y="1"/>
                    <a:pt x="8822" y="1"/>
                  </a:cubicBezTo>
                  <a:cubicBezTo>
                    <a:pt x="8696" y="1"/>
                    <a:pt x="8570" y="64"/>
                    <a:pt x="8507" y="190"/>
                  </a:cubicBezTo>
                  <a:lnTo>
                    <a:pt x="8066" y="1104"/>
                  </a:lnTo>
                  <a:lnTo>
                    <a:pt x="7120" y="1261"/>
                  </a:lnTo>
                  <a:lnTo>
                    <a:pt x="6175" y="1104"/>
                  </a:lnTo>
                  <a:lnTo>
                    <a:pt x="5734" y="190"/>
                  </a:lnTo>
                  <a:cubicBezTo>
                    <a:pt x="5703" y="64"/>
                    <a:pt x="5577" y="1"/>
                    <a:pt x="5419" y="1"/>
                  </a:cubicBezTo>
                  <a:cubicBezTo>
                    <a:pt x="5262" y="1"/>
                    <a:pt x="5199" y="64"/>
                    <a:pt x="5104" y="190"/>
                  </a:cubicBezTo>
                  <a:lnTo>
                    <a:pt x="4695" y="1104"/>
                  </a:lnTo>
                  <a:lnTo>
                    <a:pt x="3749" y="1261"/>
                  </a:lnTo>
                  <a:lnTo>
                    <a:pt x="2804" y="1104"/>
                  </a:lnTo>
                  <a:lnTo>
                    <a:pt x="2363" y="190"/>
                  </a:lnTo>
                  <a:cubicBezTo>
                    <a:pt x="2332" y="64"/>
                    <a:pt x="2206" y="1"/>
                    <a:pt x="20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956;p89">
              <a:extLst>
                <a:ext uri="{FF2B5EF4-FFF2-40B4-BE49-F238E27FC236}">
                  <a16:creationId xmlns:a16="http://schemas.microsoft.com/office/drawing/2014/main" id="{12F2503E-4AF6-2395-8E6E-1F9014DB6528}"/>
                </a:ext>
              </a:extLst>
            </p:cNvPr>
            <p:cNvSpPr/>
            <p:nvPr/>
          </p:nvSpPr>
          <p:spPr>
            <a:xfrm>
              <a:off x="-31830775" y="1939525"/>
              <a:ext cx="189050" cy="189825"/>
            </a:xfrm>
            <a:custGeom>
              <a:avLst/>
              <a:gdLst/>
              <a:ahLst/>
              <a:cxnLst/>
              <a:rect l="l" t="t" r="r" b="b"/>
              <a:pathLst>
                <a:path w="7562" h="7593" extrusionOk="0">
                  <a:moveTo>
                    <a:pt x="3718" y="662"/>
                  </a:moveTo>
                  <a:cubicBezTo>
                    <a:pt x="5072" y="662"/>
                    <a:pt x="6144" y="1764"/>
                    <a:pt x="6144" y="3088"/>
                  </a:cubicBezTo>
                  <a:lnTo>
                    <a:pt x="6144" y="3466"/>
                  </a:lnTo>
                  <a:lnTo>
                    <a:pt x="6081" y="3466"/>
                  </a:lnTo>
                  <a:cubicBezTo>
                    <a:pt x="5986" y="2647"/>
                    <a:pt x="5261" y="2048"/>
                    <a:pt x="4411" y="2048"/>
                  </a:cubicBezTo>
                  <a:lnTo>
                    <a:pt x="3025" y="2048"/>
                  </a:lnTo>
                  <a:cubicBezTo>
                    <a:pt x="2142" y="2048"/>
                    <a:pt x="1481" y="2678"/>
                    <a:pt x="1323" y="3466"/>
                  </a:cubicBezTo>
                  <a:lnTo>
                    <a:pt x="1292" y="3466"/>
                  </a:lnTo>
                  <a:lnTo>
                    <a:pt x="1292" y="3088"/>
                  </a:lnTo>
                  <a:cubicBezTo>
                    <a:pt x="1323" y="1764"/>
                    <a:pt x="2426" y="662"/>
                    <a:pt x="3718" y="662"/>
                  </a:cubicBezTo>
                  <a:close/>
                  <a:moveTo>
                    <a:pt x="4348" y="2773"/>
                  </a:moveTo>
                  <a:cubicBezTo>
                    <a:pt x="4915" y="2773"/>
                    <a:pt x="5387" y="3245"/>
                    <a:pt x="5387" y="3781"/>
                  </a:cubicBezTo>
                  <a:lnTo>
                    <a:pt x="5387" y="4127"/>
                  </a:lnTo>
                  <a:lnTo>
                    <a:pt x="5387" y="4127"/>
                  </a:lnTo>
                  <a:cubicBezTo>
                    <a:pt x="5153" y="4127"/>
                    <a:pt x="4907" y="4122"/>
                    <a:pt x="4820" y="4064"/>
                  </a:cubicBezTo>
                  <a:cubicBezTo>
                    <a:pt x="4789" y="4033"/>
                    <a:pt x="4757" y="3907"/>
                    <a:pt x="4757" y="3812"/>
                  </a:cubicBezTo>
                  <a:cubicBezTo>
                    <a:pt x="4757" y="3623"/>
                    <a:pt x="4600" y="3466"/>
                    <a:pt x="4411" y="3466"/>
                  </a:cubicBezTo>
                  <a:cubicBezTo>
                    <a:pt x="4190" y="3466"/>
                    <a:pt x="4033" y="3623"/>
                    <a:pt x="4033" y="3812"/>
                  </a:cubicBezTo>
                  <a:cubicBezTo>
                    <a:pt x="4033" y="3907"/>
                    <a:pt x="4033" y="4033"/>
                    <a:pt x="3970" y="4064"/>
                  </a:cubicBezTo>
                  <a:cubicBezTo>
                    <a:pt x="3907" y="4127"/>
                    <a:pt x="3789" y="4143"/>
                    <a:pt x="3643" y="4143"/>
                  </a:cubicBezTo>
                  <a:cubicBezTo>
                    <a:pt x="3497" y="4143"/>
                    <a:pt x="3324" y="4127"/>
                    <a:pt x="3151" y="4127"/>
                  </a:cubicBezTo>
                  <a:lnTo>
                    <a:pt x="1953" y="4127"/>
                  </a:lnTo>
                  <a:lnTo>
                    <a:pt x="1953" y="3781"/>
                  </a:lnTo>
                  <a:cubicBezTo>
                    <a:pt x="1953" y="3214"/>
                    <a:pt x="2426" y="2773"/>
                    <a:pt x="2993" y="2773"/>
                  </a:cubicBezTo>
                  <a:close/>
                  <a:moveTo>
                    <a:pt x="1008" y="4096"/>
                  </a:moveTo>
                  <a:cubicBezTo>
                    <a:pt x="1197" y="4096"/>
                    <a:pt x="1355" y="4253"/>
                    <a:pt x="1355" y="4442"/>
                  </a:cubicBezTo>
                  <a:lnTo>
                    <a:pt x="1355" y="5135"/>
                  </a:lnTo>
                  <a:cubicBezTo>
                    <a:pt x="1323" y="5356"/>
                    <a:pt x="1197" y="5482"/>
                    <a:pt x="1008" y="5482"/>
                  </a:cubicBezTo>
                  <a:cubicBezTo>
                    <a:pt x="819" y="5482"/>
                    <a:pt x="662" y="5324"/>
                    <a:pt x="662" y="5135"/>
                  </a:cubicBezTo>
                  <a:lnTo>
                    <a:pt x="662" y="4442"/>
                  </a:lnTo>
                  <a:cubicBezTo>
                    <a:pt x="662" y="4253"/>
                    <a:pt x="819" y="4096"/>
                    <a:pt x="1008" y="4096"/>
                  </a:cubicBezTo>
                  <a:close/>
                  <a:moveTo>
                    <a:pt x="6459" y="4127"/>
                  </a:moveTo>
                  <a:cubicBezTo>
                    <a:pt x="6648" y="4127"/>
                    <a:pt x="6805" y="4285"/>
                    <a:pt x="6805" y="4505"/>
                  </a:cubicBezTo>
                  <a:lnTo>
                    <a:pt x="6805" y="5167"/>
                  </a:lnTo>
                  <a:cubicBezTo>
                    <a:pt x="6805" y="5356"/>
                    <a:pt x="6648" y="5513"/>
                    <a:pt x="6459" y="5513"/>
                  </a:cubicBezTo>
                  <a:cubicBezTo>
                    <a:pt x="6238" y="5513"/>
                    <a:pt x="6081" y="5356"/>
                    <a:pt x="6081" y="5167"/>
                  </a:cubicBezTo>
                  <a:lnTo>
                    <a:pt x="6081" y="4505"/>
                  </a:lnTo>
                  <a:cubicBezTo>
                    <a:pt x="6081" y="4285"/>
                    <a:pt x="6238" y="4127"/>
                    <a:pt x="6459" y="4127"/>
                  </a:cubicBezTo>
                  <a:close/>
                  <a:moveTo>
                    <a:pt x="4442" y="4568"/>
                  </a:moveTo>
                  <a:cubicBezTo>
                    <a:pt x="4726" y="4757"/>
                    <a:pt x="5072" y="4820"/>
                    <a:pt x="5450" y="4820"/>
                  </a:cubicBezTo>
                  <a:lnTo>
                    <a:pt x="5450" y="5167"/>
                  </a:lnTo>
                  <a:cubicBezTo>
                    <a:pt x="5450" y="6112"/>
                    <a:pt x="4663" y="6900"/>
                    <a:pt x="3718" y="6900"/>
                  </a:cubicBezTo>
                  <a:cubicBezTo>
                    <a:pt x="2772" y="6900"/>
                    <a:pt x="2048" y="6112"/>
                    <a:pt x="2048" y="5167"/>
                  </a:cubicBezTo>
                  <a:lnTo>
                    <a:pt x="2048" y="4820"/>
                  </a:lnTo>
                  <a:lnTo>
                    <a:pt x="3214" y="4820"/>
                  </a:lnTo>
                  <a:cubicBezTo>
                    <a:pt x="3305" y="4820"/>
                    <a:pt x="3394" y="4821"/>
                    <a:pt x="3479" y="4821"/>
                  </a:cubicBezTo>
                  <a:cubicBezTo>
                    <a:pt x="3863" y="4821"/>
                    <a:pt x="4184" y="4800"/>
                    <a:pt x="4442" y="4568"/>
                  </a:cubicBezTo>
                  <a:close/>
                  <a:moveTo>
                    <a:pt x="3718" y="0"/>
                  </a:moveTo>
                  <a:cubicBezTo>
                    <a:pt x="2048" y="0"/>
                    <a:pt x="662" y="1386"/>
                    <a:pt x="662" y="3119"/>
                  </a:cubicBezTo>
                  <a:lnTo>
                    <a:pt x="662" y="3497"/>
                  </a:lnTo>
                  <a:cubicBezTo>
                    <a:pt x="252" y="3655"/>
                    <a:pt x="0" y="4033"/>
                    <a:pt x="0" y="4505"/>
                  </a:cubicBezTo>
                  <a:lnTo>
                    <a:pt x="0" y="5167"/>
                  </a:lnTo>
                  <a:cubicBezTo>
                    <a:pt x="0" y="5703"/>
                    <a:pt x="473" y="6175"/>
                    <a:pt x="1008" y="6175"/>
                  </a:cubicBezTo>
                  <a:cubicBezTo>
                    <a:pt x="1197" y="6175"/>
                    <a:pt x="1355" y="6144"/>
                    <a:pt x="1512" y="6081"/>
                  </a:cubicBezTo>
                  <a:cubicBezTo>
                    <a:pt x="1890" y="6963"/>
                    <a:pt x="2741" y="7593"/>
                    <a:pt x="3781" y="7593"/>
                  </a:cubicBezTo>
                  <a:cubicBezTo>
                    <a:pt x="4789" y="7593"/>
                    <a:pt x="5671" y="6963"/>
                    <a:pt x="6018" y="6049"/>
                  </a:cubicBezTo>
                  <a:cubicBezTo>
                    <a:pt x="6175" y="6144"/>
                    <a:pt x="6333" y="6175"/>
                    <a:pt x="6522" y="6175"/>
                  </a:cubicBezTo>
                  <a:cubicBezTo>
                    <a:pt x="7089" y="6175"/>
                    <a:pt x="7561" y="5703"/>
                    <a:pt x="7561" y="5167"/>
                  </a:cubicBezTo>
                  <a:lnTo>
                    <a:pt x="7561" y="4474"/>
                  </a:lnTo>
                  <a:cubicBezTo>
                    <a:pt x="7561" y="4064"/>
                    <a:pt x="7278" y="3655"/>
                    <a:pt x="6868" y="3497"/>
                  </a:cubicBezTo>
                  <a:lnTo>
                    <a:pt x="6868" y="3119"/>
                  </a:lnTo>
                  <a:cubicBezTo>
                    <a:pt x="6805" y="1386"/>
                    <a:pt x="5419" y="0"/>
                    <a:pt x="3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" name="Google Shape;9085;p73">
            <a:extLst>
              <a:ext uri="{FF2B5EF4-FFF2-40B4-BE49-F238E27FC236}">
                <a16:creationId xmlns:a16="http://schemas.microsoft.com/office/drawing/2014/main" id="{F5AF936D-EE45-0763-85D2-2C6F446A54A6}"/>
              </a:ext>
            </a:extLst>
          </p:cNvPr>
          <p:cNvSpPr/>
          <p:nvPr/>
        </p:nvSpPr>
        <p:spPr>
          <a:xfrm>
            <a:off x="1313459" y="1813372"/>
            <a:ext cx="622328" cy="548700"/>
          </a:xfrm>
          <a:custGeom>
            <a:avLst/>
            <a:gdLst/>
            <a:ahLst/>
            <a:cxnLst/>
            <a:rect l="l" t="t" r="r" b="b"/>
            <a:pathLst>
              <a:path w="17488" h="17492" extrusionOk="0">
                <a:moveTo>
                  <a:pt x="4606" y="1027"/>
                </a:moveTo>
                <a:cubicBezTo>
                  <a:pt x="5847" y="1027"/>
                  <a:pt x="6885" y="1899"/>
                  <a:pt x="7119" y="3073"/>
                </a:cubicBezTo>
                <a:lnTo>
                  <a:pt x="3584" y="3073"/>
                </a:lnTo>
                <a:cubicBezTo>
                  <a:pt x="2343" y="3073"/>
                  <a:pt x="1305" y="2181"/>
                  <a:pt x="1075" y="1027"/>
                </a:cubicBezTo>
                <a:close/>
                <a:moveTo>
                  <a:pt x="3072" y="4063"/>
                </a:moveTo>
                <a:cubicBezTo>
                  <a:pt x="3235" y="4079"/>
                  <a:pt x="3401" y="4099"/>
                  <a:pt x="3584" y="4099"/>
                </a:cubicBezTo>
                <a:lnTo>
                  <a:pt x="7167" y="4099"/>
                </a:lnTo>
                <a:lnTo>
                  <a:pt x="7167" y="5007"/>
                </a:lnTo>
                <a:cubicBezTo>
                  <a:pt x="7167" y="6128"/>
                  <a:pt x="6358" y="7088"/>
                  <a:pt x="5336" y="7203"/>
                </a:cubicBezTo>
                <a:cubicBezTo>
                  <a:pt x="5269" y="7209"/>
                  <a:pt x="5203" y="7212"/>
                  <a:pt x="5137" y="7212"/>
                </a:cubicBezTo>
                <a:cubicBezTo>
                  <a:pt x="3975" y="7212"/>
                  <a:pt x="3072" y="6264"/>
                  <a:pt x="3072" y="5153"/>
                </a:cubicBezTo>
                <a:lnTo>
                  <a:pt x="3072" y="4063"/>
                </a:lnTo>
                <a:close/>
                <a:moveTo>
                  <a:pt x="5633" y="8225"/>
                </a:moveTo>
                <a:lnTo>
                  <a:pt x="5118" y="8919"/>
                </a:lnTo>
                <a:lnTo>
                  <a:pt x="4606" y="8225"/>
                </a:lnTo>
                <a:close/>
                <a:moveTo>
                  <a:pt x="6901" y="8241"/>
                </a:moveTo>
                <a:cubicBezTo>
                  <a:pt x="7234" y="8277"/>
                  <a:pt x="7547" y="8376"/>
                  <a:pt x="7829" y="8507"/>
                </a:cubicBezTo>
                <a:cubicBezTo>
                  <a:pt x="7432" y="8788"/>
                  <a:pt x="7167" y="9252"/>
                  <a:pt x="7167" y="9763"/>
                </a:cubicBezTo>
                <a:lnTo>
                  <a:pt x="7167" y="12422"/>
                </a:lnTo>
                <a:cubicBezTo>
                  <a:pt x="7000" y="12371"/>
                  <a:pt x="6838" y="12339"/>
                  <a:pt x="6655" y="12339"/>
                </a:cubicBezTo>
                <a:lnTo>
                  <a:pt x="3072" y="12339"/>
                </a:lnTo>
                <a:lnTo>
                  <a:pt x="3072" y="10801"/>
                </a:lnTo>
                <a:cubicBezTo>
                  <a:pt x="3072" y="10504"/>
                  <a:pt x="2839" y="10290"/>
                  <a:pt x="2561" y="10290"/>
                </a:cubicBezTo>
                <a:cubicBezTo>
                  <a:pt x="2280" y="10290"/>
                  <a:pt x="2046" y="10504"/>
                  <a:pt x="2046" y="10801"/>
                </a:cubicBezTo>
                <a:lnTo>
                  <a:pt x="2046" y="12851"/>
                </a:lnTo>
                <a:cubicBezTo>
                  <a:pt x="2046" y="13132"/>
                  <a:pt x="2280" y="13362"/>
                  <a:pt x="2561" y="13362"/>
                </a:cubicBezTo>
                <a:lnTo>
                  <a:pt x="5118" y="13362"/>
                </a:lnTo>
                <a:lnTo>
                  <a:pt x="5118" y="14384"/>
                </a:lnTo>
                <a:lnTo>
                  <a:pt x="2561" y="14384"/>
                </a:lnTo>
                <a:cubicBezTo>
                  <a:pt x="1701" y="14384"/>
                  <a:pt x="1023" y="13691"/>
                  <a:pt x="1023" y="12851"/>
                </a:cubicBezTo>
                <a:lnTo>
                  <a:pt x="1023" y="10801"/>
                </a:lnTo>
                <a:cubicBezTo>
                  <a:pt x="1023" y="9466"/>
                  <a:pt x="2030" y="8376"/>
                  <a:pt x="3334" y="8241"/>
                </a:cubicBezTo>
                <a:lnTo>
                  <a:pt x="4705" y="10076"/>
                </a:lnTo>
                <a:cubicBezTo>
                  <a:pt x="4804" y="10207"/>
                  <a:pt x="4955" y="10290"/>
                  <a:pt x="5118" y="10290"/>
                </a:cubicBezTo>
                <a:cubicBezTo>
                  <a:pt x="5284" y="10290"/>
                  <a:pt x="5435" y="10207"/>
                  <a:pt x="5534" y="10076"/>
                </a:cubicBezTo>
                <a:lnTo>
                  <a:pt x="6901" y="8241"/>
                </a:lnTo>
                <a:close/>
                <a:moveTo>
                  <a:pt x="6655" y="13362"/>
                </a:moveTo>
                <a:cubicBezTo>
                  <a:pt x="6937" y="13362"/>
                  <a:pt x="7167" y="13592"/>
                  <a:pt x="7167" y="13873"/>
                </a:cubicBezTo>
                <a:lnTo>
                  <a:pt x="7167" y="14384"/>
                </a:lnTo>
                <a:lnTo>
                  <a:pt x="6144" y="14384"/>
                </a:lnTo>
                <a:lnTo>
                  <a:pt x="6144" y="13362"/>
                </a:lnTo>
                <a:close/>
                <a:moveTo>
                  <a:pt x="15954" y="9252"/>
                </a:moveTo>
                <a:cubicBezTo>
                  <a:pt x="16235" y="9252"/>
                  <a:pt x="16465" y="9482"/>
                  <a:pt x="16465" y="9763"/>
                </a:cubicBezTo>
                <a:lnTo>
                  <a:pt x="16465" y="14384"/>
                </a:lnTo>
                <a:lnTo>
                  <a:pt x="8189" y="14384"/>
                </a:lnTo>
                <a:lnTo>
                  <a:pt x="8189" y="9763"/>
                </a:lnTo>
                <a:cubicBezTo>
                  <a:pt x="8189" y="9482"/>
                  <a:pt x="8423" y="9252"/>
                  <a:pt x="8705" y="9252"/>
                </a:cubicBezTo>
                <a:close/>
                <a:moveTo>
                  <a:pt x="16465" y="15411"/>
                </a:moveTo>
                <a:lnTo>
                  <a:pt x="16465" y="16465"/>
                </a:lnTo>
                <a:lnTo>
                  <a:pt x="1023" y="16465"/>
                </a:lnTo>
                <a:lnTo>
                  <a:pt x="1023" y="15411"/>
                </a:lnTo>
                <a:close/>
                <a:moveTo>
                  <a:pt x="512" y="1"/>
                </a:moveTo>
                <a:cubicBezTo>
                  <a:pt x="231" y="1"/>
                  <a:pt x="1" y="215"/>
                  <a:pt x="1" y="512"/>
                </a:cubicBezTo>
                <a:cubicBezTo>
                  <a:pt x="1" y="1935"/>
                  <a:pt x="825" y="3172"/>
                  <a:pt x="2046" y="3750"/>
                </a:cubicBezTo>
                <a:lnTo>
                  <a:pt x="2046" y="5153"/>
                </a:lnTo>
                <a:cubicBezTo>
                  <a:pt x="2046" y="5946"/>
                  <a:pt x="2343" y="6707"/>
                  <a:pt x="2890" y="7270"/>
                </a:cubicBezTo>
                <a:cubicBezTo>
                  <a:pt x="1237" y="7599"/>
                  <a:pt x="1" y="9054"/>
                  <a:pt x="1" y="10801"/>
                </a:cubicBezTo>
                <a:lnTo>
                  <a:pt x="1" y="12851"/>
                </a:lnTo>
                <a:cubicBezTo>
                  <a:pt x="1" y="13429"/>
                  <a:pt x="183" y="13956"/>
                  <a:pt x="512" y="14384"/>
                </a:cubicBezTo>
                <a:cubicBezTo>
                  <a:pt x="231" y="14384"/>
                  <a:pt x="1" y="14618"/>
                  <a:pt x="1" y="14900"/>
                </a:cubicBezTo>
                <a:lnTo>
                  <a:pt x="1" y="16981"/>
                </a:lnTo>
                <a:cubicBezTo>
                  <a:pt x="1" y="17258"/>
                  <a:pt x="231" y="17492"/>
                  <a:pt x="512" y="17492"/>
                </a:cubicBezTo>
                <a:lnTo>
                  <a:pt x="16976" y="17492"/>
                </a:lnTo>
                <a:cubicBezTo>
                  <a:pt x="17258" y="17492"/>
                  <a:pt x="17488" y="17258"/>
                  <a:pt x="17488" y="16981"/>
                </a:cubicBezTo>
                <a:lnTo>
                  <a:pt x="17488" y="9763"/>
                </a:lnTo>
                <a:cubicBezTo>
                  <a:pt x="17488" y="8919"/>
                  <a:pt x="16794" y="8225"/>
                  <a:pt x="15954" y="8225"/>
                </a:cubicBezTo>
                <a:lnTo>
                  <a:pt x="9164" y="8225"/>
                </a:lnTo>
                <a:cubicBezTo>
                  <a:pt x="8653" y="7730"/>
                  <a:pt x="8011" y="7401"/>
                  <a:pt x="7317" y="7270"/>
                </a:cubicBezTo>
                <a:cubicBezTo>
                  <a:pt x="7892" y="6640"/>
                  <a:pt x="8189" y="5831"/>
                  <a:pt x="8189" y="5007"/>
                </a:cubicBezTo>
                <a:lnTo>
                  <a:pt x="8189" y="3584"/>
                </a:lnTo>
                <a:cubicBezTo>
                  <a:pt x="8189" y="1602"/>
                  <a:pt x="6588" y="1"/>
                  <a:pt x="46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oogle Shape;8986;p73">
            <a:extLst>
              <a:ext uri="{FF2B5EF4-FFF2-40B4-BE49-F238E27FC236}">
                <a16:creationId xmlns:a16="http://schemas.microsoft.com/office/drawing/2014/main" id="{258A217B-E893-9D5B-37E9-BCEAC14067C7}"/>
              </a:ext>
            </a:extLst>
          </p:cNvPr>
          <p:cNvGrpSpPr/>
          <p:nvPr/>
        </p:nvGrpSpPr>
        <p:grpSpPr>
          <a:xfrm>
            <a:off x="6685102" y="1871039"/>
            <a:ext cx="622328" cy="548700"/>
            <a:chOff x="1969368" y="3315874"/>
            <a:chExt cx="402486" cy="402578"/>
          </a:xfrm>
        </p:grpSpPr>
        <p:sp>
          <p:nvSpPr>
            <p:cNvPr id="10" name="Google Shape;8987;p73">
              <a:extLst>
                <a:ext uri="{FF2B5EF4-FFF2-40B4-BE49-F238E27FC236}">
                  <a16:creationId xmlns:a16="http://schemas.microsoft.com/office/drawing/2014/main" id="{0680CCE4-79AF-DC1E-73C3-0AD1E8DD9056}"/>
                </a:ext>
              </a:extLst>
            </p:cNvPr>
            <p:cNvSpPr/>
            <p:nvPr/>
          </p:nvSpPr>
          <p:spPr>
            <a:xfrm>
              <a:off x="2088678" y="3504781"/>
              <a:ext cx="118251" cy="117883"/>
            </a:xfrm>
            <a:custGeom>
              <a:avLst/>
              <a:gdLst/>
              <a:ahLst/>
              <a:cxnLst/>
              <a:rect l="l" t="t" r="r" b="b"/>
              <a:pathLst>
                <a:path w="5138" h="5122" extrusionOk="0">
                  <a:moveTo>
                    <a:pt x="2561" y="1023"/>
                  </a:moveTo>
                  <a:cubicBezTo>
                    <a:pt x="2859" y="1023"/>
                    <a:pt x="3073" y="1257"/>
                    <a:pt x="3073" y="1535"/>
                  </a:cubicBezTo>
                  <a:cubicBezTo>
                    <a:pt x="3073" y="1816"/>
                    <a:pt x="2859" y="2050"/>
                    <a:pt x="2561" y="2050"/>
                  </a:cubicBezTo>
                  <a:cubicBezTo>
                    <a:pt x="2280" y="2050"/>
                    <a:pt x="2050" y="1816"/>
                    <a:pt x="2050" y="1535"/>
                  </a:cubicBezTo>
                  <a:cubicBezTo>
                    <a:pt x="2050" y="1257"/>
                    <a:pt x="2280" y="1023"/>
                    <a:pt x="2561" y="1023"/>
                  </a:cubicBezTo>
                  <a:close/>
                  <a:moveTo>
                    <a:pt x="2561" y="3072"/>
                  </a:moveTo>
                  <a:cubicBezTo>
                    <a:pt x="3239" y="3072"/>
                    <a:pt x="3798" y="3501"/>
                    <a:pt x="4016" y="4095"/>
                  </a:cubicBezTo>
                  <a:lnTo>
                    <a:pt x="1123" y="4095"/>
                  </a:lnTo>
                  <a:cubicBezTo>
                    <a:pt x="1321" y="3501"/>
                    <a:pt x="1900" y="3072"/>
                    <a:pt x="2561" y="3072"/>
                  </a:cubicBezTo>
                  <a:close/>
                  <a:moveTo>
                    <a:pt x="2561" y="1"/>
                  </a:moveTo>
                  <a:cubicBezTo>
                    <a:pt x="1717" y="1"/>
                    <a:pt x="1024" y="679"/>
                    <a:pt x="1024" y="1535"/>
                  </a:cubicBezTo>
                  <a:cubicBezTo>
                    <a:pt x="1024" y="1852"/>
                    <a:pt x="1123" y="2149"/>
                    <a:pt x="1289" y="2379"/>
                  </a:cubicBezTo>
                  <a:cubicBezTo>
                    <a:pt x="528" y="2823"/>
                    <a:pt x="1" y="3667"/>
                    <a:pt x="1" y="4606"/>
                  </a:cubicBezTo>
                  <a:cubicBezTo>
                    <a:pt x="1" y="4888"/>
                    <a:pt x="231" y="5122"/>
                    <a:pt x="512" y="5122"/>
                  </a:cubicBezTo>
                  <a:lnTo>
                    <a:pt x="4626" y="5122"/>
                  </a:lnTo>
                  <a:cubicBezTo>
                    <a:pt x="4908" y="5122"/>
                    <a:pt x="5138" y="4888"/>
                    <a:pt x="5138" y="4606"/>
                  </a:cubicBezTo>
                  <a:cubicBezTo>
                    <a:pt x="5138" y="3667"/>
                    <a:pt x="4611" y="2823"/>
                    <a:pt x="3850" y="2379"/>
                  </a:cubicBezTo>
                  <a:cubicBezTo>
                    <a:pt x="4016" y="2149"/>
                    <a:pt x="4115" y="1852"/>
                    <a:pt x="4115" y="1535"/>
                  </a:cubicBezTo>
                  <a:cubicBezTo>
                    <a:pt x="4115" y="679"/>
                    <a:pt x="3421" y="1"/>
                    <a:pt x="25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988;p73">
              <a:extLst>
                <a:ext uri="{FF2B5EF4-FFF2-40B4-BE49-F238E27FC236}">
                  <a16:creationId xmlns:a16="http://schemas.microsoft.com/office/drawing/2014/main" id="{8D1B5AA6-2F04-6603-B2D0-5BB4FDCD688A}"/>
                </a:ext>
              </a:extLst>
            </p:cNvPr>
            <p:cNvSpPr/>
            <p:nvPr/>
          </p:nvSpPr>
          <p:spPr>
            <a:xfrm>
              <a:off x="2216757" y="3363032"/>
              <a:ext cx="97722" cy="106260"/>
            </a:xfrm>
            <a:custGeom>
              <a:avLst/>
              <a:gdLst/>
              <a:ahLst/>
              <a:cxnLst/>
              <a:rect l="l" t="t" r="r" b="b"/>
              <a:pathLst>
                <a:path w="4246" h="4617" extrusionOk="0">
                  <a:moveTo>
                    <a:pt x="2133" y="1816"/>
                  </a:moveTo>
                  <a:lnTo>
                    <a:pt x="2446" y="2561"/>
                  </a:lnTo>
                  <a:lnTo>
                    <a:pt x="1800" y="2561"/>
                  </a:lnTo>
                  <a:lnTo>
                    <a:pt x="2133" y="1816"/>
                  </a:lnTo>
                  <a:close/>
                  <a:moveTo>
                    <a:pt x="2133" y="0"/>
                  </a:moveTo>
                  <a:cubicBezTo>
                    <a:pt x="1919" y="0"/>
                    <a:pt x="1737" y="115"/>
                    <a:pt x="1654" y="314"/>
                  </a:cubicBezTo>
                  <a:cubicBezTo>
                    <a:pt x="1503" y="643"/>
                    <a:pt x="266" y="3552"/>
                    <a:pt x="116" y="3897"/>
                  </a:cubicBezTo>
                  <a:cubicBezTo>
                    <a:pt x="1" y="4162"/>
                    <a:pt x="136" y="4459"/>
                    <a:pt x="381" y="4574"/>
                  </a:cubicBezTo>
                  <a:cubicBezTo>
                    <a:pt x="448" y="4603"/>
                    <a:pt x="516" y="4616"/>
                    <a:pt x="583" y="4616"/>
                  </a:cubicBezTo>
                  <a:cubicBezTo>
                    <a:pt x="784" y="4616"/>
                    <a:pt x="973" y="4496"/>
                    <a:pt x="1059" y="4309"/>
                  </a:cubicBezTo>
                  <a:lnTo>
                    <a:pt x="1372" y="3583"/>
                  </a:lnTo>
                  <a:lnTo>
                    <a:pt x="2890" y="3583"/>
                  </a:lnTo>
                  <a:lnTo>
                    <a:pt x="3187" y="4309"/>
                  </a:lnTo>
                  <a:cubicBezTo>
                    <a:pt x="3277" y="4496"/>
                    <a:pt x="3466" y="4616"/>
                    <a:pt x="3666" y="4616"/>
                  </a:cubicBezTo>
                  <a:cubicBezTo>
                    <a:pt x="3732" y="4616"/>
                    <a:pt x="3800" y="4603"/>
                    <a:pt x="3865" y="4574"/>
                  </a:cubicBezTo>
                  <a:cubicBezTo>
                    <a:pt x="4131" y="4459"/>
                    <a:pt x="4246" y="4162"/>
                    <a:pt x="4131" y="3897"/>
                  </a:cubicBezTo>
                  <a:cubicBezTo>
                    <a:pt x="3980" y="3552"/>
                    <a:pt x="2744" y="643"/>
                    <a:pt x="2593" y="314"/>
                  </a:cubicBezTo>
                  <a:cubicBezTo>
                    <a:pt x="2514" y="115"/>
                    <a:pt x="2331" y="0"/>
                    <a:pt x="2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989;p73">
              <a:extLst>
                <a:ext uri="{FF2B5EF4-FFF2-40B4-BE49-F238E27FC236}">
                  <a16:creationId xmlns:a16="http://schemas.microsoft.com/office/drawing/2014/main" id="{859FF068-4FA8-26F8-BFF9-9BD22DEFE97A}"/>
                </a:ext>
              </a:extLst>
            </p:cNvPr>
            <p:cNvSpPr/>
            <p:nvPr/>
          </p:nvSpPr>
          <p:spPr>
            <a:xfrm>
              <a:off x="1969368" y="3315874"/>
              <a:ext cx="402486" cy="402578"/>
            </a:xfrm>
            <a:custGeom>
              <a:avLst/>
              <a:gdLst/>
              <a:ahLst/>
              <a:cxnLst/>
              <a:rect l="l" t="t" r="r" b="b"/>
              <a:pathLst>
                <a:path w="17488" h="17492" extrusionOk="0">
                  <a:moveTo>
                    <a:pt x="12882" y="1023"/>
                  </a:moveTo>
                  <a:cubicBezTo>
                    <a:pt x="14864" y="1023"/>
                    <a:pt x="16465" y="2628"/>
                    <a:pt x="16465" y="4610"/>
                  </a:cubicBezTo>
                  <a:cubicBezTo>
                    <a:pt x="16465" y="6599"/>
                    <a:pt x="14848" y="8201"/>
                    <a:pt x="12886" y="8201"/>
                  </a:cubicBezTo>
                  <a:cubicBezTo>
                    <a:pt x="12749" y="8201"/>
                    <a:pt x="12610" y="8193"/>
                    <a:pt x="12470" y="8177"/>
                  </a:cubicBezTo>
                  <a:cubicBezTo>
                    <a:pt x="12445" y="8173"/>
                    <a:pt x="12420" y="8172"/>
                    <a:pt x="12396" y="8172"/>
                  </a:cubicBezTo>
                  <a:cubicBezTo>
                    <a:pt x="12293" y="8172"/>
                    <a:pt x="12202" y="8205"/>
                    <a:pt x="12121" y="8256"/>
                  </a:cubicBezTo>
                  <a:lnTo>
                    <a:pt x="11198" y="8887"/>
                  </a:lnTo>
                  <a:lnTo>
                    <a:pt x="11015" y="7860"/>
                  </a:lnTo>
                  <a:cubicBezTo>
                    <a:pt x="10984" y="7729"/>
                    <a:pt x="10916" y="7614"/>
                    <a:pt x="10801" y="7547"/>
                  </a:cubicBezTo>
                  <a:cubicBezTo>
                    <a:pt x="9858" y="6869"/>
                    <a:pt x="9299" y="5779"/>
                    <a:pt x="9299" y="4610"/>
                  </a:cubicBezTo>
                  <a:cubicBezTo>
                    <a:pt x="9299" y="2628"/>
                    <a:pt x="10900" y="1023"/>
                    <a:pt x="12882" y="1023"/>
                  </a:cubicBezTo>
                  <a:close/>
                  <a:moveTo>
                    <a:pt x="8288" y="5121"/>
                  </a:moveTo>
                  <a:cubicBezTo>
                    <a:pt x="8340" y="5482"/>
                    <a:pt x="8407" y="5815"/>
                    <a:pt x="8522" y="6144"/>
                  </a:cubicBezTo>
                  <a:lnTo>
                    <a:pt x="3584" y="6144"/>
                  </a:lnTo>
                  <a:cubicBezTo>
                    <a:pt x="3302" y="6144"/>
                    <a:pt x="3072" y="6374"/>
                    <a:pt x="3072" y="6655"/>
                  </a:cubicBezTo>
                  <a:lnTo>
                    <a:pt x="3072" y="14420"/>
                  </a:lnTo>
                  <a:lnTo>
                    <a:pt x="2046" y="14420"/>
                  </a:lnTo>
                  <a:lnTo>
                    <a:pt x="2046" y="5632"/>
                  </a:lnTo>
                  <a:cubicBezTo>
                    <a:pt x="2046" y="5351"/>
                    <a:pt x="2280" y="5121"/>
                    <a:pt x="2561" y="5121"/>
                  </a:cubicBezTo>
                  <a:close/>
                  <a:moveTo>
                    <a:pt x="9049" y="7166"/>
                  </a:moveTo>
                  <a:cubicBezTo>
                    <a:pt x="9315" y="7583"/>
                    <a:pt x="9644" y="7943"/>
                    <a:pt x="10040" y="8240"/>
                  </a:cubicBezTo>
                  <a:lnTo>
                    <a:pt x="10322" y="9826"/>
                  </a:lnTo>
                  <a:cubicBezTo>
                    <a:pt x="10353" y="10008"/>
                    <a:pt x="10468" y="10139"/>
                    <a:pt x="10635" y="10206"/>
                  </a:cubicBezTo>
                  <a:cubicBezTo>
                    <a:pt x="10698" y="10235"/>
                    <a:pt x="10767" y="10248"/>
                    <a:pt x="10836" y="10248"/>
                  </a:cubicBezTo>
                  <a:cubicBezTo>
                    <a:pt x="10931" y="10248"/>
                    <a:pt x="11027" y="10223"/>
                    <a:pt x="11114" y="10175"/>
                  </a:cubicBezTo>
                  <a:lnTo>
                    <a:pt x="12533" y="9215"/>
                  </a:lnTo>
                  <a:cubicBezTo>
                    <a:pt x="12648" y="9215"/>
                    <a:pt x="12767" y="9231"/>
                    <a:pt x="12882" y="9231"/>
                  </a:cubicBezTo>
                  <a:cubicBezTo>
                    <a:pt x="13045" y="9231"/>
                    <a:pt x="13227" y="9215"/>
                    <a:pt x="13393" y="9200"/>
                  </a:cubicBezTo>
                  <a:lnTo>
                    <a:pt x="13393" y="14420"/>
                  </a:lnTo>
                  <a:lnTo>
                    <a:pt x="4095" y="14420"/>
                  </a:lnTo>
                  <a:lnTo>
                    <a:pt x="4095" y="7166"/>
                  </a:lnTo>
                  <a:close/>
                  <a:moveTo>
                    <a:pt x="15443" y="8439"/>
                  </a:moveTo>
                  <a:lnTo>
                    <a:pt x="15443" y="14420"/>
                  </a:lnTo>
                  <a:lnTo>
                    <a:pt x="14416" y="14420"/>
                  </a:lnTo>
                  <a:lnTo>
                    <a:pt x="14416" y="8970"/>
                  </a:lnTo>
                  <a:cubicBezTo>
                    <a:pt x="14781" y="8835"/>
                    <a:pt x="15125" y="8653"/>
                    <a:pt x="15443" y="8439"/>
                  </a:cubicBezTo>
                  <a:close/>
                  <a:moveTo>
                    <a:pt x="16382" y="15442"/>
                  </a:moveTo>
                  <a:cubicBezTo>
                    <a:pt x="16168" y="16037"/>
                    <a:pt x="15589" y="16465"/>
                    <a:pt x="14927" y="16465"/>
                  </a:cubicBezTo>
                  <a:lnTo>
                    <a:pt x="2561" y="16465"/>
                  </a:lnTo>
                  <a:cubicBezTo>
                    <a:pt x="1883" y="16465"/>
                    <a:pt x="1321" y="16037"/>
                    <a:pt x="1107" y="15442"/>
                  </a:cubicBezTo>
                  <a:close/>
                  <a:moveTo>
                    <a:pt x="12882" y="0"/>
                  </a:moveTo>
                  <a:cubicBezTo>
                    <a:pt x="10504" y="0"/>
                    <a:pt x="8554" y="1800"/>
                    <a:pt x="8288" y="4095"/>
                  </a:cubicBezTo>
                  <a:lnTo>
                    <a:pt x="2561" y="4095"/>
                  </a:lnTo>
                  <a:cubicBezTo>
                    <a:pt x="1701" y="4095"/>
                    <a:pt x="1023" y="4788"/>
                    <a:pt x="1023" y="5632"/>
                  </a:cubicBezTo>
                  <a:lnTo>
                    <a:pt x="1023" y="14420"/>
                  </a:lnTo>
                  <a:lnTo>
                    <a:pt x="512" y="14420"/>
                  </a:lnTo>
                  <a:cubicBezTo>
                    <a:pt x="231" y="14420"/>
                    <a:pt x="1" y="14649"/>
                    <a:pt x="1" y="14931"/>
                  </a:cubicBezTo>
                  <a:cubicBezTo>
                    <a:pt x="1" y="16350"/>
                    <a:pt x="1138" y="17491"/>
                    <a:pt x="2561" y="17491"/>
                  </a:cubicBezTo>
                  <a:lnTo>
                    <a:pt x="14927" y="17491"/>
                  </a:lnTo>
                  <a:cubicBezTo>
                    <a:pt x="16350" y="17491"/>
                    <a:pt x="17488" y="16350"/>
                    <a:pt x="17488" y="14931"/>
                  </a:cubicBezTo>
                  <a:cubicBezTo>
                    <a:pt x="17488" y="14649"/>
                    <a:pt x="17258" y="14420"/>
                    <a:pt x="16976" y="14420"/>
                  </a:cubicBezTo>
                  <a:lnTo>
                    <a:pt x="16465" y="14420"/>
                  </a:lnTo>
                  <a:lnTo>
                    <a:pt x="16465" y="7697"/>
                  </a:lnTo>
                  <a:cubicBezTo>
                    <a:pt x="16465" y="7630"/>
                    <a:pt x="16465" y="7583"/>
                    <a:pt x="16449" y="7531"/>
                  </a:cubicBezTo>
                  <a:cubicBezTo>
                    <a:pt x="17091" y="6738"/>
                    <a:pt x="17488" y="5716"/>
                    <a:pt x="17488" y="4610"/>
                  </a:cubicBezTo>
                  <a:cubicBezTo>
                    <a:pt x="17488" y="2065"/>
                    <a:pt x="15423" y="0"/>
                    <a:pt x="128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48545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7">
          <a:extLst>
            <a:ext uri="{FF2B5EF4-FFF2-40B4-BE49-F238E27FC236}">
              <a16:creationId xmlns:a16="http://schemas.microsoft.com/office/drawing/2014/main" id="{BFDEF5CA-55E4-2B05-D2C9-659164258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p52">
            <a:extLst>
              <a:ext uri="{FF2B5EF4-FFF2-40B4-BE49-F238E27FC236}">
                <a16:creationId xmlns:a16="http://schemas.microsoft.com/office/drawing/2014/main" id="{918DC8CE-D483-1221-B375-2C0A0E2C5FD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4273" y="1253913"/>
            <a:ext cx="7768684" cy="6617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 b="1" dirty="0"/>
              <a:t>Briefing da Missão</a:t>
            </a:r>
            <a:endParaRPr sz="6000" b="1" dirty="0"/>
          </a:p>
        </p:txBody>
      </p:sp>
      <p:sp>
        <p:nvSpPr>
          <p:cNvPr id="2449" name="Google Shape;2449;p52">
            <a:extLst>
              <a:ext uri="{FF2B5EF4-FFF2-40B4-BE49-F238E27FC236}">
                <a16:creationId xmlns:a16="http://schemas.microsoft.com/office/drawing/2014/main" id="{FB160CF9-9D2D-19F3-D510-3654216E96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94358" y="1851102"/>
            <a:ext cx="1338599" cy="291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>
                <a:solidFill>
                  <a:schemeClr val="tx2"/>
                </a:solidFill>
              </a:rPr>
              <a:t>04</a:t>
            </a:r>
            <a:endParaRPr sz="5500" dirty="0">
              <a:solidFill>
                <a:schemeClr val="tx2"/>
              </a:solidFill>
            </a:endParaRPr>
          </a:p>
        </p:txBody>
      </p:sp>
      <p:grpSp>
        <p:nvGrpSpPr>
          <p:cNvPr id="2450" name="Google Shape;2450;p52">
            <a:extLst>
              <a:ext uri="{FF2B5EF4-FFF2-40B4-BE49-F238E27FC236}">
                <a16:creationId xmlns:a16="http://schemas.microsoft.com/office/drawing/2014/main" id="{57DB039B-0F76-5023-69BA-0DCC356B31FD}"/>
              </a:ext>
            </a:extLst>
          </p:cNvPr>
          <p:cNvGrpSpPr/>
          <p:nvPr/>
        </p:nvGrpSpPr>
        <p:grpSpPr>
          <a:xfrm>
            <a:off x="-84650" y="1771791"/>
            <a:ext cx="5215536" cy="3080155"/>
            <a:chOff x="-84650" y="1771791"/>
            <a:chExt cx="5215536" cy="3080155"/>
          </a:xfrm>
        </p:grpSpPr>
        <p:sp>
          <p:nvSpPr>
            <p:cNvPr id="2451" name="Google Shape;2451;p52">
              <a:extLst>
                <a:ext uri="{FF2B5EF4-FFF2-40B4-BE49-F238E27FC236}">
                  <a16:creationId xmlns:a16="http://schemas.microsoft.com/office/drawing/2014/main" id="{5B34057A-269C-E718-6736-8A85DA4F90F2}"/>
                </a:ext>
              </a:extLst>
            </p:cNvPr>
            <p:cNvSpPr/>
            <p:nvPr/>
          </p:nvSpPr>
          <p:spPr>
            <a:xfrm>
              <a:off x="-84650" y="4745500"/>
              <a:ext cx="5215536" cy="33525"/>
            </a:xfrm>
            <a:custGeom>
              <a:avLst/>
              <a:gdLst/>
              <a:ahLst/>
              <a:cxnLst/>
              <a:rect l="l" t="t" r="r" b="b"/>
              <a:pathLst>
                <a:path w="26050" h="1" fill="none" extrusionOk="0">
                  <a:moveTo>
                    <a:pt x="26050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52">
              <a:extLst>
                <a:ext uri="{FF2B5EF4-FFF2-40B4-BE49-F238E27FC236}">
                  <a16:creationId xmlns:a16="http://schemas.microsoft.com/office/drawing/2014/main" id="{75304D0C-E446-BF0E-EA5D-B48FB0E2B1C2}"/>
                </a:ext>
              </a:extLst>
            </p:cNvPr>
            <p:cNvSpPr/>
            <p:nvPr/>
          </p:nvSpPr>
          <p:spPr>
            <a:xfrm>
              <a:off x="815432" y="3193913"/>
              <a:ext cx="435621" cy="654151"/>
            </a:xfrm>
            <a:custGeom>
              <a:avLst/>
              <a:gdLst/>
              <a:ahLst/>
              <a:cxnLst/>
              <a:rect l="l" t="t" r="r" b="b"/>
              <a:pathLst>
                <a:path w="1202" h="1805" extrusionOk="0">
                  <a:moveTo>
                    <a:pt x="749" y="0"/>
                  </a:moveTo>
                  <a:lnTo>
                    <a:pt x="0" y="1805"/>
                  </a:lnTo>
                  <a:lnTo>
                    <a:pt x="1201" y="1805"/>
                  </a:lnTo>
                  <a:cubicBezTo>
                    <a:pt x="1101" y="1805"/>
                    <a:pt x="1008" y="1725"/>
                    <a:pt x="992" y="1623"/>
                  </a:cubicBezTo>
                  <a:lnTo>
                    <a:pt x="74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2">
              <a:extLst>
                <a:ext uri="{FF2B5EF4-FFF2-40B4-BE49-F238E27FC236}">
                  <a16:creationId xmlns:a16="http://schemas.microsoft.com/office/drawing/2014/main" id="{D638E29A-92D5-380E-E528-AC851F8EBCDE}"/>
                </a:ext>
              </a:extLst>
            </p:cNvPr>
            <p:cNvSpPr/>
            <p:nvPr/>
          </p:nvSpPr>
          <p:spPr>
            <a:xfrm>
              <a:off x="982504" y="2482137"/>
              <a:ext cx="341393" cy="1365925"/>
            </a:xfrm>
            <a:custGeom>
              <a:avLst/>
              <a:gdLst/>
              <a:ahLst/>
              <a:cxnLst/>
              <a:rect l="l" t="t" r="r" b="b"/>
              <a:pathLst>
                <a:path w="942" h="3769" extrusionOk="0">
                  <a:moveTo>
                    <a:pt x="166" y="1"/>
                  </a:moveTo>
                  <a:cubicBezTo>
                    <a:pt x="73" y="1"/>
                    <a:pt x="0" y="80"/>
                    <a:pt x="14" y="180"/>
                  </a:cubicBezTo>
                  <a:lnTo>
                    <a:pt x="238" y="1619"/>
                  </a:lnTo>
                  <a:lnTo>
                    <a:pt x="281" y="1905"/>
                  </a:lnTo>
                  <a:lnTo>
                    <a:pt x="288" y="1964"/>
                  </a:lnTo>
                  <a:lnTo>
                    <a:pt x="531" y="3587"/>
                  </a:lnTo>
                  <a:cubicBezTo>
                    <a:pt x="547" y="3689"/>
                    <a:pt x="640" y="3769"/>
                    <a:pt x="740" y="3769"/>
                  </a:cubicBezTo>
                  <a:lnTo>
                    <a:pt x="942" y="3769"/>
                  </a:lnTo>
                  <a:cubicBezTo>
                    <a:pt x="842" y="3769"/>
                    <a:pt x="747" y="3689"/>
                    <a:pt x="733" y="3587"/>
                  </a:cubicBezTo>
                  <a:lnTo>
                    <a:pt x="431" y="1612"/>
                  </a:lnTo>
                  <a:lnTo>
                    <a:pt x="424" y="1554"/>
                  </a:lnTo>
                  <a:lnTo>
                    <a:pt x="418" y="1467"/>
                  </a:lnTo>
                  <a:lnTo>
                    <a:pt x="223" y="180"/>
                  </a:lnTo>
                  <a:cubicBezTo>
                    <a:pt x="202" y="80"/>
                    <a:pt x="273" y="1"/>
                    <a:pt x="374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52">
              <a:extLst>
                <a:ext uri="{FF2B5EF4-FFF2-40B4-BE49-F238E27FC236}">
                  <a16:creationId xmlns:a16="http://schemas.microsoft.com/office/drawing/2014/main" id="{217D3F20-DF0C-E6E3-E300-4FB161F45234}"/>
                </a:ext>
              </a:extLst>
            </p:cNvPr>
            <p:cNvSpPr/>
            <p:nvPr/>
          </p:nvSpPr>
          <p:spPr>
            <a:xfrm>
              <a:off x="1055348" y="2482137"/>
              <a:ext cx="2081702" cy="1365925"/>
            </a:xfrm>
            <a:custGeom>
              <a:avLst/>
              <a:gdLst/>
              <a:ahLst/>
              <a:cxnLst/>
              <a:rect l="l" t="t" r="r" b="b"/>
              <a:pathLst>
                <a:path w="5744" h="3769" extrusionOk="0">
                  <a:moveTo>
                    <a:pt x="5011" y="110"/>
                  </a:moveTo>
                  <a:lnTo>
                    <a:pt x="5542" y="3660"/>
                  </a:lnTo>
                  <a:lnTo>
                    <a:pt x="770" y="3660"/>
                  </a:lnTo>
                  <a:lnTo>
                    <a:pt x="439" y="1467"/>
                  </a:lnTo>
                  <a:lnTo>
                    <a:pt x="237" y="110"/>
                  </a:lnTo>
                  <a:close/>
                  <a:moveTo>
                    <a:pt x="173" y="1"/>
                  </a:moveTo>
                  <a:cubicBezTo>
                    <a:pt x="72" y="1"/>
                    <a:pt x="1" y="80"/>
                    <a:pt x="22" y="180"/>
                  </a:cubicBezTo>
                  <a:lnTo>
                    <a:pt x="217" y="1467"/>
                  </a:lnTo>
                  <a:lnTo>
                    <a:pt x="223" y="1554"/>
                  </a:lnTo>
                  <a:lnTo>
                    <a:pt x="230" y="1612"/>
                  </a:lnTo>
                  <a:lnTo>
                    <a:pt x="532" y="3587"/>
                  </a:lnTo>
                  <a:cubicBezTo>
                    <a:pt x="546" y="3689"/>
                    <a:pt x="641" y="3769"/>
                    <a:pt x="741" y="3769"/>
                  </a:cubicBezTo>
                  <a:lnTo>
                    <a:pt x="5578" y="3769"/>
                  </a:lnTo>
                  <a:cubicBezTo>
                    <a:pt x="5678" y="3769"/>
                    <a:pt x="5744" y="3689"/>
                    <a:pt x="5730" y="3587"/>
                  </a:cubicBezTo>
                  <a:lnTo>
                    <a:pt x="5492" y="2021"/>
                  </a:lnTo>
                  <a:lnTo>
                    <a:pt x="5442" y="2021"/>
                  </a:lnTo>
                  <a:cubicBezTo>
                    <a:pt x="5392" y="2021"/>
                    <a:pt x="5349" y="1978"/>
                    <a:pt x="5333" y="1928"/>
                  </a:cubicBezTo>
                  <a:lnTo>
                    <a:pt x="5326" y="1842"/>
                  </a:lnTo>
                  <a:cubicBezTo>
                    <a:pt x="5319" y="1792"/>
                    <a:pt x="5349" y="1748"/>
                    <a:pt x="5399" y="1748"/>
                  </a:cubicBezTo>
                  <a:lnTo>
                    <a:pt x="5449" y="1748"/>
                  </a:lnTo>
                  <a:lnTo>
                    <a:pt x="5212" y="180"/>
                  </a:lnTo>
                  <a:cubicBezTo>
                    <a:pt x="5197" y="80"/>
                    <a:pt x="5104" y="1"/>
                    <a:pt x="5011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52">
              <a:extLst>
                <a:ext uri="{FF2B5EF4-FFF2-40B4-BE49-F238E27FC236}">
                  <a16:creationId xmlns:a16="http://schemas.microsoft.com/office/drawing/2014/main" id="{61BE3908-68EC-C807-D6B8-C7CB10238350}"/>
                </a:ext>
              </a:extLst>
            </p:cNvPr>
            <p:cNvSpPr/>
            <p:nvPr/>
          </p:nvSpPr>
          <p:spPr>
            <a:xfrm>
              <a:off x="2871033" y="2482137"/>
              <a:ext cx="339219" cy="1365925"/>
            </a:xfrm>
            <a:custGeom>
              <a:avLst/>
              <a:gdLst/>
              <a:ahLst/>
              <a:cxnLst/>
              <a:rect l="l" t="t" r="r" b="b"/>
              <a:pathLst>
                <a:path w="936" h="3769" extrusionOk="0">
                  <a:moveTo>
                    <a:pt x="1" y="1"/>
                  </a:moveTo>
                  <a:cubicBezTo>
                    <a:pt x="94" y="1"/>
                    <a:pt x="187" y="80"/>
                    <a:pt x="202" y="180"/>
                  </a:cubicBezTo>
                  <a:lnTo>
                    <a:pt x="439" y="1748"/>
                  </a:lnTo>
                  <a:lnTo>
                    <a:pt x="482" y="1748"/>
                  </a:lnTo>
                  <a:cubicBezTo>
                    <a:pt x="525" y="1748"/>
                    <a:pt x="575" y="1792"/>
                    <a:pt x="582" y="1842"/>
                  </a:cubicBezTo>
                  <a:lnTo>
                    <a:pt x="598" y="1928"/>
                  </a:lnTo>
                  <a:cubicBezTo>
                    <a:pt x="604" y="1978"/>
                    <a:pt x="568" y="2021"/>
                    <a:pt x="518" y="2021"/>
                  </a:cubicBezTo>
                  <a:lnTo>
                    <a:pt x="482" y="2021"/>
                  </a:lnTo>
                  <a:lnTo>
                    <a:pt x="720" y="3587"/>
                  </a:lnTo>
                  <a:cubicBezTo>
                    <a:pt x="734" y="3689"/>
                    <a:pt x="668" y="3769"/>
                    <a:pt x="568" y="3769"/>
                  </a:cubicBezTo>
                  <a:lnTo>
                    <a:pt x="770" y="3769"/>
                  </a:lnTo>
                  <a:cubicBezTo>
                    <a:pt x="870" y="3769"/>
                    <a:pt x="936" y="3689"/>
                    <a:pt x="920" y="3587"/>
                  </a:cubicBezTo>
                  <a:lnTo>
                    <a:pt x="410" y="180"/>
                  </a:lnTo>
                  <a:cubicBezTo>
                    <a:pt x="396" y="80"/>
                    <a:pt x="303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52">
              <a:extLst>
                <a:ext uri="{FF2B5EF4-FFF2-40B4-BE49-F238E27FC236}">
                  <a16:creationId xmlns:a16="http://schemas.microsoft.com/office/drawing/2014/main" id="{46B709DF-31D5-BF6D-8CFF-3C7C9F89F3AD}"/>
                </a:ext>
              </a:extLst>
            </p:cNvPr>
            <p:cNvSpPr/>
            <p:nvPr/>
          </p:nvSpPr>
          <p:spPr>
            <a:xfrm>
              <a:off x="1141240" y="2521640"/>
              <a:ext cx="1922603" cy="1286919"/>
            </a:xfrm>
            <a:custGeom>
              <a:avLst/>
              <a:gdLst/>
              <a:ahLst/>
              <a:cxnLst/>
              <a:rect l="l" t="t" r="r" b="b"/>
              <a:pathLst>
                <a:path w="5305" h="3551" extrusionOk="0">
                  <a:moveTo>
                    <a:pt x="0" y="1"/>
                  </a:moveTo>
                  <a:lnTo>
                    <a:pt x="202" y="1358"/>
                  </a:lnTo>
                  <a:lnTo>
                    <a:pt x="533" y="3551"/>
                  </a:lnTo>
                  <a:lnTo>
                    <a:pt x="5305" y="3551"/>
                  </a:lnTo>
                  <a:lnTo>
                    <a:pt x="4774" y="1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52">
              <a:extLst>
                <a:ext uri="{FF2B5EF4-FFF2-40B4-BE49-F238E27FC236}">
                  <a16:creationId xmlns:a16="http://schemas.microsoft.com/office/drawing/2014/main" id="{D57A631B-3229-66D4-36BC-7F7C698FFAF7}"/>
                </a:ext>
              </a:extLst>
            </p:cNvPr>
            <p:cNvSpPr/>
            <p:nvPr/>
          </p:nvSpPr>
          <p:spPr>
            <a:xfrm>
              <a:off x="2983018" y="3115632"/>
              <a:ext cx="107274" cy="99300"/>
            </a:xfrm>
            <a:custGeom>
              <a:avLst/>
              <a:gdLst/>
              <a:ahLst/>
              <a:cxnLst/>
              <a:rect l="l" t="t" r="r" b="b"/>
              <a:pathLst>
                <a:path w="296" h="274" extrusionOk="0">
                  <a:moveTo>
                    <a:pt x="80" y="0"/>
                  </a:moveTo>
                  <a:cubicBezTo>
                    <a:pt x="30" y="0"/>
                    <a:pt x="0" y="44"/>
                    <a:pt x="7" y="94"/>
                  </a:cubicBezTo>
                  <a:lnTo>
                    <a:pt x="14" y="180"/>
                  </a:lnTo>
                  <a:cubicBezTo>
                    <a:pt x="30" y="230"/>
                    <a:pt x="73" y="273"/>
                    <a:pt x="123" y="273"/>
                  </a:cubicBezTo>
                  <a:lnTo>
                    <a:pt x="209" y="273"/>
                  </a:lnTo>
                  <a:cubicBezTo>
                    <a:pt x="259" y="273"/>
                    <a:pt x="295" y="230"/>
                    <a:pt x="289" y="180"/>
                  </a:cubicBezTo>
                  <a:lnTo>
                    <a:pt x="273" y="94"/>
                  </a:lnTo>
                  <a:cubicBezTo>
                    <a:pt x="266" y="44"/>
                    <a:pt x="216" y="0"/>
                    <a:pt x="173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52">
              <a:extLst>
                <a:ext uri="{FF2B5EF4-FFF2-40B4-BE49-F238E27FC236}">
                  <a16:creationId xmlns:a16="http://schemas.microsoft.com/office/drawing/2014/main" id="{1496D13B-BD51-2DAE-7724-DD9300426E95}"/>
                </a:ext>
              </a:extLst>
            </p:cNvPr>
            <p:cNvSpPr/>
            <p:nvPr/>
          </p:nvSpPr>
          <p:spPr>
            <a:xfrm>
              <a:off x="479838" y="3899528"/>
              <a:ext cx="1248152" cy="354800"/>
            </a:xfrm>
            <a:custGeom>
              <a:avLst/>
              <a:gdLst/>
              <a:ahLst/>
              <a:cxnLst/>
              <a:rect l="l" t="t" r="r" b="b"/>
              <a:pathLst>
                <a:path w="3444" h="979" extrusionOk="0">
                  <a:moveTo>
                    <a:pt x="0" y="1"/>
                  </a:moveTo>
                  <a:lnTo>
                    <a:pt x="0" y="979"/>
                  </a:lnTo>
                  <a:lnTo>
                    <a:pt x="3443" y="979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52">
              <a:extLst>
                <a:ext uri="{FF2B5EF4-FFF2-40B4-BE49-F238E27FC236}">
                  <a16:creationId xmlns:a16="http://schemas.microsoft.com/office/drawing/2014/main" id="{8EAD4C37-9772-CE42-D39E-6DF6913A361C}"/>
                </a:ext>
              </a:extLst>
            </p:cNvPr>
            <p:cNvSpPr/>
            <p:nvPr/>
          </p:nvSpPr>
          <p:spPr>
            <a:xfrm>
              <a:off x="479838" y="3933233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1"/>
                  </a:moveTo>
                  <a:lnTo>
                    <a:pt x="344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52">
              <a:extLst>
                <a:ext uri="{FF2B5EF4-FFF2-40B4-BE49-F238E27FC236}">
                  <a16:creationId xmlns:a16="http://schemas.microsoft.com/office/drawing/2014/main" id="{C46925A1-9FBE-71FF-79F8-3EAF0015ED4F}"/>
                </a:ext>
              </a:extLst>
            </p:cNvPr>
            <p:cNvSpPr/>
            <p:nvPr/>
          </p:nvSpPr>
          <p:spPr>
            <a:xfrm>
              <a:off x="479838" y="3933233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1"/>
                  </a:moveTo>
                  <a:lnTo>
                    <a:pt x="3443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52">
              <a:extLst>
                <a:ext uri="{FF2B5EF4-FFF2-40B4-BE49-F238E27FC236}">
                  <a16:creationId xmlns:a16="http://schemas.microsoft.com/office/drawing/2014/main" id="{24CC4BAF-DB89-4302-B359-98BC6EE29AD1}"/>
                </a:ext>
              </a:extLst>
            </p:cNvPr>
            <p:cNvSpPr/>
            <p:nvPr/>
          </p:nvSpPr>
          <p:spPr>
            <a:xfrm>
              <a:off x="479838" y="3975273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52">
              <a:extLst>
                <a:ext uri="{FF2B5EF4-FFF2-40B4-BE49-F238E27FC236}">
                  <a16:creationId xmlns:a16="http://schemas.microsoft.com/office/drawing/2014/main" id="{DD3C1350-9681-467C-D81D-13FEB6A3EAE9}"/>
                </a:ext>
              </a:extLst>
            </p:cNvPr>
            <p:cNvSpPr/>
            <p:nvPr/>
          </p:nvSpPr>
          <p:spPr>
            <a:xfrm>
              <a:off x="479838" y="3975273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52">
              <a:extLst>
                <a:ext uri="{FF2B5EF4-FFF2-40B4-BE49-F238E27FC236}">
                  <a16:creationId xmlns:a16="http://schemas.microsoft.com/office/drawing/2014/main" id="{11EF76FF-A9A6-B1CD-7270-97C9A15CF9CF}"/>
                </a:ext>
              </a:extLst>
            </p:cNvPr>
            <p:cNvSpPr/>
            <p:nvPr/>
          </p:nvSpPr>
          <p:spPr>
            <a:xfrm>
              <a:off x="479838" y="4014051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52">
              <a:extLst>
                <a:ext uri="{FF2B5EF4-FFF2-40B4-BE49-F238E27FC236}">
                  <a16:creationId xmlns:a16="http://schemas.microsoft.com/office/drawing/2014/main" id="{10411D12-6C45-7AEA-1643-356D3E5DE8BE}"/>
                </a:ext>
              </a:extLst>
            </p:cNvPr>
            <p:cNvSpPr/>
            <p:nvPr/>
          </p:nvSpPr>
          <p:spPr>
            <a:xfrm>
              <a:off x="479838" y="4014051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52">
              <a:extLst>
                <a:ext uri="{FF2B5EF4-FFF2-40B4-BE49-F238E27FC236}">
                  <a16:creationId xmlns:a16="http://schemas.microsoft.com/office/drawing/2014/main" id="{964FA559-6EA8-69B9-E49C-FCC4EBA2B2E2}"/>
                </a:ext>
              </a:extLst>
            </p:cNvPr>
            <p:cNvSpPr/>
            <p:nvPr/>
          </p:nvSpPr>
          <p:spPr>
            <a:xfrm>
              <a:off x="479838" y="4056090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52">
              <a:extLst>
                <a:ext uri="{FF2B5EF4-FFF2-40B4-BE49-F238E27FC236}">
                  <a16:creationId xmlns:a16="http://schemas.microsoft.com/office/drawing/2014/main" id="{CB3A8890-AC0F-BC3C-22A5-60471F0EC779}"/>
                </a:ext>
              </a:extLst>
            </p:cNvPr>
            <p:cNvSpPr/>
            <p:nvPr/>
          </p:nvSpPr>
          <p:spPr>
            <a:xfrm>
              <a:off x="479838" y="4056090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52">
              <a:extLst>
                <a:ext uri="{FF2B5EF4-FFF2-40B4-BE49-F238E27FC236}">
                  <a16:creationId xmlns:a16="http://schemas.microsoft.com/office/drawing/2014/main" id="{E2CB37F8-EF8C-DA05-CD51-5114727020D4}"/>
                </a:ext>
              </a:extLst>
            </p:cNvPr>
            <p:cNvSpPr/>
            <p:nvPr/>
          </p:nvSpPr>
          <p:spPr>
            <a:xfrm>
              <a:off x="479838" y="4097768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1"/>
                  </a:moveTo>
                  <a:lnTo>
                    <a:pt x="344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52">
              <a:extLst>
                <a:ext uri="{FF2B5EF4-FFF2-40B4-BE49-F238E27FC236}">
                  <a16:creationId xmlns:a16="http://schemas.microsoft.com/office/drawing/2014/main" id="{43205B9B-87DC-CBBA-C73B-3AA8177F1476}"/>
                </a:ext>
              </a:extLst>
            </p:cNvPr>
            <p:cNvSpPr/>
            <p:nvPr/>
          </p:nvSpPr>
          <p:spPr>
            <a:xfrm>
              <a:off x="479838" y="4097768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1"/>
                  </a:moveTo>
                  <a:lnTo>
                    <a:pt x="3443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52">
              <a:extLst>
                <a:ext uri="{FF2B5EF4-FFF2-40B4-BE49-F238E27FC236}">
                  <a16:creationId xmlns:a16="http://schemas.microsoft.com/office/drawing/2014/main" id="{EAEB0D03-37F6-D52A-2165-93189EA9494A}"/>
                </a:ext>
              </a:extLst>
            </p:cNvPr>
            <p:cNvSpPr/>
            <p:nvPr/>
          </p:nvSpPr>
          <p:spPr>
            <a:xfrm>
              <a:off x="479838" y="4136546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1"/>
                  </a:moveTo>
                  <a:lnTo>
                    <a:pt x="344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52">
              <a:extLst>
                <a:ext uri="{FF2B5EF4-FFF2-40B4-BE49-F238E27FC236}">
                  <a16:creationId xmlns:a16="http://schemas.microsoft.com/office/drawing/2014/main" id="{0B16B860-C3B6-FD4A-E00E-F54B1C5BCEB9}"/>
                </a:ext>
              </a:extLst>
            </p:cNvPr>
            <p:cNvSpPr/>
            <p:nvPr/>
          </p:nvSpPr>
          <p:spPr>
            <a:xfrm>
              <a:off x="479838" y="4136546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1"/>
                  </a:moveTo>
                  <a:lnTo>
                    <a:pt x="3443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52">
              <a:extLst>
                <a:ext uri="{FF2B5EF4-FFF2-40B4-BE49-F238E27FC236}">
                  <a16:creationId xmlns:a16="http://schemas.microsoft.com/office/drawing/2014/main" id="{5EDD0E08-5F0C-1E35-9C32-1A0E8745F224}"/>
                </a:ext>
              </a:extLst>
            </p:cNvPr>
            <p:cNvSpPr/>
            <p:nvPr/>
          </p:nvSpPr>
          <p:spPr>
            <a:xfrm>
              <a:off x="479838" y="4178585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52">
              <a:extLst>
                <a:ext uri="{FF2B5EF4-FFF2-40B4-BE49-F238E27FC236}">
                  <a16:creationId xmlns:a16="http://schemas.microsoft.com/office/drawing/2014/main" id="{D1445AC9-F9DB-4FEB-CFB8-77BF790F0C3D}"/>
                </a:ext>
              </a:extLst>
            </p:cNvPr>
            <p:cNvSpPr/>
            <p:nvPr/>
          </p:nvSpPr>
          <p:spPr>
            <a:xfrm>
              <a:off x="479838" y="4178585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52">
              <a:extLst>
                <a:ext uri="{FF2B5EF4-FFF2-40B4-BE49-F238E27FC236}">
                  <a16:creationId xmlns:a16="http://schemas.microsoft.com/office/drawing/2014/main" id="{18DD41BB-EE0A-C900-F6ED-94EBD9CE4F7C}"/>
                </a:ext>
              </a:extLst>
            </p:cNvPr>
            <p:cNvSpPr/>
            <p:nvPr/>
          </p:nvSpPr>
          <p:spPr>
            <a:xfrm>
              <a:off x="479838" y="4219900"/>
              <a:ext cx="1248152" cy="0"/>
            </a:xfrm>
            <a:custGeom>
              <a:avLst/>
              <a:gdLst/>
              <a:ahLst/>
              <a:cxnLst/>
              <a:rect l="l" t="t" r="r" b="b"/>
              <a:pathLst>
                <a:path w="3444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52">
              <a:extLst>
                <a:ext uri="{FF2B5EF4-FFF2-40B4-BE49-F238E27FC236}">
                  <a16:creationId xmlns:a16="http://schemas.microsoft.com/office/drawing/2014/main" id="{426D7FD1-C3A5-C037-E729-852AB8BC481E}"/>
                </a:ext>
              </a:extLst>
            </p:cNvPr>
            <p:cNvSpPr/>
            <p:nvPr/>
          </p:nvSpPr>
          <p:spPr>
            <a:xfrm>
              <a:off x="479838" y="4219900"/>
              <a:ext cx="1248152" cy="0"/>
            </a:xfrm>
            <a:custGeom>
              <a:avLst/>
              <a:gdLst/>
              <a:ahLst/>
              <a:cxnLst/>
              <a:rect l="l" t="t" r="r" b="b"/>
              <a:pathLst>
                <a:path w="3444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52">
              <a:extLst>
                <a:ext uri="{FF2B5EF4-FFF2-40B4-BE49-F238E27FC236}">
                  <a16:creationId xmlns:a16="http://schemas.microsoft.com/office/drawing/2014/main" id="{C56DAC26-BEBB-5865-B528-7BEF08C746B7}"/>
                </a:ext>
              </a:extLst>
            </p:cNvPr>
            <p:cNvSpPr/>
            <p:nvPr/>
          </p:nvSpPr>
          <p:spPr>
            <a:xfrm>
              <a:off x="1727623" y="3899528"/>
              <a:ext cx="98939" cy="354800"/>
            </a:xfrm>
            <a:custGeom>
              <a:avLst/>
              <a:gdLst/>
              <a:ahLst/>
              <a:cxnLst/>
              <a:rect l="l" t="t" r="r" b="b"/>
              <a:pathLst>
                <a:path w="273" h="979" extrusionOk="0">
                  <a:moveTo>
                    <a:pt x="0" y="1"/>
                  </a:moveTo>
                  <a:lnTo>
                    <a:pt x="0" y="979"/>
                  </a:lnTo>
                  <a:cubicBezTo>
                    <a:pt x="157" y="963"/>
                    <a:pt x="273" y="834"/>
                    <a:pt x="273" y="677"/>
                  </a:cubicBezTo>
                  <a:lnTo>
                    <a:pt x="273" y="296"/>
                  </a:lnTo>
                  <a:cubicBezTo>
                    <a:pt x="273" y="144"/>
                    <a:pt x="157" y="1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52">
              <a:extLst>
                <a:ext uri="{FF2B5EF4-FFF2-40B4-BE49-F238E27FC236}">
                  <a16:creationId xmlns:a16="http://schemas.microsoft.com/office/drawing/2014/main" id="{538ABAB8-B14C-404B-5226-5281A4491F0A}"/>
                </a:ext>
              </a:extLst>
            </p:cNvPr>
            <p:cNvSpPr/>
            <p:nvPr/>
          </p:nvSpPr>
          <p:spPr>
            <a:xfrm>
              <a:off x="3288169" y="3842267"/>
              <a:ext cx="117060" cy="8335"/>
            </a:xfrm>
            <a:custGeom>
              <a:avLst/>
              <a:gdLst/>
              <a:ahLst/>
              <a:cxnLst/>
              <a:rect l="l" t="t" r="r" b="b"/>
              <a:pathLst>
                <a:path w="323" h="23" extrusionOk="0">
                  <a:moveTo>
                    <a:pt x="0" y="0"/>
                  </a:moveTo>
                  <a:lnTo>
                    <a:pt x="0" y="16"/>
                  </a:lnTo>
                  <a:lnTo>
                    <a:pt x="266" y="16"/>
                  </a:lnTo>
                  <a:cubicBezTo>
                    <a:pt x="280" y="16"/>
                    <a:pt x="302" y="16"/>
                    <a:pt x="323" y="22"/>
                  </a:cubicBezTo>
                  <a:lnTo>
                    <a:pt x="32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52">
              <a:extLst>
                <a:ext uri="{FF2B5EF4-FFF2-40B4-BE49-F238E27FC236}">
                  <a16:creationId xmlns:a16="http://schemas.microsoft.com/office/drawing/2014/main" id="{4C99B3DB-1195-4C4F-7244-3CA3F5665AEB}"/>
                </a:ext>
              </a:extLst>
            </p:cNvPr>
            <p:cNvSpPr/>
            <p:nvPr/>
          </p:nvSpPr>
          <p:spPr>
            <a:xfrm>
              <a:off x="3384208" y="4303617"/>
              <a:ext cx="21020" cy="2899"/>
            </a:xfrm>
            <a:custGeom>
              <a:avLst/>
              <a:gdLst/>
              <a:ahLst/>
              <a:cxnLst/>
              <a:rect l="l" t="t" r="r" b="b"/>
              <a:pathLst>
                <a:path w="58" h="8" extrusionOk="0">
                  <a:moveTo>
                    <a:pt x="58" y="0"/>
                  </a:moveTo>
                  <a:cubicBezTo>
                    <a:pt x="37" y="7"/>
                    <a:pt x="15" y="7"/>
                    <a:pt x="1" y="7"/>
                  </a:cubicBezTo>
                  <a:lnTo>
                    <a:pt x="58" y="7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52">
              <a:extLst>
                <a:ext uri="{FF2B5EF4-FFF2-40B4-BE49-F238E27FC236}">
                  <a16:creationId xmlns:a16="http://schemas.microsoft.com/office/drawing/2014/main" id="{3B0382D9-AA5D-079F-F1BD-24745EF8C532}"/>
                </a:ext>
              </a:extLst>
            </p:cNvPr>
            <p:cNvSpPr/>
            <p:nvPr/>
          </p:nvSpPr>
          <p:spPr>
            <a:xfrm>
              <a:off x="2076626" y="3847704"/>
              <a:ext cx="1467049" cy="458812"/>
            </a:xfrm>
            <a:custGeom>
              <a:avLst/>
              <a:gdLst/>
              <a:ahLst/>
              <a:cxnLst/>
              <a:rect l="l" t="t" r="r" b="b"/>
              <a:pathLst>
                <a:path w="4048" h="1266" extrusionOk="0">
                  <a:moveTo>
                    <a:pt x="0" y="1"/>
                  </a:moveTo>
                  <a:cubicBezTo>
                    <a:pt x="245" y="1"/>
                    <a:pt x="438" y="194"/>
                    <a:pt x="438" y="439"/>
                  </a:cubicBezTo>
                  <a:lnTo>
                    <a:pt x="438" y="820"/>
                  </a:lnTo>
                  <a:cubicBezTo>
                    <a:pt x="438" y="1063"/>
                    <a:pt x="245" y="1265"/>
                    <a:pt x="0" y="1265"/>
                  </a:cubicBezTo>
                  <a:lnTo>
                    <a:pt x="3609" y="1265"/>
                  </a:lnTo>
                  <a:cubicBezTo>
                    <a:pt x="3623" y="1265"/>
                    <a:pt x="3645" y="1265"/>
                    <a:pt x="3666" y="1258"/>
                  </a:cubicBezTo>
                  <a:cubicBezTo>
                    <a:pt x="3882" y="1229"/>
                    <a:pt x="4047" y="1049"/>
                    <a:pt x="4047" y="820"/>
                  </a:cubicBezTo>
                  <a:lnTo>
                    <a:pt x="4047" y="439"/>
                  </a:lnTo>
                  <a:cubicBezTo>
                    <a:pt x="4047" y="216"/>
                    <a:pt x="3882" y="35"/>
                    <a:pt x="3666" y="7"/>
                  </a:cubicBezTo>
                  <a:cubicBezTo>
                    <a:pt x="3645" y="1"/>
                    <a:pt x="3623" y="1"/>
                    <a:pt x="3609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52">
              <a:extLst>
                <a:ext uri="{FF2B5EF4-FFF2-40B4-BE49-F238E27FC236}">
                  <a16:creationId xmlns:a16="http://schemas.microsoft.com/office/drawing/2014/main" id="{C26865AC-1C5C-0B85-A6EE-1BF4D076BA1C}"/>
                </a:ext>
              </a:extLst>
            </p:cNvPr>
            <p:cNvSpPr/>
            <p:nvPr/>
          </p:nvSpPr>
          <p:spPr>
            <a:xfrm>
              <a:off x="1928399" y="3847704"/>
              <a:ext cx="307327" cy="458812"/>
            </a:xfrm>
            <a:custGeom>
              <a:avLst/>
              <a:gdLst/>
              <a:ahLst/>
              <a:cxnLst/>
              <a:rect l="l" t="t" r="r" b="b"/>
              <a:pathLst>
                <a:path w="848" h="1266" extrusionOk="0">
                  <a:moveTo>
                    <a:pt x="0" y="1"/>
                  </a:moveTo>
                  <a:cubicBezTo>
                    <a:pt x="243" y="1"/>
                    <a:pt x="438" y="194"/>
                    <a:pt x="438" y="439"/>
                  </a:cubicBezTo>
                  <a:lnTo>
                    <a:pt x="438" y="820"/>
                  </a:lnTo>
                  <a:cubicBezTo>
                    <a:pt x="438" y="1063"/>
                    <a:pt x="243" y="1265"/>
                    <a:pt x="0" y="1265"/>
                  </a:cubicBezTo>
                  <a:lnTo>
                    <a:pt x="409" y="1265"/>
                  </a:lnTo>
                  <a:cubicBezTo>
                    <a:pt x="654" y="1265"/>
                    <a:pt x="847" y="1063"/>
                    <a:pt x="847" y="820"/>
                  </a:cubicBezTo>
                  <a:lnTo>
                    <a:pt x="847" y="439"/>
                  </a:lnTo>
                  <a:cubicBezTo>
                    <a:pt x="847" y="194"/>
                    <a:pt x="654" y="1"/>
                    <a:pt x="409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2">
              <a:extLst>
                <a:ext uri="{FF2B5EF4-FFF2-40B4-BE49-F238E27FC236}">
                  <a16:creationId xmlns:a16="http://schemas.microsoft.com/office/drawing/2014/main" id="{02F75A86-0A73-B7B5-70F2-7D3FAFDF8FFA}"/>
                </a:ext>
              </a:extLst>
            </p:cNvPr>
            <p:cNvSpPr/>
            <p:nvPr/>
          </p:nvSpPr>
          <p:spPr>
            <a:xfrm>
              <a:off x="1719287" y="3847704"/>
              <a:ext cx="368212" cy="458812"/>
            </a:xfrm>
            <a:custGeom>
              <a:avLst/>
              <a:gdLst/>
              <a:ahLst/>
              <a:cxnLst/>
              <a:rect l="l" t="t" r="r" b="b"/>
              <a:pathLst>
                <a:path w="1016" h="1266" extrusionOk="0">
                  <a:moveTo>
                    <a:pt x="1" y="1"/>
                  </a:moveTo>
                  <a:cubicBezTo>
                    <a:pt x="246" y="1"/>
                    <a:pt x="439" y="194"/>
                    <a:pt x="439" y="439"/>
                  </a:cubicBezTo>
                  <a:lnTo>
                    <a:pt x="439" y="820"/>
                  </a:lnTo>
                  <a:cubicBezTo>
                    <a:pt x="439" y="1063"/>
                    <a:pt x="246" y="1265"/>
                    <a:pt x="1" y="1265"/>
                  </a:cubicBezTo>
                  <a:lnTo>
                    <a:pt x="577" y="1265"/>
                  </a:lnTo>
                  <a:cubicBezTo>
                    <a:pt x="820" y="1265"/>
                    <a:pt x="1015" y="1063"/>
                    <a:pt x="1015" y="820"/>
                  </a:cubicBezTo>
                  <a:lnTo>
                    <a:pt x="1015" y="439"/>
                  </a:lnTo>
                  <a:cubicBezTo>
                    <a:pt x="1015" y="194"/>
                    <a:pt x="820" y="1"/>
                    <a:pt x="57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52">
              <a:extLst>
                <a:ext uri="{FF2B5EF4-FFF2-40B4-BE49-F238E27FC236}">
                  <a16:creationId xmlns:a16="http://schemas.microsoft.com/office/drawing/2014/main" id="{D5207CF8-7DC8-6D20-7FE1-CD1356AFC84E}"/>
                </a:ext>
              </a:extLst>
            </p:cNvPr>
            <p:cNvSpPr/>
            <p:nvPr/>
          </p:nvSpPr>
          <p:spPr>
            <a:xfrm>
              <a:off x="414604" y="3847704"/>
              <a:ext cx="1464150" cy="458812"/>
            </a:xfrm>
            <a:custGeom>
              <a:avLst/>
              <a:gdLst/>
              <a:ahLst/>
              <a:cxnLst/>
              <a:rect l="l" t="t" r="r" b="b"/>
              <a:pathLst>
                <a:path w="4040" h="1266" extrusionOk="0">
                  <a:moveTo>
                    <a:pt x="1" y="1"/>
                  </a:moveTo>
                  <a:lnTo>
                    <a:pt x="1" y="144"/>
                  </a:lnTo>
                  <a:lnTo>
                    <a:pt x="3623" y="144"/>
                  </a:lnTo>
                  <a:cubicBezTo>
                    <a:pt x="3780" y="158"/>
                    <a:pt x="3896" y="287"/>
                    <a:pt x="3896" y="439"/>
                  </a:cubicBezTo>
                  <a:lnTo>
                    <a:pt x="3896" y="820"/>
                  </a:lnTo>
                  <a:cubicBezTo>
                    <a:pt x="3896" y="977"/>
                    <a:pt x="3780" y="1106"/>
                    <a:pt x="3623" y="1122"/>
                  </a:cubicBezTo>
                  <a:lnTo>
                    <a:pt x="1" y="1122"/>
                  </a:lnTo>
                  <a:lnTo>
                    <a:pt x="1" y="1265"/>
                  </a:lnTo>
                  <a:lnTo>
                    <a:pt x="3601" y="1265"/>
                  </a:lnTo>
                  <a:cubicBezTo>
                    <a:pt x="3846" y="1265"/>
                    <a:pt x="4039" y="1063"/>
                    <a:pt x="4039" y="820"/>
                  </a:cubicBezTo>
                  <a:lnTo>
                    <a:pt x="4039" y="439"/>
                  </a:lnTo>
                  <a:cubicBezTo>
                    <a:pt x="4039" y="194"/>
                    <a:pt x="3846" y="1"/>
                    <a:pt x="3601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52">
              <a:extLst>
                <a:ext uri="{FF2B5EF4-FFF2-40B4-BE49-F238E27FC236}">
                  <a16:creationId xmlns:a16="http://schemas.microsoft.com/office/drawing/2014/main" id="{165DD856-948F-52E2-261E-E2389484A5E1}"/>
                </a:ext>
              </a:extLst>
            </p:cNvPr>
            <p:cNvSpPr/>
            <p:nvPr/>
          </p:nvSpPr>
          <p:spPr>
            <a:xfrm>
              <a:off x="479838" y="3899528"/>
              <a:ext cx="362" cy="354800"/>
            </a:xfrm>
            <a:custGeom>
              <a:avLst/>
              <a:gdLst/>
              <a:ahLst/>
              <a:cxnLst/>
              <a:rect l="l" t="t" r="r" b="b"/>
              <a:pathLst>
                <a:path w="1" h="979" extrusionOk="0">
                  <a:moveTo>
                    <a:pt x="0" y="1"/>
                  </a:moveTo>
                  <a:lnTo>
                    <a:pt x="0" y="979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2">
              <a:extLst>
                <a:ext uri="{FF2B5EF4-FFF2-40B4-BE49-F238E27FC236}">
                  <a16:creationId xmlns:a16="http://schemas.microsoft.com/office/drawing/2014/main" id="{20366768-96E5-C9D5-20DF-3D6B095F6690}"/>
                </a:ext>
              </a:extLst>
            </p:cNvPr>
            <p:cNvSpPr/>
            <p:nvPr/>
          </p:nvSpPr>
          <p:spPr>
            <a:xfrm>
              <a:off x="479838" y="3899528"/>
              <a:ext cx="362" cy="354800"/>
            </a:xfrm>
            <a:custGeom>
              <a:avLst/>
              <a:gdLst/>
              <a:ahLst/>
              <a:cxnLst/>
              <a:rect l="l" t="t" r="r" b="b"/>
              <a:pathLst>
                <a:path w="1" h="979" fill="none" extrusionOk="0">
                  <a:moveTo>
                    <a:pt x="0" y="1"/>
                  </a:moveTo>
                  <a:lnTo>
                    <a:pt x="0" y="97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2">
              <a:extLst>
                <a:ext uri="{FF2B5EF4-FFF2-40B4-BE49-F238E27FC236}">
                  <a16:creationId xmlns:a16="http://schemas.microsoft.com/office/drawing/2014/main" id="{12C35C4E-A402-9747-8980-4BEB1C844207}"/>
                </a:ext>
              </a:extLst>
            </p:cNvPr>
            <p:cNvSpPr/>
            <p:nvPr/>
          </p:nvSpPr>
          <p:spPr>
            <a:xfrm>
              <a:off x="687863" y="4357979"/>
              <a:ext cx="1250689" cy="357337"/>
            </a:xfrm>
            <a:custGeom>
              <a:avLst/>
              <a:gdLst/>
              <a:ahLst/>
              <a:cxnLst/>
              <a:rect l="l" t="t" r="r" b="b"/>
              <a:pathLst>
                <a:path w="3451" h="986" extrusionOk="0">
                  <a:moveTo>
                    <a:pt x="1" y="0"/>
                  </a:moveTo>
                  <a:lnTo>
                    <a:pt x="1" y="985"/>
                  </a:lnTo>
                  <a:lnTo>
                    <a:pt x="3423" y="985"/>
                  </a:lnTo>
                  <a:cubicBezTo>
                    <a:pt x="3430" y="985"/>
                    <a:pt x="3437" y="985"/>
                    <a:pt x="3451" y="978"/>
                  </a:cubicBezTo>
                  <a:lnTo>
                    <a:pt x="3451" y="7"/>
                  </a:lnTo>
                  <a:cubicBezTo>
                    <a:pt x="3437" y="0"/>
                    <a:pt x="3430" y="0"/>
                    <a:pt x="3423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52">
              <a:extLst>
                <a:ext uri="{FF2B5EF4-FFF2-40B4-BE49-F238E27FC236}">
                  <a16:creationId xmlns:a16="http://schemas.microsoft.com/office/drawing/2014/main" id="{CFFB3FB4-25A6-0A4C-BB8C-CB361F84E175}"/>
                </a:ext>
              </a:extLst>
            </p:cNvPr>
            <p:cNvSpPr/>
            <p:nvPr/>
          </p:nvSpPr>
          <p:spPr>
            <a:xfrm>
              <a:off x="687863" y="4394945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0"/>
                  </a:moveTo>
                  <a:lnTo>
                    <a:pt x="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52">
              <a:extLst>
                <a:ext uri="{FF2B5EF4-FFF2-40B4-BE49-F238E27FC236}">
                  <a16:creationId xmlns:a16="http://schemas.microsoft.com/office/drawing/2014/main" id="{6F4C8520-9EA5-6C26-D5F6-A8A680DBF104}"/>
                </a:ext>
              </a:extLst>
            </p:cNvPr>
            <p:cNvSpPr/>
            <p:nvPr/>
          </p:nvSpPr>
          <p:spPr>
            <a:xfrm>
              <a:off x="687863" y="4394945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0"/>
                  </a:moveTo>
                  <a:lnTo>
                    <a:pt x="345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52">
              <a:extLst>
                <a:ext uri="{FF2B5EF4-FFF2-40B4-BE49-F238E27FC236}">
                  <a16:creationId xmlns:a16="http://schemas.microsoft.com/office/drawing/2014/main" id="{335BC742-0472-CD9A-FE5C-A19A606C6CFE}"/>
                </a:ext>
              </a:extLst>
            </p:cNvPr>
            <p:cNvSpPr/>
            <p:nvPr/>
          </p:nvSpPr>
          <p:spPr>
            <a:xfrm>
              <a:off x="687863" y="443336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1"/>
                  </a:moveTo>
                  <a:lnTo>
                    <a:pt x="345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52">
              <a:extLst>
                <a:ext uri="{FF2B5EF4-FFF2-40B4-BE49-F238E27FC236}">
                  <a16:creationId xmlns:a16="http://schemas.microsoft.com/office/drawing/2014/main" id="{856A78BE-6168-B558-9E24-A34A7966AAB3}"/>
                </a:ext>
              </a:extLst>
            </p:cNvPr>
            <p:cNvSpPr/>
            <p:nvPr/>
          </p:nvSpPr>
          <p:spPr>
            <a:xfrm>
              <a:off x="687863" y="443336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1"/>
                  </a:moveTo>
                  <a:lnTo>
                    <a:pt x="345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52">
              <a:extLst>
                <a:ext uri="{FF2B5EF4-FFF2-40B4-BE49-F238E27FC236}">
                  <a16:creationId xmlns:a16="http://schemas.microsoft.com/office/drawing/2014/main" id="{7286A12D-BA62-470E-7357-2088AD7C13CD}"/>
                </a:ext>
              </a:extLst>
            </p:cNvPr>
            <p:cNvSpPr/>
            <p:nvPr/>
          </p:nvSpPr>
          <p:spPr>
            <a:xfrm>
              <a:off x="687863" y="447540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1"/>
                  </a:moveTo>
                  <a:lnTo>
                    <a:pt x="345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52">
              <a:extLst>
                <a:ext uri="{FF2B5EF4-FFF2-40B4-BE49-F238E27FC236}">
                  <a16:creationId xmlns:a16="http://schemas.microsoft.com/office/drawing/2014/main" id="{BBD145AF-2398-D4C8-41F5-D68AB2F28B94}"/>
                </a:ext>
              </a:extLst>
            </p:cNvPr>
            <p:cNvSpPr/>
            <p:nvPr/>
          </p:nvSpPr>
          <p:spPr>
            <a:xfrm>
              <a:off x="687863" y="447540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1"/>
                  </a:moveTo>
                  <a:lnTo>
                    <a:pt x="345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52">
              <a:extLst>
                <a:ext uri="{FF2B5EF4-FFF2-40B4-BE49-F238E27FC236}">
                  <a16:creationId xmlns:a16="http://schemas.microsoft.com/office/drawing/2014/main" id="{F6DC4C7B-1ECA-9467-55D9-37B9F096F0F8}"/>
                </a:ext>
              </a:extLst>
            </p:cNvPr>
            <p:cNvSpPr/>
            <p:nvPr/>
          </p:nvSpPr>
          <p:spPr>
            <a:xfrm>
              <a:off x="687863" y="4516715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0"/>
                  </a:moveTo>
                  <a:lnTo>
                    <a:pt x="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52">
              <a:extLst>
                <a:ext uri="{FF2B5EF4-FFF2-40B4-BE49-F238E27FC236}">
                  <a16:creationId xmlns:a16="http://schemas.microsoft.com/office/drawing/2014/main" id="{09BDA792-8D11-624D-A8FA-09B3E3921DC0}"/>
                </a:ext>
              </a:extLst>
            </p:cNvPr>
            <p:cNvSpPr/>
            <p:nvPr/>
          </p:nvSpPr>
          <p:spPr>
            <a:xfrm>
              <a:off x="687863" y="4516715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0"/>
                  </a:moveTo>
                  <a:lnTo>
                    <a:pt x="345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52">
              <a:extLst>
                <a:ext uri="{FF2B5EF4-FFF2-40B4-BE49-F238E27FC236}">
                  <a16:creationId xmlns:a16="http://schemas.microsoft.com/office/drawing/2014/main" id="{C6EDA674-F0A7-37AA-3ADE-0D16E60CEA09}"/>
                </a:ext>
              </a:extLst>
            </p:cNvPr>
            <p:cNvSpPr/>
            <p:nvPr/>
          </p:nvSpPr>
          <p:spPr>
            <a:xfrm>
              <a:off x="687863" y="4556218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0"/>
                  </a:moveTo>
                  <a:lnTo>
                    <a:pt x="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52">
              <a:extLst>
                <a:ext uri="{FF2B5EF4-FFF2-40B4-BE49-F238E27FC236}">
                  <a16:creationId xmlns:a16="http://schemas.microsoft.com/office/drawing/2014/main" id="{9BBCBA30-3752-01A5-7535-C9FB36947849}"/>
                </a:ext>
              </a:extLst>
            </p:cNvPr>
            <p:cNvSpPr/>
            <p:nvPr/>
          </p:nvSpPr>
          <p:spPr>
            <a:xfrm>
              <a:off x="687863" y="4556218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0"/>
                  </a:moveTo>
                  <a:lnTo>
                    <a:pt x="345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2">
              <a:extLst>
                <a:ext uri="{FF2B5EF4-FFF2-40B4-BE49-F238E27FC236}">
                  <a16:creationId xmlns:a16="http://schemas.microsoft.com/office/drawing/2014/main" id="{CAD840BF-C7A4-9BDC-5F82-B427E42A16A8}"/>
                </a:ext>
              </a:extLst>
            </p:cNvPr>
            <p:cNvSpPr/>
            <p:nvPr/>
          </p:nvSpPr>
          <p:spPr>
            <a:xfrm>
              <a:off x="687863" y="4597896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1"/>
                  </a:moveTo>
                  <a:lnTo>
                    <a:pt x="345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2">
              <a:extLst>
                <a:ext uri="{FF2B5EF4-FFF2-40B4-BE49-F238E27FC236}">
                  <a16:creationId xmlns:a16="http://schemas.microsoft.com/office/drawing/2014/main" id="{ABD8E752-DB32-8C96-C43C-2340CE84A8B3}"/>
                </a:ext>
              </a:extLst>
            </p:cNvPr>
            <p:cNvSpPr/>
            <p:nvPr/>
          </p:nvSpPr>
          <p:spPr>
            <a:xfrm>
              <a:off x="687863" y="4597896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1"/>
                  </a:moveTo>
                  <a:lnTo>
                    <a:pt x="345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2">
              <a:extLst>
                <a:ext uri="{FF2B5EF4-FFF2-40B4-BE49-F238E27FC236}">
                  <a16:creationId xmlns:a16="http://schemas.microsoft.com/office/drawing/2014/main" id="{EEF168E7-E14A-5355-4289-E199CEC24D78}"/>
                </a:ext>
              </a:extLst>
            </p:cNvPr>
            <p:cNvSpPr/>
            <p:nvPr/>
          </p:nvSpPr>
          <p:spPr>
            <a:xfrm>
              <a:off x="687863" y="463921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1"/>
                  </a:moveTo>
                  <a:lnTo>
                    <a:pt x="345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52">
              <a:extLst>
                <a:ext uri="{FF2B5EF4-FFF2-40B4-BE49-F238E27FC236}">
                  <a16:creationId xmlns:a16="http://schemas.microsoft.com/office/drawing/2014/main" id="{EE3429CC-9336-D48F-B906-C664604689AA}"/>
                </a:ext>
              </a:extLst>
            </p:cNvPr>
            <p:cNvSpPr/>
            <p:nvPr/>
          </p:nvSpPr>
          <p:spPr>
            <a:xfrm>
              <a:off x="687863" y="463921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1"/>
                  </a:moveTo>
                  <a:lnTo>
                    <a:pt x="345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52">
              <a:extLst>
                <a:ext uri="{FF2B5EF4-FFF2-40B4-BE49-F238E27FC236}">
                  <a16:creationId xmlns:a16="http://schemas.microsoft.com/office/drawing/2014/main" id="{FE95D19A-C93D-ADD5-6D12-5EEF0DFF2334}"/>
                </a:ext>
              </a:extLst>
            </p:cNvPr>
            <p:cNvSpPr/>
            <p:nvPr/>
          </p:nvSpPr>
          <p:spPr>
            <a:xfrm>
              <a:off x="687863" y="4681250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0"/>
                  </a:moveTo>
                  <a:lnTo>
                    <a:pt x="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52">
              <a:extLst>
                <a:ext uri="{FF2B5EF4-FFF2-40B4-BE49-F238E27FC236}">
                  <a16:creationId xmlns:a16="http://schemas.microsoft.com/office/drawing/2014/main" id="{E6BC3B82-9B2A-93F3-D617-FBC2265A7400}"/>
                </a:ext>
              </a:extLst>
            </p:cNvPr>
            <p:cNvSpPr/>
            <p:nvPr/>
          </p:nvSpPr>
          <p:spPr>
            <a:xfrm>
              <a:off x="687863" y="4681250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0"/>
                  </a:moveTo>
                  <a:lnTo>
                    <a:pt x="345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2">
              <a:extLst>
                <a:ext uri="{FF2B5EF4-FFF2-40B4-BE49-F238E27FC236}">
                  <a16:creationId xmlns:a16="http://schemas.microsoft.com/office/drawing/2014/main" id="{39AF031A-6959-0BBC-4C13-1F003F380E6C}"/>
                </a:ext>
              </a:extLst>
            </p:cNvPr>
            <p:cNvSpPr/>
            <p:nvPr/>
          </p:nvSpPr>
          <p:spPr>
            <a:xfrm>
              <a:off x="1938184" y="4360516"/>
              <a:ext cx="100026" cy="352263"/>
            </a:xfrm>
            <a:custGeom>
              <a:avLst/>
              <a:gdLst/>
              <a:ahLst/>
              <a:cxnLst/>
              <a:rect l="l" t="t" r="r" b="b"/>
              <a:pathLst>
                <a:path w="276" h="972" extrusionOk="0">
                  <a:moveTo>
                    <a:pt x="1" y="0"/>
                  </a:moveTo>
                  <a:lnTo>
                    <a:pt x="1" y="971"/>
                  </a:lnTo>
                  <a:cubicBezTo>
                    <a:pt x="153" y="964"/>
                    <a:pt x="275" y="835"/>
                    <a:pt x="275" y="676"/>
                  </a:cubicBezTo>
                  <a:lnTo>
                    <a:pt x="275" y="295"/>
                  </a:lnTo>
                  <a:cubicBezTo>
                    <a:pt x="275" y="138"/>
                    <a:pt x="153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2">
              <a:extLst>
                <a:ext uri="{FF2B5EF4-FFF2-40B4-BE49-F238E27FC236}">
                  <a16:creationId xmlns:a16="http://schemas.microsoft.com/office/drawing/2014/main" id="{23700C49-9B78-D317-B976-F9387ADB400C}"/>
                </a:ext>
              </a:extLst>
            </p:cNvPr>
            <p:cNvSpPr/>
            <p:nvPr/>
          </p:nvSpPr>
          <p:spPr>
            <a:xfrm>
              <a:off x="3316075" y="4303617"/>
              <a:ext cx="115610" cy="5074"/>
            </a:xfrm>
            <a:custGeom>
              <a:avLst/>
              <a:gdLst/>
              <a:ahLst/>
              <a:cxnLst/>
              <a:rect l="l" t="t" r="r" b="b"/>
              <a:pathLst>
                <a:path w="319" h="14" extrusionOk="0">
                  <a:moveTo>
                    <a:pt x="1" y="0"/>
                  </a:moveTo>
                  <a:lnTo>
                    <a:pt x="1" y="14"/>
                  </a:lnTo>
                  <a:lnTo>
                    <a:pt x="318" y="14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52">
              <a:extLst>
                <a:ext uri="{FF2B5EF4-FFF2-40B4-BE49-F238E27FC236}">
                  <a16:creationId xmlns:a16="http://schemas.microsoft.com/office/drawing/2014/main" id="{1A919A20-F28C-C6EF-FDE4-6DDC4B15E36B}"/>
                </a:ext>
              </a:extLst>
            </p:cNvPr>
            <p:cNvSpPr/>
            <p:nvPr/>
          </p:nvSpPr>
          <p:spPr>
            <a:xfrm>
              <a:off x="2284650" y="4308329"/>
              <a:ext cx="1467049" cy="456275"/>
            </a:xfrm>
            <a:custGeom>
              <a:avLst/>
              <a:gdLst/>
              <a:ahLst/>
              <a:cxnLst/>
              <a:rect l="l" t="t" r="r" b="b"/>
              <a:pathLst>
                <a:path w="4048" h="1259" extrusionOk="0">
                  <a:moveTo>
                    <a:pt x="0" y="1"/>
                  </a:moveTo>
                  <a:cubicBezTo>
                    <a:pt x="245" y="1"/>
                    <a:pt x="440" y="196"/>
                    <a:pt x="440" y="439"/>
                  </a:cubicBezTo>
                  <a:lnTo>
                    <a:pt x="440" y="820"/>
                  </a:lnTo>
                  <a:cubicBezTo>
                    <a:pt x="440" y="1065"/>
                    <a:pt x="245" y="1259"/>
                    <a:pt x="0" y="1259"/>
                  </a:cubicBezTo>
                  <a:lnTo>
                    <a:pt x="3609" y="1259"/>
                  </a:lnTo>
                  <a:cubicBezTo>
                    <a:pt x="3854" y="1259"/>
                    <a:pt x="4048" y="1065"/>
                    <a:pt x="4048" y="820"/>
                  </a:cubicBezTo>
                  <a:lnTo>
                    <a:pt x="4048" y="439"/>
                  </a:lnTo>
                  <a:cubicBezTo>
                    <a:pt x="4048" y="196"/>
                    <a:pt x="3854" y="1"/>
                    <a:pt x="3609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52">
              <a:extLst>
                <a:ext uri="{FF2B5EF4-FFF2-40B4-BE49-F238E27FC236}">
                  <a16:creationId xmlns:a16="http://schemas.microsoft.com/office/drawing/2014/main" id="{D26A52AD-F26E-98D3-527E-75E4CBE43BDB}"/>
                </a:ext>
              </a:extLst>
            </p:cNvPr>
            <p:cNvSpPr/>
            <p:nvPr/>
          </p:nvSpPr>
          <p:spPr>
            <a:xfrm>
              <a:off x="2136424" y="4308329"/>
              <a:ext cx="308051" cy="456275"/>
            </a:xfrm>
            <a:custGeom>
              <a:avLst/>
              <a:gdLst/>
              <a:ahLst/>
              <a:cxnLst/>
              <a:rect l="l" t="t" r="r" b="b"/>
              <a:pathLst>
                <a:path w="850" h="1259" extrusionOk="0">
                  <a:moveTo>
                    <a:pt x="1" y="1"/>
                  </a:moveTo>
                  <a:cubicBezTo>
                    <a:pt x="246" y="1"/>
                    <a:pt x="439" y="196"/>
                    <a:pt x="439" y="439"/>
                  </a:cubicBezTo>
                  <a:lnTo>
                    <a:pt x="439" y="820"/>
                  </a:lnTo>
                  <a:cubicBezTo>
                    <a:pt x="439" y="1065"/>
                    <a:pt x="246" y="1259"/>
                    <a:pt x="1" y="1259"/>
                  </a:cubicBezTo>
                  <a:lnTo>
                    <a:pt x="409" y="1259"/>
                  </a:lnTo>
                  <a:cubicBezTo>
                    <a:pt x="654" y="1259"/>
                    <a:pt x="849" y="1065"/>
                    <a:pt x="849" y="820"/>
                  </a:cubicBezTo>
                  <a:lnTo>
                    <a:pt x="849" y="439"/>
                  </a:lnTo>
                  <a:cubicBezTo>
                    <a:pt x="849" y="196"/>
                    <a:pt x="654" y="1"/>
                    <a:pt x="409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52">
              <a:extLst>
                <a:ext uri="{FF2B5EF4-FFF2-40B4-BE49-F238E27FC236}">
                  <a16:creationId xmlns:a16="http://schemas.microsoft.com/office/drawing/2014/main" id="{F25A2601-52FC-B764-4FE8-0620346253C8}"/>
                </a:ext>
              </a:extLst>
            </p:cNvPr>
            <p:cNvSpPr/>
            <p:nvPr/>
          </p:nvSpPr>
          <p:spPr>
            <a:xfrm>
              <a:off x="1928399" y="4308329"/>
              <a:ext cx="367125" cy="456275"/>
            </a:xfrm>
            <a:custGeom>
              <a:avLst/>
              <a:gdLst/>
              <a:ahLst/>
              <a:cxnLst/>
              <a:rect l="l" t="t" r="r" b="b"/>
              <a:pathLst>
                <a:path w="1013" h="1259" extrusionOk="0">
                  <a:moveTo>
                    <a:pt x="0" y="1"/>
                  </a:moveTo>
                  <a:cubicBezTo>
                    <a:pt x="243" y="1"/>
                    <a:pt x="438" y="196"/>
                    <a:pt x="438" y="439"/>
                  </a:cubicBezTo>
                  <a:lnTo>
                    <a:pt x="438" y="820"/>
                  </a:lnTo>
                  <a:cubicBezTo>
                    <a:pt x="438" y="1065"/>
                    <a:pt x="243" y="1259"/>
                    <a:pt x="0" y="1259"/>
                  </a:cubicBezTo>
                  <a:lnTo>
                    <a:pt x="575" y="1259"/>
                  </a:lnTo>
                  <a:cubicBezTo>
                    <a:pt x="820" y="1259"/>
                    <a:pt x="1013" y="1065"/>
                    <a:pt x="1013" y="820"/>
                  </a:cubicBezTo>
                  <a:lnTo>
                    <a:pt x="1013" y="439"/>
                  </a:lnTo>
                  <a:cubicBezTo>
                    <a:pt x="1013" y="196"/>
                    <a:pt x="820" y="1"/>
                    <a:pt x="575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52">
              <a:extLst>
                <a:ext uri="{FF2B5EF4-FFF2-40B4-BE49-F238E27FC236}">
                  <a16:creationId xmlns:a16="http://schemas.microsoft.com/office/drawing/2014/main" id="{97CC9B07-1A8F-D71D-922B-37A0C99D2928}"/>
                </a:ext>
              </a:extLst>
            </p:cNvPr>
            <p:cNvSpPr/>
            <p:nvPr/>
          </p:nvSpPr>
          <p:spPr>
            <a:xfrm>
              <a:off x="622991" y="4308329"/>
              <a:ext cx="1464512" cy="456275"/>
            </a:xfrm>
            <a:custGeom>
              <a:avLst/>
              <a:gdLst/>
              <a:ahLst/>
              <a:cxnLst/>
              <a:rect l="l" t="t" r="r" b="b"/>
              <a:pathLst>
                <a:path w="4041" h="1259" extrusionOk="0">
                  <a:moveTo>
                    <a:pt x="0" y="1"/>
                  </a:moveTo>
                  <a:lnTo>
                    <a:pt x="0" y="137"/>
                  </a:lnTo>
                  <a:lnTo>
                    <a:pt x="3602" y="137"/>
                  </a:lnTo>
                  <a:cubicBezTo>
                    <a:pt x="3609" y="137"/>
                    <a:pt x="3616" y="137"/>
                    <a:pt x="3630" y="144"/>
                  </a:cubicBezTo>
                  <a:cubicBezTo>
                    <a:pt x="3782" y="153"/>
                    <a:pt x="3904" y="282"/>
                    <a:pt x="3904" y="439"/>
                  </a:cubicBezTo>
                  <a:lnTo>
                    <a:pt x="3904" y="820"/>
                  </a:lnTo>
                  <a:cubicBezTo>
                    <a:pt x="3904" y="979"/>
                    <a:pt x="3782" y="1108"/>
                    <a:pt x="3630" y="1115"/>
                  </a:cubicBezTo>
                  <a:cubicBezTo>
                    <a:pt x="3616" y="1122"/>
                    <a:pt x="3609" y="1122"/>
                    <a:pt x="3602" y="1122"/>
                  </a:cubicBezTo>
                  <a:lnTo>
                    <a:pt x="0" y="1122"/>
                  </a:lnTo>
                  <a:lnTo>
                    <a:pt x="0" y="1259"/>
                  </a:lnTo>
                  <a:lnTo>
                    <a:pt x="3602" y="1259"/>
                  </a:lnTo>
                  <a:cubicBezTo>
                    <a:pt x="3845" y="1259"/>
                    <a:pt x="4040" y="1065"/>
                    <a:pt x="4040" y="820"/>
                  </a:cubicBezTo>
                  <a:lnTo>
                    <a:pt x="4040" y="439"/>
                  </a:lnTo>
                  <a:cubicBezTo>
                    <a:pt x="4040" y="196"/>
                    <a:pt x="3845" y="1"/>
                    <a:pt x="3602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52">
              <a:extLst>
                <a:ext uri="{FF2B5EF4-FFF2-40B4-BE49-F238E27FC236}">
                  <a16:creationId xmlns:a16="http://schemas.microsoft.com/office/drawing/2014/main" id="{368A13DA-8D91-26E2-3071-5752A74471C1}"/>
                </a:ext>
              </a:extLst>
            </p:cNvPr>
            <p:cNvSpPr/>
            <p:nvPr/>
          </p:nvSpPr>
          <p:spPr>
            <a:xfrm>
              <a:off x="687863" y="4357979"/>
              <a:ext cx="362" cy="357337"/>
            </a:xfrm>
            <a:custGeom>
              <a:avLst/>
              <a:gdLst/>
              <a:ahLst/>
              <a:cxnLst/>
              <a:rect l="l" t="t" r="r" b="b"/>
              <a:pathLst>
                <a:path w="1" h="986" extrusionOk="0">
                  <a:moveTo>
                    <a:pt x="1" y="0"/>
                  </a:moveTo>
                  <a:lnTo>
                    <a:pt x="1" y="9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52">
              <a:extLst>
                <a:ext uri="{FF2B5EF4-FFF2-40B4-BE49-F238E27FC236}">
                  <a16:creationId xmlns:a16="http://schemas.microsoft.com/office/drawing/2014/main" id="{3A92BAE2-1777-0D87-DDE4-E186B09993E4}"/>
                </a:ext>
              </a:extLst>
            </p:cNvPr>
            <p:cNvSpPr/>
            <p:nvPr/>
          </p:nvSpPr>
          <p:spPr>
            <a:xfrm>
              <a:off x="687863" y="4357979"/>
              <a:ext cx="362" cy="357337"/>
            </a:xfrm>
            <a:custGeom>
              <a:avLst/>
              <a:gdLst/>
              <a:ahLst/>
              <a:cxnLst/>
              <a:rect l="l" t="t" r="r" b="b"/>
              <a:pathLst>
                <a:path w="1" h="986" fill="none" extrusionOk="0">
                  <a:moveTo>
                    <a:pt x="1" y="0"/>
                  </a:moveTo>
                  <a:lnTo>
                    <a:pt x="1" y="9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2">
              <a:extLst>
                <a:ext uri="{FF2B5EF4-FFF2-40B4-BE49-F238E27FC236}">
                  <a16:creationId xmlns:a16="http://schemas.microsoft.com/office/drawing/2014/main" id="{5956E3AE-436C-3E67-CEEE-4056CC7C28AB}"/>
                </a:ext>
              </a:extLst>
            </p:cNvPr>
            <p:cNvSpPr/>
            <p:nvPr/>
          </p:nvSpPr>
          <p:spPr>
            <a:xfrm>
              <a:off x="3204452" y="3482755"/>
              <a:ext cx="135905" cy="133367"/>
            </a:xfrm>
            <a:custGeom>
              <a:avLst/>
              <a:gdLst/>
              <a:ahLst/>
              <a:cxnLst/>
              <a:rect l="l" t="t" r="r" b="b"/>
              <a:pathLst>
                <a:path w="375" h="368" extrusionOk="0">
                  <a:moveTo>
                    <a:pt x="180" y="0"/>
                  </a:moveTo>
                  <a:cubicBezTo>
                    <a:pt x="159" y="7"/>
                    <a:pt x="136" y="7"/>
                    <a:pt x="136" y="7"/>
                  </a:cubicBezTo>
                  <a:cubicBezTo>
                    <a:pt x="116" y="16"/>
                    <a:pt x="116" y="16"/>
                    <a:pt x="109" y="23"/>
                  </a:cubicBezTo>
                  <a:cubicBezTo>
                    <a:pt x="102" y="23"/>
                    <a:pt x="93" y="29"/>
                    <a:pt x="86" y="29"/>
                  </a:cubicBezTo>
                  <a:cubicBezTo>
                    <a:pt x="66" y="43"/>
                    <a:pt x="59" y="50"/>
                    <a:pt x="50" y="59"/>
                  </a:cubicBezTo>
                  <a:lnTo>
                    <a:pt x="43" y="66"/>
                  </a:lnTo>
                  <a:cubicBezTo>
                    <a:pt x="43" y="66"/>
                    <a:pt x="36" y="66"/>
                    <a:pt x="36" y="73"/>
                  </a:cubicBezTo>
                  <a:lnTo>
                    <a:pt x="29" y="79"/>
                  </a:lnTo>
                  <a:cubicBezTo>
                    <a:pt x="29" y="86"/>
                    <a:pt x="23" y="86"/>
                    <a:pt x="23" y="93"/>
                  </a:cubicBezTo>
                  <a:lnTo>
                    <a:pt x="23" y="102"/>
                  </a:lnTo>
                  <a:lnTo>
                    <a:pt x="16" y="102"/>
                  </a:lnTo>
                  <a:lnTo>
                    <a:pt x="16" y="109"/>
                  </a:lnTo>
                  <a:lnTo>
                    <a:pt x="16" y="116"/>
                  </a:lnTo>
                  <a:lnTo>
                    <a:pt x="7" y="123"/>
                  </a:lnTo>
                  <a:lnTo>
                    <a:pt x="7" y="129"/>
                  </a:lnTo>
                  <a:cubicBezTo>
                    <a:pt x="7" y="136"/>
                    <a:pt x="0" y="152"/>
                    <a:pt x="0" y="166"/>
                  </a:cubicBezTo>
                  <a:cubicBezTo>
                    <a:pt x="0" y="173"/>
                    <a:pt x="0" y="180"/>
                    <a:pt x="7" y="180"/>
                  </a:cubicBezTo>
                  <a:lnTo>
                    <a:pt x="7" y="202"/>
                  </a:lnTo>
                  <a:cubicBezTo>
                    <a:pt x="23" y="252"/>
                    <a:pt x="43" y="309"/>
                    <a:pt x="59" y="368"/>
                  </a:cubicBezTo>
                  <a:lnTo>
                    <a:pt x="73" y="266"/>
                  </a:lnTo>
                  <a:lnTo>
                    <a:pt x="231" y="195"/>
                  </a:lnTo>
                  <a:lnTo>
                    <a:pt x="374" y="231"/>
                  </a:lnTo>
                  <a:lnTo>
                    <a:pt x="374" y="231"/>
                  </a:lnTo>
                  <a:lnTo>
                    <a:pt x="338" y="109"/>
                  </a:lnTo>
                  <a:cubicBezTo>
                    <a:pt x="331" y="86"/>
                    <a:pt x="324" y="79"/>
                    <a:pt x="318" y="66"/>
                  </a:cubicBezTo>
                  <a:cubicBezTo>
                    <a:pt x="309" y="50"/>
                    <a:pt x="295" y="43"/>
                    <a:pt x="295" y="36"/>
                  </a:cubicBezTo>
                  <a:cubicBezTo>
                    <a:pt x="274" y="23"/>
                    <a:pt x="245" y="7"/>
                    <a:pt x="223" y="7"/>
                  </a:cubicBezTo>
                  <a:cubicBezTo>
                    <a:pt x="216" y="7"/>
                    <a:pt x="195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52">
              <a:extLst>
                <a:ext uri="{FF2B5EF4-FFF2-40B4-BE49-F238E27FC236}">
                  <a16:creationId xmlns:a16="http://schemas.microsoft.com/office/drawing/2014/main" id="{5E2CEF65-BF15-CD9E-9D52-1C06CF600963}"/>
                </a:ext>
              </a:extLst>
            </p:cNvPr>
            <p:cNvSpPr/>
            <p:nvPr/>
          </p:nvSpPr>
          <p:spPr>
            <a:xfrm>
              <a:off x="3246129" y="3610324"/>
              <a:ext cx="357340" cy="1060413"/>
            </a:xfrm>
            <a:custGeom>
              <a:avLst/>
              <a:gdLst/>
              <a:ahLst/>
              <a:cxnLst/>
              <a:rect l="l" t="t" r="r" b="b"/>
              <a:pathLst>
                <a:path w="986" h="2926" extrusionOk="0">
                  <a:moveTo>
                    <a:pt x="166" y="0"/>
                  </a:moveTo>
                  <a:lnTo>
                    <a:pt x="1" y="79"/>
                  </a:lnTo>
                  <a:lnTo>
                    <a:pt x="15" y="129"/>
                  </a:lnTo>
                  <a:lnTo>
                    <a:pt x="827" y="2926"/>
                  </a:lnTo>
                  <a:lnTo>
                    <a:pt x="986" y="2855"/>
                  </a:lnTo>
                  <a:lnTo>
                    <a:pt x="194" y="109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52">
              <a:extLst>
                <a:ext uri="{FF2B5EF4-FFF2-40B4-BE49-F238E27FC236}">
                  <a16:creationId xmlns:a16="http://schemas.microsoft.com/office/drawing/2014/main" id="{9D5FEC42-FF1F-A8CB-764E-83BBC7FDA1AF}"/>
                </a:ext>
              </a:extLst>
            </p:cNvPr>
            <p:cNvSpPr/>
            <p:nvPr/>
          </p:nvSpPr>
          <p:spPr>
            <a:xfrm>
              <a:off x="3241055" y="3638955"/>
              <a:ext cx="305152" cy="1071285"/>
            </a:xfrm>
            <a:custGeom>
              <a:avLst/>
              <a:gdLst/>
              <a:ahLst/>
              <a:cxnLst/>
              <a:rect l="l" t="t" r="r" b="b"/>
              <a:pathLst>
                <a:path w="842" h="2956" extrusionOk="0">
                  <a:moveTo>
                    <a:pt x="15" y="0"/>
                  </a:moveTo>
                  <a:lnTo>
                    <a:pt x="8" y="44"/>
                  </a:lnTo>
                  <a:lnTo>
                    <a:pt x="1" y="109"/>
                  </a:lnTo>
                  <a:lnTo>
                    <a:pt x="827" y="2955"/>
                  </a:lnTo>
                  <a:lnTo>
                    <a:pt x="841" y="2847"/>
                  </a:lnTo>
                  <a:lnTo>
                    <a:pt x="29" y="5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2">
              <a:extLst>
                <a:ext uri="{FF2B5EF4-FFF2-40B4-BE49-F238E27FC236}">
                  <a16:creationId xmlns:a16="http://schemas.microsoft.com/office/drawing/2014/main" id="{98485FC6-903E-8350-3133-A9B5A2D866FD}"/>
                </a:ext>
              </a:extLst>
            </p:cNvPr>
            <p:cNvSpPr/>
            <p:nvPr/>
          </p:nvSpPr>
          <p:spPr>
            <a:xfrm>
              <a:off x="3225472" y="3578794"/>
              <a:ext cx="21020" cy="100025"/>
            </a:xfrm>
            <a:custGeom>
              <a:avLst/>
              <a:gdLst/>
              <a:ahLst/>
              <a:cxnLst/>
              <a:rect l="l" t="t" r="r" b="b"/>
              <a:pathLst>
                <a:path w="58" h="276" extrusionOk="0">
                  <a:moveTo>
                    <a:pt x="15" y="1"/>
                  </a:moveTo>
                  <a:lnTo>
                    <a:pt x="1" y="103"/>
                  </a:lnTo>
                  <a:lnTo>
                    <a:pt x="1" y="116"/>
                  </a:lnTo>
                  <a:lnTo>
                    <a:pt x="44" y="275"/>
                  </a:lnTo>
                  <a:lnTo>
                    <a:pt x="51" y="210"/>
                  </a:lnTo>
                  <a:lnTo>
                    <a:pt x="58" y="16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2">
              <a:extLst>
                <a:ext uri="{FF2B5EF4-FFF2-40B4-BE49-F238E27FC236}">
                  <a16:creationId xmlns:a16="http://schemas.microsoft.com/office/drawing/2014/main" id="{F8854EEF-1D54-A3EA-3D67-4F38F20C0032}"/>
                </a:ext>
              </a:extLst>
            </p:cNvPr>
            <p:cNvSpPr/>
            <p:nvPr/>
          </p:nvSpPr>
          <p:spPr>
            <a:xfrm>
              <a:off x="3230545" y="3553425"/>
              <a:ext cx="76107" cy="85891"/>
            </a:xfrm>
            <a:custGeom>
              <a:avLst/>
              <a:gdLst/>
              <a:ahLst/>
              <a:cxnLst/>
              <a:rect l="l" t="t" r="r" b="b"/>
              <a:pathLst>
                <a:path w="210" h="237" extrusionOk="0">
                  <a:moveTo>
                    <a:pt x="159" y="0"/>
                  </a:moveTo>
                  <a:lnTo>
                    <a:pt x="1" y="71"/>
                  </a:lnTo>
                  <a:lnTo>
                    <a:pt x="44" y="236"/>
                  </a:lnTo>
                  <a:lnTo>
                    <a:pt x="209" y="157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2">
              <a:extLst>
                <a:ext uri="{FF2B5EF4-FFF2-40B4-BE49-F238E27FC236}">
                  <a16:creationId xmlns:a16="http://schemas.microsoft.com/office/drawing/2014/main" id="{0A7EFBD2-F245-3903-3E08-D3E18B281F39}"/>
                </a:ext>
              </a:extLst>
            </p:cNvPr>
            <p:cNvSpPr/>
            <p:nvPr/>
          </p:nvSpPr>
          <p:spPr>
            <a:xfrm>
              <a:off x="3306290" y="3610324"/>
              <a:ext cx="349004" cy="1044829"/>
            </a:xfrm>
            <a:custGeom>
              <a:avLst/>
              <a:gdLst/>
              <a:ahLst/>
              <a:cxnLst/>
              <a:rect l="l" t="t" r="r" b="b"/>
              <a:pathLst>
                <a:path w="963" h="2883" extrusionOk="0">
                  <a:moveTo>
                    <a:pt x="0" y="0"/>
                  </a:moveTo>
                  <a:lnTo>
                    <a:pt x="28" y="109"/>
                  </a:lnTo>
                  <a:lnTo>
                    <a:pt x="820" y="2855"/>
                  </a:lnTo>
                  <a:lnTo>
                    <a:pt x="963" y="2883"/>
                  </a:lnTo>
                  <a:lnTo>
                    <a:pt x="144" y="36"/>
                  </a:lnTo>
                  <a:lnTo>
                    <a:pt x="114" y="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2">
              <a:extLst>
                <a:ext uri="{FF2B5EF4-FFF2-40B4-BE49-F238E27FC236}">
                  <a16:creationId xmlns:a16="http://schemas.microsoft.com/office/drawing/2014/main" id="{3FFE3FCD-013B-7513-F2F6-7FC3BDB969BC}"/>
                </a:ext>
              </a:extLst>
            </p:cNvPr>
            <p:cNvSpPr/>
            <p:nvPr/>
          </p:nvSpPr>
          <p:spPr>
            <a:xfrm>
              <a:off x="3288169" y="3553425"/>
              <a:ext cx="70308" cy="70308"/>
            </a:xfrm>
            <a:custGeom>
              <a:avLst/>
              <a:gdLst/>
              <a:ahLst/>
              <a:cxnLst/>
              <a:rect l="l" t="t" r="r" b="b"/>
              <a:pathLst>
                <a:path w="194" h="194" extrusionOk="0">
                  <a:moveTo>
                    <a:pt x="0" y="0"/>
                  </a:moveTo>
                  <a:lnTo>
                    <a:pt x="50" y="157"/>
                  </a:lnTo>
                  <a:lnTo>
                    <a:pt x="164" y="186"/>
                  </a:lnTo>
                  <a:lnTo>
                    <a:pt x="194" y="193"/>
                  </a:lnTo>
                  <a:lnTo>
                    <a:pt x="194" y="193"/>
                  </a:lnTo>
                  <a:lnTo>
                    <a:pt x="143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2">
              <a:extLst>
                <a:ext uri="{FF2B5EF4-FFF2-40B4-BE49-F238E27FC236}">
                  <a16:creationId xmlns:a16="http://schemas.microsoft.com/office/drawing/2014/main" id="{52E0E263-15DF-838E-F398-F2BC24DE32FC}"/>
                </a:ext>
              </a:extLst>
            </p:cNvPr>
            <p:cNvSpPr/>
            <p:nvPr/>
          </p:nvSpPr>
          <p:spPr>
            <a:xfrm>
              <a:off x="3595132" y="4770041"/>
              <a:ext cx="62698" cy="81905"/>
            </a:xfrm>
            <a:custGeom>
              <a:avLst/>
              <a:gdLst/>
              <a:ahLst/>
              <a:cxnLst/>
              <a:rect l="l" t="t" r="r" b="b"/>
              <a:pathLst>
                <a:path w="173" h="226" extrusionOk="0">
                  <a:moveTo>
                    <a:pt x="126" y="0"/>
                  </a:moveTo>
                  <a:cubicBezTo>
                    <a:pt x="91" y="0"/>
                    <a:pt x="41" y="12"/>
                    <a:pt x="0" y="64"/>
                  </a:cubicBezTo>
                  <a:cubicBezTo>
                    <a:pt x="50" y="129"/>
                    <a:pt x="93" y="186"/>
                    <a:pt x="102" y="200"/>
                  </a:cubicBezTo>
                  <a:cubicBezTo>
                    <a:pt x="116" y="218"/>
                    <a:pt x="131" y="226"/>
                    <a:pt x="143" y="226"/>
                  </a:cubicBezTo>
                  <a:cubicBezTo>
                    <a:pt x="160" y="226"/>
                    <a:pt x="173" y="209"/>
                    <a:pt x="173" y="180"/>
                  </a:cubicBezTo>
                  <a:lnTo>
                    <a:pt x="173" y="7"/>
                  </a:lnTo>
                  <a:cubicBezTo>
                    <a:pt x="173" y="7"/>
                    <a:pt x="154" y="0"/>
                    <a:pt x="126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2">
              <a:extLst>
                <a:ext uri="{FF2B5EF4-FFF2-40B4-BE49-F238E27FC236}">
                  <a16:creationId xmlns:a16="http://schemas.microsoft.com/office/drawing/2014/main" id="{0B57D6BB-4CD8-E73C-19C3-2886B309D9DF}"/>
                </a:ext>
              </a:extLst>
            </p:cNvPr>
            <p:cNvSpPr/>
            <p:nvPr/>
          </p:nvSpPr>
          <p:spPr>
            <a:xfrm>
              <a:off x="3540770" y="4645009"/>
              <a:ext cx="117060" cy="148226"/>
            </a:xfrm>
            <a:custGeom>
              <a:avLst/>
              <a:gdLst/>
              <a:ahLst/>
              <a:cxnLst/>
              <a:rect l="l" t="t" r="r" b="b"/>
              <a:pathLst>
                <a:path w="323" h="409" extrusionOk="0">
                  <a:moveTo>
                    <a:pt x="173" y="0"/>
                  </a:moveTo>
                  <a:lnTo>
                    <a:pt x="14" y="71"/>
                  </a:lnTo>
                  <a:lnTo>
                    <a:pt x="0" y="179"/>
                  </a:lnTo>
                  <a:cubicBezTo>
                    <a:pt x="0" y="179"/>
                    <a:pt x="80" y="302"/>
                    <a:pt x="150" y="409"/>
                  </a:cubicBezTo>
                  <a:cubicBezTo>
                    <a:pt x="191" y="357"/>
                    <a:pt x="241" y="345"/>
                    <a:pt x="276" y="345"/>
                  </a:cubicBezTo>
                  <a:cubicBezTo>
                    <a:pt x="304" y="345"/>
                    <a:pt x="323" y="352"/>
                    <a:pt x="323" y="352"/>
                  </a:cubicBezTo>
                  <a:cubicBezTo>
                    <a:pt x="323" y="207"/>
                    <a:pt x="316" y="28"/>
                    <a:pt x="316" y="28"/>
                  </a:cubicBez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2">
              <a:extLst>
                <a:ext uri="{FF2B5EF4-FFF2-40B4-BE49-F238E27FC236}">
                  <a16:creationId xmlns:a16="http://schemas.microsoft.com/office/drawing/2014/main" id="{A48B22D0-A55F-18E7-CED2-6A55323D147D}"/>
                </a:ext>
              </a:extLst>
            </p:cNvPr>
            <p:cNvSpPr/>
            <p:nvPr/>
          </p:nvSpPr>
          <p:spPr>
            <a:xfrm>
              <a:off x="3595132" y="4792873"/>
              <a:ext cx="362" cy="36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2">
              <a:extLst>
                <a:ext uri="{FF2B5EF4-FFF2-40B4-BE49-F238E27FC236}">
                  <a16:creationId xmlns:a16="http://schemas.microsoft.com/office/drawing/2014/main" id="{3E4D2EFF-B858-625E-39E9-BD3C2060D87D}"/>
                </a:ext>
              </a:extLst>
            </p:cNvPr>
            <p:cNvSpPr/>
            <p:nvPr/>
          </p:nvSpPr>
          <p:spPr>
            <a:xfrm>
              <a:off x="1592081" y="1771810"/>
              <a:ext cx="649082" cy="200775"/>
            </a:xfrm>
            <a:custGeom>
              <a:avLst/>
              <a:gdLst/>
              <a:ahLst/>
              <a:cxnLst/>
              <a:rect l="l" t="t" r="r" b="b"/>
              <a:pathLst>
                <a:path w="1791" h="554" extrusionOk="0">
                  <a:moveTo>
                    <a:pt x="837" y="1"/>
                  </a:moveTo>
                  <a:cubicBezTo>
                    <a:pt x="532" y="1"/>
                    <a:pt x="241" y="118"/>
                    <a:pt x="36" y="351"/>
                  </a:cubicBezTo>
                  <a:cubicBezTo>
                    <a:pt x="0" y="395"/>
                    <a:pt x="7" y="467"/>
                    <a:pt x="57" y="517"/>
                  </a:cubicBezTo>
                  <a:cubicBezTo>
                    <a:pt x="86" y="539"/>
                    <a:pt x="119" y="549"/>
                    <a:pt x="149" y="549"/>
                  </a:cubicBezTo>
                  <a:cubicBezTo>
                    <a:pt x="179" y="549"/>
                    <a:pt x="208" y="539"/>
                    <a:pt x="230" y="517"/>
                  </a:cubicBezTo>
                  <a:cubicBezTo>
                    <a:pt x="392" y="330"/>
                    <a:pt x="624" y="236"/>
                    <a:pt x="868" y="236"/>
                  </a:cubicBezTo>
                  <a:cubicBezTo>
                    <a:pt x="1113" y="236"/>
                    <a:pt x="1370" y="330"/>
                    <a:pt x="1582" y="517"/>
                  </a:cubicBezTo>
                  <a:cubicBezTo>
                    <a:pt x="1610" y="538"/>
                    <a:pt x="1639" y="553"/>
                    <a:pt x="1675" y="553"/>
                  </a:cubicBezTo>
                  <a:cubicBezTo>
                    <a:pt x="1704" y="553"/>
                    <a:pt x="1732" y="538"/>
                    <a:pt x="1755" y="517"/>
                  </a:cubicBezTo>
                  <a:cubicBezTo>
                    <a:pt x="1791" y="467"/>
                    <a:pt x="1782" y="395"/>
                    <a:pt x="1725" y="351"/>
                  </a:cubicBezTo>
                  <a:cubicBezTo>
                    <a:pt x="1463" y="118"/>
                    <a:pt x="1143" y="1"/>
                    <a:pt x="83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2">
              <a:extLst>
                <a:ext uri="{FF2B5EF4-FFF2-40B4-BE49-F238E27FC236}">
                  <a16:creationId xmlns:a16="http://schemas.microsoft.com/office/drawing/2014/main" id="{A7197CD5-F1D3-74CB-9EEF-FEC6BE32947D}"/>
                </a:ext>
              </a:extLst>
            </p:cNvPr>
            <p:cNvSpPr/>
            <p:nvPr/>
          </p:nvSpPr>
          <p:spPr>
            <a:xfrm>
              <a:off x="1693918" y="1914238"/>
              <a:ext cx="471500" cy="164534"/>
            </a:xfrm>
            <a:custGeom>
              <a:avLst/>
              <a:gdLst/>
              <a:ahLst/>
              <a:cxnLst/>
              <a:rect l="l" t="t" r="r" b="b"/>
              <a:pathLst>
                <a:path w="1301" h="454" extrusionOk="0">
                  <a:moveTo>
                    <a:pt x="614" y="1"/>
                  </a:moveTo>
                  <a:cubicBezTo>
                    <a:pt x="395" y="1"/>
                    <a:pt x="187" y="83"/>
                    <a:pt x="43" y="246"/>
                  </a:cubicBezTo>
                  <a:cubicBezTo>
                    <a:pt x="0" y="297"/>
                    <a:pt x="14" y="367"/>
                    <a:pt x="64" y="419"/>
                  </a:cubicBezTo>
                  <a:cubicBezTo>
                    <a:pt x="89" y="441"/>
                    <a:pt x="121" y="451"/>
                    <a:pt x="153" y="451"/>
                  </a:cubicBezTo>
                  <a:cubicBezTo>
                    <a:pt x="184" y="451"/>
                    <a:pt x="215" y="441"/>
                    <a:pt x="237" y="419"/>
                  </a:cubicBezTo>
                  <a:cubicBezTo>
                    <a:pt x="338" y="300"/>
                    <a:pt x="485" y="240"/>
                    <a:pt x="640" y="240"/>
                  </a:cubicBezTo>
                  <a:cubicBezTo>
                    <a:pt x="796" y="240"/>
                    <a:pt x="959" y="300"/>
                    <a:pt x="1092" y="419"/>
                  </a:cubicBezTo>
                  <a:cubicBezTo>
                    <a:pt x="1122" y="440"/>
                    <a:pt x="1149" y="454"/>
                    <a:pt x="1185" y="454"/>
                  </a:cubicBezTo>
                  <a:cubicBezTo>
                    <a:pt x="1215" y="454"/>
                    <a:pt x="1242" y="440"/>
                    <a:pt x="1265" y="419"/>
                  </a:cubicBezTo>
                  <a:cubicBezTo>
                    <a:pt x="1301" y="367"/>
                    <a:pt x="1294" y="297"/>
                    <a:pt x="1242" y="246"/>
                  </a:cubicBezTo>
                  <a:cubicBezTo>
                    <a:pt x="1057" y="82"/>
                    <a:pt x="830" y="1"/>
                    <a:pt x="614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2">
              <a:extLst>
                <a:ext uri="{FF2B5EF4-FFF2-40B4-BE49-F238E27FC236}">
                  <a16:creationId xmlns:a16="http://schemas.microsoft.com/office/drawing/2014/main" id="{8F09AD03-9B30-F688-9F93-74A411629CED}"/>
                </a:ext>
              </a:extLst>
            </p:cNvPr>
            <p:cNvSpPr/>
            <p:nvPr/>
          </p:nvSpPr>
          <p:spPr>
            <a:xfrm>
              <a:off x="1797568" y="2057028"/>
              <a:ext cx="295004" cy="128656"/>
            </a:xfrm>
            <a:custGeom>
              <a:avLst/>
              <a:gdLst/>
              <a:ahLst/>
              <a:cxnLst/>
              <a:rect l="l" t="t" r="r" b="b"/>
              <a:pathLst>
                <a:path w="814" h="355" extrusionOk="0">
                  <a:moveTo>
                    <a:pt x="375" y="1"/>
                  </a:moveTo>
                  <a:cubicBezTo>
                    <a:pt x="247" y="1"/>
                    <a:pt x="127" y="49"/>
                    <a:pt x="44" y="146"/>
                  </a:cubicBezTo>
                  <a:cubicBezTo>
                    <a:pt x="1" y="198"/>
                    <a:pt x="8" y="268"/>
                    <a:pt x="66" y="318"/>
                  </a:cubicBezTo>
                  <a:cubicBezTo>
                    <a:pt x="91" y="340"/>
                    <a:pt x="124" y="351"/>
                    <a:pt x="154" y="351"/>
                  </a:cubicBezTo>
                  <a:cubicBezTo>
                    <a:pt x="185" y="351"/>
                    <a:pt x="214" y="340"/>
                    <a:pt x="232" y="318"/>
                  </a:cubicBezTo>
                  <a:cubicBezTo>
                    <a:pt x="275" y="268"/>
                    <a:pt x="337" y="243"/>
                    <a:pt x="405" y="243"/>
                  </a:cubicBezTo>
                  <a:cubicBezTo>
                    <a:pt x="472" y="243"/>
                    <a:pt x="543" y="268"/>
                    <a:pt x="604" y="318"/>
                  </a:cubicBezTo>
                  <a:cubicBezTo>
                    <a:pt x="627" y="341"/>
                    <a:pt x="663" y="354"/>
                    <a:pt x="691" y="354"/>
                  </a:cubicBezTo>
                  <a:cubicBezTo>
                    <a:pt x="720" y="354"/>
                    <a:pt x="749" y="341"/>
                    <a:pt x="770" y="318"/>
                  </a:cubicBezTo>
                  <a:cubicBezTo>
                    <a:pt x="813" y="268"/>
                    <a:pt x="799" y="198"/>
                    <a:pt x="749" y="146"/>
                  </a:cubicBezTo>
                  <a:cubicBezTo>
                    <a:pt x="637" y="49"/>
                    <a:pt x="502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2">
              <a:extLst>
                <a:ext uri="{FF2B5EF4-FFF2-40B4-BE49-F238E27FC236}">
                  <a16:creationId xmlns:a16="http://schemas.microsoft.com/office/drawing/2014/main" id="{CFB0B4BF-6D1A-DC2F-5D67-A4BC0ADB11B6}"/>
                </a:ext>
              </a:extLst>
            </p:cNvPr>
            <p:cNvSpPr/>
            <p:nvPr/>
          </p:nvSpPr>
          <p:spPr>
            <a:xfrm>
              <a:off x="1904480" y="2206704"/>
              <a:ext cx="109811" cy="98938"/>
            </a:xfrm>
            <a:custGeom>
              <a:avLst/>
              <a:gdLst/>
              <a:ahLst/>
              <a:cxnLst/>
              <a:rect l="l" t="t" r="r" b="b"/>
              <a:pathLst>
                <a:path w="303" h="273" extrusionOk="0">
                  <a:moveTo>
                    <a:pt x="137" y="0"/>
                  </a:moveTo>
                  <a:cubicBezTo>
                    <a:pt x="58" y="0"/>
                    <a:pt x="1" y="57"/>
                    <a:pt x="14" y="136"/>
                  </a:cubicBezTo>
                  <a:cubicBezTo>
                    <a:pt x="23" y="216"/>
                    <a:pt x="94" y="273"/>
                    <a:pt x="173" y="273"/>
                  </a:cubicBezTo>
                  <a:cubicBezTo>
                    <a:pt x="246" y="273"/>
                    <a:pt x="303" y="216"/>
                    <a:pt x="296" y="136"/>
                  </a:cubicBezTo>
                  <a:cubicBezTo>
                    <a:pt x="282" y="57"/>
                    <a:pt x="209" y="0"/>
                    <a:pt x="137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52">
              <a:extLst>
                <a:ext uri="{FF2B5EF4-FFF2-40B4-BE49-F238E27FC236}">
                  <a16:creationId xmlns:a16="http://schemas.microsoft.com/office/drawing/2014/main" id="{0CB21C9F-2C14-AD6D-5776-DDC9841F2DC7}"/>
                </a:ext>
              </a:extLst>
            </p:cNvPr>
            <p:cNvSpPr/>
            <p:nvPr/>
          </p:nvSpPr>
          <p:spPr>
            <a:xfrm>
              <a:off x="1737770" y="2970501"/>
              <a:ext cx="724825" cy="241003"/>
            </a:xfrm>
            <a:custGeom>
              <a:avLst/>
              <a:gdLst/>
              <a:ahLst/>
              <a:cxnLst/>
              <a:rect l="l" t="t" r="r" b="b"/>
              <a:pathLst>
                <a:path w="2000" h="665" extrusionOk="0">
                  <a:moveTo>
                    <a:pt x="954" y="1"/>
                  </a:moveTo>
                  <a:cubicBezTo>
                    <a:pt x="917" y="1"/>
                    <a:pt x="881" y="6"/>
                    <a:pt x="856" y="16"/>
                  </a:cubicBezTo>
                  <a:lnTo>
                    <a:pt x="52" y="298"/>
                  </a:lnTo>
                  <a:cubicBezTo>
                    <a:pt x="0" y="318"/>
                    <a:pt x="9" y="348"/>
                    <a:pt x="66" y="368"/>
                  </a:cubicBezTo>
                  <a:lnTo>
                    <a:pt x="949" y="649"/>
                  </a:lnTo>
                  <a:cubicBezTo>
                    <a:pt x="978" y="660"/>
                    <a:pt x="1014" y="665"/>
                    <a:pt x="1050" y="665"/>
                  </a:cubicBezTo>
                  <a:cubicBezTo>
                    <a:pt x="1086" y="665"/>
                    <a:pt x="1122" y="660"/>
                    <a:pt x="1151" y="649"/>
                  </a:cubicBezTo>
                  <a:lnTo>
                    <a:pt x="1949" y="368"/>
                  </a:lnTo>
                  <a:cubicBezTo>
                    <a:pt x="1999" y="348"/>
                    <a:pt x="1999" y="318"/>
                    <a:pt x="1941" y="298"/>
                  </a:cubicBezTo>
                  <a:lnTo>
                    <a:pt x="1058" y="16"/>
                  </a:lnTo>
                  <a:cubicBezTo>
                    <a:pt x="1029" y="6"/>
                    <a:pt x="991" y="1"/>
                    <a:pt x="9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52">
              <a:extLst>
                <a:ext uri="{FF2B5EF4-FFF2-40B4-BE49-F238E27FC236}">
                  <a16:creationId xmlns:a16="http://schemas.microsoft.com/office/drawing/2014/main" id="{1498EE46-1802-F561-2E5E-067A6D830F36}"/>
                </a:ext>
              </a:extLst>
            </p:cNvPr>
            <p:cNvSpPr/>
            <p:nvPr/>
          </p:nvSpPr>
          <p:spPr>
            <a:xfrm>
              <a:off x="1873312" y="3161129"/>
              <a:ext cx="495418" cy="228681"/>
            </a:xfrm>
            <a:custGeom>
              <a:avLst/>
              <a:gdLst/>
              <a:ahLst/>
              <a:cxnLst/>
              <a:rect l="l" t="t" r="r" b="b"/>
              <a:pathLst>
                <a:path w="1367" h="631" extrusionOk="0">
                  <a:moveTo>
                    <a:pt x="0" y="1"/>
                  </a:moveTo>
                  <a:lnTo>
                    <a:pt x="50" y="324"/>
                  </a:lnTo>
                  <a:cubicBezTo>
                    <a:pt x="57" y="382"/>
                    <a:pt x="109" y="446"/>
                    <a:pt x="166" y="462"/>
                  </a:cubicBezTo>
                  <a:lnTo>
                    <a:pt x="647" y="619"/>
                  </a:lnTo>
                  <a:cubicBezTo>
                    <a:pt x="676" y="626"/>
                    <a:pt x="712" y="630"/>
                    <a:pt x="748" y="630"/>
                  </a:cubicBezTo>
                  <a:cubicBezTo>
                    <a:pt x="784" y="630"/>
                    <a:pt x="820" y="626"/>
                    <a:pt x="849" y="619"/>
                  </a:cubicBezTo>
                  <a:lnTo>
                    <a:pt x="1280" y="462"/>
                  </a:lnTo>
                  <a:cubicBezTo>
                    <a:pt x="1330" y="446"/>
                    <a:pt x="1367" y="382"/>
                    <a:pt x="1360" y="324"/>
                  </a:cubicBezTo>
                  <a:lnTo>
                    <a:pt x="1308" y="1"/>
                  </a:lnTo>
                  <a:lnTo>
                    <a:pt x="784" y="187"/>
                  </a:lnTo>
                  <a:cubicBezTo>
                    <a:pt x="759" y="198"/>
                    <a:pt x="723" y="204"/>
                    <a:pt x="686" y="204"/>
                  </a:cubicBezTo>
                  <a:cubicBezTo>
                    <a:pt x="649" y="204"/>
                    <a:pt x="612" y="198"/>
                    <a:pt x="583" y="18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52">
              <a:extLst>
                <a:ext uri="{FF2B5EF4-FFF2-40B4-BE49-F238E27FC236}">
                  <a16:creationId xmlns:a16="http://schemas.microsoft.com/office/drawing/2014/main" id="{6267F853-2B7E-B7A0-0098-D68F83EF5EFF}"/>
                </a:ext>
              </a:extLst>
            </p:cNvPr>
            <p:cNvSpPr/>
            <p:nvPr/>
          </p:nvSpPr>
          <p:spPr>
            <a:xfrm>
              <a:off x="840335" y="177179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2">
              <a:extLst>
                <a:ext uri="{FF2B5EF4-FFF2-40B4-BE49-F238E27FC236}">
                  <a16:creationId xmlns:a16="http://schemas.microsoft.com/office/drawing/2014/main" id="{A2FC56FF-284F-DCC7-3C43-9A82F3F1A523}"/>
                </a:ext>
              </a:extLst>
            </p:cNvPr>
            <p:cNvSpPr/>
            <p:nvPr/>
          </p:nvSpPr>
          <p:spPr>
            <a:xfrm>
              <a:off x="2600952" y="1961667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52">
              <a:extLst>
                <a:ext uri="{FF2B5EF4-FFF2-40B4-BE49-F238E27FC236}">
                  <a16:creationId xmlns:a16="http://schemas.microsoft.com/office/drawing/2014/main" id="{2E324430-2DA6-5FF0-4D7E-EAA0500EB4A6}"/>
                </a:ext>
              </a:extLst>
            </p:cNvPr>
            <p:cNvSpPr/>
            <p:nvPr/>
          </p:nvSpPr>
          <p:spPr>
            <a:xfrm>
              <a:off x="3931190" y="430429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52">
              <a:extLst>
                <a:ext uri="{FF2B5EF4-FFF2-40B4-BE49-F238E27FC236}">
                  <a16:creationId xmlns:a16="http://schemas.microsoft.com/office/drawing/2014/main" id="{556EDA66-F391-DB3A-F91D-C60B833FBE25}"/>
                </a:ext>
              </a:extLst>
            </p:cNvPr>
            <p:cNvSpPr/>
            <p:nvPr/>
          </p:nvSpPr>
          <p:spPr>
            <a:xfrm>
              <a:off x="3931210" y="3881678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2853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7">
          <a:extLst>
            <a:ext uri="{FF2B5EF4-FFF2-40B4-BE49-F238E27FC236}">
              <a16:creationId xmlns:a16="http://schemas.microsoft.com/office/drawing/2014/main" id="{E75A54AE-B54B-D142-9C10-98A05279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p52">
            <a:extLst>
              <a:ext uri="{FF2B5EF4-FFF2-40B4-BE49-F238E27FC236}">
                <a16:creationId xmlns:a16="http://schemas.microsoft.com/office/drawing/2014/main" id="{F8A39349-1855-9CD2-2ACB-1338C59117C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387134" y="226472"/>
            <a:ext cx="8731033" cy="8612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sz="2800" b="1" dirty="0"/>
              <a:t>Contexto: O Cenário da Informação Educacional</a:t>
            </a:r>
            <a:endParaRPr sz="2800" b="1" dirty="0"/>
          </a:p>
        </p:txBody>
      </p:sp>
      <p:grpSp>
        <p:nvGrpSpPr>
          <p:cNvPr id="2450" name="Google Shape;2450;p52">
            <a:extLst>
              <a:ext uri="{FF2B5EF4-FFF2-40B4-BE49-F238E27FC236}">
                <a16:creationId xmlns:a16="http://schemas.microsoft.com/office/drawing/2014/main" id="{D68D13A1-A091-F770-3A0F-CAF39263611F}"/>
              </a:ext>
            </a:extLst>
          </p:cNvPr>
          <p:cNvGrpSpPr/>
          <p:nvPr/>
        </p:nvGrpSpPr>
        <p:grpSpPr>
          <a:xfrm>
            <a:off x="3978382" y="2063345"/>
            <a:ext cx="5215536" cy="3080155"/>
            <a:chOff x="-84650" y="1771791"/>
            <a:chExt cx="5215536" cy="3080155"/>
          </a:xfrm>
        </p:grpSpPr>
        <p:sp>
          <p:nvSpPr>
            <p:cNvPr id="2451" name="Google Shape;2451;p52">
              <a:extLst>
                <a:ext uri="{FF2B5EF4-FFF2-40B4-BE49-F238E27FC236}">
                  <a16:creationId xmlns:a16="http://schemas.microsoft.com/office/drawing/2014/main" id="{0ED1F150-3D3D-22FA-B369-A9977D88CB48}"/>
                </a:ext>
              </a:extLst>
            </p:cNvPr>
            <p:cNvSpPr/>
            <p:nvPr/>
          </p:nvSpPr>
          <p:spPr>
            <a:xfrm>
              <a:off x="-84650" y="4745500"/>
              <a:ext cx="5215536" cy="33525"/>
            </a:xfrm>
            <a:custGeom>
              <a:avLst/>
              <a:gdLst/>
              <a:ahLst/>
              <a:cxnLst/>
              <a:rect l="l" t="t" r="r" b="b"/>
              <a:pathLst>
                <a:path w="26050" h="1" fill="none" extrusionOk="0">
                  <a:moveTo>
                    <a:pt x="26050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52">
              <a:extLst>
                <a:ext uri="{FF2B5EF4-FFF2-40B4-BE49-F238E27FC236}">
                  <a16:creationId xmlns:a16="http://schemas.microsoft.com/office/drawing/2014/main" id="{5C541296-CE5D-1504-1329-8D646BA588FB}"/>
                </a:ext>
              </a:extLst>
            </p:cNvPr>
            <p:cNvSpPr/>
            <p:nvPr/>
          </p:nvSpPr>
          <p:spPr>
            <a:xfrm>
              <a:off x="815432" y="3193913"/>
              <a:ext cx="435621" cy="654151"/>
            </a:xfrm>
            <a:custGeom>
              <a:avLst/>
              <a:gdLst/>
              <a:ahLst/>
              <a:cxnLst/>
              <a:rect l="l" t="t" r="r" b="b"/>
              <a:pathLst>
                <a:path w="1202" h="1805" extrusionOk="0">
                  <a:moveTo>
                    <a:pt x="749" y="0"/>
                  </a:moveTo>
                  <a:lnTo>
                    <a:pt x="0" y="1805"/>
                  </a:lnTo>
                  <a:lnTo>
                    <a:pt x="1201" y="1805"/>
                  </a:lnTo>
                  <a:cubicBezTo>
                    <a:pt x="1101" y="1805"/>
                    <a:pt x="1008" y="1725"/>
                    <a:pt x="992" y="1623"/>
                  </a:cubicBezTo>
                  <a:lnTo>
                    <a:pt x="74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2">
              <a:extLst>
                <a:ext uri="{FF2B5EF4-FFF2-40B4-BE49-F238E27FC236}">
                  <a16:creationId xmlns:a16="http://schemas.microsoft.com/office/drawing/2014/main" id="{59455A67-944F-4043-FF38-6D2B82F05338}"/>
                </a:ext>
              </a:extLst>
            </p:cNvPr>
            <p:cNvSpPr/>
            <p:nvPr/>
          </p:nvSpPr>
          <p:spPr>
            <a:xfrm>
              <a:off x="982504" y="2482137"/>
              <a:ext cx="341393" cy="1365925"/>
            </a:xfrm>
            <a:custGeom>
              <a:avLst/>
              <a:gdLst/>
              <a:ahLst/>
              <a:cxnLst/>
              <a:rect l="l" t="t" r="r" b="b"/>
              <a:pathLst>
                <a:path w="942" h="3769" extrusionOk="0">
                  <a:moveTo>
                    <a:pt x="166" y="1"/>
                  </a:moveTo>
                  <a:cubicBezTo>
                    <a:pt x="73" y="1"/>
                    <a:pt x="0" y="80"/>
                    <a:pt x="14" y="180"/>
                  </a:cubicBezTo>
                  <a:lnTo>
                    <a:pt x="238" y="1619"/>
                  </a:lnTo>
                  <a:lnTo>
                    <a:pt x="281" y="1905"/>
                  </a:lnTo>
                  <a:lnTo>
                    <a:pt x="288" y="1964"/>
                  </a:lnTo>
                  <a:lnTo>
                    <a:pt x="531" y="3587"/>
                  </a:lnTo>
                  <a:cubicBezTo>
                    <a:pt x="547" y="3689"/>
                    <a:pt x="640" y="3769"/>
                    <a:pt x="740" y="3769"/>
                  </a:cubicBezTo>
                  <a:lnTo>
                    <a:pt x="942" y="3769"/>
                  </a:lnTo>
                  <a:cubicBezTo>
                    <a:pt x="842" y="3769"/>
                    <a:pt x="747" y="3689"/>
                    <a:pt x="733" y="3587"/>
                  </a:cubicBezTo>
                  <a:lnTo>
                    <a:pt x="431" y="1612"/>
                  </a:lnTo>
                  <a:lnTo>
                    <a:pt x="424" y="1554"/>
                  </a:lnTo>
                  <a:lnTo>
                    <a:pt x="418" y="1467"/>
                  </a:lnTo>
                  <a:lnTo>
                    <a:pt x="223" y="180"/>
                  </a:lnTo>
                  <a:cubicBezTo>
                    <a:pt x="202" y="80"/>
                    <a:pt x="273" y="1"/>
                    <a:pt x="374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52">
              <a:extLst>
                <a:ext uri="{FF2B5EF4-FFF2-40B4-BE49-F238E27FC236}">
                  <a16:creationId xmlns:a16="http://schemas.microsoft.com/office/drawing/2014/main" id="{17328CEA-460D-99EA-64C3-48044CD3CF9D}"/>
                </a:ext>
              </a:extLst>
            </p:cNvPr>
            <p:cNvSpPr/>
            <p:nvPr/>
          </p:nvSpPr>
          <p:spPr>
            <a:xfrm>
              <a:off x="1055348" y="2482137"/>
              <a:ext cx="2081702" cy="1365925"/>
            </a:xfrm>
            <a:custGeom>
              <a:avLst/>
              <a:gdLst/>
              <a:ahLst/>
              <a:cxnLst/>
              <a:rect l="l" t="t" r="r" b="b"/>
              <a:pathLst>
                <a:path w="5744" h="3769" extrusionOk="0">
                  <a:moveTo>
                    <a:pt x="5011" y="110"/>
                  </a:moveTo>
                  <a:lnTo>
                    <a:pt x="5542" y="3660"/>
                  </a:lnTo>
                  <a:lnTo>
                    <a:pt x="770" y="3660"/>
                  </a:lnTo>
                  <a:lnTo>
                    <a:pt x="439" y="1467"/>
                  </a:lnTo>
                  <a:lnTo>
                    <a:pt x="237" y="110"/>
                  </a:lnTo>
                  <a:close/>
                  <a:moveTo>
                    <a:pt x="173" y="1"/>
                  </a:moveTo>
                  <a:cubicBezTo>
                    <a:pt x="72" y="1"/>
                    <a:pt x="1" y="80"/>
                    <a:pt x="22" y="180"/>
                  </a:cubicBezTo>
                  <a:lnTo>
                    <a:pt x="217" y="1467"/>
                  </a:lnTo>
                  <a:lnTo>
                    <a:pt x="223" y="1554"/>
                  </a:lnTo>
                  <a:lnTo>
                    <a:pt x="230" y="1612"/>
                  </a:lnTo>
                  <a:lnTo>
                    <a:pt x="532" y="3587"/>
                  </a:lnTo>
                  <a:cubicBezTo>
                    <a:pt x="546" y="3689"/>
                    <a:pt x="641" y="3769"/>
                    <a:pt x="741" y="3769"/>
                  </a:cubicBezTo>
                  <a:lnTo>
                    <a:pt x="5578" y="3769"/>
                  </a:lnTo>
                  <a:cubicBezTo>
                    <a:pt x="5678" y="3769"/>
                    <a:pt x="5744" y="3689"/>
                    <a:pt x="5730" y="3587"/>
                  </a:cubicBezTo>
                  <a:lnTo>
                    <a:pt x="5492" y="2021"/>
                  </a:lnTo>
                  <a:lnTo>
                    <a:pt x="5442" y="2021"/>
                  </a:lnTo>
                  <a:cubicBezTo>
                    <a:pt x="5392" y="2021"/>
                    <a:pt x="5349" y="1978"/>
                    <a:pt x="5333" y="1928"/>
                  </a:cubicBezTo>
                  <a:lnTo>
                    <a:pt x="5326" y="1842"/>
                  </a:lnTo>
                  <a:cubicBezTo>
                    <a:pt x="5319" y="1792"/>
                    <a:pt x="5349" y="1748"/>
                    <a:pt x="5399" y="1748"/>
                  </a:cubicBezTo>
                  <a:lnTo>
                    <a:pt x="5449" y="1748"/>
                  </a:lnTo>
                  <a:lnTo>
                    <a:pt x="5212" y="180"/>
                  </a:lnTo>
                  <a:cubicBezTo>
                    <a:pt x="5197" y="80"/>
                    <a:pt x="5104" y="1"/>
                    <a:pt x="5011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52">
              <a:extLst>
                <a:ext uri="{FF2B5EF4-FFF2-40B4-BE49-F238E27FC236}">
                  <a16:creationId xmlns:a16="http://schemas.microsoft.com/office/drawing/2014/main" id="{8C0DC010-2353-B74C-929C-EEB5EED2A432}"/>
                </a:ext>
              </a:extLst>
            </p:cNvPr>
            <p:cNvSpPr/>
            <p:nvPr/>
          </p:nvSpPr>
          <p:spPr>
            <a:xfrm>
              <a:off x="2871033" y="2482137"/>
              <a:ext cx="339219" cy="1365925"/>
            </a:xfrm>
            <a:custGeom>
              <a:avLst/>
              <a:gdLst/>
              <a:ahLst/>
              <a:cxnLst/>
              <a:rect l="l" t="t" r="r" b="b"/>
              <a:pathLst>
                <a:path w="936" h="3769" extrusionOk="0">
                  <a:moveTo>
                    <a:pt x="1" y="1"/>
                  </a:moveTo>
                  <a:cubicBezTo>
                    <a:pt x="94" y="1"/>
                    <a:pt x="187" y="80"/>
                    <a:pt x="202" y="180"/>
                  </a:cubicBezTo>
                  <a:lnTo>
                    <a:pt x="439" y="1748"/>
                  </a:lnTo>
                  <a:lnTo>
                    <a:pt x="482" y="1748"/>
                  </a:lnTo>
                  <a:cubicBezTo>
                    <a:pt x="525" y="1748"/>
                    <a:pt x="575" y="1792"/>
                    <a:pt x="582" y="1842"/>
                  </a:cubicBezTo>
                  <a:lnTo>
                    <a:pt x="598" y="1928"/>
                  </a:lnTo>
                  <a:cubicBezTo>
                    <a:pt x="604" y="1978"/>
                    <a:pt x="568" y="2021"/>
                    <a:pt x="518" y="2021"/>
                  </a:cubicBezTo>
                  <a:lnTo>
                    <a:pt x="482" y="2021"/>
                  </a:lnTo>
                  <a:lnTo>
                    <a:pt x="720" y="3587"/>
                  </a:lnTo>
                  <a:cubicBezTo>
                    <a:pt x="734" y="3689"/>
                    <a:pt x="668" y="3769"/>
                    <a:pt x="568" y="3769"/>
                  </a:cubicBezTo>
                  <a:lnTo>
                    <a:pt x="770" y="3769"/>
                  </a:lnTo>
                  <a:cubicBezTo>
                    <a:pt x="870" y="3769"/>
                    <a:pt x="936" y="3689"/>
                    <a:pt x="920" y="3587"/>
                  </a:cubicBezTo>
                  <a:lnTo>
                    <a:pt x="410" y="180"/>
                  </a:lnTo>
                  <a:cubicBezTo>
                    <a:pt x="396" y="80"/>
                    <a:pt x="303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52">
              <a:extLst>
                <a:ext uri="{FF2B5EF4-FFF2-40B4-BE49-F238E27FC236}">
                  <a16:creationId xmlns:a16="http://schemas.microsoft.com/office/drawing/2014/main" id="{372F43EE-C567-058E-6C63-E02543555651}"/>
                </a:ext>
              </a:extLst>
            </p:cNvPr>
            <p:cNvSpPr/>
            <p:nvPr/>
          </p:nvSpPr>
          <p:spPr>
            <a:xfrm>
              <a:off x="1141240" y="2521640"/>
              <a:ext cx="1922603" cy="1286919"/>
            </a:xfrm>
            <a:custGeom>
              <a:avLst/>
              <a:gdLst/>
              <a:ahLst/>
              <a:cxnLst/>
              <a:rect l="l" t="t" r="r" b="b"/>
              <a:pathLst>
                <a:path w="5305" h="3551" extrusionOk="0">
                  <a:moveTo>
                    <a:pt x="0" y="1"/>
                  </a:moveTo>
                  <a:lnTo>
                    <a:pt x="202" y="1358"/>
                  </a:lnTo>
                  <a:lnTo>
                    <a:pt x="533" y="3551"/>
                  </a:lnTo>
                  <a:lnTo>
                    <a:pt x="5305" y="3551"/>
                  </a:lnTo>
                  <a:lnTo>
                    <a:pt x="4774" y="1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52">
              <a:extLst>
                <a:ext uri="{FF2B5EF4-FFF2-40B4-BE49-F238E27FC236}">
                  <a16:creationId xmlns:a16="http://schemas.microsoft.com/office/drawing/2014/main" id="{4EB324D7-63E5-79C6-7580-2FE669F2CB44}"/>
                </a:ext>
              </a:extLst>
            </p:cNvPr>
            <p:cNvSpPr/>
            <p:nvPr/>
          </p:nvSpPr>
          <p:spPr>
            <a:xfrm>
              <a:off x="2983018" y="3115632"/>
              <a:ext cx="107274" cy="99300"/>
            </a:xfrm>
            <a:custGeom>
              <a:avLst/>
              <a:gdLst/>
              <a:ahLst/>
              <a:cxnLst/>
              <a:rect l="l" t="t" r="r" b="b"/>
              <a:pathLst>
                <a:path w="296" h="274" extrusionOk="0">
                  <a:moveTo>
                    <a:pt x="80" y="0"/>
                  </a:moveTo>
                  <a:cubicBezTo>
                    <a:pt x="30" y="0"/>
                    <a:pt x="0" y="44"/>
                    <a:pt x="7" y="94"/>
                  </a:cubicBezTo>
                  <a:lnTo>
                    <a:pt x="14" y="180"/>
                  </a:lnTo>
                  <a:cubicBezTo>
                    <a:pt x="30" y="230"/>
                    <a:pt x="73" y="273"/>
                    <a:pt x="123" y="273"/>
                  </a:cubicBezTo>
                  <a:lnTo>
                    <a:pt x="209" y="273"/>
                  </a:lnTo>
                  <a:cubicBezTo>
                    <a:pt x="259" y="273"/>
                    <a:pt x="295" y="230"/>
                    <a:pt x="289" y="180"/>
                  </a:cubicBezTo>
                  <a:lnTo>
                    <a:pt x="273" y="94"/>
                  </a:lnTo>
                  <a:cubicBezTo>
                    <a:pt x="266" y="44"/>
                    <a:pt x="216" y="0"/>
                    <a:pt x="173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52">
              <a:extLst>
                <a:ext uri="{FF2B5EF4-FFF2-40B4-BE49-F238E27FC236}">
                  <a16:creationId xmlns:a16="http://schemas.microsoft.com/office/drawing/2014/main" id="{5D5CD46B-F6A2-1D08-B1F8-D14445388A29}"/>
                </a:ext>
              </a:extLst>
            </p:cNvPr>
            <p:cNvSpPr/>
            <p:nvPr/>
          </p:nvSpPr>
          <p:spPr>
            <a:xfrm>
              <a:off x="479838" y="3899528"/>
              <a:ext cx="1248152" cy="354800"/>
            </a:xfrm>
            <a:custGeom>
              <a:avLst/>
              <a:gdLst/>
              <a:ahLst/>
              <a:cxnLst/>
              <a:rect l="l" t="t" r="r" b="b"/>
              <a:pathLst>
                <a:path w="3444" h="979" extrusionOk="0">
                  <a:moveTo>
                    <a:pt x="0" y="1"/>
                  </a:moveTo>
                  <a:lnTo>
                    <a:pt x="0" y="979"/>
                  </a:lnTo>
                  <a:lnTo>
                    <a:pt x="3443" y="979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52">
              <a:extLst>
                <a:ext uri="{FF2B5EF4-FFF2-40B4-BE49-F238E27FC236}">
                  <a16:creationId xmlns:a16="http://schemas.microsoft.com/office/drawing/2014/main" id="{A0FD9C5D-ADBC-BA6B-78B0-8DD826AE2B1C}"/>
                </a:ext>
              </a:extLst>
            </p:cNvPr>
            <p:cNvSpPr/>
            <p:nvPr/>
          </p:nvSpPr>
          <p:spPr>
            <a:xfrm>
              <a:off x="479838" y="3933233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1"/>
                  </a:moveTo>
                  <a:lnTo>
                    <a:pt x="344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52">
              <a:extLst>
                <a:ext uri="{FF2B5EF4-FFF2-40B4-BE49-F238E27FC236}">
                  <a16:creationId xmlns:a16="http://schemas.microsoft.com/office/drawing/2014/main" id="{80894A83-7D92-57A7-D310-5DD5DF51E77D}"/>
                </a:ext>
              </a:extLst>
            </p:cNvPr>
            <p:cNvSpPr/>
            <p:nvPr/>
          </p:nvSpPr>
          <p:spPr>
            <a:xfrm>
              <a:off x="479838" y="3933233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1"/>
                  </a:moveTo>
                  <a:lnTo>
                    <a:pt x="3443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52">
              <a:extLst>
                <a:ext uri="{FF2B5EF4-FFF2-40B4-BE49-F238E27FC236}">
                  <a16:creationId xmlns:a16="http://schemas.microsoft.com/office/drawing/2014/main" id="{2B2A313A-0B76-DB10-1DE1-C82FFA2F3FF1}"/>
                </a:ext>
              </a:extLst>
            </p:cNvPr>
            <p:cNvSpPr/>
            <p:nvPr/>
          </p:nvSpPr>
          <p:spPr>
            <a:xfrm>
              <a:off x="479838" y="3975273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52">
              <a:extLst>
                <a:ext uri="{FF2B5EF4-FFF2-40B4-BE49-F238E27FC236}">
                  <a16:creationId xmlns:a16="http://schemas.microsoft.com/office/drawing/2014/main" id="{AC0097A7-F53F-AEA7-2580-CAD2E1BCB904}"/>
                </a:ext>
              </a:extLst>
            </p:cNvPr>
            <p:cNvSpPr/>
            <p:nvPr/>
          </p:nvSpPr>
          <p:spPr>
            <a:xfrm>
              <a:off x="479838" y="3975273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52">
              <a:extLst>
                <a:ext uri="{FF2B5EF4-FFF2-40B4-BE49-F238E27FC236}">
                  <a16:creationId xmlns:a16="http://schemas.microsoft.com/office/drawing/2014/main" id="{36DE57D6-EC81-1C8F-A7F3-5DC2D277EE6C}"/>
                </a:ext>
              </a:extLst>
            </p:cNvPr>
            <p:cNvSpPr/>
            <p:nvPr/>
          </p:nvSpPr>
          <p:spPr>
            <a:xfrm>
              <a:off x="479838" y="4014051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52">
              <a:extLst>
                <a:ext uri="{FF2B5EF4-FFF2-40B4-BE49-F238E27FC236}">
                  <a16:creationId xmlns:a16="http://schemas.microsoft.com/office/drawing/2014/main" id="{A3EA933D-8BC2-5733-E95E-DA9FCF53B523}"/>
                </a:ext>
              </a:extLst>
            </p:cNvPr>
            <p:cNvSpPr/>
            <p:nvPr/>
          </p:nvSpPr>
          <p:spPr>
            <a:xfrm>
              <a:off x="479838" y="4014051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52">
              <a:extLst>
                <a:ext uri="{FF2B5EF4-FFF2-40B4-BE49-F238E27FC236}">
                  <a16:creationId xmlns:a16="http://schemas.microsoft.com/office/drawing/2014/main" id="{3C0361E5-3E57-8DE4-6228-6F52A28F8CDA}"/>
                </a:ext>
              </a:extLst>
            </p:cNvPr>
            <p:cNvSpPr/>
            <p:nvPr/>
          </p:nvSpPr>
          <p:spPr>
            <a:xfrm>
              <a:off x="479838" y="4056090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52">
              <a:extLst>
                <a:ext uri="{FF2B5EF4-FFF2-40B4-BE49-F238E27FC236}">
                  <a16:creationId xmlns:a16="http://schemas.microsoft.com/office/drawing/2014/main" id="{AA1A81AC-7CE9-F3C3-7493-8F4F1650CAFA}"/>
                </a:ext>
              </a:extLst>
            </p:cNvPr>
            <p:cNvSpPr/>
            <p:nvPr/>
          </p:nvSpPr>
          <p:spPr>
            <a:xfrm>
              <a:off x="479838" y="4056090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52">
              <a:extLst>
                <a:ext uri="{FF2B5EF4-FFF2-40B4-BE49-F238E27FC236}">
                  <a16:creationId xmlns:a16="http://schemas.microsoft.com/office/drawing/2014/main" id="{DC8A92F4-439C-FC21-678B-841F71B14761}"/>
                </a:ext>
              </a:extLst>
            </p:cNvPr>
            <p:cNvSpPr/>
            <p:nvPr/>
          </p:nvSpPr>
          <p:spPr>
            <a:xfrm>
              <a:off x="479838" y="4097768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1"/>
                  </a:moveTo>
                  <a:lnTo>
                    <a:pt x="344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52">
              <a:extLst>
                <a:ext uri="{FF2B5EF4-FFF2-40B4-BE49-F238E27FC236}">
                  <a16:creationId xmlns:a16="http://schemas.microsoft.com/office/drawing/2014/main" id="{DE6C9F9E-E96F-51A1-F2D1-74EF43BCDF9D}"/>
                </a:ext>
              </a:extLst>
            </p:cNvPr>
            <p:cNvSpPr/>
            <p:nvPr/>
          </p:nvSpPr>
          <p:spPr>
            <a:xfrm>
              <a:off x="479838" y="4097768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1"/>
                  </a:moveTo>
                  <a:lnTo>
                    <a:pt x="3443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52">
              <a:extLst>
                <a:ext uri="{FF2B5EF4-FFF2-40B4-BE49-F238E27FC236}">
                  <a16:creationId xmlns:a16="http://schemas.microsoft.com/office/drawing/2014/main" id="{1A0315D0-12B0-C99D-2873-80A8DD0604D2}"/>
                </a:ext>
              </a:extLst>
            </p:cNvPr>
            <p:cNvSpPr/>
            <p:nvPr/>
          </p:nvSpPr>
          <p:spPr>
            <a:xfrm>
              <a:off x="479838" y="4136546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1"/>
                  </a:moveTo>
                  <a:lnTo>
                    <a:pt x="344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52">
              <a:extLst>
                <a:ext uri="{FF2B5EF4-FFF2-40B4-BE49-F238E27FC236}">
                  <a16:creationId xmlns:a16="http://schemas.microsoft.com/office/drawing/2014/main" id="{F6A9333D-9C4E-F90C-E751-D45B7226358A}"/>
                </a:ext>
              </a:extLst>
            </p:cNvPr>
            <p:cNvSpPr/>
            <p:nvPr/>
          </p:nvSpPr>
          <p:spPr>
            <a:xfrm>
              <a:off x="479838" y="4136546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1"/>
                  </a:moveTo>
                  <a:lnTo>
                    <a:pt x="3443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52">
              <a:extLst>
                <a:ext uri="{FF2B5EF4-FFF2-40B4-BE49-F238E27FC236}">
                  <a16:creationId xmlns:a16="http://schemas.microsoft.com/office/drawing/2014/main" id="{ADE571A8-D9E3-70B2-13F6-F0BE0C67FA27}"/>
                </a:ext>
              </a:extLst>
            </p:cNvPr>
            <p:cNvSpPr/>
            <p:nvPr/>
          </p:nvSpPr>
          <p:spPr>
            <a:xfrm>
              <a:off x="479838" y="4178585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52">
              <a:extLst>
                <a:ext uri="{FF2B5EF4-FFF2-40B4-BE49-F238E27FC236}">
                  <a16:creationId xmlns:a16="http://schemas.microsoft.com/office/drawing/2014/main" id="{D7010C93-2311-B621-EB23-7EBD615C2E53}"/>
                </a:ext>
              </a:extLst>
            </p:cNvPr>
            <p:cNvSpPr/>
            <p:nvPr/>
          </p:nvSpPr>
          <p:spPr>
            <a:xfrm>
              <a:off x="479838" y="4178585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52">
              <a:extLst>
                <a:ext uri="{FF2B5EF4-FFF2-40B4-BE49-F238E27FC236}">
                  <a16:creationId xmlns:a16="http://schemas.microsoft.com/office/drawing/2014/main" id="{7BEA92B7-B90B-5C55-3792-0886C4BB3E42}"/>
                </a:ext>
              </a:extLst>
            </p:cNvPr>
            <p:cNvSpPr/>
            <p:nvPr/>
          </p:nvSpPr>
          <p:spPr>
            <a:xfrm>
              <a:off x="479838" y="4219900"/>
              <a:ext cx="1248152" cy="0"/>
            </a:xfrm>
            <a:custGeom>
              <a:avLst/>
              <a:gdLst/>
              <a:ahLst/>
              <a:cxnLst/>
              <a:rect l="l" t="t" r="r" b="b"/>
              <a:pathLst>
                <a:path w="3444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52">
              <a:extLst>
                <a:ext uri="{FF2B5EF4-FFF2-40B4-BE49-F238E27FC236}">
                  <a16:creationId xmlns:a16="http://schemas.microsoft.com/office/drawing/2014/main" id="{13612AE5-4C8B-9501-971A-6A04A1140194}"/>
                </a:ext>
              </a:extLst>
            </p:cNvPr>
            <p:cNvSpPr/>
            <p:nvPr/>
          </p:nvSpPr>
          <p:spPr>
            <a:xfrm>
              <a:off x="479838" y="4219900"/>
              <a:ext cx="1248152" cy="0"/>
            </a:xfrm>
            <a:custGeom>
              <a:avLst/>
              <a:gdLst/>
              <a:ahLst/>
              <a:cxnLst/>
              <a:rect l="l" t="t" r="r" b="b"/>
              <a:pathLst>
                <a:path w="3444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52">
              <a:extLst>
                <a:ext uri="{FF2B5EF4-FFF2-40B4-BE49-F238E27FC236}">
                  <a16:creationId xmlns:a16="http://schemas.microsoft.com/office/drawing/2014/main" id="{5D617F14-D413-B0B2-AB26-E8054B82ABC1}"/>
                </a:ext>
              </a:extLst>
            </p:cNvPr>
            <p:cNvSpPr/>
            <p:nvPr/>
          </p:nvSpPr>
          <p:spPr>
            <a:xfrm>
              <a:off x="1727623" y="3899528"/>
              <a:ext cx="98939" cy="354800"/>
            </a:xfrm>
            <a:custGeom>
              <a:avLst/>
              <a:gdLst/>
              <a:ahLst/>
              <a:cxnLst/>
              <a:rect l="l" t="t" r="r" b="b"/>
              <a:pathLst>
                <a:path w="273" h="979" extrusionOk="0">
                  <a:moveTo>
                    <a:pt x="0" y="1"/>
                  </a:moveTo>
                  <a:lnTo>
                    <a:pt x="0" y="979"/>
                  </a:lnTo>
                  <a:cubicBezTo>
                    <a:pt x="157" y="963"/>
                    <a:pt x="273" y="834"/>
                    <a:pt x="273" y="677"/>
                  </a:cubicBezTo>
                  <a:lnTo>
                    <a:pt x="273" y="296"/>
                  </a:lnTo>
                  <a:cubicBezTo>
                    <a:pt x="273" y="144"/>
                    <a:pt x="157" y="1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52">
              <a:extLst>
                <a:ext uri="{FF2B5EF4-FFF2-40B4-BE49-F238E27FC236}">
                  <a16:creationId xmlns:a16="http://schemas.microsoft.com/office/drawing/2014/main" id="{51851553-DFE7-08E4-F669-F945AE5C393E}"/>
                </a:ext>
              </a:extLst>
            </p:cNvPr>
            <p:cNvSpPr/>
            <p:nvPr/>
          </p:nvSpPr>
          <p:spPr>
            <a:xfrm>
              <a:off x="3288169" y="3842267"/>
              <a:ext cx="117060" cy="8335"/>
            </a:xfrm>
            <a:custGeom>
              <a:avLst/>
              <a:gdLst/>
              <a:ahLst/>
              <a:cxnLst/>
              <a:rect l="l" t="t" r="r" b="b"/>
              <a:pathLst>
                <a:path w="323" h="23" extrusionOk="0">
                  <a:moveTo>
                    <a:pt x="0" y="0"/>
                  </a:moveTo>
                  <a:lnTo>
                    <a:pt x="0" y="16"/>
                  </a:lnTo>
                  <a:lnTo>
                    <a:pt x="266" y="16"/>
                  </a:lnTo>
                  <a:cubicBezTo>
                    <a:pt x="280" y="16"/>
                    <a:pt x="302" y="16"/>
                    <a:pt x="323" y="22"/>
                  </a:cubicBezTo>
                  <a:lnTo>
                    <a:pt x="32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52">
              <a:extLst>
                <a:ext uri="{FF2B5EF4-FFF2-40B4-BE49-F238E27FC236}">
                  <a16:creationId xmlns:a16="http://schemas.microsoft.com/office/drawing/2014/main" id="{6B2C350C-0C50-24A1-0CE3-280D1BD1DA6D}"/>
                </a:ext>
              </a:extLst>
            </p:cNvPr>
            <p:cNvSpPr/>
            <p:nvPr/>
          </p:nvSpPr>
          <p:spPr>
            <a:xfrm>
              <a:off x="3384208" y="4303617"/>
              <a:ext cx="21020" cy="2899"/>
            </a:xfrm>
            <a:custGeom>
              <a:avLst/>
              <a:gdLst/>
              <a:ahLst/>
              <a:cxnLst/>
              <a:rect l="l" t="t" r="r" b="b"/>
              <a:pathLst>
                <a:path w="58" h="8" extrusionOk="0">
                  <a:moveTo>
                    <a:pt x="58" y="0"/>
                  </a:moveTo>
                  <a:cubicBezTo>
                    <a:pt x="37" y="7"/>
                    <a:pt x="15" y="7"/>
                    <a:pt x="1" y="7"/>
                  </a:cubicBezTo>
                  <a:lnTo>
                    <a:pt x="58" y="7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52">
              <a:extLst>
                <a:ext uri="{FF2B5EF4-FFF2-40B4-BE49-F238E27FC236}">
                  <a16:creationId xmlns:a16="http://schemas.microsoft.com/office/drawing/2014/main" id="{3EF1C011-B979-7EDF-5E74-56BDFABD3482}"/>
                </a:ext>
              </a:extLst>
            </p:cNvPr>
            <p:cNvSpPr/>
            <p:nvPr/>
          </p:nvSpPr>
          <p:spPr>
            <a:xfrm>
              <a:off x="2076626" y="3847704"/>
              <a:ext cx="1467049" cy="458812"/>
            </a:xfrm>
            <a:custGeom>
              <a:avLst/>
              <a:gdLst/>
              <a:ahLst/>
              <a:cxnLst/>
              <a:rect l="l" t="t" r="r" b="b"/>
              <a:pathLst>
                <a:path w="4048" h="1266" extrusionOk="0">
                  <a:moveTo>
                    <a:pt x="0" y="1"/>
                  </a:moveTo>
                  <a:cubicBezTo>
                    <a:pt x="245" y="1"/>
                    <a:pt x="438" y="194"/>
                    <a:pt x="438" y="439"/>
                  </a:cubicBezTo>
                  <a:lnTo>
                    <a:pt x="438" y="820"/>
                  </a:lnTo>
                  <a:cubicBezTo>
                    <a:pt x="438" y="1063"/>
                    <a:pt x="245" y="1265"/>
                    <a:pt x="0" y="1265"/>
                  </a:cubicBezTo>
                  <a:lnTo>
                    <a:pt x="3609" y="1265"/>
                  </a:lnTo>
                  <a:cubicBezTo>
                    <a:pt x="3623" y="1265"/>
                    <a:pt x="3645" y="1265"/>
                    <a:pt x="3666" y="1258"/>
                  </a:cubicBezTo>
                  <a:cubicBezTo>
                    <a:pt x="3882" y="1229"/>
                    <a:pt x="4047" y="1049"/>
                    <a:pt x="4047" y="820"/>
                  </a:cubicBezTo>
                  <a:lnTo>
                    <a:pt x="4047" y="439"/>
                  </a:lnTo>
                  <a:cubicBezTo>
                    <a:pt x="4047" y="216"/>
                    <a:pt x="3882" y="35"/>
                    <a:pt x="3666" y="7"/>
                  </a:cubicBezTo>
                  <a:cubicBezTo>
                    <a:pt x="3645" y="1"/>
                    <a:pt x="3623" y="1"/>
                    <a:pt x="3609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52">
              <a:extLst>
                <a:ext uri="{FF2B5EF4-FFF2-40B4-BE49-F238E27FC236}">
                  <a16:creationId xmlns:a16="http://schemas.microsoft.com/office/drawing/2014/main" id="{50E05261-4360-ACBD-855F-EA7BB7926A2F}"/>
                </a:ext>
              </a:extLst>
            </p:cNvPr>
            <p:cNvSpPr/>
            <p:nvPr/>
          </p:nvSpPr>
          <p:spPr>
            <a:xfrm>
              <a:off x="1928399" y="3847704"/>
              <a:ext cx="307327" cy="458812"/>
            </a:xfrm>
            <a:custGeom>
              <a:avLst/>
              <a:gdLst/>
              <a:ahLst/>
              <a:cxnLst/>
              <a:rect l="l" t="t" r="r" b="b"/>
              <a:pathLst>
                <a:path w="848" h="1266" extrusionOk="0">
                  <a:moveTo>
                    <a:pt x="0" y="1"/>
                  </a:moveTo>
                  <a:cubicBezTo>
                    <a:pt x="243" y="1"/>
                    <a:pt x="438" y="194"/>
                    <a:pt x="438" y="439"/>
                  </a:cubicBezTo>
                  <a:lnTo>
                    <a:pt x="438" y="820"/>
                  </a:lnTo>
                  <a:cubicBezTo>
                    <a:pt x="438" y="1063"/>
                    <a:pt x="243" y="1265"/>
                    <a:pt x="0" y="1265"/>
                  </a:cubicBezTo>
                  <a:lnTo>
                    <a:pt x="409" y="1265"/>
                  </a:lnTo>
                  <a:cubicBezTo>
                    <a:pt x="654" y="1265"/>
                    <a:pt x="847" y="1063"/>
                    <a:pt x="847" y="820"/>
                  </a:cubicBezTo>
                  <a:lnTo>
                    <a:pt x="847" y="439"/>
                  </a:lnTo>
                  <a:cubicBezTo>
                    <a:pt x="847" y="194"/>
                    <a:pt x="654" y="1"/>
                    <a:pt x="409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2">
              <a:extLst>
                <a:ext uri="{FF2B5EF4-FFF2-40B4-BE49-F238E27FC236}">
                  <a16:creationId xmlns:a16="http://schemas.microsoft.com/office/drawing/2014/main" id="{EEF221E0-A289-C3E0-B7D9-50C517E29C6C}"/>
                </a:ext>
              </a:extLst>
            </p:cNvPr>
            <p:cNvSpPr/>
            <p:nvPr/>
          </p:nvSpPr>
          <p:spPr>
            <a:xfrm>
              <a:off x="1719287" y="3847704"/>
              <a:ext cx="368212" cy="458812"/>
            </a:xfrm>
            <a:custGeom>
              <a:avLst/>
              <a:gdLst/>
              <a:ahLst/>
              <a:cxnLst/>
              <a:rect l="l" t="t" r="r" b="b"/>
              <a:pathLst>
                <a:path w="1016" h="1266" extrusionOk="0">
                  <a:moveTo>
                    <a:pt x="1" y="1"/>
                  </a:moveTo>
                  <a:cubicBezTo>
                    <a:pt x="246" y="1"/>
                    <a:pt x="439" y="194"/>
                    <a:pt x="439" y="439"/>
                  </a:cubicBezTo>
                  <a:lnTo>
                    <a:pt x="439" y="820"/>
                  </a:lnTo>
                  <a:cubicBezTo>
                    <a:pt x="439" y="1063"/>
                    <a:pt x="246" y="1265"/>
                    <a:pt x="1" y="1265"/>
                  </a:cubicBezTo>
                  <a:lnTo>
                    <a:pt x="577" y="1265"/>
                  </a:lnTo>
                  <a:cubicBezTo>
                    <a:pt x="820" y="1265"/>
                    <a:pt x="1015" y="1063"/>
                    <a:pt x="1015" y="820"/>
                  </a:cubicBezTo>
                  <a:lnTo>
                    <a:pt x="1015" y="439"/>
                  </a:lnTo>
                  <a:cubicBezTo>
                    <a:pt x="1015" y="194"/>
                    <a:pt x="820" y="1"/>
                    <a:pt x="57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52">
              <a:extLst>
                <a:ext uri="{FF2B5EF4-FFF2-40B4-BE49-F238E27FC236}">
                  <a16:creationId xmlns:a16="http://schemas.microsoft.com/office/drawing/2014/main" id="{4ACA061D-E841-D7B3-5F47-C2D8F4B9E45D}"/>
                </a:ext>
              </a:extLst>
            </p:cNvPr>
            <p:cNvSpPr/>
            <p:nvPr/>
          </p:nvSpPr>
          <p:spPr>
            <a:xfrm>
              <a:off x="414604" y="3847704"/>
              <a:ext cx="1464150" cy="458812"/>
            </a:xfrm>
            <a:custGeom>
              <a:avLst/>
              <a:gdLst/>
              <a:ahLst/>
              <a:cxnLst/>
              <a:rect l="l" t="t" r="r" b="b"/>
              <a:pathLst>
                <a:path w="4040" h="1266" extrusionOk="0">
                  <a:moveTo>
                    <a:pt x="1" y="1"/>
                  </a:moveTo>
                  <a:lnTo>
                    <a:pt x="1" y="144"/>
                  </a:lnTo>
                  <a:lnTo>
                    <a:pt x="3623" y="144"/>
                  </a:lnTo>
                  <a:cubicBezTo>
                    <a:pt x="3780" y="158"/>
                    <a:pt x="3896" y="287"/>
                    <a:pt x="3896" y="439"/>
                  </a:cubicBezTo>
                  <a:lnTo>
                    <a:pt x="3896" y="820"/>
                  </a:lnTo>
                  <a:cubicBezTo>
                    <a:pt x="3896" y="977"/>
                    <a:pt x="3780" y="1106"/>
                    <a:pt x="3623" y="1122"/>
                  </a:cubicBezTo>
                  <a:lnTo>
                    <a:pt x="1" y="1122"/>
                  </a:lnTo>
                  <a:lnTo>
                    <a:pt x="1" y="1265"/>
                  </a:lnTo>
                  <a:lnTo>
                    <a:pt x="3601" y="1265"/>
                  </a:lnTo>
                  <a:cubicBezTo>
                    <a:pt x="3846" y="1265"/>
                    <a:pt x="4039" y="1063"/>
                    <a:pt x="4039" y="820"/>
                  </a:cubicBezTo>
                  <a:lnTo>
                    <a:pt x="4039" y="439"/>
                  </a:lnTo>
                  <a:cubicBezTo>
                    <a:pt x="4039" y="194"/>
                    <a:pt x="3846" y="1"/>
                    <a:pt x="3601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52">
              <a:extLst>
                <a:ext uri="{FF2B5EF4-FFF2-40B4-BE49-F238E27FC236}">
                  <a16:creationId xmlns:a16="http://schemas.microsoft.com/office/drawing/2014/main" id="{3AE412A7-A7D1-6445-AEF9-67F66E1BABE7}"/>
                </a:ext>
              </a:extLst>
            </p:cNvPr>
            <p:cNvSpPr/>
            <p:nvPr/>
          </p:nvSpPr>
          <p:spPr>
            <a:xfrm>
              <a:off x="479838" y="3899528"/>
              <a:ext cx="362" cy="354800"/>
            </a:xfrm>
            <a:custGeom>
              <a:avLst/>
              <a:gdLst/>
              <a:ahLst/>
              <a:cxnLst/>
              <a:rect l="l" t="t" r="r" b="b"/>
              <a:pathLst>
                <a:path w="1" h="979" extrusionOk="0">
                  <a:moveTo>
                    <a:pt x="0" y="1"/>
                  </a:moveTo>
                  <a:lnTo>
                    <a:pt x="0" y="979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2">
              <a:extLst>
                <a:ext uri="{FF2B5EF4-FFF2-40B4-BE49-F238E27FC236}">
                  <a16:creationId xmlns:a16="http://schemas.microsoft.com/office/drawing/2014/main" id="{564A1175-6185-71AE-BA77-B96627E1C624}"/>
                </a:ext>
              </a:extLst>
            </p:cNvPr>
            <p:cNvSpPr/>
            <p:nvPr/>
          </p:nvSpPr>
          <p:spPr>
            <a:xfrm>
              <a:off x="479838" y="3899528"/>
              <a:ext cx="362" cy="354800"/>
            </a:xfrm>
            <a:custGeom>
              <a:avLst/>
              <a:gdLst/>
              <a:ahLst/>
              <a:cxnLst/>
              <a:rect l="l" t="t" r="r" b="b"/>
              <a:pathLst>
                <a:path w="1" h="979" fill="none" extrusionOk="0">
                  <a:moveTo>
                    <a:pt x="0" y="1"/>
                  </a:moveTo>
                  <a:lnTo>
                    <a:pt x="0" y="97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2">
              <a:extLst>
                <a:ext uri="{FF2B5EF4-FFF2-40B4-BE49-F238E27FC236}">
                  <a16:creationId xmlns:a16="http://schemas.microsoft.com/office/drawing/2014/main" id="{C04A7B46-5C21-CDB5-F524-15EFA0B35C02}"/>
                </a:ext>
              </a:extLst>
            </p:cNvPr>
            <p:cNvSpPr/>
            <p:nvPr/>
          </p:nvSpPr>
          <p:spPr>
            <a:xfrm>
              <a:off x="687863" y="4357979"/>
              <a:ext cx="1250689" cy="357337"/>
            </a:xfrm>
            <a:custGeom>
              <a:avLst/>
              <a:gdLst/>
              <a:ahLst/>
              <a:cxnLst/>
              <a:rect l="l" t="t" r="r" b="b"/>
              <a:pathLst>
                <a:path w="3451" h="986" extrusionOk="0">
                  <a:moveTo>
                    <a:pt x="1" y="0"/>
                  </a:moveTo>
                  <a:lnTo>
                    <a:pt x="1" y="985"/>
                  </a:lnTo>
                  <a:lnTo>
                    <a:pt x="3423" y="985"/>
                  </a:lnTo>
                  <a:cubicBezTo>
                    <a:pt x="3430" y="985"/>
                    <a:pt x="3437" y="985"/>
                    <a:pt x="3451" y="978"/>
                  </a:cubicBezTo>
                  <a:lnTo>
                    <a:pt x="3451" y="7"/>
                  </a:lnTo>
                  <a:cubicBezTo>
                    <a:pt x="3437" y="0"/>
                    <a:pt x="3430" y="0"/>
                    <a:pt x="3423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52">
              <a:extLst>
                <a:ext uri="{FF2B5EF4-FFF2-40B4-BE49-F238E27FC236}">
                  <a16:creationId xmlns:a16="http://schemas.microsoft.com/office/drawing/2014/main" id="{E806F428-E755-6537-56B1-3B82937E927A}"/>
                </a:ext>
              </a:extLst>
            </p:cNvPr>
            <p:cNvSpPr/>
            <p:nvPr/>
          </p:nvSpPr>
          <p:spPr>
            <a:xfrm>
              <a:off x="687863" y="4394945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0"/>
                  </a:moveTo>
                  <a:lnTo>
                    <a:pt x="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52">
              <a:extLst>
                <a:ext uri="{FF2B5EF4-FFF2-40B4-BE49-F238E27FC236}">
                  <a16:creationId xmlns:a16="http://schemas.microsoft.com/office/drawing/2014/main" id="{C47BA050-4475-7BFD-FB88-7CB2644325EC}"/>
                </a:ext>
              </a:extLst>
            </p:cNvPr>
            <p:cNvSpPr/>
            <p:nvPr/>
          </p:nvSpPr>
          <p:spPr>
            <a:xfrm>
              <a:off x="687863" y="4394945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0"/>
                  </a:moveTo>
                  <a:lnTo>
                    <a:pt x="345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52">
              <a:extLst>
                <a:ext uri="{FF2B5EF4-FFF2-40B4-BE49-F238E27FC236}">
                  <a16:creationId xmlns:a16="http://schemas.microsoft.com/office/drawing/2014/main" id="{B4B3A362-10F5-7E9E-D2E9-F7AE90B0DF32}"/>
                </a:ext>
              </a:extLst>
            </p:cNvPr>
            <p:cNvSpPr/>
            <p:nvPr/>
          </p:nvSpPr>
          <p:spPr>
            <a:xfrm>
              <a:off x="687863" y="443336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1"/>
                  </a:moveTo>
                  <a:lnTo>
                    <a:pt x="345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52">
              <a:extLst>
                <a:ext uri="{FF2B5EF4-FFF2-40B4-BE49-F238E27FC236}">
                  <a16:creationId xmlns:a16="http://schemas.microsoft.com/office/drawing/2014/main" id="{E6C7D1ED-0F17-EEC4-6859-058D1F154E61}"/>
                </a:ext>
              </a:extLst>
            </p:cNvPr>
            <p:cNvSpPr/>
            <p:nvPr/>
          </p:nvSpPr>
          <p:spPr>
            <a:xfrm>
              <a:off x="687863" y="443336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1"/>
                  </a:moveTo>
                  <a:lnTo>
                    <a:pt x="345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52">
              <a:extLst>
                <a:ext uri="{FF2B5EF4-FFF2-40B4-BE49-F238E27FC236}">
                  <a16:creationId xmlns:a16="http://schemas.microsoft.com/office/drawing/2014/main" id="{BF9CF11B-0710-FD32-11EF-FC3DCC26268A}"/>
                </a:ext>
              </a:extLst>
            </p:cNvPr>
            <p:cNvSpPr/>
            <p:nvPr/>
          </p:nvSpPr>
          <p:spPr>
            <a:xfrm>
              <a:off x="687863" y="447540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1"/>
                  </a:moveTo>
                  <a:lnTo>
                    <a:pt x="345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52">
              <a:extLst>
                <a:ext uri="{FF2B5EF4-FFF2-40B4-BE49-F238E27FC236}">
                  <a16:creationId xmlns:a16="http://schemas.microsoft.com/office/drawing/2014/main" id="{987D265E-0386-C55F-2699-391E62DEA1E1}"/>
                </a:ext>
              </a:extLst>
            </p:cNvPr>
            <p:cNvSpPr/>
            <p:nvPr/>
          </p:nvSpPr>
          <p:spPr>
            <a:xfrm>
              <a:off x="687863" y="447540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1"/>
                  </a:moveTo>
                  <a:lnTo>
                    <a:pt x="345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52">
              <a:extLst>
                <a:ext uri="{FF2B5EF4-FFF2-40B4-BE49-F238E27FC236}">
                  <a16:creationId xmlns:a16="http://schemas.microsoft.com/office/drawing/2014/main" id="{5E2D5088-3E9A-5CD0-B061-1B38BE8B68B6}"/>
                </a:ext>
              </a:extLst>
            </p:cNvPr>
            <p:cNvSpPr/>
            <p:nvPr/>
          </p:nvSpPr>
          <p:spPr>
            <a:xfrm>
              <a:off x="687863" y="4516715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0"/>
                  </a:moveTo>
                  <a:lnTo>
                    <a:pt x="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52">
              <a:extLst>
                <a:ext uri="{FF2B5EF4-FFF2-40B4-BE49-F238E27FC236}">
                  <a16:creationId xmlns:a16="http://schemas.microsoft.com/office/drawing/2014/main" id="{FCEF9B2A-AE93-32FB-F985-2C636C54CC65}"/>
                </a:ext>
              </a:extLst>
            </p:cNvPr>
            <p:cNvSpPr/>
            <p:nvPr/>
          </p:nvSpPr>
          <p:spPr>
            <a:xfrm>
              <a:off x="687863" y="4516715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0"/>
                  </a:moveTo>
                  <a:lnTo>
                    <a:pt x="345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52">
              <a:extLst>
                <a:ext uri="{FF2B5EF4-FFF2-40B4-BE49-F238E27FC236}">
                  <a16:creationId xmlns:a16="http://schemas.microsoft.com/office/drawing/2014/main" id="{AA22BCC4-FDF7-3C7D-BD84-839046D9F27A}"/>
                </a:ext>
              </a:extLst>
            </p:cNvPr>
            <p:cNvSpPr/>
            <p:nvPr/>
          </p:nvSpPr>
          <p:spPr>
            <a:xfrm>
              <a:off x="687863" y="4556218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0"/>
                  </a:moveTo>
                  <a:lnTo>
                    <a:pt x="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52">
              <a:extLst>
                <a:ext uri="{FF2B5EF4-FFF2-40B4-BE49-F238E27FC236}">
                  <a16:creationId xmlns:a16="http://schemas.microsoft.com/office/drawing/2014/main" id="{36E73E0D-1D8B-A9D8-A3A4-34C3DCC9D2E6}"/>
                </a:ext>
              </a:extLst>
            </p:cNvPr>
            <p:cNvSpPr/>
            <p:nvPr/>
          </p:nvSpPr>
          <p:spPr>
            <a:xfrm>
              <a:off x="687863" y="4556218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0"/>
                  </a:moveTo>
                  <a:lnTo>
                    <a:pt x="345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2">
              <a:extLst>
                <a:ext uri="{FF2B5EF4-FFF2-40B4-BE49-F238E27FC236}">
                  <a16:creationId xmlns:a16="http://schemas.microsoft.com/office/drawing/2014/main" id="{F1676A24-EBC1-4B1C-62AB-2A631DF996F5}"/>
                </a:ext>
              </a:extLst>
            </p:cNvPr>
            <p:cNvSpPr/>
            <p:nvPr/>
          </p:nvSpPr>
          <p:spPr>
            <a:xfrm>
              <a:off x="687863" y="4597896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1"/>
                  </a:moveTo>
                  <a:lnTo>
                    <a:pt x="345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2">
              <a:extLst>
                <a:ext uri="{FF2B5EF4-FFF2-40B4-BE49-F238E27FC236}">
                  <a16:creationId xmlns:a16="http://schemas.microsoft.com/office/drawing/2014/main" id="{023D54A8-B54B-1817-8E59-D5DF01FB5EB0}"/>
                </a:ext>
              </a:extLst>
            </p:cNvPr>
            <p:cNvSpPr/>
            <p:nvPr/>
          </p:nvSpPr>
          <p:spPr>
            <a:xfrm>
              <a:off x="687863" y="4597896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1"/>
                  </a:moveTo>
                  <a:lnTo>
                    <a:pt x="345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2">
              <a:extLst>
                <a:ext uri="{FF2B5EF4-FFF2-40B4-BE49-F238E27FC236}">
                  <a16:creationId xmlns:a16="http://schemas.microsoft.com/office/drawing/2014/main" id="{4199AC28-0D01-AB51-A44C-21AF2DA4ED3E}"/>
                </a:ext>
              </a:extLst>
            </p:cNvPr>
            <p:cNvSpPr/>
            <p:nvPr/>
          </p:nvSpPr>
          <p:spPr>
            <a:xfrm>
              <a:off x="687863" y="463921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1"/>
                  </a:moveTo>
                  <a:lnTo>
                    <a:pt x="345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52">
              <a:extLst>
                <a:ext uri="{FF2B5EF4-FFF2-40B4-BE49-F238E27FC236}">
                  <a16:creationId xmlns:a16="http://schemas.microsoft.com/office/drawing/2014/main" id="{C9E954B0-6B5D-181A-8CD8-4942725948EE}"/>
                </a:ext>
              </a:extLst>
            </p:cNvPr>
            <p:cNvSpPr/>
            <p:nvPr/>
          </p:nvSpPr>
          <p:spPr>
            <a:xfrm>
              <a:off x="687863" y="463921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1"/>
                  </a:moveTo>
                  <a:lnTo>
                    <a:pt x="345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52">
              <a:extLst>
                <a:ext uri="{FF2B5EF4-FFF2-40B4-BE49-F238E27FC236}">
                  <a16:creationId xmlns:a16="http://schemas.microsoft.com/office/drawing/2014/main" id="{D0F0D650-B209-CA6A-89D4-756AE11F9F38}"/>
                </a:ext>
              </a:extLst>
            </p:cNvPr>
            <p:cNvSpPr/>
            <p:nvPr/>
          </p:nvSpPr>
          <p:spPr>
            <a:xfrm>
              <a:off x="687863" y="4681250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0"/>
                  </a:moveTo>
                  <a:lnTo>
                    <a:pt x="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52">
              <a:extLst>
                <a:ext uri="{FF2B5EF4-FFF2-40B4-BE49-F238E27FC236}">
                  <a16:creationId xmlns:a16="http://schemas.microsoft.com/office/drawing/2014/main" id="{4EECA9DE-3A59-F9EB-E8A3-1BAED19AF7F1}"/>
                </a:ext>
              </a:extLst>
            </p:cNvPr>
            <p:cNvSpPr/>
            <p:nvPr/>
          </p:nvSpPr>
          <p:spPr>
            <a:xfrm>
              <a:off x="687863" y="4681250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0"/>
                  </a:moveTo>
                  <a:lnTo>
                    <a:pt x="345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2">
              <a:extLst>
                <a:ext uri="{FF2B5EF4-FFF2-40B4-BE49-F238E27FC236}">
                  <a16:creationId xmlns:a16="http://schemas.microsoft.com/office/drawing/2014/main" id="{B2131572-8DDC-178B-44DA-94E034F0FD00}"/>
                </a:ext>
              </a:extLst>
            </p:cNvPr>
            <p:cNvSpPr/>
            <p:nvPr/>
          </p:nvSpPr>
          <p:spPr>
            <a:xfrm>
              <a:off x="1938184" y="4360516"/>
              <a:ext cx="100026" cy="352263"/>
            </a:xfrm>
            <a:custGeom>
              <a:avLst/>
              <a:gdLst/>
              <a:ahLst/>
              <a:cxnLst/>
              <a:rect l="l" t="t" r="r" b="b"/>
              <a:pathLst>
                <a:path w="276" h="972" extrusionOk="0">
                  <a:moveTo>
                    <a:pt x="1" y="0"/>
                  </a:moveTo>
                  <a:lnTo>
                    <a:pt x="1" y="971"/>
                  </a:lnTo>
                  <a:cubicBezTo>
                    <a:pt x="153" y="964"/>
                    <a:pt x="275" y="835"/>
                    <a:pt x="275" y="676"/>
                  </a:cubicBezTo>
                  <a:lnTo>
                    <a:pt x="275" y="295"/>
                  </a:lnTo>
                  <a:cubicBezTo>
                    <a:pt x="275" y="138"/>
                    <a:pt x="153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2">
              <a:extLst>
                <a:ext uri="{FF2B5EF4-FFF2-40B4-BE49-F238E27FC236}">
                  <a16:creationId xmlns:a16="http://schemas.microsoft.com/office/drawing/2014/main" id="{31D93F8A-1476-BD84-4C90-21BFDC59FCF5}"/>
                </a:ext>
              </a:extLst>
            </p:cNvPr>
            <p:cNvSpPr/>
            <p:nvPr/>
          </p:nvSpPr>
          <p:spPr>
            <a:xfrm>
              <a:off x="3316075" y="4303617"/>
              <a:ext cx="115610" cy="5074"/>
            </a:xfrm>
            <a:custGeom>
              <a:avLst/>
              <a:gdLst/>
              <a:ahLst/>
              <a:cxnLst/>
              <a:rect l="l" t="t" r="r" b="b"/>
              <a:pathLst>
                <a:path w="319" h="14" extrusionOk="0">
                  <a:moveTo>
                    <a:pt x="1" y="0"/>
                  </a:moveTo>
                  <a:lnTo>
                    <a:pt x="1" y="14"/>
                  </a:lnTo>
                  <a:lnTo>
                    <a:pt x="318" y="14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52">
              <a:extLst>
                <a:ext uri="{FF2B5EF4-FFF2-40B4-BE49-F238E27FC236}">
                  <a16:creationId xmlns:a16="http://schemas.microsoft.com/office/drawing/2014/main" id="{5D8775DB-A616-8F98-E2F3-C00CDB287FC8}"/>
                </a:ext>
              </a:extLst>
            </p:cNvPr>
            <p:cNvSpPr/>
            <p:nvPr/>
          </p:nvSpPr>
          <p:spPr>
            <a:xfrm>
              <a:off x="2284650" y="4308329"/>
              <a:ext cx="1467049" cy="456275"/>
            </a:xfrm>
            <a:custGeom>
              <a:avLst/>
              <a:gdLst/>
              <a:ahLst/>
              <a:cxnLst/>
              <a:rect l="l" t="t" r="r" b="b"/>
              <a:pathLst>
                <a:path w="4048" h="1259" extrusionOk="0">
                  <a:moveTo>
                    <a:pt x="0" y="1"/>
                  </a:moveTo>
                  <a:cubicBezTo>
                    <a:pt x="245" y="1"/>
                    <a:pt x="440" y="196"/>
                    <a:pt x="440" y="439"/>
                  </a:cubicBezTo>
                  <a:lnTo>
                    <a:pt x="440" y="820"/>
                  </a:lnTo>
                  <a:cubicBezTo>
                    <a:pt x="440" y="1065"/>
                    <a:pt x="245" y="1259"/>
                    <a:pt x="0" y="1259"/>
                  </a:cubicBezTo>
                  <a:lnTo>
                    <a:pt x="3609" y="1259"/>
                  </a:lnTo>
                  <a:cubicBezTo>
                    <a:pt x="3854" y="1259"/>
                    <a:pt x="4048" y="1065"/>
                    <a:pt x="4048" y="820"/>
                  </a:cubicBezTo>
                  <a:lnTo>
                    <a:pt x="4048" y="439"/>
                  </a:lnTo>
                  <a:cubicBezTo>
                    <a:pt x="4048" y="196"/>
                    <a:pt x="3854" y="1"/>
                    <a:pt x="3609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52">
              <a:extLst>
                <a:ext uri="{FF2B5EF4-FFF2-40B4-BE49-F238E27FC236}">
                  <a16:creationId xmlns:a16="http://schemas.microsoft.com/office/drawing/2014/main" id="{4A61E773-13C1-B7A2-DE25-8990DEB246D6}"/>
                </a:ext>
              </a:extLst>
            </p:cNvPr>
            <p:cNvSpPr/>
            <p:nvPr/>
          </p:nvSpPr>
          <p:spPr>
            <a:xfrm>
              <a:off x="2136424" y="4308329"/>
              <a:ext cx="308051" cy="456275"/>
            </a:xfrm>
            <a:custGeom>
              <a:avLst/>
              <a:gdLst/>
              <a:ahLst/>
              <a:cxnLst/>
              <a:rect l="l" t="t" r="r" b="b"/>
              <a:pathLst>
                <a:path w="850" h="1259" extrusionOk="0">
                  <a:moveTo>
                    <a:pt x="1" y="1"/>
                  </a:moveTo>
                  <a:cubicBezTo>
                    <a:pt x="246" y="1"/>
                    <a:pt x="439" y="196"/>
                    <a:pt x="439" y="439"/>
                  </a:cubicBezTo>
                  <a:lnTo>
                    <a:pt x="439" y="820"/>
                  </a:lnTo>
                  <a:cubicBezTo>
                    <a:pt x="439" y="1065"/>
                    <a:pt x="246" y="1259"/>
                    <a:pt x="1" y="1259"/>
                  </a:cubicBezTo>
                  <a:lnTo>
                    <a:pt x="409" y="1259"/>
                  </a:lnTo>
                  <a:cubicBezTo>
                    <a:pt x="654" y="1259"/>
                    <a:pt x="849" y="1065"/>
                    <a:pt x="849" y="820"/>
                  </a:cubicBezTo>
                  <a:lnTo>
                    <a:pt x="849" y="439"/>
                  </a:lnTo>
                  <a:cubicBezTo>
                    <a:pt x="849" y="196"/>
                    <a:pt x="654" y="1"/>
                    <a:pt x="409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52">
              <a:extLst>
                <a:ext uri="{FF2B5EF4-FFF2-40B4-BE49-F238E27FC236}">
                  <a16:creationId xmlns:a16="http://schemas.microsoft.com/office/drawing/2014/main" id="{97A1C239-CE56-F18E-868C-52F2E510EA5E}"/>
                </a:ext>
              </a:extLst>
            </p:cNvPr>
            <p:cNvSpPr/>
            <p:nvPr/>
          </p:nvSpPr>
          <p:spPr>
            <a:xfrm>
              <a:off x="1928399" y="4308329"/>
              <a:ext cx="367125" cy="456275"/>
            </a:xfrm>
            <a:custGeom>
              <a:avLst/>
              <a:gdLst/>
              <a:ahLst/>
              <a:cxnLst/>
              <a:rect l="l" t="t" r="r" b="b"/>
              <a:pathLst>
                <a:path w="1013" h="1259" extrusionOk="0">
                  <a:moveTo>
                    <a:pt x="0" y="1"/>
                  </a:moveTo>
                  <a:cubicBezTo>
                    <a:pt x="243" y="1"/>
                    <a:pt x="438" y="196"/>
                    <a:pt x="438" y="439"/>
                  </a:cubicBezTo>
                  <a:lnTo>
                    <a:pt x="438" y="820"/>
                  </a:lnTo>
                  <a:cubicBezTo>
                    <a:pt x="438" y="1065"/>
                    <a:pt x="243" y="1259"/>
                    <a:pt x="0" y="1259"/>
                  </a:cubicBezTo>
                  <a:lnTo>
                    <a:pt x="575" y="1259"/>
                  </a:lnTo>
                  <a:cubicBezTo>
                    <a:pt x="820" y="1259"/>
                    <a:pt x="1013" y="1065"/>
                    <a:pt x="1013" y="820"/>
                  </a:cubicBezTo>
                  <a:lnTo>
                    <a:pt x="1013" y="439"/>
                  </a:lnTo>
                  <a:cubicBezTo>
                    <a:pt x="1013" y="196"/>
                    <a:pt x="820" y="1"/>
                    <a:pt x="575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52">
              <a:extLst>
                <a:ext uri="{FF2B5EF4-FFF2-40B4-BE49-F238E27FC236}">
                  <a16:creationId xmlns:a16="http://schemas.microsoft.com/office/drawing/2014/main" id="{3D0DDFB4-81BB-B26B-BFA2-489C47B4AAE4}"/>
                </a:ext>
              </a:extLst>
            </p:cNvPr>
            <p:cNvSpPr/>
            <p:nvPr/>
          </p:nvSpPr>
          <p:spPr>
            <a:xfrm>
              <a:off x="622991" y="4308329"/>
              <a:ext cx="1464512" cy="456275"/>
            </a:xfrm>
            <a:custGeom>
              <a:avLst/>
              <a:gdLst/>
              <a:ahLst/>
              <a:cxnLst/>
              <a:rect l="l" t="t" r="r" b="b"/>
              <a:pathLst>
                <a:path w="4041" h="1259" extrusionOk="0">
                  <a:moveTo>
                    <a:pt x="0" y="1"/>
                  </a:moveTo>
                  <a:lnTo>
                    <a:pt x="0" y="137"/>
                  </a:lnTo>
                  <a:lnTo>
                    <a:pt x="3602" y="137"/>
                  </a:lnTo>
                  <a:cubicBezTo>
                    <a:pt x="3609" y="137"/>
                    <a:pt x="3616" y="137"/>
                    <a:pt x="3630" y="144"/>
                  </a:cubicBezTo>
                  <a:cubicBezTo>
                    <a:pt x="3782" y="153"/>
                    <a:pt x="3904" y="282"/>
                    <a:pt x="3904" y="439"/>
                  </a:cubicBezTo>
                  <a:lnTo>
                    <a:pt x="3904" y="820"/>
                  </a:lnTo>
                  <a:cubicBezTo>
                    <a:pt x="3904" y="979"/>
                    <a:pt x="3782" y="1108"/>
                    <a:pt x="3630" y="1115"/>
                  </a:cubicBezTo>
                  <a:cubicBezTo>
                    <a:pt x="3616" y="1122"/>
                    <a:pt x="3609" y="1122"/>
                    <a:pt x="3602" y="1122"/>
                  </a:cubicBezTo>
                  <a:lnTo>
                    <a:pt x="0" y="1122"/>
                  </a:lnTo>
                  <a:lnTo>
                    <a:pt x="0" y="1259"/>
                  </a:lnTo>
                  <a:lnTo>
                    <a:pt x="3602" y="1259"/>
                  </a:lnTo>
                  <a:cubicBezTo>
                    <a:pt x="3845" y="1259"/>
                    <a:pt x="4040" y="1065"/>
                    <a:pt x="4040" y="820"/>
                  </a:cubicBezTo>
                  <a:lnTo>
                    <a:pt x="4040" y="439"/>
                  </a:lnTo>
                  <a:cubicBezTo>
                    <a:pt x="4040" y="196"/>
                    <a:pt x="3845" y="1"/>
                    <a:pt x="3602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52">
              <a:extLst>
                <a:ext uri="{FF2B5EF4-FFF2-40B4-BE49-F238E27FC236}">
                  <a16:creationId xmlns:a16="http://schemas.microsoft.com/office/drawing/2014/main" id="{2FCC14E4-9A3B-1D9A-14BD-15794921A52F}"/>
                </a:ext>
              </a:extLst>
            </p:cNvPr>
            <p:cNvSpPr/>
            <p:nvPr/>
          </p:nvSpPr>
          <p:spPr>
            <a:xfrm>
              <a:off x="687863" y="4357979"/>
              <a:ext cx="362" cy="357337"/>
            </a:xfrm>
            <a:custGeom>
              <a:avLst/>
              <a:gdLst/>
              <a:ahLst/>
              <a:cxnLst/>
              <a:rect l="l" t="t" r="r" b="b"/>
              <a:pathLst>
                <a:path w="1" h="986" extrusionOk="0">
                  <a:moveTo>
                    <a:pt x="1" y="0"/>
                  </a:moveTo>
                  <a:lnTo>
                    <a:pt x="1" y="9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52">
              <a:extLst>
                <a:ext uri="{FF2B5EF4-FFF2-40B4-BE49-F238E27FC236}">
                  <a16:creationId xmlns:a16="http://schemas.microsoft.com/office/drawing/2014/main" id="{8EF90734-6A3F-01C4-2F8F-DFD3E82F480E}"/>
                </a:ext>
              </a:extLst>
            </p:cNvPr>
            <p:cNvSpPr/>
            <p:nvPr/>
          </p:nvSpPr>
          <p:spPr>
            <a:xfrm>
              <a:off x="687863" y="4357979"/>
              <a:ext cx="362" cy="357337"/>
            </a:xfrm>
            <a:custGeom>
              <a:avLst/>
              <a:gdLst/>
              <a:ahLst/>
              <a:cxnLst/>
              <a:rect l="l" t="t" r="r" b="b"/>
              <a:pathLst>
                <a:path w="1" h="986" fill="none" extrusionOk="0">
                  <a:moveTo>
                    <a:pt x="1" y="0"/>
                  </a:moveTo>
                  <a:lnTo>
                    <a:pt x="1" y="9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2">
              <a:extLst>
                <a:ext uri="{FF2B5EF4-FFF2-40B4-BE49-F238E27FC236}">
                  <a16:creationId xmlns:a16="http://schemas.microsoft.com/office/drawing/2014/main" id="{65A4A7F1-BFD7-7FAA-B122-FF8BF26FC8B6}"/>
                </a:ext>
              </a:extLst>
            </p:cNvPr>
            <p:cNvSpPr/>
            <p:nvPr/>
          </p:nvSpPr>
          <p:spPr>
            <a:xfrm>
              <a:off x="3204452" y="3482755"/>
              <a:ext cx="135905" cy="133367"/>
            </a:xfrm>
            <a:custGeom>
              <a:avLst/>
              <a:gdLst/>
              <a:ahLst/>
              <a:cxnLst/>
              <a:rect l="l" t="t" r="r" b="b"/>
              <a:pathLst>
                <a:path w="375" h="368" extrusionOk="0">
                  <a:moveTo>
                    <a:pt x="180" y="0"/>
                  </a:moveTo>
                  <a:cubicBezTo>
                    <a:pt x="159" y="7"/>
                    <a:pt x="136" y="7"/>
                    <a:pt x="136" y="7"/>
                  </a:cubicBezTo>
                  <a:cubicBezTo>
                    <a:pt x="116" y="16"/>
                    <a:pt x="116" y="16"/>
                    <a:pt x="109" y="23"/>
                  </a:cubicBezTo>
                  <a:cubicBezTo>
                    <a:pt x="102" y="23"/>
                    <a:pt x="93" y="29"/>
                    <a:pt x="86" y="29"/>
                  </a:cubicBezTo>
                  <a:cubicBezTo>
                    <a:pt x="66" y="43"/>
                    <a:pt x="59" y="50"/>
                    <a:pt x="50" y="59"/>
                  </a:cubicBezTo>
                  <a:lnTo>
                    <a:pt x="43" y="66"/>
                  </a:lnTo>
                  <a:cubicBezTo>
                    <a:pt x="43" y="66"/>
                    <a:pt x="36" y="66"/>
                    <a:pt x="36" y="73"/>
                  </a:cubicBezTo>
                  <a:lnTo>
                    <a:pt x="29" y="79"/>
                  </a:lnTo>
                  <a:cubicBezTo>
                    <a:pt x="29" y="86"/>
                    <a:pt x="23" y="86"/>
                    <a:pt x="23" y="93"/>
                  </a:cubicBezTo>
                  <a:lnTo>
                    <a:pt x="23" y="102"/>
                  </a:lnTo>
                  <a:lnTo>
                    <a:pt x="16" y="102"/>
                  </a:lnTo>
                  <a:lnTo>
                    <a:pt x="16" y="109"/>
                  </a:lnTo>
                  <a:lnTo>
                    <a:pt x="16" y="116"/>
                  </a:lnTo>
                  <a:lnTo>
                    <a:pt x="7" y="123"/>
                  </a:lnTo>
                  <a:lnTo>
                    <a:pt x="7" y="129"/>
                  </a:lnTo>
                  <a:cubicBezTo>
                    <a:pt x="7" y="136"/>
                    <a:pt x="0" y="152"/>
                    <a:pt x="0" y="166"/>
                  </a:cubicBezTo>
                  <a:cubicBezTo>
                    <a:pt x="0" y="173"/>
                    <a:pt x="0" y="180"/>
                    <a:pt x="7" y="180"/>
                  </a:cubicBezTo>
                  <a:lnTo>
                    <a:pt x="7" y="202"/>
                  </a:lnTo>
                  <a:cubicBezTo>
                    <a:pt x="23" y="252"/>
                    <a:pt x="43" y="309"/>
                    <a:pt x="59" y="368"/>
                  </a:cubicBezTo>
                  <a:lnTo>
                    <a:pt x="73" y="266"/>
                  </a:lnTo>
                  <a:lnTo>
                    <a:pt x="231" y="195"/>
                  </a:lnTo>
                  <a:lnTo>
                    <a:pt x="374" y="231"/>
                  </a:lnTo>
                  <a:lnTo>
                    <a:pt x="374" y="231"/>
                  </a:lnTo>
                  <a:lnTo>
                    <a:pt x="338" y="109"/>
                  </a:lnTo>
                  <a:cubicBezTo>
                    <a:pt x="331" y="86"/>
                    <a:pt x="324" y="79"/>
                    <a:pt x="318" y="66"/>
                  </a:cubicBezTo>
                  <a:cubicBezTo>
                    <a:pt x="309" y="50"/>
                    <a:pt x="295" y="43"/>
                    <a:pt x="295" y="36"/>
                  </a:cubicBezTo>
                  <a:cubicBezTo>
                    <a:pt x="274" y="23"/>
                    <a:pt x="245" y="7"/>
                    <a:pt x="223" y="7"/>
                  </a:cubicBezTo>
                  <a:cubicBezTo>
                    <a:pt x="216" y="7"/>
                    <a:pt x="195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52">
              <a:extLst>
                <a:ext uri="{FF2B5EF4-FFF2-40B4-BE49-F238E27FC236}">
                  <a16:creationId xmlns:a16="http://schemas.microsoft.com/office/drawing/2014/main" id="{EA2D33D0-EA41-5CA6-0B7A-0FD77E19F071}"/>
                </a:ext>
              </a:extLst>
            </p:cNvPr>
            <p:cNvSpPr/>
            <p:nvPr/>
          </p:nvSpPr>
          <p:spPr>
            <a:xfrm>
              <a:off x="3246129" y="3610324"/>
              <a:ext cx="357340" cy="1060413"/>
            </a:xfrm>
            <a:custGeom>
              <a:avLst/>
              <a:gdLst/>
              <a:ahLst/>
              <a:cxnLst/>
              <a:rect l="l" t="t" r="r" b="b"/>
              <a:pathLst>
                <a:path w="986" h="2926" extrusionOk="0">
                  <a:moveTo>
                    <a:pt x="166" y="0"/>
                  </a:moveTo>
                  <a:lnTo>
                    <a:pt x="1" y="79"/>
                  </a:lnTo>
                  <a:lnTo>
                    <a:pt x="15" y="129"/>
                  </a:lnTo>
                  <a:lnTo>
                    <a:pt x="827" y="2926"/>
                  </a:lnTo>
                  <a:lnTo>
                    <a:pt x="986" y="2855"/>
                  </a:lnTo>
                  <a:lnTo>
                    <a:pt x="194" y="109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52">
              <a:extLst>
                <a:ext uri="{FF2B5EF4-FFF2-40B4-BE49-F238E27FC236}">
                  <a16:creationId xmlns:a16="http://schemas.microsoft.com/office/drawing/2014/main" id="{049A521B-5AE7-FC27-B784-258BED47FFA5}"/>
                </a:ext>
              </a:extLst>
            </p:cNvPr>
            <p:cNvSpPr/>
            <p:nvPr/>
          </p:nvSpPr>
          <p:spPr>
            <a:xfrm>
              <a:off x="3241055" y="3638955"/>
              <a:ext cx="305152" cy="1071285"/>
            </a:xfrm>
            <a:custGeom>
              <a:avLst/>
              <a:gdLst/>
              <a:ahLst/>
              <a:cxnLst/>
              <a:rect l="l" t="t" r="r" b="b"/>
              <a:pathLst>
                <a:path w="842" h="2956" extrusionOk="0">
                  <a:moveTo>
                    <a:pt x="15" y="0"/>
                  </a:moveTo>
                  <a:lnTo>
                    <a:pt x="8" y="44"/>
                  </a:lnTo>
                  <a:lnTo>
                    <a:pt x="1" y="109"/>
                  </a:lnTo>
                  <a:lnTo>
                    <a:pt x="827" y="2955"/>
                  </a:lnTo>
                  <a:lnTo>
                    <a:pt x="841" y="2847"/>
                  </a:lnTo>
                  <a:lnTo>
                    <a:pt x="29" y="5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2">
              <a:extLst>
                <a:ext uri="{FF2B5EF4-FFF2-40B4-BE49-F238E27FC236}">
                  <a16:creationId xmlns:a16="http://schemas.microsoft.com/office/drawing/2014/main" id="{0C5588E7-C40B-8843-961D-74BC912E824C}"/>
                </a:ext>
              </a:extLst>
            </p:cNvPr>
            <p:cNvSpPr/>
            <p:nvPr/>
          </p:nvSpPr>
          <p:spPr>
            <a:xfrm>
              <a:off x="3225472" y="3578794"/>
              <a:ext cx="21020" cy="100025"/>
            </a:xfrm>
            <a:custGeom>
              <a:avLst/>
              <a:gdLst/>
              <a:ahLst/>
              <a:cxnLst/>
              <a:rect l="l" t="t" r="r" b="b"/>
              <a:pathLst>
                <a:path w="58" h="276" extrusionOk="0">
                  <a:moveTo>
                    <a:pt x="15" y="1"/>
                  </a:moveTo>
                  <a:lnTo>
                    <a:pt x="1" y="103"/>
                  </a:lnTo>
                  <a:lnTo>
                    <a:pt x="1" y="116"/>
                  </a:lnTo>
                  <a:lnTo>
                    <a:pt x="44" y="275"/>
                  </a:lnTo>
                  <a:lnTo>
                    <a:pt x="51" y="210"/>
                  </a:lnTo>
                  <a:lnTo>
                    <a:pt x="58" y="16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2">
              <a:extLst>
                <a:ext uri="{FF2B5EF4-FFF2-40B4-BE49-F238E27FC236}">
                  <a16:creationId xmlns:a16="http://schemas.microsoft.com/office/drawing/2014/main" id="{A6A77E2E-609A-FD64-BC6D-45420BE9B91A}"/>
                </a:ext>
              </a:extLst>
            </p:cNvPr>
            <p:cNvSpPr/>
            <p:nvPr/>
          </p:nvSpPr>
          <p:spPr>
            <a:xfrm>
              <a:off x="3230545" y="3553425"/>
              <a:ext cx="76107" cy="85891"/>
            </a:xfrm>
            <a:custGeom>
              <a:avLst/>
              <a:gdLst/>
              <a:ahLst/>
              <a:cxnLst/>
              <a:rect l="l" t="t" r="r" b="b"/>
              <a:pathLst>
                <a:path w="210" h="237" extrusionOk="0">
                  <a:moveTo>
                    <a:pt x="159" y="0"/>
                  </a:moveTo>
                  <a:lnTo>
                    <a:pt x="1" y="71"/>
                  </a:lnTo>
                  <a:lnTo>
                    <a:pt x="44" y="236"/>
                  </a:lnTo>
                  <a:lnTo>
                    <a:pt x="209" y="157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2">
              <a:extLst>
                <a:ext uri="{FF2B5EF4-FFF2-40B4-BE49-F238E27FC236}">
                  <a16:creationId xmlns:a16="http://schemas.microsoft.com/office/drawing/2014/main" id="{E7BD015A-5A5C-9269-B59C-A672B9BD5187}"/>
                </a:ext>
              </a:extLst>
            </p:cNvPr>
            <p:cNvSpPr/>
            <p:nvPr/>
          </p:nvSpPr>
          <p:spPr>
            <a:xfrm>
              <a:off x="3306290" y="3610324"/>
              <a:ext cx="349004" cy="1044829"/>
            </a:xfrm>
            <a:custGeom>
              <a:avLst/>
              <a:gdLst/>
              <a:ahLst/>
              <a:cxnLst/>
              <a:rect l="l" t="t" r="r" b="b"/>
              <a:pathLst>
                <a:path w="963" h="2883" extrusionOk="0">
                  <a:moveTo>
                    <a:pt x="0" y="0"/>
                  </a:moveTo>
                  <a:lnTo>
                    <a:pt x="28" y="109"/>
                  </a:lnTo>
                  <a:lnTo>
                    <a:pt x="820" y="2855"/>
                  </a:lnTo>
                  <a:lnTo>
                    <a:pt x="963" y="2883"/>
                  </a:lnTo>
                  <a:lnTo>
                    <a:pt x="144" y="36"/>
                  </a:lnTo>
                  <a:lnTo>
                    <a:pt x="114" y="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2">
              <a:extLst>
                <a:ext uri="{FF2B5EF4-FFF2-40B4-BE49-F238E27FC236}">
                  <a16:creationId xmlns:a16="http://schemas.microsoft.com/office/drawing/2014/main" id="{089E3387-A14E-683E-F229-FE72589E9B29}"/>
                </a:ext>
              </a:extLst>
            </p:cNvPr>
            <p:cNvSpPr/>
            <p:nvPr/>
          </p:nvSpPr>
          <p:spPr>
            <a:xfrm>
              <a:off x="3288169" y="3553425"/>
              <a:ext cx="70308" cy="70308"/>
            </a:xfrm>
            <a:custGeom>
              <a:avLst/>
              <a:gdLst/>
              <a:ahLst/>
              <a:cxnLst/>
              <a:rect l="l" t="t" r="r" b="b"/>
              <a:pathLst>
                <a:path w="194" h="194" extrusionOk="0">
                  <a:moveTo>
                    <a:pt x="0" y="0"/>
                  </a:moveTo>
                  <a:lnTo>
                    <a:pt x="50" y="157"/>
                  </a:lnTo>
                  <a:lnTo>
                    <a:pt x="164" y="186"/>
                  </a:lnTo>
                  <a:lnTo>
                    <a:pt x="194" y="193"/>
                  </a:lnTo>
                  <a:lnTo>
                    <a:pt x="194" y="193"/>
                  </a:lnTo>
                  <a:lnTo>
                    <a:pt x="143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2">
              <a:extLst>
                <a:ext uri="{FF2B5EF4-FFF2-40B4-BE49-F238E27FC236}">
                  <a16:creationId xmlns:a16="http://schemas.microsoft.com/office/drawing/2014/main" id="{353CACB3-FE0D-1653-F719-FEF6BDF79C3E}"/>
                </a:ext>
              </a:extLst>
            </p:cNvPr>
            <p:cNvSpPr/>
            <p:nvPr/>
          </p:nvSpPr>
          <p:spPr>
            <a:xfrm>
              <a:off x="3595132" y="4770041"/>
              <a:ext cx="62698" cy="81905"/>
            </a:xfrm>
            <a:custGeom>
              <a:avLst/>
              <a:gdLst/>
              <a:ahLst/>
              <a:cxnLst/>
              <a:rect l="l" t="t" r="r" b="b"/>
              <a:pathLst>
                <a:path w="173" h="226" extrusionOk="0">
                  <a:moveTo>
                    <a:pt x="126" y="0"/>
                  </a:moveTo>
                  <a:cubicBezTo>
                    <a:pt x="91" y="0"/>
                    <a:pt x="41" y="12"/>
                    <a:pt x="0" y="64"/>
                  </a:cubicBezTo>
                  <a:cubicBezTo>
                    <a:pt x="50" y="129"/>
                    <a:pt x="93" y="186"/>
                    <a:pt x="102" y="200"/>
                  </a:cubicBezTo>
                  <a:cubicBezTo>
                    <a:pt x="116" y="218"/>
                    <a:pt x="131" y="226"/>
                    <a:pt x="143" y="226"/>
                  </a:cubicBezTo>
                  <a:cubicBezTo>
                    <a:pt x="160" y="226"/>
                    <a:pt x="173" y="209"/>
                    <a:pt x="173" y="180"/>
                  </a:cubicBezTo>
                  <a:lnTo>
                    <a:pt x="173" y="7"/>
                  </a:lnTo>
                  <a:cubicBezTo>
                    <a:pt x="173" y="7"/>
                    <a:pt x="154" y="0"/>
                    <a:pt x="126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2">
              <a:extLst>
                <a:ext uri="{FF2B5EF4-FFF2-40B4-BE49-F238E27FC236}">
                  <a16:creationId xmlns:a16="http://schemas.microsoft.com/office/drawing/2014/main" id="{CF234CE2-7AA1-CC05-8A87-4EF818B2C3F7}"/>
                </a:ext>
              </a:extLst>
            </p:cNvPr>
            <p:cNvSpPr/>
            <p:nvPr/>
          </p:nvSpPr>
          <p:spPr>
            <a:xfrm>
              <a:off x="3540770" y="4645009"/>
              <a:ext cx="117060" cy="148226"/>
            </a:xfrm>
            <a:custGeom>
              <a:avLst/>
              <a:gdLst/>
              <a:ahLst/>
              <a:cxnLst/>
              <a:rect l="l" t="t" r="r" b="b"/>
              <a:pathLst>
                <a:path w="323" h="409" extrusionOk="0">
                  <a:moveTo>
                    <a:pt x="173" y="0"/>
                  </a:moveTo>
                  <a:lnTo>
                    <a:pt x="14" y="71"/>
                  </a:lnTo>
                  <a:lnTo>
                    <a:pt x="0" y="179"/>
                  </a:lnTo>
                  <a:cubicBezTo>
                    <a:pt x="0" y="179"/>
                    <a:pt x="80" y="302"/>
                    <a:pt x="150" y="409"/>
                  </a:cubicBezTo>
                  <a:cubicBezTo>
                    <a:pt x="191" y="357"/>
                    <a:pt x="241" y="345"/>
                    <a:pt x="276" y="345"/>
                  </a:cubicBezTo>
                  <a:cubicBezTo>
                    <a:pt x="304" y="345"/>
                    <a:pt x="323" y="352"/>
                    <a:pt x="323" y="352"/>
                  </a:cubicBezTo>
                  <a:cubicBezTo>
                    <a:pt x="323" y="207"/>
                    <a:pt x="316" y="28"/>
                    <a:pt x="316" y="28"/>
                  </a:cubicBez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2">
              <a:extLst>
                <a:ext uri="{FF2B5EF4-FFF2-40B4-BE49-F238E27FC236}">
                  <a16:creationId xmlns:a16="http://schemas.microsoft.com/office/drawing/2014/main" id="{8801B14D-E0C1-80E5-2D01-F5AFA5625001}"/>
                </a:ext>
              </a:extLst>
            </p:cNvPr>
            <p:cNvSpPr/>
            <p:nvPr/>
          </p:nvSpPr>
          <p:spPr>
            <a:xfrm>
              <a:off x="3595132" y="4792873"/>
              <a:ext cx="362" cy="36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2">
              <a:extLst>
                <a:ext uri="{FF2B5EF4-FFF2-40B4-BE49-F238E27FC236}">
                  <a16:creationId xmlns:a16="http://schemas.microsoft.com/office/drawing/2014/main" id="{F9C04891-B661-5446-1054-5039E8EF7463}"/>
                </a:ext>
              </a:extLst>
            </p:cNvPr>
            <p:cNvSpPr/>
            <p:nvPr/>
          </p:nvSpPr>
          <p:spPr>
            <a:xfrm>
              <a:off x="1592081" y="1771810"/>
              <a:ext cx="649082" cy="200775"/>
            </a:xfrm>
            <a:custGeom>
              <a:avLst/>
              <a:gdLst/>
              <a:ahLst/>
              <a:cxnLst/>
              <a:rect l="l" t="t" r="r" b="b"/>
              <a:pathLst>
                <a:path w="1791" h="554" extrusionOk="0">
                  <a:moveTo>
                    <a:pt x="837" y="1"/>
                  </a:moveTo>
                  <a:cubicBezTo>
                    <a:pt x="532" y="1"/>
                    <a:pt x="241" y="118"/>
                    <a:pt x="36" y="351"/>
                  </a:cubicBezTo>
                  <a:cubicBezTo>
                    <a:pt x="0" y="395"/>
                    <a:pt x="7" y="467"/>
                    <a:pt x="57" y="517"/>
                  </a:cubicBezTo>
                  <a:cubicBezTo>
                    <a:pt x="86" y="539"/>
                    <a:pt x="119" y="549"/>
                    <a:pt x="149" y="549"/>
                  </a:cubicBezTo>
                  <a:cubicBezTo>
                    <a:pt x="179" y="549"/>
                    <a:pt x="208" y="539"/>
                    <a:pt x="230" y="517"/>
                  </a:cubicBezTo>
                  <a:cubicBezTo>
                    <a:pt x="392" y="330"/>
                    <a:pt x="624" y="236"/>
                    <a:pt x="868" y="236"/>
                  </a:cubicBezTo>
                  <a:cubicBezTo>
                    <a:pt x="1113" y="236"/>
                    <a:pt x="1370" y="330"/>
                    <a:pt x="1582" y="517"/>
                  </a:cubicBezTo>
                  <a:cubicBezTo>
                    <a:pt x="1610" y="538"/>
                    <a:pt x="1639" y="553"/>
                    <a:pt x="1675" y="553"/>
                  </a:cubicBezTo>
                  <a:cubicBezTo>
                    <a:pt x="1704" y="553"/>
                    <a:pt x="1732" y="538"/>
                    <a:pt x="1755" y="517"/>
                  </a:cubicBezTo>
                  <a:cubicBezTo>
                    <a:pt x="1791" y="467"/>
                    <a:pt x="1782" y="395"/>
                    <a:pt x="1725" y="351"/>
                  </a:cubicBezTo>
                  <a:cubicBezTo>
                    <a:pt x="1463" y="118"/>
                    <a:pt x="1143" y="1"/>
                    <a:pt x="83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2">
              <a:extLst>
                <a:ext uri="{FF2B5EF4-FFF2-40B4-BE49-F238E27FC236}">
                  <a16:creationId xmlns:a16="http://schemas.microsoft.com/office/drawing/2014/main" id="{87B2B74F-796D-4D56-9753-3450683CD24E}"/>
                </a:ext>
              </a:extLst>
            </p:cNvPr>
            <p:cNvSpPr/>
            <p:nvPr/>
          </p:nvSpPr>
          <p:spPr>
            <a:xfrm>
              <a:off x="1693918" y="1914238"/>
              <a:ext cx="471500" cy="164534"/>
            </a:xfrm>
            <a:custGeom>
              <a:avLst/>
              <a:gdLst/>
              <a:ahLst/>
              <a:cxnLst/>
              <a:rect l="l" t="t" r="r" b="b"/>
              <a:pathLst>
                <a:path w="1301" h="454" extrusionOk="0">
                  <a:moveTo>
                    <a:pt x="614" y="1"/>
                  </a:moveTo>
                  <a:cubicBezTo>
                    <a:pt x="395" y="1"/>
                    <a:pt x="187" y="83"/>
                    <a:pt x="43" y="246"/>
                  </a:cubicBezTo>
                  <a:cubicBezTo>
                    <a:pt x="0" y="297"/>
                    <a:pt x="14" y="367"/>
                    <a:pt x="64" y="419"/>
                  </a:cubicBezTo>
                  <a:cubicBezTo>
                    <a:pt x="89" y="441"/>
                    <a:pt x="121" y="451"/>
                    <a:pt x="153" y="451"/>
                  </a:cubicBezTo>
                  <a:cubicBezTo>
                    <a:pt x="184" y="451"/>
                    <a:pt x="215" y="441"/>
                    <a:pt x="237" y="419"/>
                  </a:cubicBezTo>
                  <a:cubicBezTo>
                    <a:pt x="338" y="300"/>
                    <a:pt x="485" y="240"/>
                    <a:pt x="640" y="240"/>
                  </a:cubicBezTo>
                  <a:cubicBezTo>
                    <a:pt x="796" y="240"/>
                    <a:pt x="959" y="300"/>
                    <a:pt x="1092" y="419"/>
                  </a:cubicBezTo>
                  <a:cubicBezTo>
                    <a:pt x="1122" y="440"/>
                    <a:pt x="1149" y="454"/>
                    <a:pt x="1185" y="454"/>
                  </a:cubicBezTo>
                  <a:cubicBezTo>
                    <a:pt x="1215" y="454"/>
                    <a:pt x="1242" y="440"/>
                    <a:pt x="1265" y="419"/>
                  </a:cubicBezTo>
                  <a:cubicBezTo>
                    <a:pt x="1301" y="367"/>
                    <a:pt x="1294" y="297"/>
                    <a:pt x="1242" y="246"/>
                  </a:cubicBezTo>
                  <a:cubicBezTo>
                    <a:pt x="1057" y="82"/>
                    <a:pt x="830" y="1"/>
                    <a:pt x="614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2">
              <a:extLst>
                <a:ext uri="{FF2B5EF4-FFF2-40B4-BE49-F238E27FC236}">
                  <a16:creationId xmlns:a16="http://schemas.microsoft.com/office/drawing/2014/main" id="{740D7B34-C17F-D4D7-90B9-95A24387A3C7}"/>
                </a:ext>
              </a:extLst>
            </p:cNvPr>
            <p:cNvSpPr/>
            <p:nvPr/>
          </p:nvSpPr>
          <p:spPr>
            <a:xfrm>
              <a:off x="1797568" y="2057028"/>
              <a:ext cx="295004" cy="128656"/>
            </a:xfrm>
            <a:custGeom>
              <a:avLst/>
              <a:gdLst/>
              <a:ahLst/>
              <a:cxnLst/>
              <a:rect l="l" t="t" r="r" b="b"/>
              <a:pathLst>
                <a:path w="814" h="355" extrusionOk="0">
                  <a:moveTo>
                    <a:pt x="375" y="1"/>
                  </a:moveTo>
                  <a:cubicBezTo>
                    <a:pt x="247" y="1"/>
                    <a:pt x="127" y="49"/>
                    <a:pt x="44" y="146"/>
                  </a:cubicBezTo>
                  <a:cubicBezTo>
                    <a:pt x="1" y="198"/>
                    <a:pt x="8" y="268"/>
                    <a:pt x="66" y="318"/>
                  </a:cubicBezTo>
                  <a:cubicBezTo>
                    <a:pt x="91" y="340"/>
                    <a:pt x="124" y="351"/>
                    <a:pt x="154" y="351"/>
                  </a:cubicBezTo>
                  <a:cubicBezTo>
                    <a:pt x="185" y="351"/>
                    <a:pt x="214" y="340"/>
                    <a:pt x="232" y="318"/>
                  </a:cubicBezTo>
                  <a:cubicBezTo>
                    <a:pt x="275" y="268"/>
                    <a:pt x="337" y="243"/>
                    <a:pt x="405" y="243"/>
                  </a:cubicBezTo>
                  <a:cubicBezTo>
                    <a:pt x="472" y="243"/>
                    <a:pt x="543" y="268"/>
                    <a:pt x="604" y="318"/>
                  </a:cubicBezTo>
                  <a:cubicBezTo>
                    <a:pt x="627" y="341"/>
                    <a:pt x="663" y="354"/>
                    <a:pt x="691" y="354"/>
                  </a:cubicBezTo>
                  <a:cubicBezTo>
                    <a:pt x="720" y="354"/>
                    <a:pt x="749" y="341"/>
                    <a:pt x="770" y="318"/>
                  </a:cubicBezTo>
                  <a:cubicBezTo>
                    <a:pt x="813" y="268"/>
                    <a:pt x="799" y="198"/>
                    <a:pt x="749" y="146"/>
                  </a:cubicBezTo>
                  <a:cubicBezTo>
                    <a:pt x="637" y="49"/>
                    <a:pt x="502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2">
              <a:extLst>
                <a:ext uri="{FF2B5EF4-FFF2-40B4-BE49-F238E27FC236}">
                  <a16:creationId xmlns:a16="http://schemas.microsoft.com/office/drawing/2014/main" id="{4BF81630-33C6-7847-EE4E-C53578F68C75}"/>
                </a:ext>
              </a:extLst>
            </p:cNvPr>
            <p:cNvSpPr/>
            <p:nvPr/>
          </p:nvSpPr>
          <p:spPr>
            <a:xfrm>
              <a:off x="1904480" y="2206704"/>
              <a:ext cx="109811" cy="98938"/>
            </a:xfrm>
            <a:custGeom>
              <a:avLst/>
              <a:gdLst/>
              <a:ahLst/>
              <a:cxnLst/>
              <a:rect l="l" t="t" r="r" b="b"/>
              <a:pathLst>
                <a:path w="303" h="273" extrusionOk="0">
                  <a:moveTo>
                    <a:pt x="137" y="0"/>
                  </a:moveTo>
                  <a:cubicBezTo>
                    <a:pt x="58" y="0"/>
                    <a:pt x="1" y="57"/>
                    <a:pt x="14" y="136"/>
                  </a:cubicBezTo>
                  <a:cubicBezTo>
                    <a:pt x="23" y="216"/>
                    <a:pt x="94" y="273"/>
                    <a:pt x="173" y="273"/>
                  </a:cubicBezTo>
                  <a:cubicBezTo>
                    <a:pt x="246" y="273"/>
                    <a:pt x="303" y="216"/>
                    <a:pt x="296" y="136"/>
                  </a:cubicBezTo>
                  <a:cubicBezTo>
                    <a:pt x="282" y="57"/>
                    <a:pt x="209" y="0"/>
                    <a:pt x="137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52">
              <a:extLst>
                <a:ext uri="{FF2B5EF4-FFF2-40B4-BE49-F238E27FC236}">
                  <a16:creationId xmlns:a16="http://schemas.microsoft.com/office/drawing/2014/main" id="{E463026E-DED4-0BCD-F182-6FCFC2191D91}"/>
                </a:ext>
              </a:extLst>
            </p:cNvPr>
            <p:cNvSpPr/>
            <p:nvPr/>
          </p:nvSpPr>
          <p:spPr>
            <a:xfrm>
              <a:off x="840335" y="177179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2">
              <a:extLst>
                <a:ext uri="{FF2B5EF4-FFF2-40B4-BE49-F238E27FC236}">
                  <a16:creationId xmlns:a16="http://schemas.microsoft.com/office/drawing/2014/main" id="{082D50E2-C02B-E918-6BB0-3EC9A15C8CD1}"/>
                </a:ext>
              </a:extLst>
            </p:cNvPr>
            <p:cNvSpPr/>
            <p:nvPr/>
          </p:nvSpPr>
          <p:spPr>
            <a:xfrm>
              <a:off x="2600952" y="1961667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52">
              <a:extLst>
                <a:ext uri="{FF2B5EF4-FFF2-40B4-BE49-F238E27FC236}">
                  <a16:creationId xmlns:a16="http://schemas.microsoft.com/office/drawing/2014/main" id="{59D1EB21-5896-3671-7D4D-B6AACECB1833}"/>
                </a:ext>
              </a:extLst>
            </p:cNvPr>
            <p:cNvSpPr/>
            <p:nvPr/>
          </p:nvSpPr>
          <p:spPr>
            <a:xfrm>
              <a:off x="3931190" y="430429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52">
              <a:extLst>
                <a:ext uri="{FF2B5EF4-FFF2-40B4-BE49-F238E27FC236}">
                  <a16:creationId xmlns:a16="http://schemas.microsoft.com/office/drawing/2014/main" id="{0D24F925-292B-1A4B-350B-BB728003065E}"/>
                </a:ext>
              </a:extLst>
            </p:cNvPr>
            <p:cNvSpPr/>
            <p:nvPr/>
          </p:nvSpPr>
          <p:spPr>
            <a:xfrm>
              <a:off x="3931210" y="3881678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1AD6F8F-865C-99D7-258B-B9F5145F01A2}"/>
              </a:ext>
            </a:extLst>
          </p:cNvPr>
          <p:cNvSpPr txBox="1"/>
          <p:nvPr/>
        </p:nvSpPr>
        <p:spPr>
          <a:xfrm>
            <a:off x="331191" y="1258168"/>
            <a:ext cx="4770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lbert Sans" panose="020B0604020202020204" charset="0"/>
              </a:rPr>
              <a:t>O </a:t>
            </a:r>
            <a:r>
              <a:rPr lang="pt-BR" b="1" dirty="0">
                <a:solidFill>
                  <a:schemeClr val="tx2"/>
                </a:solidFill>
                <a:latin typeface="Albert Sans" panose="020B0604020202020204" charset="0"/>
              </a:rPr>
              <a:t>ecossistema educacional </a:t>
            </a:r>
            <a:r>
              <a:rPr lang="pt-BR" dirty="0">
                <a:latin typeface="Albert Sans" panose="020B0604020202020204" charset="0"/>
              </a:rPr>
              <a:t>brasileiro abriga dezenas de milhões de estudantes em busca de desenvolvimento, mas esbarra na barreira da desinformação.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B7ED2-8FCD-65CE-7B60-D17F83673817}"/>
              </a:ext>
            </a:extLst>
          </p:cNvPr>
          <p:cNvSpPr txBox="1"/>
          <p:nvPr/>
        </p:nvSpPr>
        <p:spPr>
          <a:xfrm>
            <a:off x="331190" y="2263148"/>
            <a:ext cx="44378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lbert Sans" panose="020B0604020202020204" charset="0"/>
              </a:rPr>
              <a:t>Atualmente, o acesso a informações sobre programas educacionais e benefícios governamentais é </a:t>
            </a:r>
            <a:r>
              <a:rPr lang="pt-BR" b="1" dirty="0">
                <a:solidFill>
                  <a:schemeClr val="tx2"/>
                </a:solidFill>
                <a:latin typeface="Albert Sans" panose="020B0604020202020204" charset="0"/>
              </a:rPr>
              <a:t>altamente fragmentado. 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CAB3C333-C92B-387F-0492-8DED36812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90" y="3052685"/>
            <a:ext cx="4437813" cy="1024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bert Sans" panose="020B0604020202020204" charset="0"/>
              </a:rPr>
              <a:t>A divulgação online é dominada pelo tráfego pago e pelo marketing, criando uma por atenção.</a:t>
            </a:r>
            <a:r>
              <a:rPr lang="pt-BR" altLang="pt-BR" b="1" dirty="0">
                <a:solidFill>
                  <a:schemeClr val="tx2"/>
                </a:solidFill>
                <a:latin typeface="Albert Sans" panose="020B0604020202020204" charset="0"/>
              </a:rPr>
              <a:t> competição desigual 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lbert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959A49-5166-70A8-B01D-C0C4EA94C6E7}"/>
              </a:ext>
            </a:extLst>
          </p:cNvPr>
          <p:cNvSpPr txBox="1"/>
          <p:nvPr/>
        </p:nvSpPr>
        <p:spPr>
          <a:xfrm>
            <a:off x="331190" y="3871681"/>
            <a:ext cx="40350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lbert Sans" panose="020B0604020202020204" charset="0"/>
              </a:rPr>
              <a:t>Como resultado direto, muitos recursos de qualidade </a:t>
            </a:r>
            <a:r>
              <a:rPr lang="pt-BR" b="1" dirty="0">
                <a:solidFill>
                  <a:schemeClr val="tx2"/>
                </a:solidFill>
                <a:latin typeface="Albert Sans" panose="020B0604020202020204" charset="0"/>
              </a:rPr>
              <a:t>permanecem desconhecidos </a:t>
            </a:r>
            <a:r>
              <a:rPr lang="pt-BR" dirty="0">
                <a:latin typeface="Albert Sans" panose="020B0604020202020204" charset="0"/>
              </a:rPr>
              <a:t>ou mal divulgados, o que dificulta a inclusão de estudantes.</a:t>
            </a:r>
          </a:p>
        </p:txBody>
      </p:sp>
      <p:grpSp>
        <p:nvGrpSpPr>
          <p:cNvPr id="17" name="Google Shape;9030;p73">
            <a:extLst>
              <a:ext uri="{FF2B5EF4-FFF2-40B4-BE49-F238E27FC236}">
                <a16:creationId xmlns:a16="http://schemas.microsoft.com/office/drawing/2014/main" id="{B9644F1D-B743-BA03-4460-89D0D2191763}"/>
              </a:ext>
            </a:extLst>
          </p:cNvPr>
          <p:cNvGrpSpPr/>
          <p:nvPr/>
        </p:nvGrpSpPr>
        <p:grpSpPr>
          <a:xfrm>
            <a:off x="5869204" y="3052685"/>
            <a:ext cx="739752" cy="841285"/>
            <a:chOff x="6114531" y="2022823"/>
            <a:chExt cx="354316" cy="402947"/>
          </a:xfrm>
        </p:grpSpPr>
        <p:sp>
          <p:nvSpPr>
            <p:cNvPr id="18" name="Google Shape;9031;p73">
              <a:extLst>
                <a:ext uri="{FF2B5EF4-FFF2-40B4-BE49-F238E27FC236}">
                  <a16:creationId xmlns:a16="http://schemas.microsoft.com/office/drawing/2014/main" id="{901B0E03-4F64-2971-266B-B41224738A88}"/>
                </a:ext>
              </a:extLst>
            </p:cNvPr>
            <p:cNvSpPr/>
            <p:nvPr/>
          </p:nvSpPr>
          <p:spPr>
            <a:xfrm>
              <a:off x="6397753" y="2117506"/>
              <a:ext cx="23567" cy="23567"/>
            </a:xfrm>
            <a:custGeom>
              <a:avLst/>
              <a:gdLst/>
              <a:ahLst/>
              <a:cxnLst/>
              <a:rect l="l" t="t" r="r" b="b"/>
              <a:pathLst>
                <a:path w="1024" h="1024" extrusionOk="0">
                  <a:moveTo>
                    <a:pt x="512" y="1"/>
                  </a:moveTo>
                  <a:cubicBezTo>
                    <a:pt x="231" y="1"/>
                    <a:pt x="1" y="215"/>
                    <a:pt x="1" y="512"/>
                  </a:cubicBezTo>
                  <a:cubicBezTo>
                    <a:pt x="1" y="793"/>
                    <a:pt x="231" y="1023"/>
                    <a:pt x="512" y="1023"/>
                  </a:cubicBezTo>
                  <a:cubicBezTo>
                    <a:pt x="793" y="1023"/>
                    <a:pt x="1023" y="793"/>
                    <a:pt x="1023" y="512"/>
                  </a:cubicBezTo>
                  <a:cubicBezTo>
                    <a:pt x="1023" y="215"/>
                    <a:pt x="793" y="1"/>
                    <a:pt x="5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032;p73">
              <a:extLst>
                <a:ext uri="{FF2B5EF4-FFF2-40B4-BE49-F238E27FC236}">
                  <a16:creationId xmlns:a16="http://schemas.microsoft.com/office/drawing/2014/main" id="{65887D0F-A717-5DA4-DC92-1E1844D51263}"/>
                </a:ext>
              </a:extLst>
            </p:cNvPr>
            <p:cNvSpPr/>
            <p:nvPr/>
          </p:nvSpPr>
          <p:spPr>
            <a:xfrm>
              <a:off x="6161689" y="2117506"/>
              <a:ext cx="24005" cy="23567"/>
            </a:xfrm>
            <a:custGeom>
              <a:avLst/>
              <a:gdLst/>
              <a:ahLst/>
              <a:cxnLst/>
              <a:rect l="l" t="t" r="r" b="b"/>
              <a:pathLst>
                <a:path w="1043" h="1024" extrusionOk="0">
                  <a:moveTo>
                    <a:pt x="511" y="1"/>
                  </a:moveTo>
                  <a:cubicBezTo>
                    <a:pt x="230" y="1"/>
                    <a:pt x="0" y="215"/>
                    <a:pt x="0" y="512"/>
                  </a:cubicBezTo>
                  <a:cubicBezTo>
                    <a:pt x="0" y="793"/>
                    <a:pt x="230" y="1023"/>
                    <a:pt x="511" y="1023"/>
                  </a:cubicBezTo>
                  <a:cubicBezTo>
                    <a:pt x="809" y="1023"/>
                    <a:pt x="1043" y="793"/>
                    <a:pt x="1043" y="512"/>
                  </a:cubicBezTo>
                  <a:cubicBezTo>
                    <a:pt x="1043" y="215"/>
                    <a:pt x="809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033;p73">
              <a:extLst>
                <a:ext uri="{FF2B5EF4-FFF2-40B4-BE49-F238E27FC236}">
                  <a16:creationId xmlns:a16="http://schemas.microsoft.com/office/drawing/2014/main" id="{67436B96-1D7B-E42B-E15C-BEB7170E0A23}"/>
                </a:ext>
              </a:extLst>
            </p:cNvPr>
            <p:cNvSpPr/>
            <p:nvPr/>
          </p:nvSpPr>
          <p:spPr>
            <a:xfrm>
              <a:off x="6209215" y="2022823"/>
              <a:ext cx="164949" cy="200714"/>
            </a:xfrm>
            <a:custGeom>
              <a:avLst/>
              <a:gdLst/>
              <a:ahLst/>
              <a:cxnLst/>
              <a:rect l="l" t="t" r="r" b="b"/>
              <a:pathLst>
                <a:path w="7167" h="8721" extrusionOk="0">
                  <a:moveTo>
                    <a:pt x="3583" y="1023"/>
                  </a:moveTo>
                  <a:cubicBezTo>
                    <a:pt x="4146" y="1023"/>
                    <a:pt x="4606" y="1487"/>
                    <a:pt x="4606" y="2050"/>
                  </a:cubicBezTo>
                  <a:cubicBezTo>
                    <a:pt x="4606" y="2628"/>
                    <a:pt x="4146" y="3072"/>
                    <a:pt x="3583" y="3072"/>
                  </a:cubicBezTo>
                  <a:cubicBezTo>
                    <a:pt x="3020" y="3072"/>
                    <a:pt x="2561" y="2628"/>
                    <a:pt x="2561" y="2050"/>
                  </a:cubicBezTo>
                  <a:cubicBezTo>
                    <a:pt x="2561" y="1487"/>
                    <a:pt x="3020" y="1023"/>
                    <a:pt x="3583" y="1023"/>
                  </a:cubicBezTo>
                  <a:close/>
                  <a:moveTo>
                    <a:pt x="3583" y="4115"/>
                  </a:moveTo>
                  <a:cubicBezTo>
                    <a:pt x="4986" y="4115"/>
                    <a:pt x="6144" y="5252"/>
                    <a:pt x="6144" y="6671"/>
                  </a:cubicBezTo>
                  <a:lnTo>
                    <a:pt x="6144" y="7186"/>
                  </a:lnTo>
                  <a:lnTo>
                    <a:pt x="1023" y="7186"/>
                  </a:lnTo>
                  <a:lnTo>
                    <a:pt x="1023" y="6671"/>
                  </a:lnTo>
                  <a:cubicBezTo>
                    <a:pt x="1023" y="5252"/>
                    <a:pt x="2164" y="4115"/>
                    <a:pt x="3583" y="4115"/>
                  </a:cubicBezTo>
                  <a:close/>
                  <a:moveTo>
                    <a:pt x="3583" y="1"/>
                  </a:moveTo>
                  <a:cubicBezTo>
                    <a:pt x="2446" y="1"/>
                    <a:pt x="1534" y="924"/>
                    <a:pt x="1534" y="2050"/>
                  </a:cubicBezTo>
                  <a:cubicBezTo>
                    <a:pt x="1534" y="2577"/>
                    <a:pt x="1732" y="3056"/>
                    <a:pt x="2049" y="3421"/>
                  </a:cubicBezTo>
                  <a:cubicBezTo>
                    <a:pt x="840" y="3996"/>
                    <a:pt x="0" y="5236"/>
                    <a:pt x="0" y="6671"/>
                  </a:cubicBezTo>
                  <a:lnTo>
                    <a:pt x="0" y="7698"/>
                  </a:lnTo>
                  <a:cubicBezTo>
                    <a:pt x="0" y="7761"/>
                    <a:pt x="0" y="7745"/>
                    <a:pt x="99" y="8292"/>
                  </a:cubicBezTo>
                  <a:cubicBezTo>
                    <a:pt x="147" y="8538"/>
                    <a:pt x="365" y="8704"/>
                    <a:pt x="611" y="8704"/>
                  </a:cubicBezTo>
                  <a:cubicBezTo>
                    <a:pt x="892" y="8704"/>
                    <a:pt x="1106" y="8490"/>
                    <a:pt x="1122" y="8209"/>
                  </a:cubicBezTo>
                  <a:lnTo>
                    <a:pt x="3072" y="8209"/>
                  </a:lnTo>
                  <a:cubicBezTo>
                    <a:pt x="3072" y="8490"/>
                    <a:pt x="3302" y="8720"/>
                    <a:pt x="3583" y="8720"/>
                  </a:cubicBezTo>
                  <a:cubicBezTo>
                    <a:pt x="3865" y="8720"/>
                    <a:pt x="4094" y="8490"/>
                    <a:pt x="4094" y="8209"/>
                  </a:cubicBezTo>
                  <a:lnTo>
                    <a:pt x="6045" y="8209"/>
                  </a:lnTo>
                  <a:cubicBezTo>
                    <a:pt x="6045" y="8490"/>
                    <a:pt x="6274" y="8704"/>
                    <a:pt x="6556" y="8704"/>
                  </a:cubicBezTo>
                  <a:cubicBezTo>
                    <a:pt x="6806" y="8704"/>
                    <a:pt x="7020" y="8538"/>
                    <a:pt x="7051" y="8292"/>
                  </a:cubicBezTo>
                  <a:cubicBezTo>
                    <a:pt x="7103" y="8078"/>
                    <a:pt x="7166" y="7797"/>
                    <a:pt x="7166" y="7698"/>
                  </a:cubicBezTo>
                  <a:lnTo>
                    <a:pt x="7166" y="6671"/>
                  </a:lnTo>
                  <a:cubicBezTo>
                    <a:pt x="7166" y="5236"/>
                    <a:pt x="6326" y="3996"/>
                    <a:pt x="5101" y="3421"/>
                  </a:cubicBezTo>
                  <a:cubicBezTo>
                    <a:pt x="5434" y="3056"/>
                    <a:pt x="5632" y="2577"/>
                    <a:pt x="5632" y="2050"/>
                  </a:cubicBezTo>
                  <a:cubicBezTo>
                    <a:pt x="5632" y="924"/>
                    <a:pt x="4705" y="1"/>
                    <a:pt x="35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034;p73">
              <a:extLst>
                <a:ext uri="{FF2B5EF4-FFF2-40B4-BE49-F238E27FC236}">
                  <a16:creationId xmlns:a16="http://schemas.microsoft.com/office/drawing/2014/main" id="{76169293-717F-76D9-3E30-CC60C1CB1701}"/>
                </a:ext>
              </a:extLst>
            </p:cNvPr>
            <p:cNvSpPr/>
            <p:nvPr/>
          </p:nvSpPr>
          <p:spPr>
            <a:xfrm>
              <a:off x="6218329" y="2240337"/>
              <a:ext cx="28493" cy="37123"/>
            </a:xfrm>
            <a:custGeom>
              <a:avLst/>
              <a:gdLst/>
              <a:ahLst/>
              <a:cxnLst/>
              <a:rect l="l" t="t" r="r" b="b"/>
              <a:pathLst>
                <a:path w="1238" h="1613" extrusionOk="0">
                  <a:moveTo>
                    <a:pt x="580" y="0"/>
                  </a:moveTo>
                  <a:cubicBezTo>
                    <a:pt x="542" y="0"/>
                    <a:pt x="503" y="5"/>
                    <a:pt x="464" y="14"/>
                  </a:cubicBezTo>
                  <a:cubicBezTo>
                    <a:pt x="183" y="62"/>
                    <a:pt x="1" y="343"/>
                    <a:pt x="68" y="609"/>
                  </a:cubicBezTo>
                  <a:lnTo>
                    <a:pt x="183" y="1204"/>
                  </a:lnTo>
                  <a:cubicBezTo>
                    <a:pt x="224" y="1444"/>
                    <a:pt x="440" y="1612"/>
                    <a:pt x="670" y="1612"/>
                  </a:cubicBezTo>
                  <a:cubicBezTo>
                    <a:pt x="706" y="1612"/>
                    <a:pt x="742" y="1608"/>
                    <a:pt x="777" y="1600"/>
                  </a:cubicBezTo>
                  <a:cubicBezTo>
                    <a:pt x="1059" y="1548"/>
                    <a:pt x="1237" y="1283"/>
                    <a:pt x="1190" y="1005"/>
                  </a:cubicBezTo>
                  <a:lnTo>
                    <a:pt x="1075" y="411"/>
                  </a:lnTo>
                  <a:cubicBezTo>
                    <a:pt x="1017" y="169"/>
                    <a:pt x="813" y="0"/>
                    <a:pt x="5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035;p73">
              <a:extLst>
                <a:ext uri="{FF2B5EF4-FFF2-40B4-BE49-F238E27FC236}">
                  <a16:creationId xmlns:a16="http://schemas.microsoft.com/office/drawing/2014/main" id="{AB720797-1A06-C440-DE47-4C3CD97374EB}"/>
                </a:ext>
              </a:extLst>
            </p:cNvPr>
            <p:cNvSpPr/>
            <p:nvPr/>
          </p:nvSpPr>
          <p:spPr>
            <a:xfrm>
              <a:off x="6336557" y="2240337"/>
              <a:ext cx="28101" cy="37123"/>
            </a:xfrm>
            <a:custGeom>
              <a:avLst/>
              <a:gdLst/>
              <a:ahLst/>
              <a:cxnLst/>
              <a:rect l="l" t="t" r="r" b="b"/>
              <a:pathLst>
                <a:path w="1221" h="1613" extrusionOk="0">
                  <a:moveTo>
                    <a:pt x="660" y="0"/>
                  </a:moveTo>
                  <a:cubicBezTo>
                    <a:pt x="425" y="0"/>
                    <a:pt x="221" y="169"/>
                    <a:pt x="163" y="411"/>
                  </a:cubicBezTo>
                  <a:lnTo>
                    <a:pt x="48" y="1005"/>
                  </a:lnTo>
                  <a:cubicBezTo>
                    <a:pt x="0" y="1283"/>
                    <a:pt x="183" y="1548"/>
                    <a:pt x="444" y="1600"/>
                  </a:cubicBezTo>
                  <a:cubicBezTo>
                    <a:pt x="482" y="1608"/>
                    <a:pt x="520" y="1612"/>
                    <a:pt x="557" y="1612"/>
                  </a:cubicBezTo>
                  <a:cubicBezTo>
                    <a:pt x="797" y="1612"/>
                    <a:pt x="1013" y="1444"/>
                    <a:pt x="1055" y="1204"/>
                  </a:cubicBezTo>
                  <a:lnTo>
                    <a:pt x="1173" y="609"/>
                  </a:lnTo>
                  <a:cubicBezTo>
                    <a:pt x="1221" y="343"/>
                    <a:pt x="1055" y="62"/>
                    <a:pt x="777" y="14"/>
                  </a:cubicBezTo>
                  <a:cubicBezTo>
                    <a:pt x="737" y="5"/>
                    <a:pt x="698" y="0"/>
                    <a:pt x="6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036;p73">
              <a:extLst>
                <a:ext uri="{FF2B5EF4-FFF2-40B4-BE49-F238E27FC236}">
                  <a16:creationId xmlns:a16="http://schemas.microsoft.com/office/drawing/2014/main" id="{410A0B9E-7088-9704-5403-7638B75B5CF6}"/>
                </a:ext>
              </a:extLst>
            </p:cNvPr>
            <p:cNvSpPr/>
            <p:nvPr/>
          </p:nvSpPr>
          <p:spPr>
            <a:xfrm>
              <a:off x="6279894" y="2240199"/>
              <a:ext cx="23567" cy="37330"/>
            </a:xfrm>
            <a:custGeom>
              <a:avLst/>
              <a:gdLst/>
              <a:ahLst/>
              <a:cxnLst/>
              <a:rect l="l" t="t" r="r" b="b"/>
              <a:pathLst>
                <a:path w="1024" h="1622" extrusionOk="0">
                  <a:moveTo>
                    <a:pt x="512" y="1"/>
                  </a:moveTo>
                  <a:cubicBezTo>
                    <a:pt x="231" y="1"/>
                    <a:pt x="1" y="234"/>
                    <a:pt x="1" y="516"/>
                  </a:cubicBezTo>
                  <a:lnTo>
                    <a:pt x="1" y="1110"/>
                  </a:lnTo>
                  <a:cubicBezTo>
                    <a:pt x="1" y="1388"/>
                    <a:pt x="231" y="1622"/>
                    <a:pt x="512" y="1622"/>
                  </a:cubicBezTo>
                  <a:cubicBezTo>
                    <a:pt x="794" y="1622"/>
                    <a:pt x="1023" y="1388"/>
                    <a:pt x="1023" y="1110"/>
                  </a:cubicBezTo>
                  <a:lnTo>
                    <a:pt x="1023" y="516"/>
                  </a:lnTo>
                  <a:cubicBezTo>
                    <a:pt x="1023" y="234"/>
                    <a:pt x="794" y="1"/>
                    <a:pt x="5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037;p73">
              <a:extLst>
                <a:ext uri="{FF2B5EF4-FFF2-40B4-BE49-F238E27FC236}">
                  <a16:creationId xmlns:a16="http://schemas.microsoft.com/office/drawing/2014/main" id="{9D74FF0E-C7EC-CEAE-82F5-26DDA4138649}"/>
                </a:ext>
              </a:extLst>
            </p:cNvPr>
            <p:cNvSpPr/>
            <p:nvPr/>
          </p:nvSpPr>
          <p:spPr>
            <a:xfrm>
              <a:off x="6114531" y="2294215"/>
              <a:ext cx="354316" cy="131554"/>
            </a:xfrm>
            <a:custGeom>
              <a:avLst/>
              <a:gdLst/>
              <a:ahLst/>
              <a:cxnLst/>
              <a:rect l="l" t="t" r="r" b="b"/>
              <a:pathLst>
                <a:path w="15395" h="5716" extrusionOk="0">
                  <a:moveTo>
                    <a:pt x="9746" y="1538"/>
                  </a:moveTo>
                  <a:cubicBezTo>
                    <a:pt x="10404" y="1538"/>
                    <a:pt x="10983" y="2013"/>
                    <a:pt x="11197" y="2644"/>
                  </a:cubicBezTo>
                  <a:lnTo>
                    <a:pt x="4197" y="2644"/>
                  </a:lnTo>
                  <a:cubicBezTo>
                    <a:pt x="4396" y="2013"/>
                    <a:pt x="4974" y="1538"/>
                    <a:pt x="5648" y="1538"/>
                  </a:cubicBezTo>
                  <a:close/>
                  <a:moveTo>
                    <a:pt x="13841" y="3666"/>
                  </a:moveTo>
                  <a:cubicBezTo>
                    <a:pt x="14122" y="3666"/>
                    <a:pt x="14352" y="3896"/>
                    <a:pt x="14352" y="4178"/>
                  </a:cubicBezTo>
                  <a:cubicBezTo>
                    <a:pt x="14352" y="4459"/>
                    <a:pt x="14122" y="4689"/>
                    <a:pt x="13841" y="4689"/>
                  </a:cubicBezTo>
                  <a:lnTo>
                    <a:pt x="1538" y="4689"/>
                  </a:lnTo>
                  <a:cubicBezTo>
                    <a:pt x="1256" y="4689"/>
                    <a:pt x="1027" y="4459"/>
                    <a:pt x="1027" y="4178"/>
                  </a:cubicBezTo>
                  <a:cubicBezTo>
                    <a:pt x="1027" y="3896"/>
                    <a:pt x="1256" y="3666"/>
                    <a:pt x="1538" y="3666"/>
                  </a:cubicBezTo>
                  <a:close/>
                  <a:moveTo>
                    <a:pt x="7697" y="0"/>
                  </a:moveTo>
                  <a:cubicBezTo>
                    <a:pt x="7416" y="0"/>
                    <a:pt x="7186" y="230"/>
                    <a:pt x="7186" y="511"/>
                  </a:cubicBezTo>
                  <a:lnTo>
                    <a:pt x="6064" y="511"/>
                  </a:lnTo>
                  <a:lnTo>
                    <a:pt x="6044" y="428"/>
                  </a:lnTo>
                  <a:cubicBezTo>
                    <a:pt x="6002" y="180"/>
                    <a:pt x="5773" y="8"/>
                    <a:pt x="5535" y="8"/>
                  </a:cubicBezTo>
                  <a:cubicBezTo>
                    <a:pt x="5507" y="8"/>
                    <a:pt x="5478" y="11"/>
                    <a:pt x="5450" y="16"/>
                  </a:cubicBezTo>
                  <a:cubicBezTo>
                    <a:pt x="5172" y="83"/>
                    <a:pt x="5006" y="329"/>
                    <a:pt x="5038" y="595"/>
                  </a:cubicBezTo>
                  <a:cubicBezTo>
                    <a:pt x="4063" y="844"/>
                    <a:pt x="3321" y="1669"/>
                    <a:pt x="3139" y="2644"/>
                  </a:cubicBezTo>
                  <a:lnTo>
                    <a:pt x="1538" y="2644"/>
                  </a:lnTo>
                  <a:cubicBezTo>
                    <a:pt x="694" y="2644"/>
                    <a:pt x="0" y="3321"/>
                    <a:pt x="0" y="4178"/>
                  </a:cubicBezTo>
                  <a:cubicBezTo>
                    <a:pt x="0" y="5022"/>
                    <a:pt x="694" y="5715"/>
                    <a:pt x="1538" y="5715"/>
                  </a:cubicBezTo>
                  <a:lnTo>
                    <a:pt x="13841" y="5715"/>
                  </a:lnTo>
                  <a:cubicBezTo>
                    <a:pt x="14701" y="5715"/>
                    <a:pt x="15394" y="5022"/>
                    <a:pt x="15394" y="4178"/>
                  </a:cubicBezTo>
                  <a:cubicBezTo>
                    <a:pt x="15394" y="3321"/>
                    <a:pt x="14701" y="2644"/>
                    <a:pt x="13841" y="2644"/>
                  </a:cubicBezTo>
                  <a:lnTo>
                    <a:pt x="12255" y="2644"/>
                  </a:lnTo>
                  <a:cubicBezTo>
                    <a:pt x="12073" y="1669"/>
                    <a:pt x="11332" y="844"/>
                    <a:pt x="10357" y="595"/>
                  </a:cubicBezTo>
                  <a:cubicBezTo>
                    <a:pt x="10388" y="329"/>
                    <a:pt x="10206" y="83"/>
                    <a:pt x="9945" y="16"/>
                  </a:cubicBezTo>
                  <a:cubicBezTo>
                    <a:pt x="9914" y="11"/>
                    <a:pt x="9885" y="8"/>
                    <a:pt x="9855" y="8"/>
                  </a:cubicBezTo>
                  <a:cubicBezTo>
                    <a:pt x="9609" y="8"/>
                    <a:pt x="9392" y="180"/>
                    <a:pt x="9350" y="428"/>
                  </a:cubicBezTo>
                  <a:lnTo>
                    <a:pt x="9334" y="511"/>
                  </a:lnTo>
                  <a:lnTo>
                    <a:pt x="8208" y="511"/>
                  </a:lnTo>
                  <a:cubicBezTo>
                    <a:pt x="8208" y="230"/>
                    <a:pt x="7979" y="0"/>
                    <a:pt x="76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038;p73">
              <a:extLst>
                <a:ext uri="{FF2B5EF4-FFF2-40B4-BE49-F238E27FC236}">
                  <a16:creationId xmlns:a16="http://schemas.microsoft.com/office/drawing/2014/main" id="{9F40E53D-63A8-2473-5593-3B1B8F3B164B}"/>
                </a:ext>
              </a:extLst>
            </p:cNvPr>
            <p:cNvSpPr/>
            <p:nvPr/>
          </p:nvSpPr>
          <p:spPr>
            <a:xfrm>
              <a:off x="6397753" y="2164572"/>
              <a:ext cx="71093" cy="70725"/>
            </a:xfrm>
            <a:custGeom>
              <a:avLst/>
              <a:gdLst/>
              <a:ahLst/>
              <a:cxnLst/>
              <a:rect l="l" t="t" r="r" b="b"/>
              <a:pathLst>
                <a:path w="3089" h="3073" extrusionOk="0">
                  <a:moveTo>
                    <a:pt x="1535" y="1"/>
                  </a:moveTo>
                  <a:cubicBezTo>
                    <a:pt x="1253" y="1"/>
                    <a:pt x="1023" y="235"/>
                    <a:pt x="1023" y="512"/>
                  </a:cubicBezTo>
                  <a:lnTo>
                    <a:pt x="1023" y="1027"/>
                  </a:lnTo>
                  <a:lnTo>
                    <a:pt x="512" y="1027"/>
                  </a:lnTo>
                  <a:cubicBezTo>
                    <a:pt x="231" y="1027"/>
                    <a:pt x="1" y="1257"/>
                    <a:pt x="1" y="1539"/>
                  </a:cubicBezTo>
                  <a:cubicBezTo>
                    <a:pt x="1" y="1820"/>
                    <a:pt x="231" y="2050"/>
                    <a:pt x="512" y="2050"/>
                  </a:cubicBezTo>
                  <a:lnTo>
                    <a:pt x="1023" y="2050"/>
                  </a:lnTo>
                  <a:lnTo>
                    <a:pt x="1023" y="2561"/>
                  </a:lnTo>
                  <a:cubicBezTo>
                    <a:pt x="1023" y="2843"/>
                    <a:pt x="1253" y="3073"/>
                    <a:pt x="1535" y="3073"/>
                  </a:cubicBezTo>
                  <a:cubicBezTo>
                    <a:pt x="1832" y="3073"/>
                    <a:pt x="2046" y="2843"/>
                    <a:pt x="2046" y="2561"/>
                  </a:cubicBezTo>
                  <a:lnTo>
                    <a:pt x="2046" y="2050"/>
                  </a:lnTo>
                  <a:lnTo>
                    <a:pt x="2557" y="2050"/>
                  </a:lnTo>
                  <a:cubicBezTo>
                    <a:pt x="2854" y="2050"/>
                    <a:pt x="3088" y="1820"/>
                    <a:pt x="3088" y="1539"/>
                  </a:cubicBezTo>
                  <a:cubicBezTo>
                    <a:pt x="3088" y="1257"/>
                    <a:pt x="2854" y="1027"/>
                    <a:pt x="2557" y="1027"/>
                  </a:cubicBezTo>
                  <a:lnTo>
                    <a:pt x="2046" y="1027"/>
                  </a:lnTo>
                  <a:lnTo>
                    <a:pt x="2046" y="512"/>
                  </a:lnTo>
                  <a:cubicBezTo>
                    <a:pt x="2046" y="235"/>
                    <a:pt x="1832" y="1"/>
                    <a:pt x="15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039;p73">
              <a:extLst>
                <a:ext uri="{FF2B5EF4-FFF2-40B4-BE49-F238E27FC236}">
                  <a16:creationId xmlns:a16="http://schemas.microsoft.com/office/drawing/2014/main" id="{B3B72066-F6A5-A820-9863-AA9D8DE1F832}"/>
                </a:ext>
              </a:extLst>
            </p:cNvPr>
            <p:cNvSpPr/>
            <p:nvPr/>
          </p:nvSpPr>
          <p:spPr>
            <a:xfrm>
              <a:off x="6114531" y="2022823"/>
              <a:ext cx="71162" cy="70725"/>
            </a:xfrm>
            <a:custGeom>
              <a:avLst/>
              <a:gdLst/>
              <a:ahLst/>
              <a:cxnLst/>
              <a:rect l="l" t="t" r="r" b="b"/>
              <a:pathLst>
                <a:path w="3092" h="3073" extrusionOk="0">
                  <a:moveTo>
                    <a:pt x="1538" y="1"/>
                  </a:moveTo>
                  <a:cubicBezTo>
                    <a:pt x="1256" y="1"/>
                    <a:pt x="1027" y="230"/>
                    <a:pt x="1027" y="512"/>
                  </a:cubicBezTo>
                  <a:lnTo>
                    <a:pt x="1027" y="1023"/>
                  </a:lnTo>
                  <a:lnTo>
                    <a:pt x="515" y="1023"/>
                  </a:lnTo>
                  <a:cubicBezTo>
                    <a:pt x="234" y="1023"/>
                    <a:pt x="0" y="1257"/>
                    <a:pt x="0" y="1538"/>
                  </a:cubicBezTo>
                  <a:cubicBezTo>
                    <a:pt x="0" y="1836"/>
                    <a:pt x="234" y="2050"/>
                    <a:pt x="515" y="2050"/>
                  </a:cubicBezTo>
                  <a:lnTo>
                    <a:pt x="1027" y="2050"/>
                  </a:lnTo>
                  <a:lnTo>
                    <a:pt x="1027" y="2561"/>
                  </a:lnTo>
                  <a:cubicBezTo>
                    <a:pt x="1027" y="2858"/>
                    <a:pt x="1256" y="3072"/>
                    <a:pt x="1538" y="3072"/>
                  </a:cubicBezTo>
                  <a:cubicBezTo>
                    <a:pt x="1835" y="3072"/>
                    <a:pt x="2049" y="2858"/>
                    <a:pt x="2049" y="2561"/>
                  </a:cubicBezTo>
                  <a:lnTo>
                    <a:pt x="2049" y="2050"/>
                  </a:lnTo>
                  <a:lnTo>
                    <a:pt x="2560" y="2050"/>
                  </a:lnTo>
                  <a:cubicBezTo>
                    <a:pt x="2858" y="2050"/>
                    <a:pt x="3092" y="1836"/>
                    <a:pt x="3092" y="1538"/>
                  </a:cubicBezTo>
                  <a:cubicBezTo>
                    <a:pt x="3092" y="1257"/>
                    <a:pt x="2858" y="1023"/>
                    <a:pt x="2560" y="1023"/>
                  </a:cubicBezTo>
                  <a:lnTo>
                    <a:pt x="2049" y="1023"/>
                  </a:lnTo>
                  <a:lnTo>
                    <a:pt x="2049" y="512"/>
                  </a:lnTo>
                  <a:cubicBezTo>
                    <a:pt x="2049" y="230"/>
                    <a:pt x="1835" y="1"/>
                    <a:pt x="15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040;p73">
              <a:extLst>
                <a:ext uri="{FF2B5EF4-FFF2-40B4-BE49-F238E27FC236}">
                  <a16:creationId xmlns:a16="http://schemas.microsoft.com/office/drawing/2014/main" id="{91559221-4D9D-6C96-0339-DBBD35AB4848}"/>
                </a:ext>
              </a:extLst>
            </p:cNvPr>
            <p:cNvSpPr/>
            <p:nvPr/>
          </p:nvSpPr>
          <p:spPr>
            <a:xfrm>
              <a:off x="6114531" y="2164572"/>
              <a:ext cx="71162" cy="70725"/>
            </a:xfrm>
            <a:custGeom>
              <a:avLst/>
              <a:gdLst/>
              <a:ahLst/>
              <a:cxnLst/>
              <a:rect l="l" t="t" r="r" b="b"/>
              <a:pathLst>
                <a:path w="3092" h="3073" extrusionOk="0">
                  <a:moveTo>
                    <a:pt x="1538" y="1027"/>
                  </a:moveTo>
                  <a:cubicBezTo>
                    <a:pt x="1819" y="1027"/>
                    <a:pt x="2049" y="1257"/>
                    <a:pt x="2049" y="1539"/>
                  </a:cubicBezTo>
                  <a:cubicBezTo>
                    <a:pt x="2049" y="1820"/>
                    <a:pt x="1819" y="2050"/>
                    <a:pt x="1538" y="2050"/>
                  </a:cubicBezTo>
                  <a:cubicBezTo>
                    <a:pt x="1256" y="2050"/>
                    <a:pt x="1027" y="1820"/>
                    <a:pt x="1027" y="1539"/>
                  </a:cubicBezTo>
                  <a:cubicBezTo>
                    <a:pt x="1027" y="1257"/>
                    <a:pt x="1256" y="1027"/>
                    <a:pt x="1538" y="1027"/>
                  </a:cubicBezTo>
                  <a:close/>
                  <a:moveTo>
                    <a:pt x="1538" y="1"/>
                  </a:moveTo>
                  <a:cubicBezTo>
                    <a:pt x="694" y="1"/>
                    <a:pt x="0" y="694"/>
                    <a:pt x="0" y="1539"/>
                  </a:cubicBezTo>
                  <a:cubicBezTo>
                    <a:pt x="0" y="2379"/>
                    <a:pt x="694" y="3073"/>
                    <a:pt x="1538" y="3073"/>
                  </a:cubicBezTo>
                  <a:cubicBezTo>
                    <a:pt x="2398" y="3073"/>
                    <a:pt x="3092" y="2379"/>
                    <a:pt x="3092" y="1539"/>
                  </a:cubicBezTo>
                  <a:cubicBezTo>
                    <a:pt x="3092" y="694"/>
                    <a:pt x="2398" y="1"/>
                    <a:pt x="15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041;p73">
              <a:extLst>
                <a:ext uri="{FF2B5EF4-FFF2-40B4-BE49-F238E27FC236}">
                  <a16:creationId xmlns:a16="http://schemas.microsoft.com/office/drawing/2014/main" id="{FD6A77D8-4BD4-011A-7D92-1893ADBB94A4}"/>
                </a:ext>
              </a:extLst>
            </p:cNvPr>
            <p:cNvSpPr/>
            <p:nvPr/>
          </p:nvSpPr>
          <p:spPr>
            <a:xfrm>
              <a:off x="6397753" y="2022823"/>
              <a:ext cx="71093" cy="70725"/>
            </a:xfrm>
            <a:custGeom>
              <a:avLst/>
              <a:gdLst/>
              <a:ahLst/>
              <a:cxnLst/>
              <a:rect l="l" t="t" r="r" b="b"/>
              <a:pathLst>
                <a:path w="3089" h="3073" extrusionOk="0">
                  <a:moveTo>
                    <a:pt x="1535" y="1023"/>
                  </a:moveTo>
                  <a:cubicBezTo>
                    <a:pt x="1816" y="1023"/>
                    <a:pt x="2046" y="1257"/>
                    <a:pt x="2046" y="1538"/>
                  </a:cubicBezTo>
                  <a:cubicBezTo>
                    <a:pt x="2046" y="1816"/>
                    <a:pt x="1816" y="2050"/>
                    <a:pt x="1535" y="2050"/>
                  </a:cubicBezTo>
                  <a:cubicBezTo>
                    <a:pt x="1253" y="2050"/>
                    <a:pt x="1023" y="1816"/>
                    <a:pt x="1023" y="1538"/>
                  </a:cubicBezTo>
                  <a:cubicBezTo>
                    <a:pt x="1023" y="1257"/>
                    <a:pt x="1253" y="1023"/>
                    <a:pt x="1535" y="1023"/>
                  </a:cubicBezTo>
                  <a:close/>
                  <a:moveTo>
                    <a:pt x="1535" y="1"/>
                  </a:moveTo>
                  <a:cubicBezTo>
                    <a:pt x="694" y="1"/>
                    <a:pt x="1" y="694"/>
                    <a:pt x="1" y="1538"/>
                  </a:cubicBezTo>
                  <a:cubicBezTo>
                    <a:pt x="1" y="2395"/>
                    <a:pt x="694" y="3072"/>
                    <a:pt x="1535" y="3072"/>
                  </a:cubicBezTo>
                  <a:cubicBezTo>
                    <a:pt x="2395" y="3072"/>
                    <a:pt x="3088" y="2395"/>
                    <a:pt x="3088" y="1538"/>
                  </a:cubicBezTo>
                  <a:cubicBezTo>
                    <a:pt x="3088" y="694"/>
                    <a:pt x="2395" y="1"/>
                    <a:pt x="15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2488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6">
          <a:extLst>
            <a:ext uri="{FF2B5EF4-FFF2-40B4-BE49-F238E27FC236}">
              <a16:creationId xmlns:a16="http://schemas.microsoft.com/office/drawing/2014/main" id="{A8955A30-4AF9-6F97-5E66-6EC0A453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7" name="Google Shape;3347;p60">
            <a:extLst>
              <a:ext uri="{FF2B5EF4-FFF2-40B4-BE49-F238E27FC236}">
                <a16:creationId xmlns:a16="http://schemas.microsoft.com/office/drawing/2014/main" id="{8260CC6C-D125-3CA1-7077-C89A24C753F5}"/>
              </a:ext>
            </a:extLst>
          </p:cNvPr>
          <p:cNvGrpSpPr/>
          <p:nvPr/>
        </p:nvGrpSpPr>
        <p:grpSpPr>
          <a:xfrm>
            <a:off x="4462270" y="1085865"/>
            <a:ext cx="3597854" cy="2971770"/>
            <a:chOff x="4938503" y="2556967"/>
            <a:chExt cx="2799015" cy="2311942"/>
          </a:xfrm>
        </p:grpSpPr>
        <p:sp>
          <p:nvSpPr>
            <p:cNvPr id="3348" name="Google Shape;3348;p60">
              <a:extLst>
                <a:ext uri="{FF2B5EF4-FFF2-40B4-BE49-F238E27FC236}">
                  <a16:creationId xmlns:a16="http://schemas.microsoft.com/office/drawing/2014/main" id="{51175BCF-DCAA-32AB-96F9-C251AAAF85F0}"/>
                </a:ext>
              </a:extLst>
            </p:cNvPr>
            <p:cNvSpPr/>
            <p:nvPr/>
          </p:nvSpPr>
          <p:spPr>
            <a:xfrm>
              <a:off x="4938503" y="2556967"/>
              <a:ext cx="2799015" cy="1590981"/>
            </a:xfrm>
            <a:custGeom>
              <a:avLst/>
              <a:gdLst/>
              <a:ahLst/>
              <a:cxnLst/>
              <a:rect l="l" t="t" r="r" b="b"/>
              <a:pathLst>
                <a:path w="11775" h="6693" extrusionOk="0">
                  <a:moveTo>
                    <a:pt x="209" y="1"/>
                  </a:moveTo>
                  <a:cubicBezTo>
                    <a:pt x="95" y="1"/>
                    <a:pt x="0" y="94"/>
                    <a:pt x="0" y="210"/>
                  </a:cubicBezTo>
                  <a:lnTo>
                    <a:pt x="0" y="6693"/>
                  </a:lnTo>
                  <a:lnTo>
                    <a:pt x="11774" y="6693"/>
                  </a:lnTo>
                  <a:lnTo>
                    <a:pt x="11774" y="210"/>
                  </a:lnTo>
                  <a:cubicBezTo>
                    <a:pt x="11774" y="94"/>
                    <a:pt x="11681" y="1"/>
                    <a:pt x="1156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60">
              <a:extLst>
                <a:ext uri="{FF2B5EF4-FFF2-40B4-BE49-F238E27FC236}">
                  <a16:creationId xmlns:a16="http://schemas.microsoft.com/office/drawing/2014/main" id="{AF982CE4-B6F3-F79A-8963-24A23BF70496}"/>
                </a:ext>
              </a:extLst>
            </p:cNvPr>
            <p:cNvSpPr/>
            <p:nvPr/>
          </p:nvSpPr>
          <p:spPr>
            <a:xfrm>
              <a:off x="5603901" y="4424395"/>
              <a:ext cx="1476644" cy="444514"/>
            </a:xfrm>
            <a:custGeom>
              <a:avLst/>
              <a:gdLst/>
              <a:ahLst/>
              <a:cxnLst/>
              <a:rect l="l" t="t" r="r" b="b"/>
              <a:pathLst>
                <a:path w="6212" h="1870" extrusionOk="0">
                  <a:moveTo>
                    <a:pt x="1862" y="1"/>
                  </a:moveTo>
                  <a:lnTo>
                    <a:pt x="1862" y="498"/>
                  </a:lnTo>
                  <a:cubicBezTo>
                    <a:pt x="1862" y="777"/>
                    <a:pt x="1324" y="1209"/>
                    <a:pt x="37" y="1690"/>
                  </a:cubicBezTo>
                  <a:cubicBezTo>
                    <a:pt x="1" y="1740"/>
                    <a:pt x="1" y="1819"/>
                    <a:pt x="1" y="1869"/>
                  </a:cubicBezTo>
                  <a:lnTo>
                    <a:pt x="6211" y="1869"/>
                  </a:lnTo>
                  <a:cubicBezTo>
                    <a:pt x="6211" y="1819"/>
                    <a:pt x="6211" y="1740"/>
                    <a:pt x="6182" y="1690"/>
                  </a:cubicBezTo>
                  <a:cubicBezTo>
                    <a:pt x="4888" y="1209"/>
                    <a:pt x="4350" y="777"/>
                    <a:pt x="4350" y="498"/>
                  </a:cubicBezTo>
                  <a:lnTo>
                    <a:pt x="435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60">
              <a:extLst>
                <a:ext uri="{FF2B5EF4-FFF2-40B4-BE49-F238E27FC236}">
                  <a16:creationId xmlns:a16="http://schemas.microsoft.com/office/drawing/2014/main" id="{30A2F582-2185-71F3-B4E0-12FBBEC21EFA}"/>
                </a:ext>
              </a:extLst>
            </p:cNvPr>
            <p:cNvSpPr/>
            <p:nvPr/>
          </p:nvSpPr>
          <p:spPr>
            <a:xfrm>
              <a:off x="4938503" y="4147704"/>
              <a:ext cx="2799006" cy="276929"/>
            </a:xfrm>
            <a:custGeom>
              <a:avLst/>
              <a:gdLst/>
              <a:ahLst/>
              <a:cxnLst/>
              <a:rect l="l" t="t" r="r" b="b"/>
              <a:pathLst>
                <a:path w="11775" h="1165" extrusionOk="0">
                  <a:moveTo>
                    <a:pt x="0" y="1"/>
                  </a:moveTo>
                  <a:lnTo>
                    <a:pt x="0" y="956"/>
                  </a:lnTo>
                  <a:cubicBezTo>
                    <a:pt x="0" y="1072"/>
                    <a:pt x="95" y="1165"/>
                    <a:pt x="209" y="1165"/>
                  </a:cubicBezTo>
                  <a:lnTo>
                    <a:pt x="11567" y="1165"/>
                  </a:lnTo>
                  <a:cubicBezTo>
                    <a:pt x="11681" y="1165"/>
                    <a:pt x="11774" y="1072"/>
                    <a:pt x="11774" y="956"/>
                  </a:cubicBezTo>
                  <a:lnTo>
                    <a:pt x="11774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52" name="Google Shape;3352;p60">
            <a:extLst>
              <a:ext uri="{FF2B5EF4-FFF2-40B4-BE49-F238E27FC236}">
                <a16:creationId xmlns:a16="http://schemas.microsoft.com/office/drawing/2014/main" id="{A64902A5-F775-1900-E9E8-0373C56C92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9527" y="288170"/>
            <a:ext cx="4908046" cy="18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Intenção Superior</a:t>
            </a:r>
            <a:endParaRPr sz="6000" dirty="0"/>
          </a:p>
        </p:txBody>
      </p:sp>
      <p:sp>
        <p:nvSpPr>
          <p:cNvPr id="3353" name="Google Shape;3353;p60">
            <a:extLst>
              <a:ext uri="{FF2B5EF4-FFF2-40B4-BE49-F238E27FC236}">
                <a16:creationId xmlns:a16="http://schemas.microsoft.com/office/drawing/2014/main" id="{E93E9339-4AB2-B0CB-6010-5BFB84C95ED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83876" y="2149075"/>
            <a:ext cx="3023400" cy="12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/>
            <a:r>
              <a:rPr lang="pt-BR" b="1" dirty="0">
                <a:solidFill>
                  <a:schemeClr val="tx2"/>
                </a:solidFill>
              </a:rPr>
              <a:t>Democratizar</a:t>
            </a:r>
            <a:r>
              <a:rPr lang="pt-BR" dirty="0"/>
              <a:t> o acesso à educação, reduzindo a barreira da desinformação para garantir que estudantes de todas as regiões sejam incluídos e consigam acessar oportunidades e recursos de ensino de qualidade de forma </a:t>
            </a:r>
            <a:r>
              <a:rPr lang="pt-BR" b="1" dirty="0">
                <a:solidFill>
                  <a:schemeClr val="tx2"/>
                </a:solidFill>
              </a:rPr>
              <a:t>gratuita</a:t>
            </a:r>
            <a:r>
              <a:rPr lang="pt-BR" dirty="0"/>
              <a:t>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658598-A094-E78F-91C0-BBCBEDC8F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035" y="1184124"/>
            <a:ext cx="1860616" cy="1860616"/>
          </a:xfrm>
          <a:prstGeom prst="rect">
            <a:avLst/>
          </a:prstGeom>
        </p:spPr>
      </p:pic>
      <p:grpSp>
        <p:nvGrpSpPr>
          <p:cNvPr id="6" name="Google Shape;17309;p87">
            <a:extLst>
              <a:ext uri="{FF2B5EF4-FFF2-40B4-BE49-F238E27FC236}">
                <a16:creationId xmlns:a16="http://schemas.microsoft.com/office/drawing/2014/main" id="{65F7A65C-BCA8-C5D4-297C-732399566E1C}"/>
              </a:ext>
            </a:extLst>
          </p:cNvPr>
          <p:cNvGrpSpPr/>
          <p:nvPr/>
        </p:nvGrpSpPr>
        <p:grpSpPr>
          <a:xfrm>
            <a:off x="5947776" y="2485926"/>
            <a:ext cx="690731" cy="687915"/>
            <a:chOff x="-42062025" y="2316000"/>
            <a:chExt cx="319000" cy="317700"/>
          </a:xfrm>
        </p:grpSpPr>
        <p:sp>
          <p:nvSpPr>
            <p:cNvPr id="7" name="Google Shape;17310;p87">
              <a:extLst>
                <a:ext uri="{FF2B5EF4-FFF2-40B4-BE49-F238E27FC236}">
                  <a16:creationId xmlns:a16="http://schemas.microsoft.com/office/drawing/2014/main" id="{420CE424-093A-1BE6-7A7C-54DBC7433B15}"/>
                </a:ext>
              </a:extLst>
            </p:cNvPr>
            <p:cNvSpPr/>
            <p:nvPr/>
          </p:nvSpPr>
          <p:spPr>
            <a:xfrm>
              <a:off x="-41965150" y="2477075"/>
              <a:ext cx="124475" cy="112675"/>
            </a:xfrm>
            <a:custGeom>
              <a:avLst/>
              <a:gdLst/>
              <a:ahLst/>
              <a:cxnLst/>
              <a:rect l="l" t="t" r="r" b="b"/>
              <a:pathLst>
                <a:path w="4979" h="4507" extrusionOk="0">
                  <a:moveTo>
                    <a:pt x="2521" y="1371"/>
                  </a:moveTo>
                  <a:lnTo>
                    <a:pt x="2773" y="1812"/>
                  </a:lnTo>
                  <a:cubicBezTo>
                    <a:pt x="2836" y="1938"/>
                    <a:pt x="2931" y="2001"/>
                    <a:pt x="3088" y="2064"/>
                  </a:cubicBezTo>
                  <a:lnTo>
                    <a:pt x="3592" y="2127"/>
                  </a:lnTo>
                  <a:lnTo>
                    <a:pt x="3151" y="2473"/>
                  </a:lnTo>
                  <a:cubicBezTo>
                    <a:pt x="3088" y="2568"/>
                    <a:pt x="2994" y="2725"/>
                    <a:pt x="3057" y="2851"/>
                  </a:cubicBezTo>
                  <a:lnTo>
                    <a:pt x="3120" y="3355"/>
                  </a:lnTo>
                  <a:lnTo>
                    <a:pt x="2679" y="3103"/>
                  </a:lnTo>
                  <a:cubicBezTo>
                    <a:pt x="2631" y="3072"/>
                    <a:pt x="2568" y="3056"/>
                    <a:pt x="2501" y="3056"/>
                  </a:cubicBezTo>
                  <a:cubicBezTo>
                    <a:pt x="2434" y="3056"/>
                    <a:pt x="2364" y="3072"/>
                    <a:pt x="2301" y="3103"/>
                  </a:cubicBezTo>
                  <a:lnTo>
                    <a:pt x="1860" y="3355"/>
                  </a:lnTo>
                  <a:lnTo>
                    <a:pt x="1954" y="2851"/>
                  </a:lnTo>
                  <a:cubicBezTo>
                    <a:pt x="1986" y="2725"/>
                    <a:pt x="1891" y="2568"/>
                    <a:pt x="1828" y="2473"/>
                  </a:cubicBezTo>
                  <a:lnTo>
                    <a:pt x="1481" y="2127"/>
                  </a:lnTo>
                  <a:lnTo>
                    <a:pt x="1986" y="2064"/>
                  </a:lnTo>
                  <a:cubicBezTo>
                    <a:pt x="2112" y="2064"/>
                    <a:pt x="2206" y="1938"/>
                    <a:pt x="2301" y="1812"/>
                  </a:cubicBezTo>
                  <a:lnTo>
                    <a:pt x="2521" y="1371"/>
                  </a:lnTo>
                  <a:close/>
                  <a:moveTo>
                    <a:pt x="2474" y="0"/>
                  </a:moveTo>
                  <a:cubicBezTo>
                    <a:pt x="2332" y="0"/>
                    <a:pt x="2190" y="79"/>
                    <a:pt x="2112" y="236"/>
                  </a:cubicBezTo>
                  <a:lnTo>
                    <a:pt x="1576" y="1276"/>
                  </a:lnTo>
                  <a:lnTo>
                    <a:pt x="473" y="1434"/>
                  </a:lnTo>
                  <a:cubicBezTo>
                    <a:pt x="127" y="1465"/>
                    <a:pt x="1" y="1906"/>
                    <a:pt x="253" y="2127"/>
                  </a:cubicBezTo>
                  <a:lnTo>
                    <a:pt x="1040" y="2914"/>
                  </a:lnTo>
                  <a:lnTo>
                    <a:pt x="851" y="4017"/>
                  </a:lnTo>
                  <a:cubicBezTo>
                    <a:pt x="802" y="4291"/>
                    <a:pt x="1028" y="4506"/>
                    <a:pt x="1249" y="4506"/>
                  </a:cubicBezTo>
                  <a:cubicBezTo>
                    <a:pt x="1308" y="4506"/>
                    <a:pt x="1366" y="4491"/>
                    <a:pt x="1418" y="4458"/>
                  </a:cubicBezTo>
                  <a:lnTo>
                    <a:pt x="2427" y="3954"/>
                  </a:lnTo>
                  <a:lnTo>
                    <a:pt x="3403" y="4458"/>
                  </a:lnTo>
                  <a:cubicBezTo>
                    <a:pt x="3465" y="4489"/>
                    <a:pt x="3528" y="4503"/>
                    <a:pt x="3589" y="4503"/>
                  </a:cubicBezTo>
                  <a:cubicBezTo>
                    <a:pt x="3839" y="4503"/>
                    <a:pt x="4052" y="4270"/>
                    <a:pt x="4002" y="4017"/>
                  </a:cubicBezTo>
                  <a:lnTo>
                    <a:pt x="3781" y="2914"/>
                  </a:lnTo>
                  <a:lnTo>
                    <a:pt x="4569" y="2127"/>
                  </a:lnTo>
                  <a:cubicBezTo>
                    <a:pt x="4978" y="1906"/>
                    <a:pt x="4821" y="1465"/>
                    <a:pt x="4474" y="1434"/>
                  </a:cubicBezTo>
                  <a:lnTo>
                    <a:pt x="3372" y="1276"/>
                  </a:lnTo>
                  <a:lnTo>
                    <a:pt x="2836" y="236"/>
                  </a:lnTo>
                  <a:cubicBezTo>
                    <a:pt x="2757" y="79"/>
                    <a:pt x="2616" y="0"/>
                    <a:pt x="2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17311;p87">
              <a:extLst>
                <a:ext uri="{FF2B5EF4-FFF2-40B4-BE49-F238E27FC236}">
                  <a16:creationId xmlns:a16="http://schemas.microsoft.com/office/drawing/2014/main" id="{C84BB235-9DC1-CFE1-58D2-96E1653E6B1A}"/>
                </a:ext>
              </a:extLst>
            </p:cNvPr>
            <p:cNvSpPr/>
            <p:nvPr/>
          </p:nvSpPr>
          <p:spPr>
            <a:xfrm>
              <a:off x="-42062025" y="2316000"/>
              <a:ext cx="319000" cy="317700"/>
            </a:xfrm>
            <a:custGeom>
              <a:avLst/>
              <a:gdLst/>
              <a:ahLst/>
              <a:cxnLst/>
              <a:rect l="l" t="t" r="r" b="b"/>
              <a:pathLst>
                <a:path w="12760" h="12708" extrusionOk="0">
                  <a:moveTo>
                    <a:pt x="9610" y="851"/>
                  </a:moveTo>
                  <a:lnTo>
                    <a:pt x="8129" y="2615"/>
                  </a:lnTo>
                  <a:cubicBezTo>
                    <a:pt x="8097" y="2584"/>
                    <a:pt x="8034" y="2584"/>
                    <a:pt x="7940" y="2584"/>
                  </a:cubicBezTo>
                  <a:lnTo>
                    <a:pt x="4821" y="2584"/>
                  </a:lnTo>
                  <a:cubicBezTo>
                    <a:pt x="4758" y="2584"/>
                    <a:pt x="4726" y="2584"/>
                    <a:pt x="4632" y="2615"/>
                  </a:cubicBezTo>
                  <a:lnTo>
                    <a:pt x="3183" y="851"/>
                  </a:lnTo>
                  <a:close/>
                  <a:moveTo>
                    <a:pt x="7530" y="3371"/>
                  </a:moveTo>
                  <a:lnTo>
                    <a:pt x="6396" y="4726"/>
                  </a:lnTo>
                  <a:lnTo>
                    <a:pt x="5293" y="3371"/>
                  </a:lnTo>
                  <a:close/>
                  <a:moveTo>
                    <a:pt x="10555" y="1009"/>
                  </a:moveTo>
                  <a:lnTo>
                    <a:pt x="11783" y="2237"/>
                  </a:lnTo>
                  <a:lnTo>
                    <a:pt x="8759" y="5923"/>
                  </a:lnTo>
                  <a:cubicBezTo>
                    <a:pt x="8255" y="5545"/>
                    <a:pt x="7719" y="5262"/>
                    <a:pt x="7121" y="5136"/>
                  </a:cubicBezTo>
                  <a:lnTo>
                    <a:pt x="10555" y="1009"/>
                  </a:lnTo>
                  <a:close/>
                  <a:moveTo>
                    <a:pt x="2269" y="1040"/>
                  </a:moveTo>
                  <a:lnTo>
                    <a:pt x="5703" y="5199"/>
                  </a:lnTo>
                  <a:cubicBezTo>
                    <a:pt x="5104" y="5293"/>
                    <a:pt x="4506" y="5545"/>
                    <a:pt x="4033" y="5986"/>
                  </a:cubicBezTo>
                  <a:cubicBezTo>
                    <a:pt x="3214" y="4947"/>
                    <a:pt x="1040" y="2269"/>
                    <a:pt x="1040" y="2269"/>
                  </a:cubicBezTo>
                  <a:lnTo>
                    <a:pt x="2269" y="1040"/>
                  </a:lnTo>
                  <a:close/>
                  <a:moveTo>
                    <a:pt x="6349" y="5978"/>
                  </a:moveTo>
                  <a:cubicBezTo>
                    <a:pt x="7097" y="5978"/>
                    <a:pt x="7845" y="6254"/>
                    <a:pt x="8412" y="6805"/>
                  </a:cubicBezTo>
                  <a:lnTo>
                    <a:pt x="8538" y="6932"/>
                  </a:lnTo>
                  <a:cubicBezTo>
                    <a:pt x="8633" y="7026"/>
                    <a:pt x="8727" y="7152"/>
                    <a:pt x="8822" y="7278"/>
                  </a:cubicBezTo>
                  <a:cubicBezTo>
                    <a:pt x="9452" y="8097"/>
                    <a:pt x="9484" y="9168"/>
                    <a:pt x="9137" y="10082"/>
                  </a:cubicBezTo>
                  <a:cubicBezTo>
                    <a:pt x="8662" y="11199"/>
                    <a:pt x="7524" y="11885"/>
                    <a:pt x="6358" y="11885"/>
                  </a:cubicBezTo>
                  <a:cubicBezTo>
                    <a:pt x="5978" y="11885"/>
                    <a:pt x="5595" y="11812"/>
                    <a:pt x="5230" y="11657"/>
                  </a:cubicBezTo>
                  <a:cubicBezTo>
                    <a:pt x="3340" y="10870"/>
                    <a:pt x="2805" y="8412"/>
                    <a:pt x="4159" y="6932"/>
                  </a:cubicBezTo>
                  <a:lnTo>
                    <a:pt x="4285" y="6805"/>
                  </a:lnTo>
                  <a:cubicBezTo>
                    <a:pt x="4852" y="6254"/>
                    <a:pt x="5601" y="5978"/>
                    <a:pt x="6349" y="5978"/>
                  </a:cubicBezTo>
                  <a:close/>
                  <a:moveTo>
                    <a:pt x="2269" y="0"/>
                  </a:moveTo>
                  <a:cubicBezTo>
                    <a:pt x="2143" y="0"/>
                    <a:pt x="2048" y="32"/>
                    <a:pt x="1954" y="95"/>
                  </a:cubicBezTo>
                  <a:lnTo>
                    <a:pt x="158" y="1922"/>
                  </a:lnTo>
                  <a:cubicBezTo>
                    <a:pt x="1" y="2080"/>
                    <a:pt x="1" y="2300"/>
                    <a:pt x="95" y="2458"/>
                  </a:cubicBezTo>
                  <a:lnTo>
                    <a:pt x="3372" y="6522"/>
                  </a:lnTo>
                  <a:cubicBezTo>
                    <a:pt x="1985" y="8255"/>
                    <a:pt x="2395" y="10807"/>
                    <a:pt x="4254" y="12035"/>
                  </a:cubicBezTo>
                  <a:cubicBezTo>
                    <a:pt x="4911" y="12489"/>
                    <a:pt x="5659" y="12708"/>
                    <a:pt x="6397" y="12708"/>
                  </a:cubicBezTo>
                  <a:cubicBezTo>
                    <a:pt x="7606" y="12708"/>
                    <a:pt x="8791" y="12122"/>
                    <a:pt x="9515" y="11027"/>
                  </a:cubicBezTo>
                  <a:cubicBezTo>
                    <a:pt x="10429" y="9641"/>
                    <a:pt x="10397" y="7814"/>
                    <a:pt x="9326" y="6522"/>
                  </a:cubicBezTo>
                  <a:lnTo>
                    <a:pt x="12634" y="2458"/>
                  </a:lnTo>
                  <a:cubicBezTo>
                    <a:pt x="12760" y="2300"/>
                    <a:pt x="12760" y="2080"/>
                    <a:pt x="12603" y="1922"/>
                  </a:cubicBezTo>
                  <a:lnTo>
                    <a:pt x="10775" y="95"/>
                  </a:lnTo>
                  <a:cubicBezTo>
                    <a:pt x="10712" y="32"/>
                    <a:pt x="10555" y="0"/>
                    <a:pt x="10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091D96A-6BC2-BF03-5270-EFB764B6A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580" y="1390469"/>
            <a:ext cx="1435525" cy="143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07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>
          <a:extLst>
            <a:ext uri="{FF2B5EF4-FFF2-40B4-BE49-F238E27FC236}">
              <a16:creationId xmlns:a16="http://schemas.microsoft.com/office/drawing/2014/main" id="{949F4965-A174-071F-8F2E-55AAEDF3C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43">
            <a:extLst>
              <a:ext uri="{FF2B5EF4-FFF2-40B4-BE49-F238E27FC236}">
                <a16:creationId xmlns:a16="http://schemas.microsoft.com/office/drawing/2014/main" id="{AA0D45CB-6DB6-86F7-C503-1C7853B518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Intenção da Equipe</a:t>
            </a:r>
            <a:endParaRPr sz="6000" dirty="0"/>
          </a:p>
        </p:txBody>
      </p:sp>
      <p:sp>
        <p:nvSpPr>
          <p:cNvPr id="1473" name="Google Shape;1473;p43">
            <a:extLst>
              <a:ext uri="{FF2B5EF4-FFF2-40B4-BE49-F238E27FC236}">
                <a16:creationId xmlns:a16="http://schemas.microsoft.com/office/drawing/2014/main" id="{5BAD3E92-A3B3-ED6C-0799-1606A3F2359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6825" y="1675150"/>
            <a:ext cx="3010200" cy="21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pt-BR" dirty="0"/>
              <a:t>Entregar um sistema de </a:t>
            </a:r>
            <a:r>
              <a:rPr lang="pt-BR" b="1" dirty="0">
                <a:solidFill>
                  <a:schemeClr val="tx2"/>
                </a:solidFill>
              </a:rPr>
              <a:t>alta disponibilidade</a:t>
            </a:r>
            <a:r>
              <a:rPr lang="pt-BR" dirty="0"/>
              <a:t> que </a:t>
            </a:r>
            <a:r>
              <a:rPr lang="pt-BR" b="1" dirty="0">
                <a:solidFill>
                  <a:schemeClr val="tx2"/>
                </a:solidFill>
              </a:rPr>
              <a:t>elimine</a:t>
            </a:r>
            <a:r>
              <a:rPr lang="pt-BR" dirty="0"/>
              <a:t> o ruído informacional. Assumimos a missão de aplicar modelagem de dados eficiente para centralizar recursos de múltiplas etapas de ensino, fornecendo um painel administrativo sólido para garantir a fiscalização, o versionamento e a qualidade de todo o conteúdo disponibilizado.</a:t>
            </a:r>
            <a:endParaRPr dirty="0"/>
          </a:p>
        </p:txBody>
      </p:sp>
      <p:sp>
        <p:nvSpPr>
          <p:cNvPr id="1474" name="Google Shape;1474;p43">
            <a:extLst>
              <a:ext uri="{FF2B5EF4-FFF2-40B4-BE49-F238E27FC236}">
                <a16:creationId xmlns:a16="http://schemas.microsoft.com/office/drawing/2014/main" id="{7F9F1E2A-A418-EA82-FD69-BCEFA4806B93}"/>
              </a:ext>
            </a:extLst>
          </p:cNvPr>
          <p:cNvSpPr/>
          <p:nvPr/>
        </p:nvSpPr>
        <p:spPr>
          <a:xfrm>
            <a:off x="7466210" y="3402035"/>
            <a:ext cx="105061" cy="100776"/>
          </a:xfrm>
          <a:custGeom>
            <a:avLst/>
            <a:gdLst/>
            <a:ahLst/>
            <a:cxnLst/>
            <a:rect l="l" t="t" r="r" b="b"/>
            <a:pathLst>
              <a:path w="662" h="635" extrusionOk="0">
                <a:moveTo>
                  <a:pt x="662" y="1"/>
                </a:moveTo>
                <a:lnTo>
                  <a:pt x="1" y="110"/>
                </a:lnTo>
                <a:lnTo>
                  <a:pt x="425" y="634"/>
                </a:lnTo>
                <a:lnTo>
                  <a:pt x="662" y="1"/>
                </a:lnTo>
                <a:close/>
              </a:path>
            </a:pathLst>
          </a:custGeom>
          <a:noFill/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5" name="Google Shape;1475;p43">
            <a:extLst>
              <a:ext uri="{FF2B5EF4-FFF2-40B4-BE49-F238E27FC236}">
                <a16:creationId xmlns:a16="http://schemas.microsoft.com/office/drawing/2014/main" id="{9EFC8A47-E871-3322-12D4-784D7C8D4D4D}"/>
              </a:ext>
            </a:extLst>
          </p:cNvPr>
          <p:cNvGrpSpPr/>
          <p:nvPr/>
        </p:nvGrpSpPr>
        <p:grpSpPr>
          <a:xfrm>
            <a:off x="7465982" y="2633329"/>
            <a:ext cx="1215611" cy="2327215"/>
            <a:chOff x="7465982" y="2633329"/>
            <a:chExt cx="1215611" cy="2327215"/>
          </a:xfrm>
        </p:grpSpPr>
        <p:grpSp>
          <p:nvGrpSpPr>
            <p:cNvPr id="1476" name="Google Shape;1476;p43">
              <a:extLst>
                <a:ext uri="{FF2B5EF4-FFF2-40B4-BE49-F238E27FC236}">
                  <a16:creationId xmlns:a16="http://schemas.microsoft.com/office/drawing/2014/main" id="{79767EEA-A515-5181-AF89-60CAD84B8D89}"/>
                </a:ext>
              </a:extLst>
            </p:cNvPr>
            <p:cNvGrpSpPr/>
            <p:nvPr/>
          </p:nvGrpSpPr>
          <p:grpSpPr>
            <a:xfrm>
              <a:off x="7811976" y="3402036"/>
              <a:ext cx="869617" cy="1442077"/>
              <a:chOff x="12574044" y="6091008"/>
              <a:chExt cx="1030597" cy="1709027"/>
            </a:xfrm>
          </p:grpSpPr>
          <p:sp>
            <p:nvSpPr>
              <p:cNvPr id="1477" name="Google Shape;1477;p43">
                <a:extLst>
                  <a:ext uri="{FF2B5EF4-FFF2-40B4-BE49-F238E27FC236}">
                    <a16:creationId xmlns:a16="http://schemas.microsoft.com/office/drawing/2014/main" id="{3738E9A4-A98C-3824-C852-9115C8808D33}"/>
                  </a:ext>
                </a:extLst>
              </p:cNvPr>
              <p:cNvSpPr/>
              <p:nvPr/>
            </p:nvSpPr>
            <p:spPr>
              <a:xfrm>
                <a:off x="12954810" y="6716486"/>
                <a:ext cx="172882" cy="44011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1446" extrusionOk="0">
                    <a:moveTo>
                      <a:pt x="0" y="0"/>
                    </a:moveTo>
                    <a:lnTo>
                      <a:pt x="0" y="123"/>
                    </a:lnTo>
                    <a:lnTo>
                      <a:pt x="0" y="354"/>
                    </a:lnTo>
                    <a:cubicBezTo>
                      <a:pt x="100" y="597"/>
                      <a:pt x="157" y="813"/>
                      <a:pt x="194" y="992"/>
                    </a:cubicBezTo>
                    <a:cubicBezTo>
                      <a:pt x="201" y="1029"/>
                      <a:pt x="209" y="1058"/>
                      <a:pt x="216" y="1094"/>
                    </a:cubicBezTo>
                    <a:lnTo>
                      <a:pt x="568" y="1446"/>
                    </a:lnTo>
                    <a:lnTo>
                      <a:pt x="568" y="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43">
                <a:extLst>
                  <a:ext uri="{FF2B5EF4-FFF2-40B4-BE49-F238E27FC236}">
                    <a16:creationId xmlns:a16="http://schemas.microsoft.com/office/drawing/2014/main" id="{626A9611-C9E1-6A2E-FC82-B39FD6AC7F22}"/>
                  </a:ext>
                </a:extLst>
              </p:cNvPr>
              <p:cNvSpPr/>
              <p:nvPr/>
            </p:nvSpPr>
            <p:spPr>
              <a:xfrm>
                <a:off x="12954810" y="6469643"/>
                <a:ext cx="172882" cy="42033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1381" extrusionOk="0">
                    <a:moveTo>
                      <a:pt x="64" y="1"/>
                    </a:moveTo>
                    <a:cubicBezTo>
                      <a:pt x="28" y="259"/>
                      <a:pt x="7" y="539"/>
                      <a:pt x="0" y="811"/>
                    </a:cubicBezTo>
                    <a:lnTo>
                      <a:pt x="568" y="1381"/>
                    </a:lnTo>
                    <a:lnTo>
                      <a:pt x="568" y="50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43">
                <a:extLst>
                  <a:ext uri="{FF2B5EF4-FFF2-40B4-BE49-F238E27FC236}">
                    <a16:creationId xmlns:a16="http://schemas.microsoft.com/office/drawing/2014/main" id="{8636A1B3-F9B8-3DFC-C845-844564BBE2AD}"/>
                  </a:ext>
                </a:extLst>
              </p:cNvPr>
              <p:cNvSpPr/>
              <p:nvPr/>
            </p:nvSpPr>
            <p:spPr>
              <a:xfrm>
                <a:off x="12974290" y="6248671"/>
                <a:ext cx="153402" cy="374068"/>
              </a:xfrm>
              <a:custGeom>
                <a:avLst/>
                <a:gdLst/>
                <a:ahLst/>
                <a:cxnLst/>
                <a:rect l="l" t="t" r="r" b="b"/>
                <a:pathLst>
                  <a:path w="504" h="1229" extrusionOk="0">
                    <a:moveTo>
                      <a:pt x="152" y="0"/>
                    </a:moveTo>
                    <a:cubicBezTo>
                      <a:pt x="87" y="200"/>
                      <a:pt x="36" y="452"/>
                      <a:pt x="0" y="727"/>
                    </a:cubicBezTo>
                    <a:lnTo>
                      <a:pt x="504" y="1229"/>
                    </a:lnTo>
                    <a:lnTo>
                      <a:pt x="504" y="352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43">
                <a:extLst>
                  <a:ext uri="{FF2B5EF4-FFF2-40B4-BE49-F238E27FC236}">
                    <a16:creationId xmlns:a16="http://schemas.microsoft.com/office/drawing/2014/main" id="{C1D0269E-78D6-1782-32A5-67AD9A3186D0}"/>
                  </a:ext>
                </a:extLst>
              </p:cNvPr>
              <p:cNvSpPr/>
              <p:nvPr/>
            </p:nvSpPr>
            <p:spPr>
              <a:xfrm>
                <a:off x="13020554" y="6091008"/>
                <a:ext cx="107138" cy="265104"/>
              </a:xfrm>
              <a:custGeom>
                <a:avLst/>
                <a:gdLst/>
                <a:ahLst/>
                <a:cxnLst/>
                <a:rect l="l" t="t" r="r" b="b"/>
                <a:pathLst>
                  <a:path w="352" h="871" extrusionOk="0">
                    <a:moveTo>
                      <a:pt x="352" y="1"/>
                    </a:moveTo>
                    <a:cubicBezTo>
                      <a:pt x="216" y="1"/>
                      <a:pt x="93" y="201"/>
                      <a:pt x="0" y="518"/>
                    </a:cubicBezTo>
                    <a:lnTo>
                      <a:pt x="352" y="870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43">
                <a:extLst>
                  <a:ext uri="{FF2B5EF4-FFF2-40B4-BE49-F238E27FC236}">
                    <a16:creationId xmlns:a16="http://schemas.microsoft.com/office/drawing/2014/main" id="{244DE507-9934-573F-7DF8-AF8AEB6183CF}"/>
                  </a:ext>
                </a:extLst>
              </p:cNvPr>
              <p:cNvSpPr/>
              <p:nvPr/>
            </p:nvSpPr>
            <p:spPr>
              <a:xfrm>
                <a:off x="13127387" y="6091008"/>
                <a:ext cx="107443" cy="26510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871" extrusionOk="0">
                    <a:moveTo>
                      <a:pt x="1" y="1"/>
                    </a:moveTo>
                    <a:lnTo>
                      <a:pt x="1" y="870"/>
                    </a:lnTo>
                    <a:lnTo>
                      <a:pt x="353" y="518"/>
                    </a:lnTo>
                    <a:cubicBezTo>
                      <a:pt x="253" y="201"/>
                      <a:pt x="130" y="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43">
                <a:extLst>
                  <a:ext uri="{FF2B5EF4-FFF2-40B4-BE49-F238E27FC236}">
                    <a16:creationId xmlns:a16="http://schemas.microsoft.com/office/drawing/2014/main" id="{89FEABC7-3F0C-A38F-68B3-46E035378214}"/>
                  </a:ext>
                </a:extLst>
              </p:cNvPr>
              <p:cNvSpPr/>
              <p:nvPr/>
            </p:nvSpPr>
            <p:spPr>
              <a:xfrm>
                <a:off x="13127387" y="6248671"/>
                <a:ext cx="153707" cy="374068"/>
              </a:xfrm>
              <a:custGeom>
                <a:avLst/>
                <a:gdLst/>
                <a:ahLst/>
                <a:cxnLst/>
                <a:rect l="l" t="t" r="r" b="b"/>
                <a:pathLst>
                  <a:path w="505" h="1229" extrusionOk="0">
                    <a:moveTo>
                      <a:pt x="353" y="0"/>
                    </a:moveTo>
                    <a:lnTo>
                      <a:pt x="1" y="352"/>
                    </a:lnTo>
                    <a:lnTo>
                      <a:pt x="1" y="1229"/>
                    </a:lnTo>
                    <a:lnTo>
                      <a:pt x="505" y="727"/>
                    </a:lnTo>
                    <a:cubicBezTo>
                      <a:pt x="468" y="452"/>
                      <a:pt x="418" y="200"/>
                      <a:pt x="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43">
                <a:extLst>
                  <a:ext uri="{FF2B5EF4-FFF2-40B4-BE49-F238E27FC236}">
                    <a16:creationId xmlns:a16="http://schemas.microsoft.com/office/drawing/2014/main" id="{80C87562-B145-1F53-51A8-E22CCAD08F49}"/>
                  </a:ext>
                </a:extLst>
              </p:cNvPr>
              <p:cNvSpPr/>
              <p:nvPr/>
            </p:nvSpPr>
            <p:spPr>
              <a:xfrm>
                <a:off x="13127387" y="6469643"/>
                <a:ext cx="173187" cy="42033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381" extrusionOk="0">
                    <a:moveTo>
                      <a:pt x="505" y="1"/>
                    </a:moveTo>
                    <a:lnTo>
                      <a:pt x="1" y="503"/>
                    </a:lnTo>
                    <a:lnTo>
                      <a:pt x="1" y="1381"/>
                    </a:lnTo>
                    <a:lnTo>
                      <a:pt x="569" y="811"/>
                    </a:lnTo>
                    <a:cubicBezTo>
                      <a:pt x="562" y="539"/>
                      <a:pt x="539" y="259"/>
                      <a:pt x="5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43">
                <a:extLst>
                  <a:ext uri="{FF2B5EF4-FFF2-40B4-BE49-F238E27FC236}">
                    <a16:creationId xmlns:a16="http://schemas.microsoft.com/office/drawing/2014/main" id="{5119D479-1F13-0F5E-FEC2-F2AFEEC6B782}"/>
                  </a:ext>
                </a:extLst>
              </p:cNvPr>
              <p:cNvSpPr/>
              <p:nvPr/>
            </p:nvSpPr>
            <p:spPr>
              <a:xfrm>
                <a:off x="13127387" y="6716486"/>
                <a:ext cx="173187" cy="44011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446" extrusionOk="0">
                    <a:moveTo>
                      <a:pt x="569" y="0"/>
                    </a:moveTo>
                    <a:lnTo>
                      <a:pt x="1" y="570"/>
                    </a:lnTo>
                    <a:lnTo>
                      <a:pt x="1" y="1446"/>
                    </a:lnTo>
                    <a:lnTo>
                      <a:pt x="260" y="1187"/>
                    </a:lnTo>
                    <a:cubicBezTo>
                      <a:pt x="260" y="1165"/>
                      <a:pt x="267" y="1137"/>
                      <a:pt x="274" y="1115"/>
                    </a:cubicBezTo>
                    <a:cubicBezTo>
                      <a:pt x="303" y="949"/>
                      <a:pt x="360" y="763"/>
                      <a:pt x="439" y="554"/>
                    </a:cubicBezTo>
                    <a:cubicBezTo>
                      <a:pt x="453" y="527"/>
                      <a:pt x="462" y="497"/>
                      <a:pt x="475" y="468"/>
                    </a:cubicBezTo>
                    <a:cubicBezTo>
                      <a:pt x="505" y="404"/>
                      <a:pt x="532" y="332"/>
                      <a:pt x="569" y="268"/>
                    </a:cubicBezTo>
                    <a:lnTo>
                      <a:pt x="569" y="123"/>
                    </a:lnTo>
                    <a:lnTo>
                      <a:pt x="5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43">
                <a:extLst>
                  <a:ext uri="{FF2B5EF4-FFF2-40B4-BE49-F238E27FC236}">
                    <a16:creationId xmlns:a16="http://schemas.microsoft.com/office/drawing/2014/main" id="{3BC9A8F2-6DF2-E645-750B-6D3A50728AF0}"/>
                  </a:ext>
                </a:extLst>
              </p:cNvPr>
              <p:cNvSpPr/>
              <p:nvPr/>
            </p:nvSpPr>
            <p:spPr>
              <a:xfrm>
                <a:off x="13127387" y="7077771"/>
                <a:ext cx="79136" cy="90093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96" extrusionOk="0">
                    <a:moveTo>
                      <a:pt x="260" y="0"/>
                    </a:moveTo>
                    <a:lnTo>
                      <a:pt x="1" y="259"/>
                    </a:lnTo>
                    <a:lnTo>
                      <a:pt x="1" y="295"/>
                    </a:lnTo>
                    <a:lnTo>
                      <a:pt x="246" y="295"/>
                    </a:lnTo>
                    <a:cubicBezTo>
                      <a:pt x="237" y="216"/>
                      <a:pt x="237" y="116"/>
                      <a:pt x="2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43">
                <a:extLst>
                  <a:ext uri="{FF2B5EF4-FFF2-40B4-BE49-F238E27FC236}">
                    <a16:creationId xmlns:a16="http://schemas.microsoft.com/office/drawing/2014/main" id="{CC2C0396-BDB0-2717-B028-31DC8768A426}"/>
                  </a:ext>
                </a:extLst>
              </p:cNvPr>
              <p:cNvSpPr/>
              <p:nvPr/>
            </p:nvSpPr>
            <p:spPr>
              <a:xfrm>
                <a:off x="13199522" y="7055552"/>
                <a:ext cx="59657" cy="1123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369" extrusionOk="0">
                    <a:moveTo>
                      <a:pt x="37" y="1"/>
                    </a:moveTo>
                    <a:cubicBezTo>
                      <a:pt x="30" y="23"/>
                      <a:pt x="23" y="51"/>
                      <a:pt x="23" y="73"/>
                    </a:cubicBezTo>
                    <a:cubicBezTo>
                      <a:pt x="0" y="189"/>
                      <a:pt x="0" y="289"/>
                      <a:pt x="9" y="368"/>
                    </a:cubicBezTo>
                    <a:lnTo>
                      <a:pt x="195" y="368"/>
                    </a:lnTo>
                    <a:lnTo>
                      <a:pt x="138" y="246"/>
                    </a:lnTo>
                    <a:lnTo>
                      <a:pt x="52" y="44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43">
                <a:extLst>
                  <a:ext uri="{FF2B5EF4-FFF2-40B4-BE49-F238E27FC236}">
                    <a16:creationId xmlns:a16="http://schemas.microsoft.com/office/drawing/2014/main" id="{EE695BE2-BAEF-31EC-0DD1-562935A3042F}"/>
                  </a:ext>
                </a:extLst>
              </p:cNvPr>
              <p:cNvSpPr/>
              <p:nvPr/>
            </p:nvSpPr>
            <p:spPr>
              <a:xfrm>
                <a:off x="12860760" y="6791056"/>
                <a:ext cx="153098" cy="376807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238" extrusionOk="0">
                    <a:moveTo>
                      <a:pt x="266" y="0"/>
                    </a:moveTo>
                    <a:lnTo>
                      <a:pt x="1" y="611"/>
                    </a:lnTo>
                    <a:lnTo>
                      <a:pt x="251" y="1237"/>
                    </a:lnTo>
                    <a:lnTo>
                      <a:pt x="294" y="1237"/>
                    </a:lnTo>
                    <a:lnTo>
                      <a:pt x="432" y="928"/>
                    </a:lnTo>
                    <a:lnTo>
                      <a:pt x="482" y="806"/>
                    </a:lnTo>
                    <a:lnTo>
                      <a:pt x="503" y="747"/>
                    </a:lnTo>
                    <a:cubicBezTo>
                      <a:pt x="466" y="568"/>
                      <a:pt x="409" y="352"/>
                      <a:pt x="309" y="109"/>
                    </a:cubicBezTo>
                    <a:cubicBezTo>
                      <a:pt x="309" y="109"/>
                      <a:pt x="309" y="100"/>
                      <a:pt x="303" y="93"/>
                    </a:cubicBezTo>
                    <a:cubicBezTo>
                      <a:pt x="294" y="57"/>
                      <a:pt x="280" y="30"/>
                      <a:pt x="2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43">
                <a:extLst>
                  <a:ext uri="{FF2B5EF4-FFF2-40B4-BE49-F238E27FC236}">
                    <a16:creationId xmlns:a16="http://schemas.microsoft.com/office/drawing/2014/main" id="{BBE4C8D6-0A72-E031-AAFE-D1731B576977}"/>
                  </a:ext>
                </a:extLst>
              </p:cNvPr>
              <p:cNvSpPr/>
              <p:nvPr/>
            </p:nvSpPr>
            <p:spPr>
              <a:xfrm>
                <a:off x="13020554" y="7049465"/>
                <a:ext cx="107138" cy="11839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8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129"/>
                      <a:pt x="21" y="243"/>
                      <a:pt x="7" y="338"/>
                    </a:cubicBezTo>
                    <a:cubicBezTo>
                      <a:pt x="14" y="352"/>
                      <a:pt x="28" y="373"/>
                      <a:pt x="36" y="388"/>
                    </a:cubicBezTo>
                    <a:lnTo>
                      <a:pt x="352" y="388"/>
                    </a:lnTo>
                    <a:lnTo>
                      <a:pt x="352" y="3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43">
                <a:extLst>
                  <a:ext uri="{FF2B5EF4-FFF2-40B4-BE49-F238E27FC236}">
                    <a16:creationId xmlns:a16="http://schemas.microsoft.com/office/drawing/2014/main" id="{F49F6C2A-633F-062D-462E-FBC0927DBBE8}"/>
                  </a:ext>
                </a:extLst>
              </p:cNvPr>
              <p:cNvSpPr/>
              <p:nvPr/>
            </p:nvSpPr>
            <p:spPr>
              <a:xfrm>
                <a:off x="12650745" y="7167560"/>
                <a:ext cx="953896" cy="632476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2078" extrusionOk="0">
                    <a:moveTo>
                      <a:pt x="509" y="0"/>
                    </a:moveTo>
                    <a:lnTo>
                      <a:pt x="1" y="2077"/>
                    </a:lnTo>
                    <a:lnTo>
                      <a:pt x="3133" y="2077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43">
                <a:extLst>
                  <a:ext uri="{FF2B5EF4-FFF2-40B4-BE49-F238E27FC236}">
                    <a16:creationId xmlns:a16="http://schemas.microsoft.com/office/drawing/2014/main" id="{C2225B71-791B-7CC3-5917-441BEE675770}"/>
                  </a:ext>
                </a:extLst>
              </p:cNvPr>
              <p:cNvSpPr/>
              <p:nvPr/>
            </p:nvSpPr>
            <p:spPr>
              <a:xfrm>
                <a:off x="12777363" y="6605087"/>
                <a:ext cx="164664" cy="371937"/>
              </a:xfrm>
              <a:custGeom>
                <a:avLst/>
                <a:gdLst/>
                <a:ahLst/>
                <a:cxnLst/>
                <a:rect l="l" t="t" r="r" b="b"/>
                <a:pathLst>
                  <a:path w="541" h="1222" extrusionOk="0">
                    <a:moveTo>
                      <a:pt x="238" y="1"/>
                    </a:moveTo>
                    <a:lnTo>
                      <a:pt x="0" y="547"/>
                    </a:lnTo>
                    <a:lnTo>
                      <a:pt x="275" y="1222"/>
                    </a:lnTo>
                    <a:lnTo>
                      <a:pt x="540" y="611"/>
                    </a:lnTo>
                    <a:cubicBezTo>
                      <a:pt x="454" y="396"/>
                      <a:pt x="345" y="187"/>
                      <a:pt x="2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43">
                <a:extLst>
                  <a:ext uri="{FF2B5EF4-FFF2-40B4-BE49-F238E27FC236}">
                    <a16:creationId xmlns:a16="http://schemas.microsoft.com/office/drawing/2014/main" id="{892C4011-0DD4-B113-3ECF-2850D806A1E3}"/>
                  </a:ext>
                </a:extLst>
              </p:cNvPr>
              <p:cNvSpPr/>
              <p:nvPr/>
            </p:nvSpPr>
            <p:spPr>
              <a:xfrm>
                <a:off x="12696401" y="6447728"/>
                <a:ext cx="153707" cy="324151"/>
              </a:xfrm>
              <a:custGeom>
                <a:avLst/>
                <a:gdLst/>
                <a:ahLst/>
                <a:cxnLst/>
                <a:rect l="l" t="t" r="r" b="b"/>
                <a:pathLst>
                  <a:path w="505" h="1065" extrusionOk="0">
                    <a:moveTo>
                      <a:pt x="166" y="0"/>
                    </a:moveTo>
                    <a:lnTo>
                      <a:pt x="1" y="381"/>
                    </a:lnTo>
                    <a:lnTo>
                      <a:pt x="266" y="1064"/>
                    </a:lnTo>
                    <a:lnTo>
                      <a:pt x="504" y="518"/>
                    </a:lnTo>
                    <a:cubicBezTo>
                      <a:pt x="396" y="316"/>
                      <a:pt x="273" y="136"/>
                      <a:pt x="1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43">
                <a:extLst>
                  <a:ext uri="{FF2B5EF4-FFF2-40B4-BE49-F238E27FC236}">
                    <a16:creationId xmlns:a16="http://schemas.microsoft.com/office/drawing/2014/main" id="{7FE70D1B-2761-A05C-8B81-9ED18A3D1DF3}"/>
                  </a:ext>
                </a:extLst>
              </p:cNvPr>
              <p:cNvSpPr/>
              <p:nvPr/>
            </p:nvSpPr>
            <p:spPr>
              <a:xfrm>
                <a:off x="12613612" y="6355200"/>
                <a:ext cx="133618" cy="208796"/>
              </a:xfrm>
              <a:custGeom>
                <a:avLst/>
                <a:gdLst/>
                <a:ahLst/>
                <a:cxnLst/>
                <a:rect l="l" t="t" r="r" b="b"/>
                <a:pathLst>
                  <a:path w="439" h="686" extrusionOk="0">
                    <a:moveTo>
                      <a:pt x="46" y="1"/>
                    </a:moveTo>
                    <a:cubicBezTo>
                      <a:pt x="30" y="1"/>
                      <a:pt x="14" y="3"/>
                      <a:pt x="0" y="9"/>
                    </a:cubicBezTo>
                    <a:lnTo>
                      <a:pt x="273" y="685"/>
                    </a:lnTo>
                    <a:lnTo>
                      <a:pt x="438" y="304"/>
                    </a:lnTo>
                    <a:cubicBezTo>
                      <a:pt x="289" y="117"/>
                      <a:pt x="150" y="1"/>
                      <a:pt x="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43">
                <a:extLst>
                  <a:ext uri="{FF2B5EF4-FFF2-40B4-BE49-F238E27FC236}">
                    <a16:creationId xmlns:a16="http://schemas.microsoft.com/office/drawing/2014/main" id="{541D1594-F002-FF8B-31B6-C01BC34B99D1}"/>
                  </a:ext>
                </a:extLst>
              </p:cNvPr>
              <p:cNvSpPr/>
              <p:nvPr/>
            </p:nvSpPr>
            <p:spPr>
              <a:xfrm>
                <a:off x="12574044" y="6357940"/>
                <a:ext cx="122661" cy="206057"/>
              </a:xfrm>
              <a:custGeom>
                <a:avLst/>
                <a:gdLst/>
                <a:ahLst/>
                <a:cxnLst/>
                <a:rect l="l" t="t" r="r" b="b"/>
                <a:pathLst>
                  <a:path w="403" h="677" extrusionOk="0">
                    <a:moveTo>
                      <a:pt x="130" y="0"/>
                    </a:moveTo>
                    <a:cubicBezTo>
                      <a:pt x="28" y="43"/>
                      <a:pt x="1" y="238"/>
                      <a:pt x="21" y="511"/>
                    </a:cubicBezTo>
                    <a:lnTo>
                      <a:pt x="403" y="676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43">
                <a:extLst>
                  <a:ext uri="{FF2B5EF4-FFF2-40B4-BE49-F238E27FC236}">
                    <a16:creationId xmlns:a16="http://schemas.microsoft.com/office/drawing/2014/main" id="{42272D8B-649D-273F-FE47-9B04DAEE777B}"/>
                  </a:ext>
                </a:extLst>
              </p:cNvPr>
              <p:cNvSpPr/>
              <p:nvPr/>
            </p:nvSpPr>
            <p:spPr>
              <a:xfrm>
                <a:off x="12580436" y="6513168"/>
                <a:ext cx="197232" cy="25871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85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" y="180"/>
                      <a:pt x="50" y="389"/>
                      <a:pt x="102" y="611"/>
                    </a:cubicBezTo>
                    <a:lnTo>
                      <a:pt x="647" y="849"/>
                    </a:lnTo>
                    <a:lnTo>
                      <a:pt x="647" y="849"/>
                    </a:lnTo>
                    <a:lnTo>
                      <a:pt x="382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43">
                <a:extLst>
                  <a:ext uri="{FF2B5EF4-FFF2-40B4-BE49-F238E27FC236}">
                    <a16:creationId xmlns:a16="http://schemas.microsoft.com/office/drawing/2014/main" id="{C2EFE293-D886-0A0C-9A90-D5660F25122D}"/>
                  </a:ext>
                </a:extLst>
              </p:cNvPr>
              <p:cNvSpPr/>
              <p:nvPr/>
            </p:nvSpPr>
            <p:spPr>
              <a:xfrm>
                <a:off x="12611482" y="6699137"/>
                <a:ext cx="249583" cy="277888"/>
              </a:xfrm>
              <a:custGeom>
                <a:avLst/>
                <a:gdLst/>
                <a:ahLst/>
                <a:cxnLst/>
                <a:rect l="l" t="t" r="r" b="b"/>
                <a:pathLst>
                  <a:path w="820" h="9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57" y="209"/>
                      <a:pt x="121" y="432"/>
                      <a:pt x="200" y="647"/>
                    </a:cubicBezTo>
                    <a:lnTo>
                      <a:pt x="820" y="913"/>
                    </a:lnTo>
                    <a:lnTo>
                      <a:pt x="820" y="913"/>
                    </a:lnTo>
                    <a:lnTo>
                      <a:pt x="545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43">
                <a:extLst>
                  <a:ext uri="{FF2B5EF4-FFF2-40B4-BE49-F238E27FC236}">
                    <a16:creationId xmlns:a16="http://schemas.microsoft.com/office/drawing/2014/main" id="{F2BDD7AB-A020-0FCC-C716-A894D4D7164A}"/>
                  </a:ext>
                </a:extLst>
              </p:cNvPr>
              <p:cNvSpPr/>
              <p:nvPr/>
            </p:nvSpPr>
            <p:spPr>
              <a:xfrm>
                <a:off x="12672356" y="6896063"/>
                <a:ext cx="264802" cy="271800"/>
              </a:xfrm>
              <a:custGeom>
                <a:avLst/>
                <a:gdLst/>
                <a:ahLst/>
                <a:cxnLst/>
                <a:rect l="l" t="t" r="r" b="b"/>
                <a:pathLst>
                  <a:path w="870" h="89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37"/>
                      <a:pt x="30" y="66"/>
                      <a:pt x="43" y="100"/>
                    </a:cubicBezTo>
                    <a:cubicBezTo>
                      <a:pt x="137" y="345"/>
                      <a:pt x="245" y="554"/>
                      <a:pt x="345" y="713"/>
                    </a:cubicBezTo>
                    <a:lnTo>
                      <a:pt x="756" y="892"/>
                    </a:lnTo>
                    <a:lnTo>
                      <a:pt x="870" y="892"/>
                    </a:lnTo>
                    <a:lnTo>
                      <a:pt x="620" y="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43">
                <a:extLst>
                  <a:ext uri="{FF2B5EF4-FFF2-40B4-BE49-F238E27FC236}">
                    <a16:creationId xmlns:a16="http://schemas.microsoft.com/office/drawing/2014/main" id="{780B6BAF-7B78-C2BA-4B6D-6B1A22B89226}"/>
                  </a:ext>
                </a:extLst>
              </p:cNvPr>
              <p:cNvSpPr/>
              <p:nvPr/>
            </p:nvSpPr>
            <p:spPr>
              <a:xfrm>
                <a:off x="12777363" y="7112774"/>
                <a:ext cx="125096" cy="55091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81" extrusionOk="0">
                    <a:moveTo>
                      <a:pt x="0" y="1"/>
                    </a:moveTo>
                    <a:cubicBezTo>
                      <a:pt x="43" y="72"/>
                      <a:pt x="87" y="130"/>
                      <a:pt x="130" y="180"/>
                    </a:cubicBezTo>
                    <a:lnTo>
                      <a:pt x="411" y="18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43">
                <a:extLst>
                  <a:ext uri="{FF2B5EF4-FFF2-40B4-BE49-F238E27FC236}">
                    <a16:creationId xmlns:a16="http://schemas.microsoft.com/office/drawing/2014/main" id="{FC80DF4B-CF36-A73E-4074-45A50B0920FF}"/>
                  </a:ext>
                </a:extLst>
              </p:cNvPr>
              <p:cNvSpPr/>
              <p:nvPr/>
            </p:nvSpPr>
            <p:spPr>
              <a:xfrm>
                <a:off x="12949940" y="7018419"/>
                <a:ext cx="77006" cy="149444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91" extrusionOk="0">
                    <a:moveTo>
                      <a:pt x="210" y="0"/>
                    </a:moveTo>
                    <a:lnTo>
                      <a:pt x="189" y="59"/>
                    </a:lnTo>
                    <a:lnTo>
                      <a:pt x="139" y="181"/>
                    </a:lnTo>
                    <a:lnTo>
                      <a:pt x="1" y="490"/>
                    </a:lnTo>
                    <a:lnTo>
                      <a:pt x="232" y="490"/>
                    </a:lnTo>
                    <a:cubicBezTo>
                      <a:pt x="232" y="475"/>
                      <a:pt x="239" y="454"/>
                      <a:pt x="239" y="440"/>
                    </a:cubicBezTo>
                    <a:cubicBezTo>
                      <a:pt x="253" y="345"/>
                      <a:pt x="246" y="231"/>
                      <a:pt x="232" y="102"/>
                    </a:cubicBezTo>
                    <a:cubicBezTo>
                      <a:pt x="225" y="66"/>
                      <a:pt x="217" y="37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43">
                <a:extLst>
                  <a:ext uri="{FF2B5EF4-FFF2-40B4-BE49-F238E27FC236}">
                    <a16:creationId xmlns:a16="http://schemas.microsoft.com/office/drawing/2014/main" id="{02A124E0-6514-6E2A-AD5C-1AF40356D770}"/>
                  </a:ext>
                </a:extLst>
              </p:cNvPr>
              <p:cNvSpPr/>
              <p:nvPr/>
            </p:nvSpPr>
            <p:spPr>
              <a:xfrm>
                <a:off x="13282920" y="6950545"/>
                <a:ext cx="216711" cy="217318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4" extrusionOk="0">
                    <a:moveTo>
                      <a:pt x="711" y="1"/>
                    </a:moveTo>
                    <a:lnTo>
                      <a:pt x="187" y="232"/>
                    </a:lnTo>
                    <a:lnTo>
                      <a:pt x="1" y="713"/>
                    </a:lnTo>
                    <a:lnTo>
                      <a:pt x="180" y="713"/>
                    </a:lnTo>
                    <a:lnTo>
                      <a:pt x="425" y="611"/>
                    </a:lnTo>
                    <a:lnTo>
                      <a:pt x="425" y="605"/>
                    </a:lnTo>
                    <a:cubicBezTo>
                      <a:pt x="511" y="468"/>
                      <a:pt x="598" y="296"/>
                      <a:pt x="684" y="87"/>
                    </a:cubicBezTo>
                    <a:cubicBezTo>
                      <a:pt x="698" y="59"/>
                      <a:pt x="704" y="30"/>
                      <a:pt x="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43">
                <a:extLst>
                  <a:ext uri="{FF2B5EF4-FFF2-40B4-BE49-F238E27FC236}">
                    <a16:creationId xmlns:a16="http://schemas.microsoft.com/office/drawing/2014/main" id="{0B549C4E-F8E3-BD65-89B3-12D335E04018}"/>
                  </a:ext>
                </a:extLst>
              </p:cNvPr>
              <p:cNvSpPr/>
              <p:nvPr/>
            </p:nvSpPr>
            <p:spPr>
              <a:xfrm>
                <a:off x="13337706" y="7136514"/>
                <a:ext cx="74571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03" extrusionOk="0">
                    <a:moveTo>
                      <a:pt x="245" y="0"/>
                    </a:moveTo>
                    <a:lnTo>
                      <a:pt x="0" y="102"/>
                    </a:lnTo>
                    <a:lnTo>
                      <a:pt x="173" y="102"/>
                    </a:lnTo>
                    <a:cubicBezTo>
                      <a:pt x="193" y="66"/>
                      <a:pt x="223" y="37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3">
                <a:extLst>
                  <a:ext uri="{FF2B5EF4-FFF2-40B4-BE49-F238E27FC236}">
                    <a16:creationId xmlns:a16="http://schemas.microsoft.com/office/drawing/2014/main" id="{F4C42C05-8DC3-F994-C21B-E2D0DF019F36}"/>
                  </a:ext>
                </a:extLst>
              </p:cNvPr>
              <p:cNvSpPr/>
              <p:nvPr/>
            </p:nvSpPr>
            <p:spPr>
              <a:xfrm>
                <a:off x="13271962" y="6701267"/>
                <a:ext cx="140315" cy="319890"/>
              </a:xfrm>
              <a:custGeom>
                <a:avLst/>
                <a:gdLst/>
                <a:ahLst/>
                <a:cxnLst/>
                <a:rect l="l" t="t" r="r" b="b"/>
                <a:pathLst>
                  <a:path w="461" h="1051" extrusionOk="0">
                    <a:moveTo>
                      <a:pt x="259" y="0"/>
                    </a:moveTo>
                    <a:cubicBezTo>
                      <a:pt x="202" y="102"/>
                      <a:pt x="144" y="209"/>
                      <a:pt x="94" y="318"/>
                    </a:cubicBezTo>
                    <a:cubicBezTo>
                      <a:pt x="57" y="382"/>
                      <a:pt x="30" y="454"/>
                      <a:pt x="0" y="518"/>
                    </a:cubicBezTo>
                    <a:lnTo>
                      <a:pt x="73" y="683"/>
                    </a:lnTo>
                    <a:lnTo>
                      <a:pt x="223" y="1051"/>
                    </a:lnTo>
                    <a:lnTo>
                      <a:pt x="461" y="468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43">
                <a:extLst>
                  <a:ext uri="{FF2B5EF4-FFF2-40B4-BE49-F238E27FC236}">
                    <a16:creationId xmlns:a16="http://schemas.microsoft.com/office/drawing/2014/main" id="{F617242D-F6D4-EE08-000C-844DCFBF73F1}"/>
                  </a:ext>
                </a:extLst>
              </p:cNvPr>
              <p:cNvSpPr/>
              <p:nvPr/>
            </p:nvSpPr>
            <p:spPr>
              <a:xfrm>
                <a:off x="13350794" y="6567954"/>
                <a:ext cx="131488" cy="27575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906" extrusionOk="0">
                    <a:moveTo>
                      <a:pt x="288" y="0"/>
                    </a:moveTo>
                    <a:cubicBezTo>
                      <a:pt x="193" y="116"/>
                      <a:pt x="93" y="266"/>
                      <a:pt x="0" y="438"/>
                    </a:cubicBezTo>
                    <a:lnTo>
                      <a:pt x="202" y="906"/>
                    </a:lnTo>
                    <a:lnTo>
                      <a:pt x="431" y="324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43">
                <a:extLst>
                  <a:ext uri="{FF2B5EF4-FFF2-40B4-BE49-F238E27FC236}">
                    <a16:creationId xmlns:a16="http://schemas.microsoft.com/office/drawing/2014/main" id="{627D3447-BD9E-C15D-61A3-04203F19037C}"/>
                  </a:ext>
                </a:extLst>
              </p:cNvPr>
              <p:cNvSpPr/>
              <p:nvPr/>
            </p:nvSpPr>
            <p:spPr>
              <a:xfrm>
                <a:off x="13412276" y="6624566"/>
                <a:ext cx="168317" cy="21914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720" extrusionOk="0">
                    <a:moveTo>
                      <a:pt x="552" y="0"/>
                    </a:moveTo>
                    <a:lnTo>
                      <a:pt x="229" y="138"/>
                    </a:lnTo>
                    <a:lnTo>
                      <a:pt x="0" y="720"/>
                    </a:lnTo>
                    <a:lnTo>
                      <a:pt x="459" y="518"/>
                    </a:lnTo>
                    <a:cubicBezTo>
                      <a:pt x="509" y="332"/>
                      <a:pt x="538" y="152"/>
                      <a:pt x="5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43">
                <a:extLst>
                  <a:ext uri="{FF2B5EF4-FFF2-40B4-BE49-F238E27FC236}">
                    <a16:creationId xmlns:a16="http://schemas.microsoft.com/office/drawing/2014/main" id="{7476260C-E460-B032-4A98-68684247AF6A}"/>
                  </a:ext>
                </a:extLst>
              </p:cNvPr>
              <p:cNvSpPr/>
              <p:nvPr/>
            </p:nvSpPr>
            <p:spPr>
              <a:xfrm>
                <a:off x="13438452" y="6489122"/>
                <a:ext cx="113530" cy="17775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584" extrusionOk="0">
                    <a:moveTo>
                      <a:pt x="335" y="0"/>
                    </a:moveTo>
                    <a:cubicBezTo>
                      <a:pt x="246" y="0"/>
                      <a:pt x="131" y="103"/>
                      <a:pt x="0" y="259"/>
                    </a:cubicBezTo>
                    <a:lnTo>
                      <a:pt x="143" y="583"/>
                    </a:lnTo>
                    <a:lnTo>
                      <a:pt x="373" y="7"/>
                    </a:lnTo>
                    <a:cubicBezTo>
                      <a:pt x="361" y="3"/>
                      <a:pt x="348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43">
                <a:extLst>
                  <a:ext uri="{FF2B5EF4-FFF2-40B4-BE49-F238E27FC236}">
                    <a16:creationId xmlns:a16="http://schemas.microsoft.com/office/drawing/2014/main" id="{4AF0AC11-978A-DF6D-AB77-947F134A9C2C}"/>
                  </a:ext>
                </a:extLst>
              </p:cNvPr>
              <p:cNvSpPr/>
              <p:nvPr/>
            </p:nvSpPr>
            <p:spPr>
              <a:xfrm>
                <a:off x="13481977" y="6491253"/>
                <a:ext cx="105312" cy="175620"/>
              </a:xfrm>
              <a:custGeom>
                <a:avLst/>
                <a:gdLst/>
                <a:ahLst/>
                <a:cxnLst/>
                <a:rect l="l" t="t" r="r" b="b"/>
                <a:pathLst>
                  <a:path w="346" h="577" extrusionOk="0">
                    <a:moveTo>
                      <a:pt x="230" y="0"/>
                    </a:moveTo>
                    <a:lnTo>
                      <a:pt x="0" y="576"/>
                    </a:lnTo>
                    <a:lnTo>
                      <a:pt x="323" y="438"/>
                    </a:lnTo>
                    <a:cubicBezTo>
                      <a:pt x="345" y="202"/>
                      <a:pt x="316" y="37"/>
                      <a:pt x="2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43">
                <a:extLst>
                  <a:ext uri="{FF2B5EF4-FFF2-40B4-BE49-F238E27FC236}">
                    <a16:creationId xmlns:a16="http://schemas.microsoft.com/office/drawing/2014/main" id="{0CAC010C-B2AC-851C-3304-AFC5AD980E79}"/>
                  </a:ext>
                </a:extLst>
              </p:cNvPr>
              <p:cNvSpPr/>
              <p:nvPr/>
            </p:nvSpPr>
            <p:spPr>
              <a:xfrm>
                <a:off x="13210480" y="6858626"/>
                <a:ext cx="129357" cy="309237"/>
              </a:xfrm>
              <a:custGeom>
                <a:avLst/>
                <a:gdLst/>
                <a:ahLst/>
                <a:cxnLst/>
                <a:rect l="l" t="t" r="r" b="b"/>
                <a:pathLst>
                  <a:path w="425" h="1016" extrusionOk="0">
                    <a:moveTo>
                      <a:pt x="202" y="1"/>
                    </a:moveTo>
                    <a:cubicBezTo>
                      <a:pt x="189" y="30"/>
                      <a:pt x="180" y="60"/>
                      <a:pt x="166" y="87"/>
                    </a:cubicBezTo>
                    <a:cubicBezTo>
                      <a:pt x="87" y="296"/>
                      <a:pt x="30" y="482"/>
                      <a:pt x="1" y="648"/>
                    </a:cubicBezTo>
                    <a:lnTo>
                      <a:pt x="16" y="691"/>
                    </a:lnTo>
                    <a:lnTo>
                      <a:pt x="102" y="893"/>
                    </a:lnTo>
                    <a:lnTo>
                      <a:pt x="159" y="1015"/>
                    </a:lnTo>
                    <a:lnTo>
                      <a:pt x="239" y="1015"/>
                    </a:lnTo>
                    <a:lnTo>
                      <a:pt x="425" y="534"/>
                    </a:lnTo>
                    <a:lnTo>
                      <a:pt x="275" y="166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43">
                <a:extLst>
                  <a:ext uri="{FF2B5EF4-FFF2-40B4-BE49-F238E27FC236}">
                    <a16:creationId xmlns:a16="http://schemas.microsoft.com/office/drawing/2014/main" id="{4A6E3AD4-4C06-DDA7-CBF9-709BF1AD3B81}"/>
                  </a:ext>
                </a:extLst>
              </p:cNvPr>
              <p:cNvSpPr/>
              <p:nvPr/>
            </p:nvSpPr>
            <p:spPr>
              <a:xfrm>
                <a:off x="13339532" y="6781925"/>
                <a:ext cx="212450" cy="23923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786" extrusionOk="0">
                    <a:moveTo>
                      <a:pt x="698" y="1"/>
                    </a:moveTo>
                    <a:lnTo>
                      <a:pt x="239" y="203"/>
                    </a:lnTo>
                    <a:lnTo>
                      <a:pt x="1" y="786"/>
                    </a:lnTo>
                    <a:lnTo>
                      <a:pt x="525" y="555"/>
                    </a:lnTo>
                    <a:lnTo>
                      <a:pt x="532" y="555"/>
                    </a:lnTo>
                    <a:cubicBezTo>
                      <a:pt x="598" y="375"/>
                      <a:pt x="655" y="182"/>
                      <a:pt x="6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43">
              <a:extLst>
                <a:ext uri="{FF2B5EF4-FFF2-40B4-BE49-F238E27FC236}">
                  <a16:creationId xmlns:a16="http://schemas.microsoft.com/office/drawing/2014/main" id="{42703D52-652C-D1A3-B0D1-ABAE9CD546BA}"/>
                </a:ext>
              </a:extLst>
            </p:cNvPr>
            <p:cNvGrpSpPr/>
            <p:nvPr/>
          </p:nvGrpSpPr>
          <p:grpSpPr>
            <a:xfrm>
              <a:off x="7465982" y="4231825"/>
              <a:ext cx="589927" cy="728719"/>
              <a:chOff x="9390650" y="6712225"/>
              <a:chExt cx="1002595" cy="1238475"/>
            </a:xfrm>
          </p:grpSpPr>
          <p:sp>
            <p:nvSpPr>
              <p:cNvPr id="1509" name="Google Shape;1509;p43">
                <a:extLst>
                  <a:ext uri="{FF2B5EF4-FFF2-40B4-BE49-F238E27FC236}">
                    <a16:creationId xmlns:a16="http://schemas.microsoft.com/office/drawing/2014/main" id="{BC7811CF-929D-091F-6B9B-223F6B04F5C0}"/>
                  </a:ext>
                </a:extLst>
              </p:cNvPr>
              <p:cNvSpPr/>
              <p:nvPr/>
            </p:nvSpPr>
            <p:spPr>
              <a:xfrm>
                <a:off x="9526703" y="7747078"/>
                <a:ext cx="730488" cy="203622"/>
              </a:xfrm>
              <a:custGeom>
                <a:avLst/>
                <a:gdLst/>
                <a:ahLst/>
                <a:cxnLst/>
                <a:rect l="l" t="t" r="r" b="b"/>
                <a:pathLst>
                  <a:path w="2400" h="669" extrusionOk="0">
                    <a:moveTo>
                      <a:pt x="0" y="1"/>
                    </a:moveTo>
                    <a:lnTo>
                      <a:pt x="50" y="668"/>
                    </a:lnTo>
                    <a:lnTo>
                      <a:pt x="2343" y="668"/>
                    </a:lnTo>
                    <a:lnTo>
                      <a:pt x="240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43">
                <a:extLst>
                  <a:ext uri="{FF2B5EF4-FFF2-40B4-BE49-F238E27FC236}">
                    <a16:creationId xmlns:a16="http://schemas.microsoft.com/office/drawing/2014/main" id="{B0C63D31-7BA8-BD50-1755-AC8BB30CF84B}"/>
                  </a:ext>
                </a:extLst>
              </p:cNvPr>
              <p:cNvSpPr/>
              <p:nvPr/>
            </p:nvSpPr>
            <p:spPr>
              <a:xfrm>
                <a:off x="9469482" y="7064683"/>
                <a:ext cx="842496" cy="144575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475" extrusionOk="0">
                    <a:moveTo>
                      <a:pt x="0" y="0"/>
                    </a:moveTo>
                    <a:lnTo>
                      <a:pt x="36" y="475"/>
                    </a:lnTo>
                    <a:lnTo>
                      <a:pt x="2733" y="475"/>
                    </a:lnTo>
                    <a:lnTo>
                      <a:pt x="276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43">
                <a:extLst>
                  <a:ext uri="{FF2B5EF4-FFF2-40B4-BE49-F238E27FC236}">
                    <a16:creationId xmlns:a16="http://schemas.microsoft.com/office/drawing/2014/main" id="{030D3018-42F3-9BB6-4910-9A8C92E6AE86}"/>
                  </a:ext>
                </a:extLst>
              </p:cNvPr>
              <p:cNvSpPr/>
              <p:nvPr/>
            </p:nvSpPr>
            <p:spPr>
              <a:xfrm>
                <a:off x="9497788" y="6712225"/>
                <a:ext cx="785883" cy="107442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353" extrusionOk="0">
                    <a:moveTo>
                      <a:pt x="130" y="1"/>
                    </a:moveTo>
                    <a:lnTo>
                      <a:pt x="0" y="352"/>
                    </a:lnTo>
                    <a:lnTo>
                      <a:pt x="2581" y="352"/>
                    </a:lnTo>
                    <a:lnTo>
                      <a:pt x="245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43">
                <a:extLst>
                  <a:ext uri="{FF2B5EF4-FFF2-40B4-BE49-F238E27FC236}">
                    <a16:creationId xmlns:a16="http://schemas.microsoft.com/office/drawing/2014/main" id="{B5CF62A8-A6FE-854C-826E-BF4512A6FFDE}"/>
                  </a:ext>
                </a:extLst>
              </p:cNvPr>
              <p:cNvSpPr/>
              <p:nvPr/>
            </p:nvSpPr>
            <p:spPr>
              <a:xfrm>
                <a:off x="9474048" y="6880845"/>
                <a:ext cx="833669" cy="304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1" extrusionOk="0">
                    <a:moveTo>
                      <a:pt x="2738" y="0"/>
                    </a:moveTo>
                    <a:lnTo>
                      <a:pt x="2738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43">
                <a:extLst>
                  <a:ext uri="{FF2B5EF4-FFF2-40B4-BE49-F238E27FC236}">
                    <a16:creationId xmlns:a16="http://schemas.microsoft.com/office/drawing/2014/main" id="{B021DE2B-0469-CCDD-819E-834B1A2A870C}"/>
                  </a:ext>
                </a:extLst>
              </p:cNvPr>
              <p:cNvSpPr/>
              <p:nvPr/>
            </p:nvSpPr>
            <p:spPr>
              <a:xfrm>
                <a:off x="9390650" y="6880845"/>
                <a:ext cx="1002595" cy="184142"/>
              </a:xfrm>
              <a:custGeom>
                <a:avLst/>
                <a:gdLst/>
                <a:ahLst/>
                <a:cxnLst/>
                <a:rect l="l" t="t" r="r" b="b"/>
                <a:pathLst>
                  <a:path w="3294" h="605" extrusionOk="0">
                    <a:moveTo>
                      <a:pt x="0" y="0"/>
                    </a:moveTo>
                    <a:lnTo>
                      <a:pt x="0" y="604"/>
                    </a:lnTo>
                    <a:lnTo>
                      <a:pt x="3294" y="604"/>
                    </a:lnTo>
                    <a:lnTo>
                      <a:pt x="329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43">
                <a:extLst>
                  <a:ext uri="{FF2B5EF4-FFF2-40B4-BE49-F238E27FC236}">
                    <a16:creationId xmlns:a16="http://schemas.microsoft.com/office/drawing/2014/main" id="{2A1D5497-4B12-3098-9AE5-33D2FE17397F}"/>
                  </a:ext>
                </a:extLst>
              </p:cNvPr>
              <p:cNvSpPr/>
              <p:nvPr/>
            </p:nvSpPr>
            <p:spPr>
              <a:xfrm>
                <a:off x="9416826" y="6819362"/>
                <a:ext cx="947504" cy="61787"/>
              </a:xfrm>
              <a:custGeom>
                <a:avLst/>
                <a:gdLst/>
                <a:ahLst/>
                <a:cxnLst/>
                <a:rect l="l" t="t" r="r" b="b"/>
                <a:pathLst>
                  <a:path w="3113" h="203" extrusionOk="0">
                    <a:moveTo>
                      <a:pt x="102" y="0"/>
                    </a:moveTo>
                    <a:lnTo>
                      <a:pt x="1" y="202"/>
                    </a:lnTo>
                    <a:lnTo>
                      <a:pt x="3113" y="202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43">
                <a:extLst>
                  <a:ext uri="{FF2B5EF4-FFF2-40B4-BE49-F238E27FC236}">
                    <a16:creationId xmlns:a16="http://schemas.microsoft.com/office/drawing/2014/main" id="{29083431-FAAF-7FAC-AB0B-DDD18333B7BB}"/>
                  </a:ext>
                </a:extLst>
              </p:cNvPr>
              <p:cNvSpPr/>
              <p:nvPr/>
            </p:nvSpPr>
            <p:spPr>
              <a:xfrm>
                <a:off x="9456090" y="7208954"/>
                <a:ext cx="868976" cy="538426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1769" extrusionOk="0">
                    <a:moveTo>
                      <a:pt x="1" y="1"/>
                    </a:moveTo>
                    <a:lnTo>
                      <a:pt x="160" y="1769"/>
                    </a:lnTo>
                    <a:lnTo>
                      <a:pt x="2697" y="1769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43">
                <a:extLst>
                  <a:ext uri="{FF2B5EF4-FFF2-40B4-BE49-F238E27FC236}">
                    <a16:creationId xmlns:a16="http://schemas.microsoft.com/office/drawing/2014/main" id="{B5A193E2-E060-E4EF-F02A-16955D775D8A}"/>
                  </a:ext>
                </a:extLst>
              </p:cNvPr>
              <p:cNvSpPr/>
              <p:nvPr/>
            </p:nvSpPr>
            <p:spPr>
              <a:xfrm>
                <a:off x="9439045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43">
                <a:extLst>
                  <a:ext uri="{FF2B5EF4-FFF2-40B4-BE49-F238E27FC236}">
                    <a16:creationId xmlns:a16="http://schemas.microsoft.com/office/drawing/2014/main" id="{67B856B9-DA72-6749-F625-1E42F384BA7A}"/>
                  </a:ext>
                </a:extLst>
              </p:cNvPr>
              <p:cNvSpPr/>
              <p:nvPr/>
            </p:nvSpPr>
            <p:spPr>
              <a:xfrm>
                <a:off x="9528834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43">
                <a:extLst>
                  <a:ext uri="{FF2B5EF4-FFF2-40B4-BE49-F238E27FC236}">
                    <a16:creationId xmlns:a16="http://schemas.microsoft.com/office/drawing/2014/main" id="{F5DC66C6-B77A-1425-0D29-F99CFCDAA3C8}"/>
                  </a:ext>
                </a:extLst>
              </p:cNvPr>
              <p:cNvSpPr/>
              <p:nvPr/>
            </p:nvSpPr>
            <p:spPr>
              <a:xfrm>
                <a:off x="9620449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43">
                <a:extLst>
                  <a:ext uri="{FF2B5EF4-FFF2-40B4-BE49-F238E27FC236}">
                    <a16:creationId xmlns:a16="http://schemas.microsoft.com/office/drawing/2014/main" id="{CA7E2380-A146-527B-5C83-7BDA8F61B6BD}"/>
                  </a:ext>
                </a:extLst>
              </p:cNvPr>
              <p:cNvSpPr/>
              <p:nvPr/>
            </p:nvSpPr>
            <p:spPr>
              <a:xfrm>
                <a:off x="9710238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43">
                <a:extLst>
                  <a:ext uri="{FF2B5EF4-FFF2-40B4-BE49-F238E27FC236}">
                    <a16:creationId xmlns:a16="http://schemas.microsoft.com/office/drawing/2014/main" id="{AA263DD1-7791-EF0C-6956-3976A624F825}"/>
                  </a:ext>
                </a:extLst>
              </p:cNvPr>
              <p:cNvSpPr/>
              <p:nvPr/>
            </p:nvSpPr>
            <p:spPr>
              <a:xfrm>
                <a:off x="9799722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43">
                <a:extLst>
                  <a:ext uri="{FF2B5EF4-FFF2-40B4-BE49-F238E27FC236}">
                    <a16:creationId xmlns:a16="http://schemas.microsoft.com/office/drawing/2014/main" id="{D440A01D-F1BF-C2D4-943E-FEDC97777D83}"/>
                  </a:ext>
                </a:extLst>
              </p:cNvPr>
              <p:cNvSpPr/>
              <p:nvPr/>
            </p:nvSpPr>
            <p:spPr>
              <a:xfrm>
                <a:off x="9889511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43">
                <a:extLst>
                  <a:ext uri="{FF2B5EF4-FFF2-40B4-BE49-F238E27FC236}">
                    <a16:creationId xmlns:a16="http://schemas.microsoft.com/office/drawing/2014/main" id="{A6F2245F-C8C7-57C8-6E8B-77EB7426593C}"/>
                  </a:ext>
                </a:extLst>
              </p:cNvPr>
              <p:cNvSpPr/>
              <p:nvPr/>
            </p:nvSpPr>
            <p:spPr>
              <a:xfrm>
                <a:off x="9979300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43">
                <a:extLst>
                  <a:ext uri="{FF2B5EF4-FFF2-40B4-BE49-F238E27FC236}">
                    <a16:creationId xmlns:a16="http://schemas.microsoft.com/office/drawing/2014/main" id="{1D41BEFC-5DA0-219F-2C16-CED7455881D2}"/>
                  </a:ext>
                </a:extLst>
              </p:cNvPr>
              <p:cNvSpPr/>
              <p:nvPr/>
            </p:nvSpPr>
            <p:spPr>
              <a:xfrm>
                <a:off x="10071219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43">
                <a:extLst>
                  <a:ext uri="{FF2B5EF4-FFF2-40B4-BE49-F238E27FC236}">
                    <a16:creationId xmlns:a16="http://schemas.microsoft.com/office/drawing/2014/main" id="{16A770C6-B552-8025-3B65-F44B0ACD3AFB}"/>
                  </a:ext>
                </a:extLst>
              </p:cNvPr>
              <p:cNvSpPr/>
              <p:nvPr/>
            </p:nvSpPr>
            <p:spPr>
              <a:xfrm>
                <a:off x="10161008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43">
                <a:extLst>
                  <a:ext uri="{FF2B5EF4-FFF2-40B4-BE49-F238E27FC236}">
                    <a16:creationId xmlns:a16="http://schemas.microsoft.com/office/drawing/2014/main" id="{4F8FE786-A5CF-B134-3A71-130A3EA83803}"/>
                  </a:ext>
                </a:extLst>
              </p:cNvPr>
              <p:cNvSpPr/>
              <p:nvPr/>
            </p:nvSpPr>
            <p:spPr>
              <a:xfrm>
                <a:off x="10250797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43">
                <a:extLst>
                  <a:ext uri="{FF2B5EF4-FFF2-40B4-BE49-F238E27FC236}">
                    <a16:creationId xmlns:a16="http://schemas.microsoft.com/office/drawing/2014/main" id="{359FBEBB-A6E9-5FF9-AA48-F2496139CDB6}"/>
                  </a:ext>
                </a:extLst>
              </p:cNvPr>
              <p:cNvSpPr/>
              <p:nvPr/>
            </p:nvSpPr>
            <p:spPr>
              <a:xfrm>
                <a:off x="10340586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7" name="Google Shape;1527;p43">
              <a:extLst>
                <a:ext uri="{FF2B5EF4-FFF2-40B4-BE49-F238E27FC236}">
                  <a16:creationId xmlns:a16="http://schemas.microsoft.com/office/drawing/2014/main" id="{41747AAF-F8F2-AC11-A19C-4A1F246F8F78}"/>
                </a:ext>
              </a:extLst>
            </p:cNvPr>
            <p:cNvSpPr/>
            <p:nvPr/>
          </p:nvSpPr>
          <p:spPr>
            <a:xfrm>
              <a:off x="8164165" y="26333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3">
              <a:extLst>
                <a:ext uri="{FF2B5EF4-FFF2-40B4-BE49-F238E27FC236}">
                  <a16:creationId xmlns:a16="http://schemas.microsoft.com/office/drawing/2014/main" id="{33F19392-2109-54B8-DFE9-BF98DA580B08}"/>
                </a:ext>
              </a:extLst>
            </p:cNvPr>
            <p:cNvSpPr/>
            <p:nvPr/>
          </p:nvSpPr>
          <p:spPr>
            <a:xfrm>
              <a:off x="7865040" y="31168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475;p43">
            <a:extLst>
              <a:ext uri="{FF2B5EF4-FFF2-40B4-BE49-F238E27FC236}">
                <a16:creationId xmlns:a16="http://schemas.microsoft.com/office/drawing/2014/main" id="{232A025A-0C36-47B2-BDD7-36AAA496855C}"/>
              </a:ext>
            </a:extLst>
          </p:cNvPr>
          <p:cNvGrpSpPr/>
          <p:nvPr/>
        </p:nvGrpSpPr>
        <p:grpSpPr>
          <a:xfrm>
            <a:off x="6011728" y="1920420"/>
            <a:ext cx="1215611" cy="2327215"/>
            <a:chOff x="7465982" y="2633329"/>
            <a:chExt cx="1215611" cy="2327215"/>
          </a:xfrm>
        </p:grpSpPr>
        <p:grpSp>
          <p:nvGrpSpPr>
            <p:cNvPr id="5" name="Google Shape;1476;p43">
              <a:extLst>
                <a:ext uri="{FF2B5EF4-FFF2-40B4-BE49-F238E27FC236}">
                  <a16:creationId xmlns:a16="http://schemas.microsoft.com/office/drawing/2014/main" id="{32BE1F4F-7F95-E128-CEB8-F917DE5E54D3}"/>
                </a:ext>
              </a:extLst>
            </p:cNvPr>
            <p:cNvGrpSpPr/>
            <p:nvPr/>
          </p:nvGrpSpPr>
          <p:grpSpPr>
            <a:xfrm>
              <a:off x="7811976" y="3402036"/>
              <a:ext cx="869617" cy="1442077"/>
              <a:chOff x="12574044" y="6091008"/>
              <a:chExt cx="1030597" cy="1709027"/>
            </a:xfrm>
          </p:grpSpPr>
          <p:sp>
            <p:nvSpPr>
              <p:cNvPr id="27" name="Google Shape;1477;p43">
                <a:extLst>
                  <a:ext uri="{FF2B5EF4-FFF2-40B4-BE49-F238E27FC236}">
                    <a16:creationId xmlns:a16="http://schemas.microsoft.com/office/drawing/2014/main" id="{2F59DA89-20FA-CAFA-35F6-C1CD6B83C94C}"/>
                  </a:ext>
                </a:extLst>
              </p:cNvPr>
              <p:cNvSpPr/>
              <p:nvPr/>
            </p:nvSpPr>
            <p:spPr>
              <a:xfrm>
                <a:off x="12954810" y="6716486"/>
                <a:ext cx="172882" cy="44011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1446" extrusionOk="0">
                    <a:moveTo>
                      <a:pt x="0" y="0"/>
                    </a:moveTo>
                    <a:lnTo>
                      <a:pt x="0" y="123"/>
                    </a:lnTo>
                    <a:lnTo>
                      <a:pt x="0" y="354"/>
                    </a:lnTo>
                    <a:cubicBezTo>
                      <a:pt x="100" y="597"/>
                      <a:pt x="157" y="813"/>
                      <a:pt x="194" y="992"/>
                    </a:cubicBezTo>
                    <a:cubicBezTo>
                      <a:pt x="201" y="1029"/>
                      <a:pt x="209" y="1058"/>
                      <a:pt x="216" y="1094"/>
                    </a:cubicBezTo>
                    <a:lnTo>
                      <a:pt x="568" y="1446"/>
                    </a:lnTo>
                    <a:lnTo>
                      <a:pt x="568" y="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478;p43">
                <a:extLst>
                  <a:ext uri="{FF2B5EF4-FFF2-40B4-BE49-F238E27FC236}">
                    <a16:creationId xmlns:a16="http://schemas.microsoft.com/office/drawing/2014/main" id="{438EDFB0-9B08-A958-AEEA-1E1C52CFC982}"/>
                  </a:ext>
                </a:extLst>
              </p:cNvPr>
              <p:cNvSpPr/>
              <p:nvPr/>
            </p:nvSpPr>
            <p:spPr>
              <a:xfrm>
                <a:off x="12954810" y="6469643"/>
                <a:ext cx="172882" cy="42033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1381" extrusionOk="0">
                    <a:moveTo>
                      <a:pt x="64" y="1"/>
                    </a:moveTo>
                    <a:cubicBezTo>
                      <a:pt x="28" y="259"/>
                      <a:pt x="7" y="539"/>
                      <a:pt x="0" y="811"/>
                    </a:cubicBezTo>
                    <a:lnTo>
                      <a:pt x="568" y="1381"/>
                    </a:lnTo>
                    <a:lnTo>
                      <a:pt x="568" y="50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479;p43">
                <a:extLst>
                  <a:ext uri="{FF2B5EF4-FFF2-40B4-BE49-F238E27FC236}">
                    <a16:creationId xmlns:a16="http://schemas.microsoft.com/office/drawing/2014/main" id="{C73F08CA-4681-DC65-EBF7-1E34C88A7880}"/>
                  </a:ext>
                </a:extLst>
              </p:cNvPr>
              <p:cNvSpPr/>
              <p:nvPr/>
            </p:nvSpPr>
            <p:spPr>
              <a:xfrm>
                <a:off x="12974290" y="6248671"/>
                <a:ext cx="153402" cy="374068"/>
              </a:xfrm>
              <a:custGeom>
                <a:avLst/>
                <a:gdLst/>
                <a:ahLst/>
                <a:cxnLst/>
                <a:rect l="l" t="t" r="r" b="b"/>
                <a:pathLst>
                  <a:path w="504" h="1229" extrusionOk="0">
                    <a:moveTo>
                      <a:pt x="152" y="0"/>
                    </a:moveTo>
                    <a:cubicBezTo>
                      <a:pt x="87" y="200"/>
                      <a:pt x="36" y="452"/>
                      <a:pt x="0" y="727"/>
                    </a:cubicBezTo>
                    <a:lnTo>
                      <a:pt x="504" y="1229"/>
                    </a:lnTo>
                    <a:lnTo>
                      <a:pt x="504" y="352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480;p43">
                <a:extLst>
                  <a:ext uri="{FF2B5EF4-FFF2-40B4-BE49-F238E27FC236}">
                    <a16:creationId xmlns:a16="http://schemas.microsoft.com/office/drawing/2014/main" id="{5CCF53C5-1B50-0458-49CE-AAB072285050}"/>
                  </a:ext>
                </a:extLst>
              </p:cNvPr>
              <p:cNvSpPr/>
              <p:nvPr/>
            </p:nvSpPr>
            <p:spPr>
              <a:xfrm>
                <a:off x="13020554" y="6091008"/>
                <a:ext cx="107138" cy="265104"/>
              </a:xfrm>
              <a:custGeom>
                <a:avLst/>
                <a:gdLst/>
                <a:ahLst/>
                <a:cxnLst/>
                <a:rect l="l" t="t" r="r" b="b"/>
                <a:pathLst>
                  <a:path w="352" h="871" extrusionOk="0">
                    <a:moveTo>
                      <a:pt x="352" y="1"/>
                    </a:moveTo>
                    <a:cubicBezTo>
                      <a:pt x="216" y="1"/>
                      <a:pt x="93" y="201"/>
                      <a:pt x="0" y="518"/>
                    </a:cubicBezTo>
                    <a:lnTo>
                      <a:pt x="352" y="870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481;p43">
                <a:extLst>
                  <a:ext uri="{FF2B5EF4-FFF2-40B4-BE49-F238E27FC236}">
                    <a16:creationId xmlns:a16="http://schemas.microsoft.com/office/drawing/2014/main" id="{EBE77F20-6697-47DD-C4DC-4E67BB3A1A60}"/>
                  </a:ext>
                </a:extLst>
              </p:cNvPr>
              <p:cNvSpPr/>
              <p:nvPr/>
            </p:nvSpPr>
            <p:spPr>
              <a:xfrm>
                <a:off x="13127387" y="6091008"/>
                <a:ext cx="107443" cy="26510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871" extrusionOk="0">
                    <a:moveTo>
                      <a:pt x="1" y="1"/>
                    </a:moveTo>
                    <a:lnTo>
                      <a:pt x="1" y="870"/>
                    </a:lnTo>
                    <a:lnTo>
                      <a:pt x="353" y="518"/>
                    </a:lnTo>
                    <a:cubicBezTo>
                      <a:pt x="253" y="201"/>
                      <a:pt x="130" y="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482;p43">
                <a:extLst>
                  <a:ext uri="{FF2B5EF4-FFF2-40B4-BE49-F238E27FC236}">
                    <a16:creationId xmlns:a16="http://schemas.microsoft.com/office/drawing/2014/main" id="{5B2858AB-08A1-A610-EE5F-B0588DFC9E5C}"/>
                  </a:ext>
                </a:extLst>
              </p:cNvPr>
              <p:cNvSpPr/>
              <p:nvPr/>
            </p:nvSpPr>
            <p:spPr>
              <a:xfrm>
                <a:off x="13127387" y="6248671"/>
                <a:ext cx="153707" cy="374068"/>
              </a:xfrm>
              <a:custGeom>
                <a:avLst/>
                <a:gdLst/>
                <a:ahLst/>
                <a:cxnLst/>
                <a:rect l="l" t="t" r="r" b="b"/>
                <a:pathLst>
                  <a:path w="505" h="1229" extrusionOk="0">
                    <a:moveTo>
                      <a:pt x="353" y="0"/>
                    </a:moveTo>
                    <a:lnTo>
                      <a:pt x="1" y="352"/>
                    </a:lnTo>
                    <a:lnTo>
                      <a:pt x="1" y="1229"/>
                    </a:lnTo>
                    <a:lnTo>
                      <a:pt x="505" y="727"/>
                    </a:lnTo>
                    <a:cubicBezTo>
                      <a:pt x="468" y="452"/>
                      <a:pt x="418" y="200"/>
                      <a:pt x="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483;p43">
                <a:extLst>
                  <a:ext uri="{FF2B5EF4-FFF2-40B4-BE49-F238E27FC236}">
                    <a16:creationId xmlns:a16="http://schemas.microsoft.com/office/drawing/2014/main" id="{358B7608-3BE8-3DA3-C003-080D2D3B1907}"/>
                  </a:ext>
                </a:extLst>
              </p:cNvPr>
              <p:cNvSpPr/>
              <p:nvPr/>
            </p:nvSpPr>
            <p:spPr>
              <a:xfrm>
                <a:off x="13127387" y="6469643"/>
                <a:ext cx="173187" cy="42033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381" extrusionOk="0">
                    <a:moveTo>
                      <a:pt x="505" y="1"/>
                    </a:moveTo>
                    <a:lnTo>
                      <a:pt x="1" y="503"/>
                    </a:lnTo>
                    <a:lnTo>
                      <a:pt x="1" y="1381"/>
                    </a:lnTo>
                    <a:lnTo>
                      <a:pt x="569" y="811"/>
                    </a:lnTo>
                    <a:cubicBezTo>
                      <a:pt x="562" y="539"/>
                      <a:pt x="539" y="259"/>
                      <a:pt x="5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484;p43">
                <a:extLst>
                  <a:ext uri="{FF2B5EF4-FFF2-40B4-BE49-F238E27FC236}">
                    <a16:creationId xmlns:a16="http://schemas.microsoft.com/office/drawing/2014/main" id="{E92F6E7B-7FF7-0644-A9D3-1CE656F54470}"/>
                  </a:ext>
                </a:extLst>
              </p:cNvPr>
              <p:cNvSpPr/>
              <p:nvPr/>
            </p:nvSpPr>
            <p:spPr>
              <a:xfrm>
                <a:off x="13127387" y="6716486"/>
                <a:ext cx="173187" cy="44011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446" extrusionOk="0">
                    <a:moveTo>
                      <a:pt x="569" y="0"/>
                    </a:moveTo>
                    <a:lnTo>
                      <a:pt x="1" y="570"/>
                    </a:lnTo>
                    <a:lnTo>
                      <a:pt x="1" y="1446"/>
                    </a:lnTo>
                    <a:lnTo>
                      <a:pt x="260" y="1187"/>
                    </a:lnTo>
                    <a:cubicBezTo>
                      <a:pt x="260" y="1165"/>
                      <a:pt x="267" y="1137"/>
                      <a:pt x="274" y="1115"/>
                    </a:cubicBezTo>
                    <a:cubicBezTo>
                      <a:pt x="303" y="949"/>
                      <a:pt x="360" y="763"/>
                      <a:pt x="439" y="554"/>
                    </a:cubicBezTo>
                    <a:cubicBezTo>
                      <a:pt x="453" y="527"/>
                      <a:pt x="462" y="497"/>
                      <a:pt x="475" y="468"/>
                    </a:cubicBezTo>
                    <a:cubicBezTo>
                      <a:pt x="505" y="404"/>
                      <a:pt x="532" y="332"/>
                      <a:pt x="569" y="268"/>
                    </a:cubicBezTo>
                    <a:lnTo>
                      <a:pt x="569" y="123"/>
                    </a:lnTo>
                    <a:lnTo>
                      <a:pt x="5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485;p43">
                <a:extLst>
                  <a:ext uri="{FF2B5EF4-FFF2-40B4-BE49-F238E27FC236}">
                    <a16:creationId xmlns:a16="http://schemas.microsoft.com/office/drawing/2014/main" id="{E76B09DB-190E-9FCE-F5F2-DCB9076528BC}"/>
                  </a:ext>
                </a:extLst>
              </p:cNvPr>
              <p:cNvSpPr/>
              <p:nvPr/>
            </p:nvSpPr>
            <p:spPr>
              <a:xfrm>
                <a:off x="13127387" y="7077771"/>
                <a:ext cx="79136" cy="90093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96" extrusionOk="0">
                    <a:moveTo>
                      <a:pt x="260" y="0"/>
                    </a:moveTo>
                    <a:lnTo>
                      <a:pt x="1" y="259"/>
                    </a:lnTo>
                    <a:lnTo>
                      <a:pt x="1" y="295"/>
                    </a:lnTo>
                    <a:lnTo>
                      <a:pt x="246" y="295"/>
                    </a:lnTo>
                    <a:cubicBezTo>
                      <a:pt x="237" y="216"/>
                      <a:pt x="237" y="116"/>
                      <a:pt x="2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486;p43">
                <a:extLst>
                  <a:ext uri="{FF2B5EF4-FFF2-40B4-BE49-F238E27FC236}">
                    <a16:creationId xmlns:a16="http://schemas.microsoft.com/office/drawing/2014/main" id="{6FF48DB1-CC92-2F3D-1306-CAFA47C0B703}"/>
                  </a:ext>
                </a:extLst>
              </p:cNvPr>
              <p:cNvSpPr/>
              <p:nvPr/>
            </p:nvSpPr>
            <p:spPr>
              <a:xfrm>
                <a:off x="13199522" y="7055552"/>
                <a:ext cx="59657" cy="1123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369" extrusionOk="0">
                    <a:moveTo>
                      <a:pt x="37" y="1"/>
                    </a:moveTo>
                    <a:cubicBezTo>
                      <a:pt x="30" y="23"/>
                      <a:pt x="23" y="51"/>
                      <a:pt x="23" y="73"/>
                    </a:cubicBezTo>
                    <a:cubicBezTo>
                      <a:pt x="0" y="189"/>
                      <a:pt x="0" y="289"/>
                      <a:pt x="9" y="368"/>
                    </a:cubicBezTo>
                    <a:lnTo>
                      <a:pt x="195" y="368"/>
                    </a:lnTo>
                    <a:lnTo>
                      <a:pt x="138" y="246"/>
                    </a:lnTo>
                    <a:lnTo>
                      <a:pt x="52" y="44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487;p43">
                <a:extLst>
                  <a:ext uri="{FF2B5EF4-FFF2-40B4-BE49-F238E27FC236}">
                    <a16:creationId xmlns:a16="http://schemas.microsoft.com/office/drawing/2014/main" id="{0B58C563-FC1D-5760-C5EE-F2B0B7007491}"/>
                  </a:ext>
                </a:extLst>
              </p:cNvPr>
              <p:cNvSpPr/>
              <p:nvPr/>
            </p:nvSpPr>
            <p:spPr>
              <a:xfrm>
                <a:off x="12860760" y="6791056"/>
                <a:ext cx="153098" cy="376807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238" extrusionOk="0">
                    <a:moveTo>
                      <a:pt x="266" y="0"/>
                    </a:moveTo>
                    <a:lnTo>
                      <a:pt x="1" y="611"/>
                    </a:lnTo>
                    <a:lnTo>
                      <a:pt x="251" y="1237"/>
                    </a:lnTo>
                    <a:lnTo>
                      <a:pt x="294" y="1237"/>
                    </a:lnTo>
                    <a:lnTo>
                      <a:pt x="432" y="928"/>
                    </a:lnTo>
                    <a:lnTo>
                      <a:pt x="482" y="806"/>
                    </a:lnTo>
                    <a:lnTo>
                      <a:pt x="503" y="747"/>
                    </a:lnTo>
                    <a:cubicBezTo>
                      <a:pt x="466" y="568"/>
                      <a:pt x="409" y="352"/>
                      <a:pt x="309" y="109"/>
                    </a:cubicBezTo>
                    <a:cubicBezTo>
                      <a:pt x="309" y="109"/>
                      <a:pt x="309" y="100"/>
                      <a:pt x="303" y="93"/>
                    </a:cubicBezTo>
                    <a:cubicBezTo>
                      <a:pt x="294" y="57"/>
                      <a:pt x="280" y="30"/>
                      <a:pt x="2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488;p43">
                <a:extLst>
                  <a:ext uri="{FF2B5EF4-FFF2-40B4-BE49-F238E27FC236}">
                    <a16:creationId xmlns:a16="http://schemas.microsoft.com/office/drawing/2014/main" id="{EBA782BE-97D7-27CB-C927-C1C1DDE46E66}"/>
                  </a:ext>
                </a:extLst>
              </p:cNvPr>
              <p:cNvSpPr/>
              <p:nvPr/>
            </p:nvSpPr>
            <p:spPr>
              <a:xfrm>
                <a:off x="13020554" y="7049465"/>
                <a:ext cx="107138" cy="11839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8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129"/>
                      <a:pt x="21" y="243"/>
                      <a:pt x="7" y="338"/>
                    </a:cubicBezTo>
                    <a:cubicBezTo>
                      <a:pt x="14" y="352"/>
                      <a:pt x="28" y="373"/>
                      <a:pt x="36" y="388"/>
                    </a:cubicBezTo>
                    <a:lnTo>
                      <a:pt x="352" y="388"/>
                    </a:lnTo>
                    <a:lnTo>
                      <a:pt x="352" y="3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489;p43">
                <a:extLst>
                  <a:ext uri="{FF2B5EF4-FFF2-40B4-BE49-F238E27FC236}">
                    <a16:creationId xmlns:a16="http://schemas.microsoft.com/office/drawing/2014/main" id="{4180407E-AC0F-0017-D302-5BE75D598ABF}"/>
                  </a:ext>
                </a:extLst>
              </p:cNvPr>
              <p:cNvSpPr/>
              <p:nvPr/>
            </p:nvSpPr>
            <p:spPr>
              <a:xfrm>
                <a:off x="12650745" y="7167560"/>
                <a:ext cx="953896" cy="632476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2078" extrusionOk="0">
                    <a:moveTo>
                      <a:pt x="509" y="0"/>
                    </a:moveTo>
                    <a:lnTo>
                      <a:pt x="1" y="2077"/>
                    </a:lnTo>
                    <a:lnTo>
                      <a:pt x="3133" y="2077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490;p43">
                <a:extLst>
                  <a:ext uri="{FF2B5EF4-FFF2-40B4-BE49-F238E27FC236}">
                    <a16:creationId xmlns:a16="http://schemas.microsoft.com/office/drawing/2014/main" id="{48BB0907-A35E-0C78-2683-930106A3F03C}"/>
                  </a:ext>
                </a:extLst>
              </p:cNvPr>
              <p:cNvSpPr/>
              <p:nvPr/>
            </p:nvSpPr>
            <p:spPr>
              <a:xfrm>
                <a:off x="12777363" y="6605087"/>
                <a:ext cx="164664" cy="371937"/>
              </a:xfrm>
              <a:custGeom>
                <a:avLst/>
                <a:gdLst/>
                <a:ahLst/>
                <a:cxnLst/>
                <a:rect l="l" t="t" r="r" b="b"/>
                <a:pathLst>
                  <a:path w="541" h="1222" extrusionOk="0">
                    <a:moveTo>
                      <a:pt x="238" y="1"/>
                    </a:moveTo>
                    <a:lnTo>
                      <a:pt x="0" y="547"/>
                    </a:lnTo>
                    <a:lnTo>
                      <a:pt x="275" y="1222"/>
                    </a:lnTo>
                    <a:lnTo>
                      <a:pt x="540" y="611"/>
                    </a:lnTo>
                    <a:cubicBezTo>
                      <a:pt x="454" y="396"/>
                      <a:pt x="345" y="187"/>
                      <a:pt x="2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491;p43">
                <a:extLst>
                  <a:ext uri="{FF2B5EF4-FFF2-40B4-BE49-F238E27FC236}">
                    <a16:creationId xmlns:a16="http://schemas.microsoft.com/office/drawing/2014/main" id="{39FB18C8-E9A7-CE44-F9EF-3FB557147CFF}"/>
                  </a:ext>
                </a:extLst>
              </p:cNvPr>
              <p:cNvSpPr/>
              <p:nvPr/>
            </p:nvSpPr>
            <p:spPr>
              <a:xfrm>
                <a:off x="12696401" y="6447728"/>
                <a:ext cx="153707" cy="324151"/>
              </a:xfrm>
              <a:custGeom>
                <a:avLst/>
                <a:gdLst/>
                <a:ahLst/>
                <a:cxnLst/>
                <a:rect l="l" t="t" r="r" b="b"/>
                <a:pathLst>
                  <a:path w="505" h="1065" extrusionOk="0">
                    <a:moveTo>
                      <a:pt x="166" y="0"/>
                    </a:moveTo>
                    <a:lnTo>
                      <a:pt x="1" y="381"/>
                    </a:lnTo>
                    <a:lnTo>
                      <a:pt x="266" y="1064"/>
                    </a:lnTo>
                    <a:lnTo>
                      <a:pt x="504" y="518"/>
                    </a:lnTo>
                    <a:cubicBezTo>
                      <a:pt x="396" y="316"/>
                      <a:pt x="273" y="136"/>
                      <a:pt x="1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492;p43">
                <a:extLst>
                  <a:ext uri="{FF2B5EF4-FFF2-40B4-BE49-F238E27FC236}">
                    <a16:creationId xmlns:a16="http://schemas.microsoft.com/office/drawing/2014/main" id="{81620665-9DD3-B0E0-83F3-2A89C210B586}"/>
                  </a:ext>
                </a:extLst>
              </p:cNvPr>
              <p:cNvSpPr/>
              <p:nvPr/>
            </p:nvSpPr>
            <p:spPr>
              <a:xfrm>
                <a:off x="12613612" y="6355200"/>
                <a:ext cx="133618" cy="208796"/>
              </a:xfrm>
              <a:custGeom>
                <a:avLst/>
                <a:gdLst/>
                <a:ahLst/>
                <a:cxnLst/>
                <a:rect l="l" t="t" r="r" b="b"/>
                <a:pathLst>
                  <a:path w="439" h="686" extrusionOk="0">
                    <a:moveTo>
                      <a:pt x="46" y="1"/>
                    </a:moveTo>
                    <a:cubicBezTo>
                      <a:pt x="30" y="1"/>
                      <a:pt x="14" y="3"/>
                      <a:pt x="0" y="9"/>
                    </a:cubicBezTo>
                    <a:lnTo>
                      <a:pt x="273" y="685"/>
                    </a:lnTo>
                    <a:lnTo>
                      <a:pt x="438" y="304"/>
                    </a:lnTo>
                    <a:cubicBezTo>
                      <a:pt x="289" y="117"/>
                      <a:pt x="150" y="1"/>
                      <a:pt x="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493;p43">
                <a:extLst>
                  <a:ext uri="{FF2B5EF4-FFF2-40B4-BE49-F238E27FC236}">
                    <a16:creationId xmlns:a16="http://schemas.microsoft.com/office/drawing/2014/main" id="{1815287D-96BB-AC58-A916-CFDB47430F97}"/>
                  </a:ext>
                </a:extLst>
              </p:cNvPr>
              <p:cNvSpPr/>
              <p:nvPr/>
            </p:nvSpPr>
            <p:spPr>
              <a:xfrm>
                <a:off x="12574044" y="6357940"/>
                <a:ext cx="122661" cy="206057"/>
              </a:xfrm>
              <a:custGeom>
                <a:avLst/>
                <a:gdLst/>
                <a:ahLst/>
                <a:cxnLst/>
                <a:rect l="l" t="t" r="r" b="b"/>
                <a:pathLst>
                  <a:path w="403" h="677" extrusionOk="0">
                    <a:moveTo>
                      <a:pt x="130" y="0"/>
                    </a:moveTo>
                    <a:cubicBezTo>
                      <a:pt x="28" y="43"/>
                      <a:pt x="1" y="238"/>
                      <a:pt x="21" y="511"/>
                    </a:cubicBezTo>
                    <a:lnTo>
                      <a:pt x="403" y="676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494;p43">
                <a:extLst>
                  <a:ext uri="{FF2B5EF4-FFF2-40B4-BE49-F238E27FC236}">
                    <a16:creationId xmlns:a16="http://schemas.microsoft.com/office/drawing/2014/main" id="{7B47CA95-99C5-4FFD-4D3A-1BE463392AB3}"/>
                  </a:ext>
                </a:extLst>
              </p:cNvPr>
              <p:cNvSpPr/>
              <p:nvPr/>
            </p:nvSpPr>
            <p:spPr>
              <a:xfrm>
                <a:off x="12580436" y="6513168"/>
                <a:ext cx="197232" cy="25871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85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" y="180"/>
                      <a:pt x="50" y="389"/>
                      <a:pt x="102" y="611"/>
                    </a:cubicBezTo>
                    <a:lnTo>
                      <a:pt x="647" y="849"/>
                    </a:lnTo>
                    <a:lnTo>
                      <a:pt x="647" y="849"/>
                    </a:lnTo>
                    <a:lnTo>
                      <a:pt x="382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495;p43">
                <a:extLst>
                  <a:ext uri="{FF2B5EF4-FFF2-40B4-BE49-F238E27FC236}">
                    <a16:creationId xmlns:a16="http://schemas.microsoft.com/office/drawing/2014/main" id="{4A8C7F0F-7D77-9A32-891D-44C0095E5A21}"/>
                  </a:ext>
                </a:extLst>
              </p:cNvPr>
              <p:cNvSpPr/>
              <p:nvPr/>
            </p:nvSpPr>
            <p:spPr>
              <a:xfrm>
                <a:off x="12611482" y="6699137"/>
                <a:ext cx="249583" cy="277888"/>
              </a:xfrm>
              <a:custGeom>
                <a:avLst/>
                <a:gdLst/>
                <a:ahLst/>
                <a:cxnLst/>
                <a:rect l="l" t="t" r="r" b="b"/>
                <a:pathLst>
                  <a:path w="820" h="9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57" y="209"/>
                      <a:pt x="121" y="432"/>
                      <a:pt x="200" y="647"/>
                    </a:cubicBezTo>
                    <a:lnTo>
                      <a:pt x="820" y="913"/>
                    </a:lnTo>
                    <a:lnTo>
                      <a:pt x="820" y="913"/>
                    </a:lnTo>
                    <a:lnTo>
                      <a:pt x="545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496;p43">
                <a:extLst>
                  <a:ext uri="{FF2B5EF4-FFF2-40B4-BE49-F238E27FC236}">
                    <a16:creationId xmlns:a16="http://schemas.microsoft.com/office/drawing/2014/main" id="{69C32DBC-7F87-3C60-FFAF-55BC4DDC5491}"/>
                  </a:ext>
                </a:extLst>
              </p:cNvPr>
              <p:cNvSpPr/>
              <p:nvPr/>
            </p:nvSpPr>
            <p:spPr>
              <a:xfrm>
                <a:off x="12672356" y="6896063"/>
                <a:ext cx="264802" cy="271800"/>
              </a:xfrm>
              <a:custGeom>
                <a:avLst/>
                <a:gdLst/>
                <a:ahLst/>
                <a:cxnLst/>
                <a:rect l="l" t="t" r="r" b="b"/>
                <a:pathLst>
                  <a:path w="870" h="89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37"/>
                      <a:pt x="30" y="66"/>
                      <a:pt x="43" y="100"/>
                    </a:cubicBezTo>
                    <a:cubicBezTo>
                      <a:pt x="137" y="345"/>
                      <a:pt x="245" y="554"/>
                      <a:pt x="345" y="713"/>
                    </a:cubicBezTo>
                    <a:lnTo>
                      <a:pt x="756" y="892"/>
                    </a:lnTo>
                    <a:lnTo>
                      <a:pt x="870" y="892"/>
                    </a:lnTo>
                    <a:lnTo>
                      <a:pt x="620" y="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497;p43">
                <a:extLst>
                  <a:ext uri="{FF2B5EF4-FFF2-40B4-BE49-F238E27FC236}">
                    <a16:creationId xmlns:a16="http://schemas.microsoft.com/office/drawing/2014/main" id="{CF0FE6AD-546E-038D-0B42-A3CCB8E2447E}"/>
                  </a:ext>
                </a:extLst>
              </p:cNvPr>
              <p:cNvSpPr/>
              <p:nvPr/>
            </p:nvSpPr>
            <p:spPr>
              <a:xfrm>
                <a:off x="12777363" y="7112774"/>
                <a:ext cx="125096" cy="55091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81" extrusionOk="0">
                    <a:moveTo>
                      <a:pt x="0" y="1"/>
                    </a:moveTo>
                    <a:cubicBezTo>
                      <a:pt x="43" y="72"/>
                      <a:pt x="87" y="130"/>
                      <a:pt x="130" y="180"/>
                    </a:cubicBezTo>
                    <a:lnTo>
                      <a:pt x="411" y="18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498;p43">
                <a:extLst>
                  <a:ext uri="{FF2B5EF4-FFF2-40B4-BE49-F238E27FC236}">
                    <a16:creationId xmlns:a16="http://schemas.microsoft.com/office/drawing/2014/main" id="{99ADDAA0-3134-9818-7771-F0A316E9EE7A}"/>
                  </a:ext>
                </a:extLst>
              </p:cNvPr>
              <p:cNvSpPr/>
              <p:nvPr/>
            </p:nvSpPr>
            <p:spPr>
              <a:xfrm>
                <a:off x="12949940" y="7018419"/>
                <a:ext cx="77006" cy="149444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91" extrusionOk="0">
                    <a:moveTo>
                      <a:pt x="210" y="0"/>
                    </a:moveTo>
                    <a:lnTo>
                      <a:pt x="189" y="59"/>
                    </a:lnTo>
                    <a:lnTo>
                      <a:pt x="139" y="181"/>
                    </a:lnTo>
                    <a:lnTo>
                      <a:pt x="1" y="490"/>
                    </a:lnTo>
                    <a:lnTo>
                      <a:pt x="232" y="490"/>
                    </a:lnTo>
                    <a:cubicBezTo>
                      <a:pt x="232" y="475"/>
                      <a:pt x="239" y="454"/>
                      <a:pt x="239" y="440"/>
                    </a:cubicBezTo>
                    <a:cubicBezTo>
                      <a:pt x="253" y="345"/>
                      <a:pt x="246" y="231"/>
                      <a:pt x="232" y="102"/>
                    </a:cubicBezTo>
                    <a:cubicBezTo>
                      <a:pt x="225" y="66"/>
                      <a:pt x="217" y="37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499;p43">
                <a:extLst>
                  <a:ext uri="{FF2B5EF4-FFF2-40B4-BE49-F238E27FC236}">
                    <a16:creationId xmlns:a16="http://schemas.microsoft.com/office/drawing/2014/main" id="{A12CFD00-8823-DE87-C3B5-957F583FB0C1}"/>
                  </a:ext>
                </a:extLst>
              </p:cNvPr>
              <p:cNvSpPr/>
              <p:nvPr/>
            </p:nvSpPr>
            <p:spPr>
              <a:xfrm>
                <a:off x="13282920" y="6950545"/>
                <a:ext cx="216711" cy="217318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4" extrusionOk="0">
                    <a:moveTo>
                      <a:pt x="711" y="1"/>
                    </a:moveTo>
                    <a:lnTo>
                      <a:pt x="187" y="232"/>
                    </a:lnTo>
                    <a:lnTo>
                      <a:pt x="1" y="713"/>
                    </a:lnTo>
                    <a:lnTo>
                      <a:pt x="180" y="713"/>
                    </a:lnTo>
                    <a:lnTo>
                      <a:pt x="425" y="611"/>
                    </a:lnTo>
                    <a:lnTo>
                      <a:pt x="425" y="605"/>
                    </a:lnTo>
                    <a:cubicBezTo>
                      <a:pt x="511" y="468"/>
                      <a:pt x="598" y="296"/>
                      <a:pt x="684" y="87"/>
                    </a:cubicBezTo>
                    <a:cubicBezTo>
                      <a:pt x="698" y="59"/>
                      <a:pt x="704" y="30"/>
                      <a:pt x="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500;p43">
                <a:extLst>
                  <a:ext uri="{FF2B5EF4-FFF2-40B4-BE49-F238E27FC236}">
                    <a16:creationId xmlns:a16="http://schemas.microsoft.com/office/drawing/2014/main" id="{5B67B863-D43A-C6C4-2C52-B26BE16A323E}"/>
                  </a:ext>
                </a:extLst>
              </p:cNvPr>
              <p:cNvSpPr/>
              <p:nvPr/>
            </p:nvSpPr>
            <p:spPr>
              <a:xfrm>
                <a:off x="13337706" y="7136514"/>
                <a:ext cx="74571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03" extrusionOk="0">
                    <a:moveTo>
                      <a:pt x="245" y="0"/>
                    </a:moveTo>
                    <a:lnTo>
                      <a:pt x="0" y="102"/>
                    </a:lnTo>
                    <a:lnTo>
                      <a:pt x="173" y="102"/>
                    </a:lnTo>
                    <a:cubicBezTo>
                      <a:pt x="193" y="66"/>
                      <a:pt x="223" y="37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501;p43">
                <a:extLst>
                  <a:ext uri="{FF2B5EF4-FFF2-40B4-BE49-F238E27FC236}">
                    <a16:creationId xmlns:a16="http://schemas.microsoft.com/office/drawing/2014/main" id="{B26C2EBC-08CE-A35B-5CFB-A1BD11D5B4B2}"/>
                  </a:ext>
                </a:extLst>
              </p:cNvPr>
              <p:cNvSpPr/>
              <p:nvPr/>
            </p:nvSpPr>
            <p:spPr>
              <a:xfrm>
                <a:off x="13271962" y="6701267"/>
                <a:ext cx="140315" cy="319890"/>
              </a:xfrm>
              <a:custGeom>
                <a:avLst/>
                <a:gdLst/>
                <a:ahLst/>
                <a:cxnLst/>
                <a:rect l="l" t="t" r="r" b="b"/>
                <a:pathLst>
                  <a:path w="461" h="1051" extrusionOk="0">
                    <a:moveTo>
                      <a:pt x="259" y="0"/>
                    </a:moveTo>
                    <a:cubicBezTo>
                      <a:pt x="202" y="102"/>
                      <a:pt x="144" y="209"/>
                      <a:pt x="94" y="318"/>
                    </a:cubicBezTo>
                    <a:cubicBezTo>
                      <a:pt x="57" y="382"/>
                      <a:pt x="30" y="454"/>
                      <a:pt x="0" y="518"/>
                    </a:cubicBezTo>
                    <a:lnTo>
                      <a:pt x="73" y="683"/>
                    </a:lnTo>
                    <a:lnTo>
                      <a:pt x="223" y="1051"/>
                    </a:lnTo>
                    <a:lnTo>
                      <a:pt x="461" y="468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502;p43">
                <a:extLst>
                  <a:ext uri="{FF2B5EF4-FFF2-40B4-BE49-F238E27FC236}">
                    <a16:creationId xmlns:a16="http://schemas.microsoft.com/office/drawing/2014/main" id="{FD8D2880-43D0-3827-4497-03D0B8A253D1}"/>
                  </a:ext>
                </a:extLst>
              </p:cNvPr>
              <p:cNvSpPr/>
              <p:nvPr/>
            </p:nvSpPr>
            <p:spPr>
              <a:xfrm>
                <a:off x="13350794" y="6567954"/>
                <a:ext cx="131488" cy="27575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906" extrusionOk="0">
                    <a:moveTo>
                      <a:pt x="288" y="0"/>
                    </a:moveTo>
                    <a:cubicBezTo>
                      <a:pt x="193" y="116"/>
                      <a:pt x="93" y="266"/>
                      <a:pt x="0" y="438"/>
                    </a:cubicBezTo>
                    <a:lnTo>
                      <a:pt x="202" y="906"/>
                    </a:lnTo>
                    <a:lnTo>
                      <a:pt x="431" y="324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503;p43">
                <a:extLst>
                  <a:ext uri="{FF2B5EF4-FFF2-40B4-BE49-F238E27FC236}">
                    <a16:creationId xmlns:a16="http://schemas.microsoft.com/office/drawing/2014/main" id="{0A2E4B87-C990-B0FF-A30C-DFDDD828977E}"/>
                  </a:ext>
                </a:extLst>
              </p:cNvPr>
              <p:cNvSpPr/>
              <p:nvPr/>
            </p:nvSpPr>
            <p:spPr>
              <a:xfrm>
                <a:off x="13412276" y="6624566"/>
                <a:ext cx="168317" cy="21914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720" extrusionOk="0">
                    <a:moveTo>
                      <a:pt x="552" y="0"/>
                    </a:moveTo>
                    <a:lnTo>
                      <a:pt x="229" y="138"/>
                    </a:lnTo>
                    <a:lnTo>
                      <a:pt x="0" y="720"/>
                    </a:lnTo>
                    <a:lnTo>
                      <a:pt x="459" y="518"/>
                    </a:lnTo>
                    <a:cubicBezTo>
                      <a:pt x="509" y="332"/>
                      <a:pt x="538" y="152"/>
                      <a:pt x="5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504;p43">
                <a:extLst>
                  <a:ext uri="{FF2B5EF4-FFF2-40B4-BE49-F238E27FC236}">
                    <a16:creationId xmlns:a16="http://schemas.microsoft.com/office/drawing/2014/main" id="{59383B8D-FF5A-AB38-630E-E253B8959E8B}"/>
                  </a:ext>
                </a:extLst>
              </p:cNvPr>
              <p:cNvSpPr/>
              <p:nvPr/>
            </p:nvSpPr>
            <p:spPr>
              <a:xfrm>
                <a:off x="13438452" y="6489122"/>
                <a:ext cx="113530" cy="17775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584" extrusionOk="0">
                    <a:moveTo>
                      <a:pt x="335" y="0"/>
                    </a:moveTo>
                    <a:cubicBezTo>
                      <a:pt x="246" y="0"/>
                      <a:pt x="131" y="103"/>
                      <a:pt x="0" y="259"/>
                    </a:cubicBezTo>
                    <a:lnTo>
                      <a:pt x="143" y="583"/>
                    </a:lnTo>
                    <a:lnTo>
                      <a:pt x="373" y="7"/>
                    </a:lnTo>
                    <a:cubicBezTo>
                      <a:pt x="361" y="3"/>
                      <a:pt x="348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505;p43">
                <a:extLst>
                  <a:ext uri="{FF2B5EF4-FFF2-40B4-BE49-F238E27FC236}">
                    <a16:creationId xmlns:a16="http://schemas.microsoft.com/office/drawing/2014/main" id="{0B1B646C-9CFD-3DED-7F6B-D75FAE22152D}"/>
                  </a:ext>
                </a:extLst>
              </p:cNvPr>
              <p:cNvSpPr/>
              <p:nvPr/>
            </p:nvSpPr>
            <p:spPr>
              <a:xfrm>
                <a:off x="13481977" y="6491253"/>
                <a:ext cx="105312" cy="175620"/>
              </a:xfrm>
              <a:custGeom>
                <a:avLst/>
                <a:gdLst/>
                <a:ahLst/>
                <a:cxnLst/>
                <a:rect l="l" t="t" r="r" b="b"/>
                <a:pathLst>
                  <a:path w="346" h="577" extrusionOk="0">
                    <a:moveTo>
                      <a:pt x="230" y="0"/>
                    </a:moveTo>
                    <a:lnTo>
                      <a:pt x="0" y="576"/>
                    </a:lnTo>
                    <a:lnTo>
                      <a:pt x="323" y="438"/>
                    </a:lnTo>
                    <a:cubicBezTo>
                      <a:pt x="345" y="202"/>
                      <a:pt x="316" y="37"/>
                      <a:pt x="2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506;p43">
                <a:extLst>
                  <a:ext uri="{FF2B5EF4-FFF2-40B4-BE49-F238E27FC236}">
                    <a16:creationId xmlns:a16="http://schemas.microsoft.com/office/drawing/2014/main" id="{F73F19F7-6273-173A-3E05-91B6384C8224}"/>
                  </a:ext>
                </a:extLst>
              </p:cNvPr>
              <p:cNvSpPr/>
              <p:nvPr/>
            </p:nvSpPr>
            <p:spPr>
              <a:xfrm>
                <a:off x="13210480" y="6858626"/>
                <a:ext cx="129357" cy="309237"/>
              </a:xfrm>
              <a:custGeom>
                <a:avLst/>
                <a:gdLst/>
                <a:ahLst/>
                <a:cxnLst/>
                <a:rect l="l" t="t" r="r" b="b"/>
                <a:pathLst>
                  <a:path w="425" h="1016" extrusionOk="0">
                    <a:moveTo>
                      <a:pt x="202" y="1"/>
                    </a:moveTo>
                    <a:cubicBezTo>
                      <a:pt x="189" y="30"/>
                      <a:pt x="180" y="60"/>
                      <a:pt x="166" y="87"/>
                    </a:cubicBezTo>
                    <a:cubicBezTo>
                      <a:pt x="87" y="296"/>
                      <a:pt x="30" y="482"/>
                      <a:pt x="1" y="648"/>
                    </a:cubicBezTo>
                    <a:lnTo>
                      <a:pt x="16" y="691"/>
                    </a:lnTo>
                    <a:lnTo>
                      <a:pt x="102" y="893"/>
                    </a:lnTo>
                    <a:lnTo>
                      <a:pt x="159" y="1015"/>
                    </a:lnTo>
                    <a:lnTo>
                      <a:pt x="239" y="1015"/>
                    </a:lnTo>
                    <a:lnTo>
                      <a:pt x="425" y="534"/>
                    </a:lnTo>
                    <a:lnTo>
                      <a:pt x="275" y="166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507;p43">
                <a:extLst>
                  <a:ext uri="{FF2B5EF4-FFF2-40B4-BE49-F238E27FC236}">
                    <a16:creationId xmlns:a16="http://schemas.microsoft.com/office/drawing/2014/main" id="{C6BE820B-10B8-2F48-C750-D8573268CDDD}"/>
                  </a:ext>
                </a:extLst>
              </p:cNvPr>
              <p:cNvSpPr/>
              <p:nvPr/>
            </p:nvSpPr>
            <p:spPr>
              <a:xfrm>
                <a:off x="13339532" y="6781925"/>
                <a:ext cx="212450" cy="23923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786" extrusionOk="0">
                    <a:moveTo>
                      <a:pt x="698" y="1"/>
                    </a:moveTo>
                    <a:lnTo>
                      <a:pt x="239" y="203"/>
                    </a:lnTo>
                    <a:lnTo>
                      <a:pt x="1" y="786"/>
                    </a:lnTo>
                    <a:lnTo>
                      <a:pt x="525" y="555"/>
                    </a:lnTo>
                    <a:lnTo>
                      <a:pt x="532" y="555"/>
                    </a:lnTo>
                    <a:cubicBezTo>
                      <a:pt x="598" y="375"/>
                      <a:pt x="655" y="182"/>
                      <a:pt x="6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1508;p43">
              <a:extLst>
                <a:ext uri="{FF2B5EF4-FFF2-40B4-BE49-F238E27FC236}">
                  <a16:creationId xmlns:a16="http://schemas.microsoft.com/office/drawing/2014/main" id="{05ECE114-3669-8146-E048-6CB6B5B755B0}"/>
                </a:ext>
              </a:extLst>
            </p:cNvPr>
            <p:cNvGrpSpPr/>
            <p:nvPr/>
          </p:nvGrpSpPr>
          <p:grpSpPr>
            <a:xfrm>
              <a:off x="7465982" y="4231825"/>
              <a:ext cx="589927" cy="728719"/>
              <a:chOff x="9390650" y="6712225"/>
              <a:chExt cx="1002595" cy="1238475"/>
            </a:xfrm>
          </p:grpSpPr>
          <p:sp>
            <p:nvSpPr>
              <p:cNvPr id="9" name="Google Shape;1509;p43">
                <a:extLst>
                  <a:ext uri="{FF2B5EF4-FFF2-40B4-BE49-F238E27FC236}">
                    <a16:creationId xmlns:a16="http://schemas.microsoft.com/office/drawing/2014/main" id="{F6115973-90F0-EED3-5584-1B700F46D82D}"/>
                  </a:ext>
                </a:extLst>
              </p:cNvPr>
              <p:cNvSpPr/>
              <p:nvPr/>
            </p:nvSpPr>
            <p:spPr>
              <a:xfrm>
                <a:off x="9526703" y="7747078"/>
                <a:ext cx="730488" cy="203622"/>
              </a:xfrm>
              <a:custGeom>
                <a:avLst/>
                <a:gdLst/>
                <a:ahLst/>
                <a:cxnLst/>
                <a:rect l="l" t="t" r="r" b="b"/>
                <a:pathLst>
                  <a:path w="2400" h="669" extrusionOk="0">
                    <a:moveTo>
                      <a:pt x="0" y="1"/>
                    </a:moveTo>
                    <a:lnTo>
                      <a:pt x="50" y="668"/>
                    </a:lnTo>
                    <a:lnTo>
                      <a:pt x="2343" y="668"/>
                    </a:lnTo>
                    <a:lnTo>
                      <a:pt x="240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510;p43">
                <a:extLst>
                  <a:ext uri="{FF2B5EF4-FFF2-40B4-BE49-F238E27FC236}">
                    <a16:creationId xmlns:a16="http://schemas.microsoft.com/office/drawing/2014/main" id="{2F4FE333-90F0-EEC5-CDF7-B62365BD890A}"/>
                  </a:ext>
                </a:extLst>
              </p:cNvPr>
              <p:cNvSpPr/>
              <p:nvPr/>
            </p:nvSpPr>
            <p:spPr>
              <a:xfrm>
                <a:off x="9469482" y="7064683"/>
                <a:ext cx="842496" cy="144575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475" extrusionOk="0">
                    <a:moveTo>
                      <a:pt x="0" y="0"/>
                    </a:moveTo>
                    <a:lnTo>
                      <a:pt x="36" y="475"/>
                    </a:lnTo>
                    <a:lnTo>
                      <a:pt x="2733" y="475"/>
                    </a:lnTo>
                    <a:lnTo>
                      <a:pt x="276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511;p43">
                <a:extLst>
                  <a:ext uri="{FF2B5EF4-FFF2-40B4-BE49-F238E27FC236}">
                    <a16:creationId xmlns:a16="http://schemas.microsoft.com/office/drawing/2014/main" id="{FA308DDB-6E3A-6775-09B1-3D71428FD858}"/>
                  </a:ext>
                </a:extLst>
              </p:cNvPr>
              <p:cNvSpPr/>
              <p:nvPr/>
            </p:nvSpPr>
            <p:spPr>
              <a:xfrm>
                <a:off x="9497788" y="6712225"/>
                <a:ext cx="785883" cy="107442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353" extrusionOk="0">
                    <a:moveTo>
                      <a:pt x="130" y="1"/>
                    </a:moveTo>
                    <a:lnTo>
                      <a:pt x="0" y="352"/>
                    </a:lnTo>
                    <a:lnTo>
                      <a:pt x="2581" y="352"/>
                    </a:lnTo>
                    <a:lnTo>
                      <a:pt x="245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512;p43">
                <a:extLst>
                  <a:ext uri="{FF2B5EF4-FFF2-40B4-BE49-F238E27FC236}">
                    <a16:creationId xmlns:a16="http://schemas.microsoft.com/office/drawing/2014/main" id="{2546A6A6-9519-ECA5-E406-48BDDD5368DC}"/>
                  </a:ext>
                </a:extLst>
              </p:cNvPr>
              <p:cNvSpPr/>
              <p:nvPr/>
            </p:nvSpPr>
            <p:spPr>
              <a:xfrm>
                <a:off x="9474048" y="6880845"/>
                <a:ext cx="833669" cy="304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1" extrusionOk="0">
                    <a:moveTo>
                      <a:pt x="2738" y="0"/>
                    </a:moveTo>
                    <a:lnTo>
                      <a:pt x="2738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513;p43">
                <a:extLst>
                  <a:ext uri="{FF2B5EF4-FFF2-40B4-BE49-F238E27FC236}">
                    <a16:creationId xmlns:a16="http://schemas.microsoft.com/office/drawing/2014/main" id="{D551543C-6368-3A9C-0A2A-C2F7672B4EA7}"/>
                  </a:ext>
                </a:extLst>
              </p:cNvPr>
              <p:cNvSpPr/>
              <p:nvPr/>
            </p:nvSpPr>
            <p:spPr>
              <a:xfrm>
                <a:off x="9390650" y="6880845"/>
                <a:ext cx="1002595" cy="184142"/>
              </a:xfrm>
              <a:custGeom>
                <a:avLst/>
                <a:gdLst/>
                <a:ahLst/>
                <a:cxnLst/>
                <a:rect l="l" t="t" r="r" b="b"/>
                <a:pathLst>
                  <a:path w="3294" h="605" extrusionOk="0">
                    <a:moveTo>
                      <a:pt x="0" y="0"/>
                    </a:moveTo>
                    <a:lnTo>
                      <a:pt x="0" y="604"/>
                    </a:lnTo>
                    <a:lnTo>
                      <a:pt x="3294" y="604"/>
                    </a:lnTo>
                    <a:lnTo>
                      <a:pt x="329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514;p43">
                <a:extLst>
                  <a:ext uri="{FF2B5EF4-FFF2-40B4-BE49-F238E27FC236}">
                    <a16:creationId xmlns:a16="http://schemas.microsoft.com/office/drawing/2014/main" id="{101BB159-AE9A-EE9F-EA7A-1D33672EBE45}"/>
                  </a:ext>
                </a:extLst>
              </p:cNvPr>
              <p:cNvSpPr/>
              <p:nvPr/>
            </p:nvSpPr>
            <p:spPr>
              <a:xfrm>
                <a:off x="9416826" y="6819362"/>
                <a:ext cx="947504" cy="61787"/>
              </a:xfrm>
              <a:custGeom>
                <a:avLst/>
                <a:gdLst/>
                <a:ahLst/>
                <a:cxnLst/>
                <a:rect l="l" t="t" r="r" b="b"/>
                <a:pathLst>
                  <a:path w="3113" h="203" extrusionOk="0">
                    <a:moveTo>
                      <a:pt x="102" y="0"/>
                    </a:moveTo>
                    <a:lnTo>
                      <a:pt x="1" y="202"/>
                    </a:lnTo>
                    <a:lnTo>
                      <a:pt x="3113" y="202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15;p43">
                <a:extLst>
                  <a:ext uri="{FF2B5EF4-FFF2-40B4-BE49-F238E27FC236}">
                    <a16:creationId xmlns:a16="http://schemas.microsoft.com/office/drawing/2014/main" id="{924C4B3E-DD56-A605-5A16-9AD73B647E88}"/>
                  </a:ext>
                </a:extLst>
              </p:cNvPr>
              <p:cNvSpPr/>
              <p:nvPr/>
            </p:nvSpPr>
            <p:spPr>
              <a:xfrm>
                <a:off x="9456090" y="7208954"/>
                <a:ext cx="868976" cy="538426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1769" extrusionOk="0">
                    <a:moveTo>
                      <a:pt x="1" y="1"/>
                    </a:moveTo>
                    <a:lnTo>
                      <a:pt x="160" y="1769"/>
                    </a:lnTo>
                    <a:lnTo>
                      <a:pt x="2697" y="1769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516;p43">
                <a:extLst>
                  <a:ext uri="{FF2B5EF4-FFF2-40B4-BE49-F238E27FC236}">
                    <a16:creationId xmlns:a16="http://schemas.microsoft.com/office/drawing/2014/main" id="{97A010EF-6250-614D-30EC-6164849C769B}"/>
                  </a:ext>
                </a:extLst>
              </p:cNvPr>
              <p:cNvSpPr/>
              <p:nvPr/>
            </p:nvSpPr>
            <p:spPr>
              <a:xfrm>
                <a:off x="9439045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517;p43">
                <a:extLst>
                  <a:ext uri="{FF2B5EF4-FFF2-40B4-BE49-F238E27FC236}">
                    <a16:creationId xmlns:a16="http://schemas.microsoft.com/office/drawing/2014/main" id="{D7113168-0E3A-7A70-5233-BED9F802DAE6}"/>
                  </a:ext>
                </a:extLst>
              </p:cNvPr>
              <p:cNvSpPr/>
              <p:nvPr/>
            </p:nvSpPr>
            <p:spPr>
              <a:xfrm>
                <a:off x="9528834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518;p43">
                <a:extLst>
                  <a:ext uri="{FF2B5EF4-FFF2-40B4-BE49-F238E27FC236}">
                    <a16:creationId xmlns:a16="http://schemas.microsoft.com/office/drawing/2014/main" id="{2C538D42-11F5-0353-26D1-9D9DA0B5E36D}"/>
                  </a:ext>
                </a:extLst>
              </p:cNvPr>
              <p:cNvSpPr/>
              <p:nvPr/>
            </p:nvSpPr>
            <p:spPr>
              <a:xfrm>
                <a:off x="9620449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519;p43">
                <a:extLst>
                  <a:ext uri="{FF2B5EF4-FFF2-40B4-BE49-F238E27FC236}">
                    <a16:creationId xmlns:a16="http://schemas.microsoft.com/office/drawing/2014/main" id="{D8074898-6E60-E244-F6A1-AFD1377171E0}"/>
                  </a:ext>
                </a:extLst>
              </p:cNvPr>
              <p:cNvSpPr/>
              <p:nvPr/>
            </p:nvSpPr>
            <p:spPr>
              <a:xfrm>
                <a:off x="9710238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520;p43">
                <a:extLst>
                  <a:ext uri="{FF2B5EF4-FFF2-40B4-BE49-F238E27FC236}">
                    <a16:creationId xmlns:a16="http://schemas.microsoft.com/office/drawing/2014/main" id="{65FD6D61-824C-BB37-CD00-6BEB5B936330}"/>
                  </a:ext>
                </a:extLst>
              </p:cNvPr>
              <p:cNvSpPr/>
              <p:nvPr/>
            </p:nvSpPr>
            <p:spPr>
              <a:xfrm>
                <a:off x="9799722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521;p43">
                <a:extLst>
                  <a:ext uri="{FF2B5EF4-FFF2-40B4-BE49-F238E27FC236}">
                    <a16:creationId xmlns:a16="http://schemas.microsoft.com/office/drawing/2014/main" id="{B998F092-5070-BB1F-161F-156CD844444A}"/>
                  </a:ext>
                </a:extLst>
              </p:cNvPr>
              <p:cNvSpPr/>
              <p:nvPr/>
            </p:nvSpPr>
            <p:spPr>
              <a:xfrm>
                <a:off x="9889511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522;p43">
                <a:extLst>
                  <a:ext uri="{FF2B5EF4-FFF2-40B4-BE49-F238E27FC236}">
                    <a16:creationId xmlns:a16="http://schemas.microsoft.com/office/drawing/2014/main" id="{A4EF9B3D-4DCB-6F28-9A54-AFE1199ACA7E}"/>
                  </a:ext>
                </a:extLst>
              </p:cNvPr>
              <p:cNvSpPr/>
              <p:nvPr/>
            </p:nvSpPr>
            <p:spPr>
              <a:xfrm>
                <a:off x="9979300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523;p43">
                <a:extLst>
                  <a:ext uri="{FF2B5EF4-FFF2-40B4-BE49-F238E27FC236}">
                    <a16:creationId xmlns:a16="http://schemas.microsoft.com/office/drawing/2014/main" id="{C2FF9B5E-33E9-99B7-72A7-228D335A5418}"/>
                  </a:ext>
                </a:extLst>
              </p:cNvPr>
              <p:cNvSpPr/>
              <p:nvPr/>
            </p:nvSpPr>
            <p:spPr>
              <a:xfrm>
                <a:off x="10071219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524;p43">
                <a:extLst>
                  <a:ext uri="{FF2B5EF4-FFF2-40B4-BE49-F238E27FC236}">
                    <a16:creationId xmlns:a16="http://schemas.microsoft.com/office/drawing/2014/main" id="{B9A405AB-A934-91C0-B41D-25EB80805DC9}"/>
                  </a:ext>
                </a:extLst>
              </p:cNvPr>
              <p:cNvSpPr/>
              <p:nvPr/>
            </p:nvSpPr>
            <p:spPr>
              <a:xfrm>
                <a:off x="10161008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525;p43">
                <a:extLst>
                  <a:ext uri="{FF2B5EF4-FFF2-40B4-BE49-F238E27FC236}">
                    <a16:creationId xmlns:a16="http://schemas.microsoft.com/office/drawing/2014/main" id="{93B6C3CF-953D-2539-E379-5DB98F411FCC}"/>
                  </a:ext>
                </a:extLst>
              </p:cNvPr>
              <p:cNvSpPr/>
              <p:nvPr/>
            </p:nvSpPr>
            <p:spPr>
              <a:xfrm>
                <a:off x="10250797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526;p43">
                <a:extLst>
                  <a:ext uri="{FF2B5EF4-FFF2-40B4-BE49-F238E27FC236}">
                    <a16:creationId xmlns:a16="http://schemas.microsoft.com/office/drawing/2014/main" id="{6CC45CF6-F9A3-FEEC-2561-29E0DE87231B}"/>
                  </a:ext>
                </a:extLst>
              </p:cNvPr>
              <p:cNvSpPr/>
              <p:nvPr/>
            </p:nvSpPr>
            <p:spPr>
              <a:xfrm>
                <a:off x="10340586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1527;p43">
              <a:extLst>
                <a:ext uri="{FF2B5EF4-FFF2-40B4-BE49-F238E27FC236}">
                  <a16:creationId xmlns:a16="http://schemas.microsoft.com/office/drawing/2014/main" id="{A79F6A9E-1B8A-9B9A-FBE6-BE3EFE890639}"/>
                </a:ext>
              </a:extLst>
            </p:cNvPr>
            <p:cNvSpPr/>
            <p:nvPr/>
          </p:nvSpPr>
          <p:spPr>
            <a:xfrm>
              <a:off x="8164165" y="26333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28;p43">
              <a:extLst>
                <a:ext uri="{FF2B5EF4-FFF2-40B4-BE49-F238E27FC236}">
                  <a16:creationId xmlns:a16="http://schemas.microsoft.com/office/drawing/2014/main" id="{FBDF6CD4-075F-15AA-0BCB-9024556CA9DC}"/>
                </a:ext>
              </a:extLst>
            </p:cNvPr>
            <p:cNvSpPr/>
            <p:nvPr/>
          </p:nvSpPr>
          <p:spPr>
            <a:xfrm>
              <a:off x="7865040" y="31168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1475;p43">
            <a:extLst>
              <a:ext uri="{FF2B5EF4-FFF2-40B4-BE49-F238E27FC236}">
                <a16:creationId xmlns:a16="http://schemas.microsoft.com/office/drawing/2014/main" id="{AFF1F508-D660-CE76-64DD-101FE76B9EC6}"/>
              </a:ext>
            </a:extLst>
          </p:cNvPr>
          <p:cNvGrpSpPr/>
          <p:nvPr/>
        </p:nvGrpSpPr>
        <p:grpSpPr>
          <a:xfrm>
            <a:off x="4557474" y="1207511"/>
            <a:ext cx="1215611" cy="2327215"/>
            <a:chOff x="7465982" y="2633329"/>
            <a:chExt cx="1215611" cy="2327215"/>
          </a:xfrm>
        </p:grpSpPr>
        <p:grpSp>
          <p:nvGrpSpPr>
            <p:cNvPr id="59" name="Google Shape;1476;p43">
              <a:extLst>
                <a:ext uri="{FF2B5EF4-FFF2-40B4-BE49-F238E27FC236}">
                  <a16:creationId xmlns:a16="http://schemas.microsoft.com/office/drawing/2014/main" id="{179742F4-EC9D-25EC-4BCC-01E0C3D8D0F2}"/>
                </a:ext>
              </a:extLst>
            </p:cNvPr>
            <p:cNvGrpSpPr/>
            <p:nvPr/>
          </p:nvGrpSpPr>
          <p:grpSpPr>
            <a:xfrm>
              <a:off x="7811976" y="3402036"/>
              <a:ext cx="869617" cy="1442077"/>
              <a:chOff x="12574044" y="6091008"/>
              <a:chExt cx="1030597" cy="1709027"/>
            </a:xfrm>
          </p:grpSpPr>
          <p:sp>
            <p:nvSpPr>
              <p:cNvPr id="1425" name="Google Shape;1477;p43">
                <a:extLst>
                  <a:ext uri="{FF2B5EF4-FFF2-40B4-BE49-F238E27FC236}">
                    <a16:creationId xmlns:a16="http://schemas.microsoft.com/office/drawing/2014/main" id="{BC2F4B01-05E8-D2F8-3A9E-2ED87733BF30}"/>
                  </a:ext>
                </a:extLst>
              </p:cNvPr>
              <p:cNvSpPr/>
              <p:nvPr/>
            </p:nvSpPr>
            <p:spPr>
              <a:xfrm>
                <a:off x="12954810" y="6716486"/>
                <a:ext cx="172882" cy="44011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1446" extrusionOk="0">
                    <a:moveTo>
                      <a:pt x="0" y="0"/>
                    </a:moveTo>
                    <a:lnTo>
                      <a:pt x="0" y="123"/>
                    </a:lnTo>
                    <a:lnTo>
                      <a:pt x="0" y="354"/>
                    </a:lnTo>
                    <a:cubicBezTo>
                      <a:pt x="100" y="597"/>
                      <a:pt x="157" y="813"/>
                      <a:pt x="194" y="992"/>
                    </a:cubicBezTo>
                    <a:cubicBezTo>
                      <a:pt x="201" y="1029"/>
                      <a:pt x="209" y="1058"/>
                      <a:pt x="216" y="1094"/>
                    </a:cubicBezTo>
                    <a:lnTo>
                      <a:pt x="568" y="1446"/>
                    </a:lnTo>
                    <a:lnTo>
                      <a:pt x="568" y="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78;p43">
                <a:extLst>
                  <a:ext uri="{FF2B5EF4-FFF2-40B4-BE49-F238E27FC236}">
                    <a16:creationId xmlns:a16="http://schemas.microsoft.com/office/drawing/2014/main" id="{8A169BD7-7ABB-C097-CF75-C9B85336EF9D}"/>
                  </a:ext>
                </a:extLst>
              </p:cNvPr>
              <p:cNvSpPr/>
              <p:nvPr/>
            </p:nvSpPr>
            <p:spPr>
              <a:xfrm>
                <a:off x="12954810" y="6469643"/>
                <a:ext cx="172882" cy="42033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1381" extrusionOk="0">
                    <a:moveTo>
                      <a:pt x="64" y="1"/>
                    </a:moveTo>
                    <a:cubicBezTo>
                      <a:pt x="28" y="259"/>
                      <a:pt x="7" y="539"/>
                      <a:pt x="0" y="811"/>
                    </a:cubicBezTo>
                    <a:lnTo>
                      <a:pt x="568" y="1381"/>
                    </a:lnTo>
                    <a:lnTo>
                      <a:pt x="568" y="50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79;p43">
                <a:extLst>
                  <a:ext uri="{FF2B5EF4-FFF2-40B4-BE49-F238E27FC236}">
                    <a16:creationId xmlns:a16="http://schemas.microsoft.com/office/drawing/2014/main" id="{B7D58CFC-427F-7BDF-848E-28A5234A55EF}"/>
                  </a:ext>
                </a:extLst>
              </p:cNvPr>
              <p:cNvSpPr/>
              <p:nvPr/>
            </p:nvSpPr>
            <p:spPr>
              <a:xfrm>
                <a:off x="12974290" y="6248671"/>
                <a:ext cx="153402" cy="374068"/>
              </a:xfrm>
              <a:custGeom>
                <a:avLst/>
                <a:gdLst/>
                <a:ahLst/>
                <a:cxnLst/>
                <a:rect l="l" t="t" r="r" b="b"/>
                <a:pathLst>
                  <a:path w="504" h="1229" extrusionOk="0">
                    <a:moveTo>
                      <a:pt x="152" y="0"/>
                    </a:moveTo>
                    <a:cubicBezTo>
                      <a:pt x="87" y="200"/>
                      <a:pt x="36" y="452"/>
                      <a:pt x="0" y="727"/>
                    </a:cubicBezTo>
                    <a:lnTo>
                      <a:pt x="504" y="1229"/>
                    </a:lnTo>
                    <a:lnTo>
                      <a:pt x="504" y="352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80;p43">
                <a:extLst>
                  <a:ext uri="{FF2B5EF4-FFF2-40B4-BE49-F238E27FC236}">
                    <a16:creationId xmlns:a16="http://schemas.microsoft.com/office/drawing/2014/main" id="{83F72505-FA6B-D8EA-CDFE-CD47429B4672}"/>
                  </a:ext>
                </a:extLst>
              </p:cNvPr>
              <p:cNvSpPr/>
              <p:nvPr/>
            </p:nvSpPr>
            <p:spPr>
              <a:xfrm>
                <a:off x="13020554" y="6091008"/>
                <a:ext cx="107138" cy="265104"/>
              </a:xfrm>
              <a:custGeom>
                <a:avLst/>
                <a:gdLst/>
                <a:ahLst/>
                <a:cxnLst/>
                <a:rect l="l" t="t" r="r" b="b"/>
                <a:pathLst>
                  <a:path w="352" h="871" extrusionOk="0">
                    <a:moveTo>
                      <a:pt x="352" y="1"/>
                    </a:moveTo>
                    <a:cubicBezTo>
                      <a:pt x="216" y="1"/>
                      <a:pt x="93" y="201"/>
                      <a:pt x="0" y="518"/>
                    </a:cubicBezTo>
                    <a:lnTo>
                      <a:pt x="352" y="870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81;p43">
                <a:extLst>
                  <a:ext uri="{FF2B5EF4-FFF2-40B4-BE49-F238E27FC236}">
                    <a16:creationId xmlns:a16="http://schemas.microsoft.com/office/drawing/2014/main" id="{DC1D3B2C-D830-3AE0-F9EB-DB355160CCAF}"/>
                  </a:ext>
                </a:extLst>
              </p:cNvPr>
              <p:cNvSpPr/>
              <p:nvPr/>
            </p:nvSpPr>
            <p:spPr>
              <a:xfrm>
                <a:off x="13127387" y="6091008"/>
                <a:ext cx="107443" cy="26510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871" extrusionOk="0">
                    <a:moveTo>
                      <a:pt x="1" y="1"/>
                    </a:moveTo>
                    <a:lnTo>
                      <a:pt x="1" y="870"/>
                    </a:lnTo>
                    <a:lnTo>
                      <a:pt x="353" y="518"/>
                    </a:lnTo>
                    <a:cubicBezTo>
                      <a:pt x="253" y="201"/>
                      <a:pt x="130" y="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82;p43">
                <a:extLst>
                  <a:ext uri="{FF2B5EF4-FFF2-40B4-BE49-F238E27FC236}">
                    <a16:creationId xmlns:a16="http://schemas.microsoft.com/office/drawing/2014/main" id="{3AA1DBC9-6996-B2B6-3EB4-8C38B0045D37}"/>
                  </a:ext>
                </a:extLst>
              </p:cNvPr>
              <p:cNvSpPr/>
              <p:nvPr/>
            </p:nvSpPr>
            <p:spPr>
              <a:xfrm>
                <a:off x="13127387" y="6248671"/>
                <a:ext cx="153707" cy="374068"/>
              </a:xfrm>
              <a:custGeom>
                <a:avLst/>
                <a:gdLst/>
                <a:ahLst/>
                <a:cxnLst/>
                <a:rect l="l" t="t" r="r" b="b"/>
                <a:pathLst>
                  <a:path w="505" h="1229" extrusionOk="0">
                    <a:moveTo>
                      <a:pt x="353" y="0"/>
                    </a:moveTo>
                    <a:lnTo>
                      <a:pt x="1" y="352"/>
                    </a:lnTo>
                    <a:lnTo>
                      <a:pt x="1" y="1229"/>
                    </a:lnTo>
                    <a:lnTo>
                      <a:pt x="505" y="727"/>
                    </a:lnTo>
                    <a:cubicBezTo>
                      <a:pt x="468" y="452"/>
                      <a:pt x="418" y="200"/>
                      <a:pt x="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83;p43">
                <a:extLst>
                  <a:ext uri="{FF2B5EF4-FFF2-40B4-BE49-F238E27FC236}">
                    <a16:creationId xmlns:a16="http://schemas.microsoft.com/office/drawing/2014/main" id="{225FDE55-6DD8-FDEC-2ADD-EB3BA822ECC3}"/>
                  </a:ext>
                </a:extLst>
              </p:cNvPr>
              <p:cNvSpPr/>
              <p:nvPr/>
            </p:nvSpPr>
            <p:spPr>
              <a:xfrm>
                <a:off x="13127387" y="6469643"/>
                <a:ext cx="173187" cy="42033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381" extrusionOk="0">
                    <a:moveTo>
                      <a:pt x="505" y="1"/>
                    </a:moveTo>
                    <a:lnTo>
                      <a:pt x="1" y="503"/>
                    </a:lnTo>
                    <a:lnTo>
                      <a:pt x="1" y="1381"/>
                    </a:lnTo>
                    <a:lnTo>
                      <a:pt x="569" y="811"/>
                    </a:lnTo>
                    <a:cubicBezTo>
                      <a:pt x="562" y="539"/>
                      <a:pt x="539" y="259"/>
                      <a:pt x="5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84;p43">
                <a:extLst>
                  <a:ext uri="{FF2B5EF4-FFF2-40B4-BE49-F238E27FC236}">
                    <a16:creationId xmlns:a16="http://schemas.microsoft.com/office/drawing/2014/main" id="{2565ECB1-297B-157A-E43C-ACFAD17E8615}"/>
                  </a:ext>
                </a:extLst>
              </p:cNvPr>
              <p:cNvSpPr/>
              <p:nvPr/>
            </p:nvSpPr>
            <p:spPr>
              <a:xfrm>
                <a:off x="13127387" y="6716486"/>
                <a:ext cx="173187" cy="44011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446" extrusionOk="0">
                    <a:moveTo>
                      <a:pt x="569" y="0"/>
                    </a:moveTo>
                    <a:lnTo>
                      <a:pt x="1" y="570"/>
                    </a:lnTo>
                    <a:lnTo>
                      <a:pt x="1" y="1446"/>
                    </a:lnTo>
                    <a:lnTo>
                      <a:pt x="260" y="1187"/>
                    </a:lnTo>
                    <a:cubicBezTo>
                      <a:pt x="260" y="1165"/>
                      <a:pt x="267" y="1137"/>
                      <a:pt x="274" y="1115"/>
                    </a:cubicBezTo>
                    <a:cubicBezTo>
                      <a:pt x="303" y="949"/>
                      <a:pt x="360" y="763"/>
                      <a:pt x="439" y="554"/>
                    </a:cubicBezTo>
                    <a:cubicBezTo>
                      <a:pt x="453" y="527"/>
                      <a:pt x="462" y="497"/>
                      <a:pt x="475" y="468"/>
                    </a:cubicBezTo>
                    <a:cubicBezTo>
                      <a:pt x="505" y="404"/>
                      <a:pt x="532" y="332"/>
                      <a:pt x="569" y="268"/>
                    </a:cubicBezTo>
                    <a:lnTo>
                      <a:pt x="569" y="123"/>
                    </a:lnTo>
                    <a:lnTo>
                      <a:pt x="5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85;p43">
                <a:extLst>
                  <a:ext uri="{FF2B5EF4-FFF2-40B4-BE49-F238E27FC236}">
                    <a16:creationId xmlns:a16="http://schemas.microsoft.com/office/drawing/2014/main" id="{CD84F406-0228-014E-CCFA-D99A38F5600E}"/>
                  </a:ext>
                </a:extLst>
              </p:cNvPr>
              <p:cNvSpPr/>
              <p:nvPr/>
            </p:nvSpPr>
            <p:spPr>
              <a:xfrm>
                <a:off x="13127387" y="7077771"/>
                <a:ext cx="79136" cy="90093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96" extrusionOk="0">
                    <a:moveTo>
                      <a:pt x="260" y="0"/>
                    </a:moveTo>
                    <a:lnTo>
                      <a:pt x="1" y="259"/>
                    </a:lnTo>
                    <a:lnTo>
                      <a:pt x="1" y="295"/>
                    </a:lnTo>
                    <a:lnTo>
                      <a:pt x="246" y="295"/>
                    </a:lnTo>
                    <a:cubicBezTo>
                      <a:pt x="237" y="216"/>
                      <a:pt x="237" y="116"/>
                      <a:pt x="2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86;p43">
                <a:extLst>
                  <a:ext uri="{FF2B5EF4-FFF2-40B4-BE49-F238E27FC236}">
                    <a16:creationId xmlns:a16="http://schemas.microsoft.com/office/drawing/2014/main" id="{E273CE24-7124-5FEB-C07A-A9ED6623B958}"/>
                  </a:ext>
                </a:extLst>
              </p:cNvPr>
              <p:cNvSpPr/>
              <p:nvPr/>
            </p:nvSpPr>
            <p:spPr>
              <a:xfrm>
                <a:off x="13199522" y="7055552"/>
                <a:ext cx="59657" cy="1123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369" extrusionOk="0">
                    <a:moveTo>
                      <a:pt x="37" y="1"/>
                    </a:moveTo>
                    <a:cubicBezTo>
                      <a:pt x="30" y="23"/>
                      <a:pt x="23" y="51"/>
                      <a:pt x="23" y="73"/>
                    </a:cubicBezTo>
                    <a:cubicBezTo>
                      <a:pt x="0" y="189"/>
                      <a:pt x="0" y="289"/>
                      <a:pt x="9" y="368"/>
                    </a:cubicBezTo>
                    <a:lnTo>
                      <a:pt x="195" y="368"/>
                    </a:lnTo>
                    <a:lnTo>
                      <a:pt x="138" y="246"/>
                    </a:lnTo>
                    <a:lnTo>
                      <a:pt x="52" y="44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87;p43">
                <a:extLst>
                  <a:ext uri="{FF2B5EF4-FFF2-40B4-BE49-F238E27FC236}">
                    <a16:creationId xmlns:a16="http://schemas.microsoft.com/office/drawing/2014/main" id="{3768D0EA-E3C3-50AF-729D-7ACD0F816DF5}"/>
                  </a:ext>
                </a:extLst>
              </p:cNvPr>
              <p:cNvSpPr/>
              <p:nvPr/>
            </p:nvSpPr>
            <p:spPr>
              <a:xfrm>
                <a:off x="12860760" y="6791056"/>
                <a:ext cx="153098" cy="376807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238" extrusionOk="0">
                    <a:moveTo>
                      <a:pt x="266" y="0"/>
                    </a:moveTo>
                    <a:lnTo>
                      <a:pt x="1" y="611"/>
                    </a:lnTo>
                    <a:lnTo>
                      <a:pt x="251" y="1237"/>
                    </a:lnTo>
                    <a:lnTo>
                      <a:pt x="294" y="1237"/>
                    </a:lnTo>
                    <a:lnTo>
                      <a:pt x="432" y="928"/>
                    </a:lnTo>
                    <a:lnTo>
                      <a:pt x="482" y="806"/>
                    </a:lnTo>
                    <a:lnTo>
                      <a:pt x="503" y="747"/>
                    </a:lnTo>
                    <a:cubicBezTo>
                      <a:pt x="466" y="568"/>
                      <a:pt x="409" y="352"/>
                      <a:pt x="309" y="109"/>
                    </a:cubicBezTo>
                    <a:cubicBezTo>
                      <a:pt x="309" y="109"/>
                      <a:pt x="309" y="100"/>
                      <a:pt x="303" y="93"/>
                    </a:cubicBezTo>
                    <a:cubicBezTo>
                      <a:pt x="294" y="57"/>
                      <a:pt x="280" y="30"/>
                      <a:pt x="2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88;p43">
                <a:extLst>
                  <a:ext uri="{FF2B5EF4-FFF2-40B4-BE49-F238E27FC236}">
                    <a16:creationId xmlns:a16="http://schemas.microsoft.com/office/drawing/2014/main" id="{0594DBFE-06AB-1F6B-913A-BAB016E117A7}"/>
                  </a:ext>
                </a:extLst>
              </p:cNvPr>
              <p:cNvSpPr/>
              <p:nvPr/>
            </p:nvSpPr>
            <p:spPr>
              <a:xfrm>
                <a:off x="13020554" y="7049465"/>
                <a:ext cx="107138" cy="11839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8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129"/>
                      <a:pt x="21" y="243"/>
                      <a:pt x="7" y="338"/>
                    </a:cubicBezTo>
                    <a:cubicBezTo>
                      <a:pt x="14" y="352"/>
                      <a:pt x="28" y="373"/>
                      <a:pt x="36" y="388"/>
                    </a:cubicBezTo>
                    <a:lnTo>
                      <a:pt x="352" y="388"/>
                    </a:lnTo>
                    <a:lnTo>
                      <a:pt x="352" y="3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89;p43">
                <a:extLst>
                  <a:ext uri="{FF2B5EF4-FFF2-40B4-BE49-F238E27FC236}">
                    <a16:creationId xmlns:a16="http://schemas.microsoft.com/office/drawing/2014/main" id="{D4B708B1-405C-DFD8-9E67-CB681F38A72B}"/>
                  </a:ext>
                </a:extLst>
              </p:cNvPr>
              <p:cNvSpPr/>
              <p:nvPr/>
            </p:nvSpPr>
            <p:spPr>
              <a:xfrm>
                <a:off x="12650745" y="7167560"/>
                <a:ext cx="953896" cy="632476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2078" extrusionOk="0">
                    <a:moveTo>
                      <a:pt x="509" y="0"/>
                    </a:moveTo>
                    <a:lnTo>
                      <a:pt x="1" y="2077"/>
                    </a:lnTo>
                    <a:lnTo>
                      <a:pt x="3133" y="2077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90;p43">
                <a:extLst>
                  <a:ext uri="{FF2B5EF4-FFF2-40B4-BE49-F238E27FC236}">
                    <a16:creationId xmlns:a16="http://schemas.microsoft.com/office/drawing/2014/main" id="{711EFDC5-0CC2-6A18-0E00-8E490A388C1A}"/>
                  </a:ext>
                </a:extLst>
              </p:cNvPr>
              <p:cNvSpPr/>
              <p:nvPr/>
            </p:nvSpPr>
            <p:spPr>
              <a:xfrm>
                <a:off x="12777363" y="6605087"/>
                <a:ext cx="164664" cy="371937"/>
              </a:xfrm>
              <a:custGeom>
                <a:avLst/>
                <a:gdLst/>
                <a:ahLst/>
                <a:cxnLst/>
                <a:rect l="l" t="t" r="r" b="b"/>
                <a:pathLst>
                  <a:path w="541" h="1222" extrusionOk="0">
                    <a:moveTo>
                      <a:pt x="238" y="1"/>
                    </a:moveTo>
                    <a:lnTo>
                      <a:pt x="0" y="547"/>
                    </a:lnTo>
                    <a:lnTo>
                      <a:pt x="275" y="1222"/>
                    </a:lnTo>
                    <a:lnTo>
                      <a:pt x="540" y="611"/>
                    </a:lnTo>
                    <a:cubicBezTo>
                      <a:pt x="454" y="396"/>
                      <a:pt x="345" y="187"/>
                      <a:pt x="2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91;p43">
                <a:extLst>
                  <a:ext uri="{FF2B5EF4-FFF2-40B4-BE49-F238E27FC236}">
                    <a16:creationId xmlns:a16="http://schemas.microsoft.com/office/drawing/2014/main" id="{D475839D-D95B-CC17-BDE1-986F553643BB}"/>
                  </a:ext>
                </a:extLst>
              </p:cNvPr>
              <p:cNvSpPr/>
              <p:nvPr/>
            </p:nvSpPr>
            <p:spPr>
              <a:xfrm>
                <a:off x="12696401" y="6447728"/>
                <a:ext cx="153707" cy="324151"/>
              </a:xfrm>
              <a:custGeom>
                <a:avLst/>
                <a:gdLst/>
                <a:ahLst/>
                <a:cxnLst/>
                <a:rect l="l" t="t" r="r" b="b"/>
                <a:pathLst>
                  <a:path w="505" h="1065" extrusionOk="0">
                    <a:moveTo>
                      <a:pt x="166" y="0"/>
                    </a:moveTo>
                    <a:lnTo>
                      <a:pt x="1" y="381"/>
                    </a:lnTo>
                    <a:lnTo>
                      <a:pt x="266" y="1064"/>
                    </a:lnTo>
                    <a:lnTo>
                      <a:pt x="504" y="518"/>
                    </a:lnTo>
                    <a:cubicBezTo>
                      <a:pt x="396" y="316"/>
                      <a:pt x="273" y="136"/>
                      <a:pt x="1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92;p43">
                <a:extLst>
                  <a:ext uri="{FF2B5EF4-FFF2-40B4-BE49-F238E27FC236}">
                    <a16:creationId xmlns:a16="http://schemas.microsoft.com/office/drawing/2014/main" id="{E820E28A-0FBE-CB42-DE22-FB4A9C0DC2B0}"/>
                  </a:ext>
                </a:extLst>
              </p:cNvPr>
              <p:cNvSpPr/>
              <p:nvPr/>
            </p:nvSpPr>
            <p:spPr>
              <a:xfrm>
                <a:off x="12613612" y="6355200"/>
                <a:ext cx="133618" cy="208796"/>
              </a:xfrm>
              <a:custGeom>
                <a:avLst/>
                <a:gdLst/>
                <a:ahLst/>
                <a:cxnLst/>
                <a:rect l="l" t="t" r="r" b="b"/>
                <a:pathLst>
                  <a:path w="439" h="686" extrusionOk="0">
                    <a:moveTo>
                      <a:pt x="46" y="1"/>
                    </a:moveTo>
                    <a:cubicBezTo>
                      <a:pt x="30" y="1"/>
                      <a:pt x="14" y="3"/>
                      <a:pt x="0" y="9"/>
                    </a:cubicBezTo>
                    <a:lnTo>
                      <a:pt x="273" y="685"/>
                    </a:lnTo>
                    <a:lnTo>
                      <a:pt x="438" y="304"/>
                    </a:lnTo>
                    <a:cubicBezTo>
                      <a:pt x="289" y="117"/>
                      <a:pt x="150" y="1"/>
                      <a:pt x="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93;p43">
                <a:extLst>
                  <a:ext uri="{FF2B5EF4-FFF2-40B4-BE49-F238E27FC236}">
                    <a16:creationId xmlns:a16="http://schemas.microsoft.com/office/drawing/2014/main" id="{492FC069-715C-A1C8-B6A5-916908FCF2DE}"/>
                  </a:ext>
                </a:extLst>
              </p:cNvPr>
              <p:cNvSpPr/>
              <p:nvPr/>
            </p:nvSpPr>
            <p:spPr>
              <a:xfrm>
                <a:off x="12574044" y="6357940"/>
                <a:ext cx="122661" cy="206057"/>
              </a:xfrm>
              <a:custGeom>
                <a:avLst/>
                <a:gdLst/>
                <a:ahLst/>
                <a:cxnLst/>
                <a:rect l="l" t="t" r="r" b="b"/>
                <a:pathLst>
                  <a:path w="403" h="677" extrusionOk="0">
                    <a:moveTo>
                      <a:pt x="130" y="0"/>
                    </a:moveTo>
                    <a:cubicBezTo>
                      <a:pt x="28" y="43"/>
                      <a:pt x="1" y="238"/>
                      <a:pt x="21" y="511"/>
                    </a:cubicBezTo>
                    <a:lnTo>
                      <a:pt x="403" y="676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94;p43">
                <a:extLst>
                  <a:ext uri="{FF2B5EF4-FFF2-40B4-BE49-F238E27FC236}">
                    <a16:creationId xmlns:a16="http://schemas.microsoft.com/office/drawing/2014/main" id="{B641C927-5B4F-2D88-989E-114D1B42BC10}"/>
                  </a:ext>
                </a:extLst>
              </p:cNvPr>
              <p:cNvSpPr/>
              <p:nvPr/>
            </p:nvSpPr>
            <p:spPr>
              <a:xfrm>
                <a:off x="12580436" y="6513168"/>
                <a:ext cx="197232" cy="258712"/>
              </a:xfrm>
              <a:custGeom>
                <a:avLst/>
                <a:gdLst/>
                <a:ahLst/>
                <a:cxnLst/>
                <a:rect l="l" t="t" r="r" b="b"/>
                <a:pathLst>
                  <a:path w="648" h="85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" y="180"/>
                      <a:pt x="50" y="389"/>
                      <a:pt x="102" y="611"/>
                    </a:cubicBezTo>
                    <a:lnTo>
                      <a:pt x="647" y="849"/>
                    </a:lnTo>
                    <a:lnTo>
                      <a:pt x="647" y="849"/>
                    </a:lnTo>
                    <a:lnTo>
                      <a:pt x="382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95;p43">
                <a:extLst>
                  <a:ext uri="{FF2B5EF4-FFF2-40B4-BE49-F238E27FC236}">
                    <a16:creationId xmlns:a16="http://schemas.microsoft.com/office/drawing/2014/main" id="{F468C3FC-3215-FC4E-8BD0-B26E3A23A8CF}"/>
                  </a:ext>
                </a:extLst>
              </p:cNvPr>
              <p:cNvSpPr/>
              <p:nvPr/>
            </p:nvSpPr>
            <p:spPr>
              <a:xfrm>
                <a:off x="12611482" y="6699137"/>
                <a:ext cx="249583" cy="277888"/>
              </a:xfrm>
              <a:custGeom>
                <a:avLst/>
                <a:gdLst/>
                <a:ahLst/>
                <a:cxnLst/>
                <a:rect l="l" t="t" r="r" b="b"/>
                <a:pathLst>
                  <a:path w="820" h="9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57" y="209"/>
                      <a:pt x="121" y="432"/>
                      <a:pt x="200" y="647"/>
                    </a:cubicBezTo>
                    <a:lnTo>
                      <a:pt x="820" y="913"/>
                    </a:lnTo>
                    <a:lnTo>
                      <a:pt x="820" y="913"/>
                    </a:lnTo>
                    <a:lnTo>
                      <a:pt x="545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96;p43">
                <a:extLst>
                  <a:ext uri="{FF2B5EF4-FFF2-40B4-BE49-F238E27FC236}">
                    <a16:creationId xmlns:a16="http://schemas.microsoft.com/office/drawing/2014/main" id="{E1A8CDEB-963E-816A-C723-2FB451207819}"/>
                  </a:ext>
                </a:extLst>
              </p:cNvPr>
              <p:cNvSpPr/>
              <p:nvPr/>
            </p:nvSpPr>
            <p:spPr>
              <a:xfrm>
                <a:off x="12672356" y="6896063"/>
                <a:ext cx="264802" cy="271800"/>
              </a:xfrm>
              <a:custGeom>
                <a:avLst/>
                <a:gdLst/>
                <a:ahLst/>
                <a:cxnLst/>
                <a:rect l="l" t="t" r="r" b="b"/>
                <a:pathLst>
                  <a:path w="870" h="89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37"/>
                      <a:pt x="30" y="66"/>
                      <a:pt x="43" y="100"/>
                    </a:cubicBezTo>
                    <a:cubicBezTo>
                      <a:pt x="137" y="345"/>
                      <a:pt x="245" y="554"/>
                      <a:pt x="345" y="713"/>
                    </a:cubicBezTo>
                    <a:lnTo>
                      <a:pt x="756" y="892"/>
                    </a:lnTo>
                    <a:lnTo>
                      <a:pt x="870" y="892"/>
                    </a:lnTo>
                    <a:lnTo>
                      <a:pt x="620" y="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97;p43">
                <a:extLst>
                  <a:ext uri="{FF2B5EF4-FFF2-40B4-BE49-F238E27FC236}">
                    <a16:creationId xmlns:a16="http://schemas.microsoft.com/office/drawing/2014/main" id="{F923CB6E-20F1-6784-CD31-E447C10C2512}"/>
                  </a:ext>
                </a:extLst>
              </p:cNvPr>
              <p:cNvSpPr/>
              <p:nvPr/>
            </p:nvSpPr>
            <p:spPr>
              <a:xfrm>
                <a:off x="12777363" y="7112774"/>
                <a:ext cx="125096" cy="55091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81" extrusionOk="0">
                    <a:moveTo>
                      <a:pt x="0" y="1"/>
                    </a:moveTo>
                    <a:cubicBezTo>
                      <a:pt x="43" y="72"/>
                      <a:pt x="87" y="130"/>
                      <a:pt x="130" y="180"/>
                    </a:cubicBezTo>
                    <a:lnTo>
                      <a:pt x="411" y="18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98;p43">
                <a:extLst>
                  <a:ext uri="{FF2B5EF4-FFF2-40B4-BE49-F238E27FC236}">
                    <a16:creationId xmlns:a16="http://schemas.microsoft.com/office/drawing/2014/main" id="{17944409-42B1-7FC2-4791-97E0AAA92905}"/>
                  </a:ext>
                </a:extLst>
              </p:cNvPr>
              <p:cNvSpPr/>
              <p:nvPr/>
            </p:nvSpPr>
            <p:spPr>
              <a:xfrm>
                <a:off x="12949940" y="7018419"/>
                <a:ext cx="77006" cy="149444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91" extrusionOk="0">
                    <a:moveTo>
                      <a:pt x="210" y="0"/>
                    </a:moveTo>
                    <a:lnTo>
                      <a:pt x="189" y="59"/>
                    </a:lnTo>
                    <a:lnTo>
                      <a:pt x="139" y="181"/>
                    </a:lnTo>
                    <a:lnTo>
                      <a:pt x="1" y="490"/>
                    </a:lnTo>
                    <a:lnTo>
                      <a:pt x="232" y="490"/>
                    </a:lnTo>
                    <a:cubicBezTo>
                      <a:pt x="232" y="475"/>
                      <a:pt x="239" y="454"/>
                      <a:pt x="239" y="440"/>
                    </a:cubicBezTo>
                    <a:cubicBezTo>
                      <a:pt x="253" y="345"/>
                      <a:pt x="246" y="231"/>
                      <a:pt x="232" y="102"/>
                    </a:cubicBezTo>
                    <a:cubicBezTo>
                      <a:pt x="225" y="66"/>
                      <a:pt x="217" y="37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99;p43">
                <a:extLst>
                  <a:ext uri="{FF2B5EF4-FFF2-40B4-BE49-F238E27FC236}">
                    <a16:creationId xmlns:a16="http://schemas.microsoft.com/office/drawing/2014/main" id="{FD342572-9C7E-4E1E-D14E-38BD5CB2CA9F}"/>
                  </a:ext>
                </a:extLst>
              </p:cNvPr>
              <p:cNvSpPr/>
              <p:nvPr/>
            </p:nvSpPr>
            <p:spPr>
              <a:xfrm>
                <a:off x="13282920" y="6950545"/>
                <a:ext cx="216711" cy="217318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14" extrusionOk="0">
                    <a:moveTo>
                      <a:pt x="711" y="1"/>
                    </a:moveTo>
                    <a:lnTo>
                      <a:pt x="187" y="232"/>
                    </a:lnTo>
                    <a:lnTo>
                      <a:pt x="1" y="713"/>
                    </a:lnTo>
                    <a:lnTo>
                      <a:pt x="180" y="713"/>
                    </a:lnTo>
                    <a:lnTo>
                      <a:pt x="425" y="611"/>
                    </a:lnTo>
                    <a:lnTo>
                      <a:pt x="425" y="605"/>
                    </a:lnTo>
                    <a:cubicBezTo>
                      <a:pt x="511" y="468"/>
                      <a:pt x="598" y="296"/>
                      <a:pt x="684" y="87"/>
                    </a:cubicBezTo>
                    <a:cubicBezTo>
                      <a:pt x="698" y="59"/>
                      <a:pt x="704" y="30"/>
                      <a:pt x="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500;p43">
                <a:extLst>
                  <a:ext uri="{FF2B5EF4-FFF2-40B4-BE49-F238E27FC236}">
                    <a16:creationId xmlns:a16="http://schemas.microsoft.com/office/drawing/2014/main" id="{4C1DED31-EEE2-BD6F-D734-DA2AD04D4456}"/>
                  </a:ext>
                </a:extLst>
              </p:cNvPr>
              <p:cNvSpPr/>
              <p:nvPr/>
            </p:nvSpPr>
            <p:spPr>
              <a:xfrm>
                <a:off x="13337706" y="7136514"/>
                <a:ext cx="74571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03" extrusionOk="0">
                    <a:moveTo>
                      <a:pt x="245" y="0"/>
                    </a:moveTo>
                    <a:lnTo>
                      <a:pt x="0" y="102"/>
                    </a:lnTo>
                    <a:lnTo>
                      <a:pt x="173" y="102"/>
                    </a:lnTo>
                    <a:cubicBezTo>
                      <a:pt x="193" y="66"/>
                      <a:pt x="223" y="37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501;p43">
                <a:extLst>
                  <a:ext uri="{FF2B5EF4-FFF2-40B4-BE49-F238E27FC236}">
                    <a16:creationId xmlns:a16="http://schemas.microsoft.com/office/drawing/2014/main" id="{98FA05BE-9EB6-CD1D-A49A-AA950B19392A}"/>
                  </a:ext>
                </a:extLst>
              </p:cNvPr>
              <p:cNvSpPr/>
              <p:nvPr/>
            </p:nvSpPr>
            <p:spPr>
              <a:xfrm>
                <a:off x="13271962" y="6701267"/>
                <a:ext cx="140315" cy="319890"/>
              </a:xfrm>
              <a:custGeom>
                <a:avLst/>
                <a:gdLst/>
                <a:ahLst/>
                <a:cxnLst/>
                <a:rect l="l" t="t" r="r" b="b"/>
                <a:pathLst>
                  <a:path w="461" h="1051" extrusionOk="0">
                    <a:moveTo>
                      <a:pt x="259" y="0"/>
                    </a:moveTo>
                    <a:cubicBezTo>
                      <a:pt x="202" y="102"/>
                      <a:pt x="144" y="209"/>
                      <a:pt x="94" y="318"/>
                    </a:cubicBezTo>
                    <a:cubicBezTo>
                      <a:pt x="57" y="382"/>
                      <a:pt x="30" y="454"/>
                      <a:pt x="0" y="518"/>
                    </a:cubicBezTo>
                    <a:lnTo>
                      <a:pt x="73" y="683"/>
                    </a:lnTo>
                    <a:lnTo>
                      <a:pt x="223" y="1051"/>
                    </a:lnTo>
                    <a:lnTo>
                      <a:pt x="461" y="468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502;p43">
                <a:extLst>
                  <a:ext uri="{FF2B5EF4-FFF2-40B4-BE49-F238E27FC236}">
                    <a16:creationId xmlns:a16="http://schemas.microsoft.com/office/drawing/2014/main" id="{B8AA7323-D352-B61E-726E-1F7443022DA7}"/>
                  </a:ext>
                </a:extLst>
              </p:cNvPr>
              <p:cNvSpPr/>
              <p:nvPr/>
            </p:nvSpPr>
            <p:spPr>
              <a:xfrm>
                <a:off x="13350794" y="6567954"/>
                <a:ext cx="131488" cy="275757"/>
              </a:xfrm>
              <a:custGeom>
                <a:avLst/>
                <a:gdLst/>
                <a:ahLst/>
                <a:cxnLst/>
                <a:rect l="l" t="t" r="r" b="b"/>
                <a:pathLst>
                  <a:path w="432" h="906" extrusionOk="0">
                    <a:moveTo>
                      <a:pt x="288" y="0"/>
                    </a:moveTo>
                    <a:cubicBezTo>
                      <a:pt x="193" y="116"/>
                      <a:pt x="93" y="266"/>
                      <a:pt x="0" y="438"/>
                    </a:cubicBezTo>
                    <a:lnTo>
                      <a:pt x="202" y="906"/>
                    </a:lnTo>
                    <a:lnTo>
                      <a:pt x="431" y="324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503;p43">
                <a:extLst>
                  <a:ext uri="{FF2B5EF4-FFF2-40B4-BE49-F238E27FC236}">
                    <a16:creationId xmlns:a16="http://schemas.microsoft.com/office/drawing/2014/main" id="{1D88804F-C290-976D-E83F-7BA95FA06AF0}"/>
                  </a:ext>
                </a:extLst>
              </p:cNvPr>
              <p:cNvSpPr/>
              <p:nvPr/>
            </p:nvSpPr>
            <p:spPr>
              <a:xfrm>
                <a:off x="13412276" y="6624566"/>
                <a:ext cx="168317" cy="21914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720" extrusionOk="0">
                    <a:moveTo>
                      <a:pt x="552" y="0"/>
                    </a:moveTo>
                    <a:lnTo>
                      <a:pt x="229" y="138"/>
                    </a:lnTo>
                    <a:lnTo>
                      <a:pt x="0" y="720"/>
                    </a:lnTo>
                    <a:lnTo>
                      <a:pt x="459" y="518"/>
                    </a:lnTo>
                    <a:cubicBezTo>
                      <a:pt x="509" y="332"/>
                      <a:pt x="538" y="152"/>
                      <a:pt x="5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504;p43">
                <a:extLst>
                  <a:ext uri="{FF2B5EF4-FFF2-40B4-BE49-F238E27FC236}">
                    <a16:creationId xmlns:a16="http://schemas.microsoft.com/office/drawing/2014/main" id="{E29689CB-B8F2-B128-3959-84BB6E14876C}"/>
                  </a:ext>
                </a:extLst>
              </p:cNvPr>
              <p:cNvSpPr/>
              <p:nvPr/>
            </p:nvSpPr>
            <p:spPr>
              <a:xfrm>
                <a:off x="13438452" y="6489122"/>
                <a:ext cx="113530" cy="177751"/>
              </a:xfrm>
              <a:custGeom>
                <a:avLst/>
                <a:gdLst/>
                <a:ahLst/>
                <a:cxnLst/>
                <a:rect l="l" t="t" r="r" b="b"/>
                <a:pathLst>
                  <a:path w="373" h="584" extrusionOk="0">
                    <a:moveTo>
                      <a:pt x="335" y="0"/>
                    </a:moveTo>
                    <a:cubicBezTo>
                      <a:pt x="246" y="0"/>
                      <a:pt x="131" y="103"/>
                      <a:pt x="0" y="259"/>
                    </a:cubicBezTo>
                    <a:lnTo>
                      <a:pt x="143" y="583"/>
                    </a:lnTo>
                    <a:lnTo>
                      <a:pt x="373" y="7"/>
                    </a:lnTo>
                    <a:cubicBezTo>
                      <a:pt x="361" y="3"/>
                      <a:pt x="348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505;p43">
                <a:extLst>
                  <a:ext uri="{FF2B5EF4-FFF2-40B4-BE49-F238E27FC236}">
                    <a16:creationId xmlns:a16="http://schemas.microsoft.com/office/drawing/2014/main" id="{A1149932-A2CB-6707-F47B-043B14DA83EA}"/>
                  </a:ext>
                </a:extLst>
              </p:cNvPr>
              <p:cNvSpPr/>
              <p:nvPr/>
            </p:nvSpPr>
            <p:spPr>
              <a:xfrm>
                <a:off x="13481977" y="6491253"/>
                <a:ext cx="105312" cy="175620"/>
              </a:xfrm>
              <a:custGeom>
                <a:avLst/>
                <a:gdLst/>
                <a:ahLst/>
                <a:cxnLst/>
                <a:rect l="l" t="t" r="r" b="b"/>
                <a:pathLst>
                  <a:path w="346" h="577" extrusionOk="0">
                    <a:moveTo>
                      <a:pt x="230" y="0"/>
                    </a:moveTo>
                    <a:lnTo>
                      <a:pt x="0" y="576"/>
                    </a:lnTo>
                    <a:lnTo>
                      <a:pt x="323" y="438"/>
                    </a:lnTo>
                    <a:cubicBezTo>
                      <a:pt x="345" y="202"/>
                      <a:pt x="316" y="37"/>
                      <a:pt x="2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506;p43">
                <a:extLst>
                  <a:ext uri="{FF2B5EF4-FFF2-40B4-BE49-F238E27FC236}">
                    <a16:creationId xmlns:a16="http://schemas.microsoft.com/office/drawing/2014/main" id="{B0D03321-5DC2-707B-3EDD-217F431E382E}"/>
                  </a:ext>
                </a:extLst>
              </p:cNvPr>
              <p:cNvSpPr/>
              <p:nvPr/>
            </p:nvSpPr>
            <p:spPr>
              <a:xfrm>
                <a:off x="13210480" y="6858626"/>
                <a:ext cx="129357" cy="309237"/>
              </a:xfrm>
              <a:custGeom>
                <a:avLst/>
                <a:gdLst/>
                <a:ahLst/>
                <a:cxnLst/>
                <a:rect l="l" t="t" r="r" b="b"/>
                <a:pathLst>
                  <a:path w="425" h="1016" extrusionOk="0">
                    <a:moveTo>
                      <a:pt x="202" y="1"/>
                    </a:moveTo>
                    <a:cubicBezTo>
                      <a:pt x="189" y="30"/>
                      <a:pt x="180" y="60"/>
                      <a:pt x="166" y="87"/>
                    </a:cubicBezTo>
                    <a:cubicBezTo>
                      <a:pt x="87" y="296"/>
                      <a:pt x="30" y="482"/>
                      <a:pt x="1" y="648"/>
                    </a:cubicBezTo>
                    <a:lnTo>
                      <a:pt x="16" y="691"/>
                    </a:lnTo>
                    <a:lnTo>
                      <a:pt x="102" y="893"/>
                    </a:lnTo>
                    <a:lnTo>
                      <a:pt x="159" y="1015"/>
                    </a:lnTo>
                    <a:lnTo>
                      <a:pt x="239" y="1015"/>
                    </a:lnTo>
                    <a:lnTo>
                      <a:pt x="425" y="534"/>
                    </a:lnTo>
                    <a:lnTo>
                      <a:pt x="275" y="166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507;p43">
                <a:extLst>
                  <a:ext uri="{FF2B5EF4-FFF2-40B4-BE49-F238E27FC236}">
                    <a16:creationId xmlns:a16="http://schemas.microsoft.com/office/drawing/2014/main" id="{9C153ED9-B464-2A53-91FB-F5B4916846F6}"/>
                  </a:ext>
                </a:extLst>
              </p:cNvPr>
              <p:cNvSpPr/>
              <p:nvPr/>
            </p:nvSpPr>
            <p:spPr>
              <a:xfrm>
                <a:off x="13339532" y="6781925"/>
                <a:ext cx="212450" cy="239233"/>
              </a:xfrm>
              <a:custGeom>
                <a:avLst/>
                <a:gdLst/>
                <a:ahLst/>
                <a:cxnLst/>
                <a:rect l="l" t="t" r="r" b="b"/>
                <a:pathLst>
                  <a:path w="698" h="786" extrusionOk="0">
                    <a:moveTo>
                      <a:pt x="698" y="1"/>
                    </a:moveTo>
                    <a:lnTo>
                      <a:pt x="239" y="203"/>
                    </a:lnTo>
                    <a:lnTo>
                      <a:pt x="1" y="786"/>
                    </a:lnTo>
                    <a:lnTo>
                      <a:pt x="525" y="555"/>
                    </a:lnTo>
                    <a:lnTo>
                      <a:pt x="532" y="555"/>
                    </a:lnTo>
                    <a:cubicBezTo>
                      <a:pt x="598" y="375"/>
                      <a:pt x="655" y="182"/>
                      <a:pt x="6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1508;p43">
              <a:extLst>
                <a:ext uri="{FF2B5EF4-FFF2-40B4-BE49-F238E27FC236}">
                  <a16:creationId xmlns:a16="http://schemas.microsoft.com/office/drawing/2014/main" id="{2655DAA1-E04F-E543-F3E0-EE0DCAE36B4C}"/>
                </a:ext>
              </a:extLst>
            </p:cNvPr>
            <p:cNvGrpSpPr/>
            <p:nvPr/>
          </p:nvGrpSpPr>
          <p:grpSpPr>
            <a:xfrm>
              <a:off x="7465982" y="4231825"/>
              <a:ext cx="589927" cy="728719"/>
              <a:chOff x="9390650" y="6712225"/>
              <a:chExt cx="1002595" cy="1238475"/>
            </a:xfrm>
          </p:grpSpPr>
          <p:sp>
            <p:nvSpPr>
              <p:cNvPr id="63" name="Google Shape;1509;p43">
                <a:extLst>
                  <a:ext uri="{FF2B5EF4-FFF2-40B4-BE49-F238E27FC236}">
                    <a16:creationId xmlns:a16="http://schemas.microsoft.com/office/drawing/2014/main" id="{BCD3A3DB-4253-6A2F-A409-5E53DB6E9970}"/>
                  </a:ext>
                </a:extLst>
              </p:cNvPr>
              <p:cNvSpPr/>
              <p:nvPr/>
            </p:nvSpPr>
            <p:spPr>
              <a:xfrm>
                <a:off x="9526703" y="7747078"/>
                <a:ext cx="730488" cy="203622"/>
              </a:xfrm>
              <a:custGeom>
                <a:avLst/>
                <a:gdLst/>
                <a:ahLst/>
                <a:cxnLst/>
                <a:rect l="l" t="t" r="r" b="b"/>
                <a:pathLst>
                  <a:path w="2400" h="669" extrusionOk="0">
                    <a:moveTo>
                      <a:pt x="0" y="1"/>
                    </a:moveTo>
                    <a:lnTo>
                      <a:pt x="50" y="668"/>
                    </a:lnTo>
                    <a:lnTo>
                      <a:pt x="2343" y="668"/>
                    </a:lnTo>
                    <a:lnTo>
                      <a:pt x="240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510;p43">
                <a:extLst>
                  <a:ext uri="{FF2B5EF4-FFF2-40B4-BE49-F238E27FC236}">
                    <a16:creationId xmlns:a16="http://schemas.microsoft.com/office/drawing/2014/main" id="{FCE7A2EF-5E67-8654-679C-0BA708C9CFD3}"/>
                  </a:ext>
                </a:extLst>
              </p:cNvPr>
              <p:cNvSpPr/>
              <p:nvPr/>
            </p:nvSpPr>
            <p:spPr>
              <a:xfrm>
                <a:off x="9469482" y="7064683"/>
                <a:ext cx="842496" cy="144575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475" extrusionOk="0">
                    <a:moveTo>
                      <a:pt x="0" y="0"/>
                    </a:moveTo>
                    <a:lnTo>
                      <a:pt x="36" y="475"/>
                    </a:lnTo>
                    <a:lnTo>
                      <a:pt x="2733" y="475"/>
                    </a:lnTo>
                    <a:lnTo>
                      <a:pt x="276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511;p43">
                <a:extLst>
                  <a:ext uri="{FF2B5EF4-FFF2-40B4-BE49-F238E27FC236}">
                    <a16:creationId xmlns:a16="http://schemas.microsoft.com/office/drawing/2014/main" id="{43EB63F1-02B4-7EB2-861C-7ED670B70C72}"/>
                  </a:ext>
                </a:extLst>
              </p:cNvPr>
              <p:cNvSpPr/>
              <p:nvPr/>
            </p:nvSpPr>
            <p:spPr>
              <a:xfrm>
                <a:off x="9497788" y="6712225"/>
                <a:ext cx="785883" cy="107442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353" extrusionOk="0">
                    <a:moveTo>
                      <a:pt x="130" y="1"/>
                    </a:moveTo>
                    <a:lnTo>
                      <a:pt x="0" y="352"/>
                    </a:lnTo>
                    <a:lnTo>
                      <a:pt x="2581" y="352"/>
                    </a:lnTo>
                    <a:lnTo>
                      <a:pt x="245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512;p43">
                <a:extLst>
                  <a:ext uri="{FF2B5EF4-FFF2-40B4-BE49-F238E27FC236}">
                    <a16:creationId xmlns:a16="http://schemas.microsoft.com/office/drawing/2014/main" id="{72A68E45-3A4B-569E-9BBA-E416072134F5}"/>
                  </a:ext>
                </a:extLst>
              </p:cNvPr>
              <p:cNvSpPr/>
              <p:nvPr/>
            </p:nvSpPr>
            <p:spPr>
              <a:xfrm>
                <a:off x="9474048" y="6880845"/>
                <a:ext cx="833669" cy="304"/>
              </a:xfrm>
              <a:custGeom>
                <a:avLst/>
                <a:gdLst/>
                <a:ahLst/>
                <a:cxnLst/>
                <a:rect l="l" t="t" r="r" b="b"/>
                <a:pathLst>
                  <a:path w="2739" h="1" extrusionOk="0">
                    <a:moveTo>
                      <a:pt x="2738" y="0"/>
                    </a:moveTo>
                    <a:lnTo>
                      <a:pt x="2738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513;p43">
                <a:extLst>
                  <a:ext uri="{FF2B5EF4-FFF2-40B4-BE49-F238E27FC236}">
                    <a16:creationId xmlns:a16="http://schemas.microsoft.com/office/drawing/2014/main" id="{18EC02A4-1E1E-AB9A-C190-10D87D7F44BA}"/>
                  </a:ext>
                </a:extLst>
              </p:cNvPr>
              <p:cNvSpPr/>
              <p:nvPr/>
            </p:nvSpPr>
            <p:spPr>
              <a:xfrm>
                <a:off x="9390650" y="6880845"/>
                <a:ext cx="1002595" cy="184142"/>
              </a:xfrm>
              <a:custGeom>
                <a:avLst/>
                <a:gdLst/>
                <a:ahLst/>
                <a:cxnLst/>
                <a:rect l="l" t="t" r="r" b="b"/>
                <a:pathLst>
                  <a:path w="3294" h="605" extrusionOk="0">
                    <a:moveTo>
                      <a:pt x="0" y="0"/>
                    </a:moveTo>
                    <a:lnTo>
                      <a:pt x="0" y="604"/>
                    </a:lnTo>
                    <a:lnTo>
                      <a:pt x="3294" y="604"/>
                    </a:lnTo>
                    <a:lnTo>
                      <a:pt x="329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514;p43">
                <a:extLst>
                  <a:ext uri="{FF2B5EF4-FFF2-40B4-BE49-F238E27FC236}">
                    <a16:creationId xmlns:a16="http://schemas.microsoft.com/office/drawing/2014/main" id="{A32FD7FA-264D-BCDD-F3DE-F9B88C37080C}"/>
                  </a:ext>
                </a:extLst>
              </p:cNvPr>
              <p:cNvSpPr/>
              <p:nvPr/>
            </p:nvSpPr>
            <p:spPr>
              <a:xfrm>
                <a:off x="9416826" y="6819362"/>
                <a:ext cx="947504" cy="61787"/>
              </a:xfrm>
              <a:custGeom>
                <a:avLst/>
                <a:gdLst/>
                <a:ahLst/>
                <a:cxnLst/>
                <a:rect l="l" t="t" r="r" b="b"/>
                <a:pathLst>
                  <a:path w="3113" h="203" extrusionOk="0">
                    <a:moveTo>
                      <a:pt x="102" y="0"/>
                    </a:moveTo>
                    <a:lnTo>
                      <a:pt x="1" y="202"/>
                    </a:lnTo>
                    <a:lnTo>
                      <a:pt x="3113" y="202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515;p43">
                <a:extLst>
                  <a:ext uri="{FF2B5EF4-FFF2-40B4-BE49-F238E27FC236}">
                    <a16:creationId xmlns:a16="http://schemas.microsoft.com/office/drawing/2014/main" id="{2EE4E4BB-CC27-B0C8-28BD-9AE288CBC61D}"/>
                  </a:ext>
                </a:extLst>
              </p:cNvPr>
              <p:cNvSpPr/>
              <p:nvPr/>
            </p:nvSpPr>
            <p:spPr>
              <a:xfrm>
                <a:off x="9456090" y="7208954"/>
                <a:ext cx="868976" cy="538426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1769" extrusionOk="0">
                    <a:moveTo>
                      <a:pt x="1" y="1"/>
                    </a:moveTo>
                    <a:lnTo>
                      <a:pt x="160" y="1769"/>
                    </a:lnTo>
                    <a:lnTo>
                      <a:pt x="2697" y="1769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516;p43">
                <a:extLst>
                  <a:ext uri="{FF2B5EF4-FFF2-40B4-BE49-F238E27FC236}">
                    <a16:creationId xmlns:a16="http://schemas.microsoft.com/office/drawing/2014/main" id="{5C5E593B-DFB4-2445-9982-A5629D30A1C4}"/>
                  </a:ext>
                </a:extLst>
              </p:cNvPr>
              <p:cNvSpPr/>
              <p:nvPr/>
            </p:nvSpPr>
            <p:spPr>
              <a:xfrm>
                <a:off x="9439045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517;p43">
                <a:extLst>
                  <a:ext uri="{FF2B5EF4-FFF2-40B4-BE49-F238E27FC236}">
                    <a16:creationId xmlns:a16="http://schemas.microsoft.com/office/drawing/2014/main" id="{D77FF822-BB59-5459-1E4F-19C4ECA0F49B}"/>
                  </a:ext>
                </a:extLst>
              </p:cNvPr>
              <p:cNvSpPr/>
              <p:nvPr/>
            </p:nvSpPr>
            <p:spPr>
              <a:xfrm>
                <a:off x="9528834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518;p43">
                <a:extLst>
                  <a:ext uri="{FF2B5EF4-FFF2-40B4-BE49-F238E27FC236}">
                    <a16:creationId xmlns:a16="http://schemas.microsoft.com/office/drawing/2014/main" id="{D9DDFA6A-9B60-5259-BEDD-23C22D109855}"/>
                  </a:ext>
                </a:extLst>
              </p:cNvPr>
              <p:cNvSpPr/>
              <p:nvPr/>
            </p:nvSpPr>
            <p:spPr>
              <a:xfrm>
                <a:off x="9620449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519;p43">
                <a:extLst>
                  <a:ext uri="{FF2B5EF4-FFF2-40B4-BE49-F238E27FC236}">
                    <a16:creationId xmlns:a16="http://schemas.microsoft.com/office/drawing/2014/main" id="{18CAC29C-2437-E6B5-1F1A-F62C6EDAF322}"/>
                  </a:ext>
                </a:extLst>
              </p:cNvPr>
              <p:cNvSpPr/>
              <p:nvPr/>
            </p:nvSpPr>
            <p:spPr>
              <a:xfrm>
                <a:off x="9710238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520;p43">
                <a:extLst>
                  <a:ext uri="{FF2B5EF4-FFF2-40B4-BE49-F238E27FC236}">
                    <a16:creationId xmlns:a16="http://schemas.microsoft.com/office/drawing/2014/main" id="{B2605088-1C6C-A155-4C30-5851E880AB5F}"/>
                  </a:ext>
                </a:extLst>
              </p:cNvPr>
              <p:cNvSpPr/>
              <p:nvPr/>
            </p:nvSpPr>
            <p:spPr>
              <a:xfrm>
                <a:off x="9799722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521;p43">
                <a:extLst>
                  <a:ext uri="{FF2B5EF4-FFF2-40B4-BE49-F238E27FC236}">
                    <a16:creationId xmlns:a16="http://schemas.microsoft.com/office/drawing/2014/main" id="{665EC019-B796-AAED-995D-816E973BB26A}"/>
                  </a:ext>
                </a:extLst>
              </p:cNvPr>
              <p:cNvSpPr/>
              <p:nvPr/>
            </p:nvSpPr>
            <p:spPr>
              <a:xfrm>
                <a:off x="9889511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522;p43">
                <a:extLst>
                  <a:ext uri="{FF2B5EF4-FFF2-40B4-BE49-F238E27FC236}">
                    <a16:creationId xmlns:a16="http://schemas.microsoft.com/office/drawing/2014/main" id="{23FC879C-12D0-C7BC-FE74-F303970C1FDC}"/>
                  </a:ext>
                </a:extLst>
              </p:cNvPr>
              <p:cNvSpPr/>
              <p:nvPr/>
            </p:nvSpPr>
            <p:spPr>
              <a:xfrm>
                <a:off x="9979300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523;p43">
                <a:extLst>
                  <a:ext uri="{FF2B5EF4-FFF2-40B4-BE49-F238E27FC236}">
                    <a16:creationId xmlns:a16="http://schemas.microsoft.com/office/drawing/2014/main" id="{419B8EDF-E4DD-93AE-823F-4EF8D74D9889}"/>
                  </a:ext>
                </a:extLst>
              </p:cNvPr>
              <p:cNvSpPr/>
              <p:nvPr/>
            </p:nvSpPr>
            <p:spPr>
              <a:xfrm>
                <a:off x="10071219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524;p43">
                <a:extLst>
                  <a:ext uri="{FF2B5EF4-FFF2-40B4-BE49-F238E27FC236}">
                    <a16:creationId xmlns:a16="http://schemas.microsoft.com/office/drawing/2014/main" id="{16C48329-89EC-8A36-3455-0725743C94DD}"/>
                  </a:ext>
                </a:extLst>
              </p:cNvPr>
              <p:cNvSpPr/>
              <p:nvPr/>
            </p:nvSpPr>
            <p:spPr>
              <a:xfrm>
                <a:off x="10161008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525;p43">
                <a:extLst>
                  <a:ext uri="{FF2B5EF4-FFF2-40B4-BE49-F238E27FC236}">
                    <a16:creationId xmlns:a16="http://schemas.microsoft.com/office/drawing/2014/main" id="{857327AA-16A7-73BB-9D4B-AAECF4FC351A}"/>
                  </a:ext>
                </a:extLst>
              </p:cNvPr>
              <p:cNvSpPr/>
              <p:nvPr/>
            </p:nvSpPr>
            <p:spPr>
              <a:xfrm>
                <a:off x="10250797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526;p43">
                <a:extLst>
                  <a:ext uri="{FF2B5EF4-FFF2-40B4-BE49-F238E27FC236}">
                    <a16:creationId xmlns:a16="http://schemas.microsoft.com/office/drawing/2014/main" id="{90D73960-60C2-AE33-70BD-6639307B5593}"/>
                  </a:ext>
                </a:extLst>
              </p:cNvPr>
              <p:cNvSpPr/>
              <p:nvPr/>
            </p:nvSpPr>
            <p:spPr>
              <a:xfrm>
                <a:off x="10340586" y="6920108"/>
                <a:ext cx="304" cy="103181"/>
              </a:xfrm>
              <a:custGeom>
                <a:avLst/>
                <a:gdLst/>
                <a:ahLst/>
                <a:cxnLst/>
                <a:rect l="l" t="t" r="r" b="b"/>
                <a:pathLst>
                  <a:path w="1" h="339" fill="none" extrusionOk="0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" name="Google Shape;1527;p43">
              <a:extLst>
                <a:ext uri="{FF2B5EF4-FFF2-40B4-BE49-F238E27FC236}">
                  <a16:creationId xmlns:a16="http://schemas.microsoft.com/office/drawing/2014/main" id="{A4230C0E-3B08-56A6-1E14-71F3E397FE25}"/>
                </a:ext>
              </a:extLst>
            </p:cNvPr>
            <p:cNvSpPr/>
            <p:nvPr/>
          </p:nvSpPr>
          <p:spPr>
            <a:xfrm>
              <a:off x="8164165" y="26333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528;p43">
              <a:extLst>
                <a:ext uri="{FF2B5EF4-FFF2-40B4-BE49-F238E27FC236}">
                  <a16:creationId xmlns:a16="http://schemas.microsoft.com/office/drawing/2014/main" id="{D9DCCDAE-C99D-43A0-36CB-3401E37FF702}"/>
                </a:ext>
              </a:extLst>
            </p:cNvPr>
            <p:cNvSpPr/>
            <p:nvPr/>
          </p:nvSpPr>
          <p:spPr>
            <a:xfrm>
              <a:off x="7865040" y="31168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75529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9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Tarefas Implicitas: Dorsal Metodológica</a:t>
            </a:r>
            <a:endParaRPr dirty="0"/>
          </a:p>
        </p:txBody>
      </p:sp>
      <p:sp>
        <p:nvSpPr>
          <p:cNvPr id="688" name="Google Shape;688;p39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7456390" cy="3144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pt-BR" sz="1200" dirty="0"/>
              <a:t>Para garantir que a </a:t>
            </a:r>
            <a:r>
              <a:rPr lang="pt-BR" sz="1200" b="1" dirty="0">
                <a:solidFill>
                  <a:schemeClr val="tx2"/>
                </a:solidFill>
              </a:rPr>
              <a:t>centralização</a:t>
            </a:r>
            <a:r>
              <a:rPr lang="pt-BR" sz="1200" dirty="0"/>
              <a:t> e a </a:t>
            </a:r>
            <a:r>
              <a:rPr lang="pt-BR" sz="1200" b="1" dirty="0">
                <a:solidFill>
                  <a:schemeClr val="tx2"/>
                </a:solidFill>
              </a:rPr>
              <a:t>fiscalização</a:t>
            </a:r>
            <a:r>
              <a:rPr lang="pt-BR" sz="1200" dirty="0"/>
              <a:t> dos dados sejam executadas com precisão, o desenvolvimento da plataforma se apoiará nas seguintes ferramentas táticas:</a:t>
            </a:r>
            <a:endParaRPr sz="1200" dirty="0"/>
          </a:p>
        </p:txBody>
      </p:sp>
      <p:graphicFrame>
        <p:nvGraphicFramePr>
          <p:cNvPr id="689" name="Google Shape;689;p39"/>
          <p:cNvGraphicFramePr/>
          <p:nvPr>
            <p:extLst>
              <p:ext uri="{D42A27DB-BD31-4B8C-83A1-F6EECF244321}">
                <p14:modId xmlns:p14="http://schemas.microsoft.com/office/powerpoint/2010/main" val="129454207"/>
              </p:ext>
            </p:extLst>
          </p:nvPr>
        </p:nvGraphicFramePr>
        <p:xfrm>
          <a:off x="720000" y="1691025"/>
          <a:ext cx="7704000" cy="2784547"/>
        </p:xfrm>
        <a:graphic>
          <a:graphicData uri="http://schemas.openxmlformats.org/drawingml/2006/table">
            <a:tbl>
              <a:tblPr>
                <a:noFill/>
                <a:tableStyleId>{A71F97CB-171B-4644-9E0B-595B39F56F64}</a:tableStyleId>
              </a:tblPr>
              <a:tblGrid>
                <a:gridCol w="2484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9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dirty="0">
                          <a:solidFill>
                            <a:schemeClr val="tx2"/>
                          </a:solidFill>
                          <a:latin typeface="Albert Sans" panose="020B0604020202020204" charset="0"/>
                        </a:rPr>
                        <a:t>5W1H (Plano de Ação):</a:t>
                      </a:r>
                      <a:endParaRPr sz="1000" b="1" u="sng" dirty="0">
                        <a:solidFill>
                          <a:schemeClr val="tx2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pt-BR" sz="1000" dirty="0">
                          <a:latin typeface="Albert Sans" panose="020B0604020202020204" charset="0"/>
                        </a:rPr>
                        <a:t>Definição clara do escopo de desenvolvimento e moderação. Vamos mapear o que será feito, quem fará, quando, onde, por que e como, guiando desde a estruturação do banco de dados até a rotina de auditoria de logs.</a:t>
                      </a:r>
                      <a:endParaRPr sz="1000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dirty="0">
                          <a:solidFill>
                            <a:schemeClr val="tx2"/>
                          </a:solidFill>
                          <a:latin typeface="Albert Sans" panose="020B0604020202020204" charset="0"/>
                        </a:rPr>
                        <a:t>Personas (Mapeamento de Atores):</a:t>
                      </a:r>
                      <a:endParaRPr sz="1000" b="1" u="sng" dirty="0">
                        <a:solidFill>
                          <a:schemeClr val="tx2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pt-BR" sz="1000" dirty="0"/>
                        <a:t>Modelagem aprofundada dos usuários do sistema. Isso inclui desde o estudante que necessita de recomendações de ensino até os editores e moderadores responsáveis por aprovar os recursos e manter a qualidade do catálogo. </a:t>
                      </a:r>
                      <a:endParaRPr sz="1000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dirty="0">
                          <a:solidFill>
                            <a:schemeClr val="tx2"/>
                          </a:solidFill>
                          <a:latin typeface="Albert Sans" panose="020B0604020202020204" charset="0"/>
                        </a:rPr>
                        <a:t>Matriz CSD (Alinhamento de Escopo):</a:t>
                      </a:r>
                      <a:endParaRPr sz="1000" b="1" u="sng" dirty="0">
                        <a:solidFill>
                          <a:schemeClr val="tx2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pt-BR" sz="1000" dirty="0"/>
                        <a:t>Mapeamento contínuo de Certezas, Suposições e Dúvidas sobre o ecossistema educacional. Essa ferramenta validará nossas hipóteses sobre como os dados estão fragmentados e o que é necessário para organizá-los. </a:t>
                      </a:r>
                      <a:endParaRPr sz="1000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dirty="0">
                          <a:solidFill>
                            <a:schemeClr val="tx2"/>
                          </a:solidFill>
                          <a:latin typeface="Albert Sans" panose="020B0604020202020204" charset="0"/>
                        </a:rPr>
                        <a:t>Mapas de Jornada (Experiência do Usuário):</a:t>
                      </a:r>
                      <a:endParaRPr sz="1000" b="1" u="sng" dirty="0">
                        <a:solidFill>
                          <a:schemeClr val="tx2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pt-BR" sz="1000" dirty="0"/>
                        <a:t>Desenho do passo a passo do estudante, desde o momento da desinformação até o cadastro na plataforma, garantindo que o acesso ao catálogo curado e aos recursos educacionais seja feito de forma simples e intuitiva.</a:t>
                      </a:r>
                      <a:endParaRPr sz="1000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92" name="Google Shape;692;p39"/>
          <p:cNvGrpSpPr/>
          <p:nvPr/>
        </p:nvGrpSpPr>
        <p:grpSpPr>
          <a:xfrm>
            <a:off x="7536792" y="4151680"/>
            <a:ext cx="1542770" cy="941189"/>
            <a:chOff x="7611866" y="4081864"/>
            <a:chExt cx="1542770" cy="941189"/>
          </a:xfrm>
        </p:grpSpPr>
        <p:sp>
          <p:nvSpPr>
            <p:cNvPr id="693" name="Google Shape;693;p39"/>
            <p:cNvSpPr/>
            <p:nvPr/>
          </p:nvSpPr>
          <p:spPr>
            <a:xfrm>
              <a:off x="7611866" y="4584467"/>
              <a:ext cx="694996" cy="438586"/>
            </a:xfrm>
            <a:custGeom>
              <a:avLst/>
              <a:gdLst/>
              <a:ahLst/>
              <a:cxnLst/>
              <a:rect l="l" t="t" r="r" b="b"/>
              <a:pathLst>
                <a:path w="3876" h="2446" extrusionOk="0">
                  <a:moveTo>
                    <a:pt x="1" y="1"/>
                  </a:moveTo>
                  <a:lnTo>
                    <a:pt x="1" y="194"/>
                  </a:lnTo>
                  <a:lnTo>
                    <a:pt x="3875" y="2445"/>
                  </a:lnTo>
                  <a:lnTo>
                    <a:pt x="3875" y="22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8695788" y="4453033"/>
              <a:ext cx="458848" cy="290120"/>
            </a:xfrm>
            <a:custGeom>
              <a:avLst/>
              <a:gdLst/>
              <a:ahLst/>
              <a:cxnLst/>
              <a:rect l="l" t="t" r="r" b="b"/>
              <a:pathLst>
                <a:path w="2559" h="1618" extrusionOk="0">
                  <a:moveTo>
                    <a:pt x="2128" y="1"/>
                  </a:moveTo>
                  <a:lnTo>
                    <a:pt x="2236" y="223"/>
                  </a:lnTo>
                  <a:lnTo>
                    <a:pt x="713" y="1100"/>
                  </a:lnTo>
                  <a:lnTo>
                    <a:pt x="713" y="1208"/>
                  </a:lnTo>
                  <a:lnTo>
                    <a:pt x="604" y="1194"/>
                  </a:lnTo>
                  <a:lnTo>
                    <a:pt x="497" y="1338"/>
                  </a:lnTo>
                  <a:lnTo>
                    <a:pt x="497" y="1222"/>
                  </a:lnTo>
                  <a:lnTo>
                    <a:pt x="1" y="1510"/>
                  </a:lnTo>
                  <a:lnTo>
                    <a:pt x="196" y="1617"/>
                  </a:lnTo>
                  <a:lnTo>
                    <a:pt x="2559" y="253"/>
                  </a:lnTo>
                  <a:lnTo>
                    <a:pt x="2128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7611866" y="4544660"/>
              <a:ext cx="1119058" cy="443427"/>
            </a:xfrm>
            <a:custGeom>
              <a:avLst/>
              <a:gdLst/>
              <a:ahLst/>
              <a:cxnLst/>
              <a:rect l="l" t="t" r="r" b="b"/>
              <a:pathLst>
                <a:path w="6241" h="2473" extrusionOk="0">
                  <a:moveTo>
                    <a:pt x="389" y="0"/>
                  </a:moveTo>
                  <a:lnTo>
                    <a:pt x="1" y="223"/>
                  </a:lnTo>
                  <a:lnTo>
                    <a:pt x="3875" y="2472"/>
                  </a:lnTo>
                  <a:lnTo>
                    <a:pt x="6241" y="1106"/>
                  </a:lnTo>
                  <a:lnTo>
                    <a:pt x="6046" y="999"/>
                  </a:lnTo>
                  <a:lnTo>
                    <a:pt x="6039" y="1006"/>
                  </a:lnTo>
                  <a:lnTo>
                    <a:pt x="3796" y="2300"/>
                  </a:lnTo>
                  <a:lnTo>
                    <a:pt x="310" y="266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9"/>
            <p:cNvSpPr/>
            <p:nvPr/>
          </p:nvSpPr>
          <p:spPr>
            <a:xfrm>
              <a:off x="8306688" y="4498219"/>
              <a:ext cx="847945" cy="524833"/>
            </a:xfrm>
            <a:custGeom>
              <a:avLst/>
              <a:gdLst/>
              <a:ahLst/>
              <a:cxnLst/>
              <a:rect l="l" t="t" r="r" b="b"/>
              <a:pathLst>
                <a:path w="4729" h="2927" extrusionOk="0">
                  <a:moveTo>
                    <a:pt x="4729" y="1"/>
                  </a:moveTo>
                  <a:lnTo>
                    <a:pt x="2366" y="1365"/>
                  </a:lnTo>
                  <a:lnTo>
                    <a:pt x="0" y="2731"/>
                  </a:lnTo>
                  <a:lnTo>
                    <a:pt x="0" y="2926"/>
                  </a:lnTo>
                  <a:lnTo>
                    <a:pt x="2091" y="1719"/>
                  </a:lnTo>
                  <a:cubicBezTo>
                    <a:pt x="2121" y="1703"/>
                    <a:pt x="2171" y="1660"/>
                    <a:pt x="2193" y="1624"/>
                  </a:cubicBezTo>
                  <a:cubicBezTo>
                    <a:pt x="2236" y="1567"/>
                    <a:pt x="2293" y="1503"/>
                    <a:pt x="2366" y="1467"/>
                  </a:cubicBezTo>
                  <a:cubicBezTo>
                    <a:pt x="2418" y="1435"/>
                    <a:pt x="2468" y="1418"/>
                    <a:pt x="2505" y="1418"/>
                  </a:cubicBezTo>
                  <a:cubicBezTo>
                    <a:pt x="2518" y="1418"/>
                    <a:pt x="2529" y="1420"/>
                    <a:pt x="2538" y="1424"/>
                  </a:cubicBezTo>
                  <a:cubicBezTo>
                    <a:pt x="2544" y="1428"/>
                    <a:pt x="2552" y="1429"/>
                    <a:pt x="2561" y="1429"/>
                  </a:cubicBezTo>
                  <a:cubicBezTo>
                    <a:pt x="2585" y="1429"/>
                    <a:pt x="2617" y="1418"/>
                    <a:pt x="2638" y="1401"/>
                  </a:cubicBezTo>
                  <a:lnTo>
                    <a:pt x="4729" y="194"/>
                  </a:lnTo>
                  <a:lnTo>
                    <a:pt x="472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8068207" y="4081864"/>
              <a:ext cx="1005377" cy="596915"/>
            </a:xfrm>
            <a:custGeom>
              <a:avLst/>
              <a:gdLst/>
              <a:ahLst/>
              <a:cxnLst/>
              <a:rect l="l" t="t" r="r" b="b"/>
              <a:pathLst>
                <a:path w="5607" h="3329" extrusionOk="0">
                  <a:moveTo>
                    <a:pt x="2114" y="1"/>
                  </a:moveTo>
                  <a:cubicBezTo>
                    <a:pt x="1689" y="64"/>
                    <a:pt x="1323" y="209"/>
                    <a:pt x="1028" y="382"/>
                  </a:cubicBezTo>
                  <a:cubicBezTo>
                    <a:pt x="345" y="777"/>
                    <a:pt x="21" y="1281"/>
                    <a:pt x="0" y="1301"/>
                  </a:cubicBezTo>
                  <a:lnTo>
                    <a:pt x="30" y="1324"/>
                  </a:lnTo>
                  <a:lnTo>
                    <a:pt x="3487" y="3328"/>
                  </a:lnTo>
                  <a:lnTo>
                    <a:pt x="3494" y="3328"/>
                  </a:lnTo>
                  <a:cubicBezTo>
                    <a:pt x="3507" y="3308"/>
                    <a:pt x="3832" y="2804"/>
                    <a:pt x="4515" y="2409"/>
                  </a:cubicBezTo>
                  <a:cubicBezTo>
                    <a:pt x="4536" y="2393"/>
                    <a:pt x="4549" y="2386"/>
                    <a:pt x="4572" y="2373"/>
                  </a:cubicBezTo>
                  <a:cubicBezTo>
                    <a:pt x="4608" y="2359"/>
                    <a:pt x="4644" y="2336"/>
                    <a:pt x="4679" y="2316"/>
                  </a:cubicBezTo>
                  <a:lnTo>
                    <a:pt x="4687" y="2316"/>
                  </a:lnTo>
                  <a:cubicBezTo>
                    <a:pt x="4722" y="2293"/>
                    <a:pt x="4765" y="2279"/>
                    <a:pt x="4801" y="2257"/>
                  </a:cubicBezTo>
                  <a:lnTo>
                    <a:pt x="4817" y="2257"/>
                  </a:lnTo>
                  <a:cubicBezTo>
                    <a:pt x="4831" y="2243"/>
                    <a:pt x="4860" y="2236"/>
                    <a:pt x="4874" y="2229"/>
                  </a:cubicBezTo>
                  <a:cubicBezTo>
                    <a:pt x="4894" y="2221"/>
                    <a:pt x="4910" y="2214"/>
                    <a:pt x="4924" y="2207"/>
                  </a:cubicBezTo>
                  <a:cubicBezTo>
                    <a:pt x="4946" y="2200"/>
                    <a:pt x="4967" y="2193"/>
                    <a:pt x="4989" y="2186"/>
                  </a:cubicBezTo>
                  <a:cubicBezTo>
                    <a:pt x="5032" y="2164"/>
                    <a:pt x="5083" y="2150"/>
                    <a:pt x="5126" y="2135"/>
                  </a:cubicBezTo>
                  <a:cubicBezTo>
                    <a:pt x="5146" y="2128"/>
                    <a:pt x="5169" y="2121"/>
                    <a:pt x="5183" y="2121"/>
                  </a:cubicBezTo>
                  <a:cubicBezTo>
                    <a:pt x="5212" y="2114"/>
                    <a:pt x="5240" y="2107"/>
                    <a:pt x="5269" y="2100"/>
                  </a:cubicBezTo>
                  <a:cubicBezTo>
                    <a:pt x="5291" y="2091"/>
                    <a:pt x="5319" y="2084"/>
                    <a:pt x="5348" y="2078"/>
                  </a:cubicBezTo>
                  <a:cubicBezTo>
                    <a:pt x="5369" y="2071"/>
                    <a:pt x="5391" y="2064"/>
                    <a:pt x="5405" y="2064"/>
                  </a:cubicBezTo>
                  <a:cubicBezTo>
                    <a:pt x="5428" y="2057"/>
                    <a:pt x="5448" y="2057"/>
                    <a:pt x="5471" y="2048"/>
                  </a:cubicBezTo>
                  <a:cubicBezTo>
                    <a:pt x="5498" y="2041"/>
                    <a:pt x="5528" y="2034"/>
                    <a:pt x="5564" y="2034"/>
                  </a:cubicBezTo>
                  <a:cubicBezTo>
                    <a:pt x="5578" y="2028"/>
                    <a:pt x="5593" y="2028"/>
                    <a:pt x="5607" y="2028"/>
                  </a:cubicBezTo>
                  <a:lnTo>
                    <a:pt x="2114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7689327" y="4310483"/>
              <a:ext cx="1004122" cy="571812"/>
            </a:xfrm>
            <a:custGeom>
              <a:avLst/>
              <a:gdLst/>
              <a:ahLst/>
              <a:cxnLst/>
              <a:rect l="l" t="t" r="r" b="b"/>
              <a:pathLst>
                <a:path w="5600" h="3189" extrusionOk="0">
                  <a:moveTo>
                    <a:pt x="1941" y="1"/>
                  </a:moveTo>
                  <a:cubicBezTo>
                    <a:pt x="1778" y="1"/>
                    <a:pt x="1499" y="50"/>
                    <a:pt x="1092" y="285"/>
                  </a:cubicBezTo>
                  <a:cubicBezTo>
                    <a:pt x="797" y="458"/>
                    <a:pt x="431" y="730"/>
                    <a:pt x="0" y="1161"/>
                  </a:cubicBezTo>
                  <a:lnTo>
                    <a:pt x="100" y="1220"/>
                  </a:lnTo>
                  <a:lnTo>
                    <a:pt x="3493" y="3188"/>
                  </a:lnTo>
                  <a:cubicBezTo>
                    <a:pt x="3918" y="2757"/>
                    <a:pt x="4284" y="2485"/>
                    <a:pt x="4579" y="2312"/>
                  </a:cubicBezTo>
                  <a:cubicBezTo>
                    <a:pt x="4629" y="2283"/>
                    <a:pt x="4679" y="2255"/>
                    <a:pt x="4730" y="2233"/>
                  </a:cubicBezTo>
                  <a:cubicBezTo>
                    <a:pt x="4751" y="2226"/>
                    <a:pt x="4773" y="2212"/>
                    <a:pt x="4794" y="2196"/>
                  </a:cubicBezTo>
                  <a:lnTo>
                    <a:pt x="4801" y="2196"/>
                  </a:lnTo>
                  <a:cubicBezTo>
                    <a:pt x="4823" y="2190"/>
                    <a:pt x="4844" y="2176"/>
                    <a:pt x="4860" y="2169"/>
                  </a:cubicBezTo>
                  <a:cubicBezTo>
                    <a:pt x="4880" y="2162"/>
                    <a:pt x="4903" y="2153"/>
                    <a:pt x="4924" y="2146"/>
                  </a:cubicBezTo>
                  <a:cubicBezTo>
                    <a:pt x="5024" y="2103"/>
                    <a:pt x="5118" y="2076"/>
                    <a:pt x="5196" y="2060"/>
                  </a:cubicBezTo>
                  <a:cubicBezTo>
                    <a:pt x="5212" y="2053"/>
                    <a:pt x="5225" y="2053"/>
                    <a:pt x="5239" y="2046"/>
                  </a:cubicBezTo>
                  <a:lnTo>
                    <a:pt x="5275" y="2046"/>
                  </a:lnTo>
                  <a:cubicBezTo>
                    <a:pt x="5282" y="2039"/>
                    <a:pt x="5291" y="2039"/>
                    <a:pt x="5291" y="2039"/>
                  </a:cubicBezTo>
                  <a:cubicBezTo>
                    <a:pt x="5312" y="2039"/>
                    <a:pt x="5334" y="2033"/>
                    <a:pt x="5355" y="2033"/>
                  </a:cubicBezTo>
                  <a:lnTo>
                    <a:pt x="5507" y="2033"/>
                  </a:lnTo>
                  <a:cubicBezTo>
                    <a:pt x="5507" y="2033"/>
                    <a:pt x="5514" y="2033"/>
                    <a:pt x="5520" y="2039"/>
                  </a:cubicBezTo>
                  <a:lnTo>
                    <a:pt x="5541" y="2039"/>
                  </a:lnTo>
                  <a:cubicBezTo>
                    <a:pt x="5550" y="2039"/>
                    <a:pt x="5557" y="2046"/>
                    <a:pt x="5564" y="2046"/>
                  </a:cubicBezTo>
                  <a:lnTo>
                    <a:pt x="5577" y="2046"/>
                  </a:lnTo>
                  <a:cubicBezTo>
                    <a:pt x="5584" y="2046"/>
                    <a:pt x="5584" y="2053"/>
                    <a:pt x="5593" y="2053"/>
                  </a:cubicBezTo>
                  <a:lnTo>
                    <a:pt x="5600" y="2053"/>
                  </a:lnTo>
                  <a:lnTo>
                    <a:pt x="2143" y="49"/>
                  </a:lnTo>
                  <a:lnTo>
                    <a:pt x="2113" y="26"/>
                  </a:lnTo>
                  <a:cubicBezTo>
                    <a:pt x="2108" y="23"/>
                    <a:pt x="2051" y="1"/>
                    <a:pt x="1941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" name="Google Shape;699;p39"/>
            <p:cNvSpPr/>
            <p:nvPr/>
          </p:nvSpPr>
          <p:spPr>
            <a:xfrm>
              <a:off x="7667272" y="4518660"/>
              <a:ext cx="648555" cy="438407"/>
            </a:xfrm>
            <a:custGeom>
              <a:avLst/>
              <a:gdLst/>
              <a:ahLst/>
              <a:cxnLst/>
              <a:rect l="l" t="t" r="r" b="b"/>
              <a:pathLst>
                <a:path w="3617" h="2445" extrusionOk="0">
                  <a:moveTo>
                    <a:pt x="123" y="0"/>
                  </a:moveTo>
                  <a:lnTo>
                    <a:pt x="80" y="145"/>
                  </a:lnTo>
                  <a:lnTo>
                    <a:pt x="1" y="411"/>
                  </a:lnTo>
                  <a:lnTo>
                    <a:pt x="3487" y="2445"/>
                  </a:lnTo>
                  <a:lnTo>
                    <a:pt x="3616" y="2027"/>
                  </a:lnTo>
                  <a:lnTo>
                    <a:pt x="223" y="59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8292522" y="4674838"/>
              <a:ext cx="403442" cy="282230"/>
            </a:xfrm>
            <a:custGeom>
              <a:avLst/>
              <a:gdLst/>
              <a:ahLst/>
              <a:cxnLst/>
              <a:rect l="l" t="t" r="r" b="b"/>
              <a:pathLst>
                <a:path w="2250" h="1574" extrusionOk="0">
                  <a:moveTo>
                    <a:pt x="1991" y="1"/>
                  </a:moveTo>
                  <a:cubicBezTo>
                    <a:pt x="1970" y="1"/>
                    <a:pt x="1948" y="7"/>
                    <a:pt x="1927" y="7"/>
                  </a:cubicBezTo>
                  <a:cubicBezTo>
                    <a:pt x="1927" y="7"/>
                    <a:pt x="1918" y="7"/>
                    <a:pt x="1911" y="14"/>
                  </a:cubicBezTo>
                  <a:lnTo>
                    <a:pt x="1875" y="14"/>
                  </a:lnTo>
                  <a:cubicBezTo>
                    <a:pt x="1861" y="21"/>
                    <a:pt x="1848" y="21"/>
                    <a:pt x="1832" y="28"/>
                  </a:cubicBezTo>
                  <a:cubicBezTo>
                    <a:pt x="1754" y="44"/>
                    <a:pt x="1660" y="71"/>
                    <a:pt x="1560" y="114"/>
                  </a:cubicBezTo>
                  <a:cubicBezTo>
                    <a:pt x="1539" y="121"/>
                    <a:pt x="1516" y="130"/>
                    <a:pt x="1496" y="137"/>
                  </a:cubicBezTo>
                  <a:cubicBezTo>
                    <a:pt x="1480" y="144"/>
                    <a:pt x="1459" y="158"/>
                    <a:pt x="1437" y="164"/>
                  </a:cubicBezTo>
                  <a:lnTo>
                    <a:pt x="1430" y="164"/>
                  </a:lnTo>
                  <a:cubicBezTo>
                    <a:pt x="1409" y="180"/>
                    <a:pt x="1387" y="194"/>
                    <a:pt x="1366" y="201"/>
                  </a:cubicBezTo>
                  <a:cubicBezTo>
                    <a:pt x="1315" y="223"/>
                    <a:pt x="1265" y="251"/>
                    <a:pt x="1215" y="280"/>
                  </a:cubicBezTo>
                  <a:cubicBezTo>
                    <a:pt x="920" y="453"/>
                    <a:pt x="554" y="725"/>
                    <a:pt x="129" y="1156"/>
                  </a:cubicBezTo>
                  <a:lnTo>
                    <a:pt x="0" y="1574"/>
                  </a:lnTo>
                  <a:lnTo>
                    <a:pt x="2243" y="280"/>
                  </a:lnTo>
                  <a:lnTo>
                    <a:pt x="2250" y="273"/>
                  </a:lnTo>
                  <a:lnTo>
                    <a:pt x="2243" y="266"/>
                  </a:lnTo>
                  <a:lnTo>
                    <a:pt x="2243" y="21"/>
                  </a:lnTo>
                  <a:lnTo>
                    <a:pt x="2229" y="21"/>
                  </a:lnTo>
                  <a:cubicBezTo>
                    <a:pt x="2220" y="21"/>
                    <a:pt x="2220" y="14"/>
                    <a:pt x="2213" y="14"/>
                  </a:cubicBezTo>
                  <a:lnTo>
                    <a:pt x="2200" y="14"/>
                  </a:lnTo>
                  <a:cubicBezTo>
                    <a:pt x="2193" y="14"/>
                    <a:pt x="2186" y="7"/>
                    <a:pt x="2177" y="7"/>
                  </a:cubicBezTo>
                  <a:lnTo>
                    <a:pt x="2156" y="7"/>
                  </a:lnTo>
                  <a:cubicBezTo>
                    <a:pt x="2150" y="1"/>
                    <a:pt x="2143" y="1"/>
                    <a:pt x="2143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9"/>
            <p:cNvSpPr/>
            <p:nvPr/>
          </p:nvSpPr>
          <p:spPr>
            <a:xfrm>
              <a:off x="8783291" y="4595942"/>
              <a:ext cx="40523" cy="97005"/>
            </a:xfrm>
            <a:custGeom>
              <a:avLst/>
              <a:gdLst/>
              <a:ahLst/>
              <a:cxnLst/>
              <a:rect l="l" t="t" r="r" b="b"/>
              <a:pathLst>
                <a:path w="226" h="541" extrusionOk="0">
                  <a:moveTo>
                    <a:pt x="225" y="1"/>
                  </a:moveTo>
                  <a:lnTo>
                    <a:pt x="1" y="130"/>
                  </a:lnTo>
                  <a:lnTo>
                    <a:pt x="9" y="425"/>
                  </a:lnTo>
                  <a:lnTo>
                    <a:pt x="9" y="541"/>
                  </a:lnTo>
                  <a:lnTo>
                    <a:pt x="116" y="397"/>
                  </a:lnTo>
                  <a:lnTo>
                    <a:pt x="225" y="411"/>
                  </a:lnTo>
                  <a:lnTo>
                    <a:pt x="225" y="303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9"/>
            <p:cNvSpPr/>
            <p:nvPr/>
          </p:nvSpPr>
          <p:spPr>
            <a:xfrm>
              <a:off x="8694533" y="4445323"/>
              <a:ext cx="402366" cy="278644"/>
            </a:xfrm>
            <a:custGeom>
              <a:avLst/>
              <a:gdLst/>
              <a:ahLst/>
              <a:cxnLst/>
              <a:rect l="l" t="t" r="r" b="b"/>
              <a:pathLst>
                <a:path w="2244" h="1554" extrusionOk="0">
                  <a:moveTo>
                    <a:pt x="2114" y="1"/>
                  </a:moveTo>
                  <a:cubicBezTo>
                    <a:pt x="2100" y="1"/>
                    <a:pt x="2085" y="1"/>
                    <a:pt x="2071" y="7"/>
                  </a:cubicBezTo>
                  <a:cubicBezTo>
                    <a:pt x="2035" y="7"/>
                    <a:pt x="2005" y="14"/>
                    <a:pt x="1978" y="21"/>
                  </a:cubicBezTo>
                  <a:cubicBezTo>
                    <a:pt x="1955" y="30"/>
                    <a:pt x="1935" y="30"/>
                    <a:pt x="1912" y="37"/>
                  </a:cubicBezTo>
                  <a:cubicBezTo>
                    <a:pt x="1898" y="37"/>
                    <a:pt x="1876" y="44"/>
                    <a:pt x="1855" y="51"/>
                  </a:cubicBezTo>
                  <a:cubicBezTo>
                    <a:pt x="1826" y="57"/>
                    <a:pt x="1798" y="64"/>
                    <a:pt x="1776" y="73"/>
                  </a:cubicBezTo>
                  <a:cubicBezTo>
                    <a:pt x="1747" y="80"/>
                    <a:pt x="1719" y="87"/>
                    <a:pt x="1690" y="94"/>
                  </a:cubicBezTo>
                  <a:cubicBezTo>
                    <a:pt x="1676" y="94"/>
                    <a:pt x="1653" y="101"/>
                    <a:pt x="1633" y="108"/>
                  </a:cubicBezTo>
                  <a:cubicBezTo>
                    <a:pt x="1590" y="123"/>
                    <a:pt x="1539" y="137"/>
                    <a:pt x="1496" y="159"/>
                  </a:cubicBezTo>
                  <a:cubicBezTo>
                    <a:pt x="1474" y="166"/>
                    <a:pt x="1453" y="173"/>
                    <a:pt x="1431" y="180"/>
                  </a:cubicBezTo>
                  <a:cubicBezTo>
                    <a:pt x="1417" y="187"/>
                    <a:pt x="1401" y="194"/>
                    <a:pt x="1381" y="202"/>
                  </a:cubicBezTo>
                  <a:cubicBezTo>
                    <a:pt x="1367" y="209"/>
                    <a:pt x="1338" y="216"/>
                    <a:pt x="1324" y="230"/>
                  </a:cubicBezTo>
                  <a:lnTo>
                    <a:pt x="1308" y="230"/>
                  </a:lnTo>
                  <a:cubicBezTo>
                    <a:pt x="1272" y="252"/>
                    <a:pt x="1229" y="266"/>
                    <a:pt x="1194" y="289"/>
                  </a:cubicBezTo>
                  <a:lnTo>
                    <a:pt x="1186" y="289"/>
                  </a:lnTo>
                  <a:cubicBezTo>
                    <a:pt x="1151" y="309"/>
                    <a:pt x="1115" y="332"/>
                    <a:pt x="1079" y="346"/>
                  </a:cubicBezTo>
                  <a:cubicBezTo>
                    <a:pt x="1056" y="359"/>
                    <a:pt x="1043" y="366"/>
                    <a:pt x="1022" y="382"/>
                  </a:cubicBezTo>
                  <a:cubicBezTo>
                    <a:pt x="339" y="777"/>
                    <a:pt x="14" y="1281"/>
                    <a:pt x="1" y="1301"/>
                  </a:cubicBezTo>
                  <a:lnTo>
                    <a:pt x="1" y="1546"/>
                  </a:lnTo>
                  <a:lnTo>
                    <a:pt x="8" y="1553"/>
                  </a:lnTo>
                  <a:lnTo>
                    <a:pt x="504" y="1265"/>
                  </a:lnTo>
                  <a:lnTo>
                    <a:pt x="496" y="970"/>
                  </a:lnTo>
                  <a:lnTo>
                    <a:pt x="720" y="841"/>
                  </a:lnTo>
                  <a:lnTo>
                    <a:pt x="720" y="1143"/>
                  </a:lnTo>
                  <a:lnTo>
                    <a:pt x="2243" y="266"/>
                  </a:lnTo>
                  <a:lnTo>
                    <a:pt x="2135" y="44"/>
                  </a:lnTo>
                  <a:lnTo>
                    <a:pt x="2114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9"/>
            <p:cNvSpPr/>
            <p:nvPr/>
          </p:nvSpPr>
          <p:spPr>
            <a:xfrm>
              <a:off x="8694533" y="4722534"/>
              <a:ext cx="179" cy="1434"/>
            </a:xfrm>
            <a:custGeom>
              <a:avLst/>
              <a:gdLst/>
              <a:ahLst/>
              <a:cxnLst/>
              <a:rect l="l" t="t" r="r" b="b"/>
              <a:pathLst>
                <a:path w="1" h="8" extrusionOk="0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9"/>
            <p:cNvSpPr/>
            <p:nvPr/>
          </p:nvSpPr>
          <p:spPr>
            <a:xfrm>
              <a:off x="8694533" y="4722534"/>
              <a:ext cx="179" cy="1434"/>
            </a:xfrm>
            <a:custGeom>
              <a:avLst/>
              <a:gdLst/>
              <a:ahLst/>
              <a:cxnLst/>
              <a:rect l="l" t="t" r="r" b="b"/>
              <a:pathLst>
                <a:path w="1" h="8" fill="none" extrusionOk="0">
                  <a:moveTo>
                    <a:pt x="1" y="7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9"/>
            <p:cNvSpPr/>
            <p:nvPr/>
          </p:nvSpPr>
          <p:spPr>
            <a:xfrm>
              <a:off x="8392935" y="4255793"/>
              <a:ext cx="297830" cy="177873"/>
            </a:xfrm>
            <a:custGeom>
              <a:avLst/>
              <a:gdLst/>
              <a:ahLst/>
              <a:cxnLst/>
              <a:rect l="l" t="t" r="r" b="b"/>
              <a:pathLst>
                <a:path w="1661" h="992" fill="none" extrusionOk="0">
                  <a:moveTo>
                    <a:pt x="1660" y="0"/>
                  </a:moveTo>
                  <a:cubicBezTo>
                    <a:pt x="1338" y="79"/>
                    <a:pt x="1050" y="202"/>
                    <a:pt x="813" y="338"/>
                  </a:cubicBezTo>
                  <a:cubicBezTo>
                    <a:pt x="432" y="554"/>
                    <a:pt x="166" y="813"/>
                    <a:pt x="1" y="992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9"/>
            <p:cNvSpPr/>
            <p:nvPr/>
          </p:nvSpPr>
          <p:spPr>
            <a:xfrm>
              <a:off x="8169875" y="4566536"/>
              <a:ext cx="281154" cy="166397"/>
            </a:xfrm>
            <a:custGeom>
              <a:avLst/>
              <a:gdLst/>
              <a:ahLst/>
              <a:cxnLst/>
              <a:rect l="l" t="t" r="r" b="b"/>
              <a:pathLst>
                <a:path w="1568" h="928" fill="none" extrusionOk="0">
                  <a:moveTo>
                    <a:pt x="1" y="927"/>
                  </a:moveTo>
                  <a:cubicBezTo>
                    <a:pt x="325" y="618"/>
                    <a:pt x="612" y="417"/>
                    <a:pt x="857" y="273"/>
                  </a:cubicBezTo>
                  <a:cubicBezTo>
                    <a:pt x="1165" y="94"/>
                    <a:pt x="1403" y="28"/>
                    <a:pt x="1567" y="1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7" name="Google Shape;707;p39"/>
            <p:cNvGrpSpPr/>
            <p:nvPr/>
          </p:nvGrpSpPr>
          <p:grpSpPr>
            <a:xfrm>
              <a:off x="8166289" y="4124181"/>
              <a:ext cx="827509" cy="486285"/>
              <a:chOff x="2451109" y="1341282"/>
              <a:chExt cx="481923" cy="283201"/>
            </a:xfrm>
          </p:grpSpPr>
          <p:sp>
            <p:nvSpPr>
              <p:cNvPr id="708" name="Google Shape;708;p39"/>
              <p:cNvSpPr/>
              <p:nvPr/>
            </p:nvSpPr>
            <p:spPr>
              <a:xfrm>
                <a:off x="2451109" y="1341282"/>
                <a:ext cx="173346" cy="103694"/>
              </a:xfrm>
              <a:custGeom>
                <a:avLst/>
                <a:gdLst/>
                <a:ahLst/>
                <a:cxnLst/>
                <a:rect l="l" t="t" r="r" b="b"/>
                <a:pathLst>
                  <a:path w="1660" h="993" fill="none" extrusionOk="0">
                    <a:moveTo>
                      <a:pt x="1660" y="1"/>
                    </a:moveTo>
                    <a:cubicBezTo>
                      <a:pt x="1337" y="73"/>
                      <a:pt x="1049" y="196"/>
                      <a:pt x="811" y="339"/>
                    </a:cubicBezTo>
                    <a:cubicBezTo>
                      <a:pt x="431" y="555"/>
                      <a:pt x="164" y="807"/>
                      <a:pt x="0" y="993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9"/>
              <p:cNvSpPr/>
              <p:nvPr/>
            </p:nvSpPr>
            <p:spPr>
              <a:xfrm>
                <a:off x="2472725" y="1354127"/>
                <a:ext cx="173554" cy="103694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993" fill="none" extrusionOk="0">
                    <a:moveTo>
                      <a:pt x="1661" y="0"/>
                    </a:moveTo>
                    <a:cubicBezTo>
                      <a:pt x="1337" y="73"/>
                      <a:pt x="1058" y="195"/>
                      <a:pt x="813" y="339"/>
                    </a:cubicBezTo>
                    <a:cubicBezTo>
                      <a:pt x="431" y="554"/>
                      <a:pt x="166" y="806"/>
                      <a:pt x="0" y="992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9"/>
              <p:cNvSpPr/>
              <p:nvPr/>
            </p:nvSpPr>
            <p:spPr>
              <a:xfrm>
                <a:off x="2547807" y="1366867"/>
                <a:ext cx="121029" cy="55659"/>
              </a:xfrm>
              <a:custGeom>
                <a:avLst/>
                <a:gdLst/>
                <a:ahLst/>
                <a:cxnLst/>
                <a:rect l="l" t="t" r="r" b="b"/>
                <a:pathLst>
                  <a:path w="1159" h="533" fill="none" extrusionOk="0">
                    <a:moveTo>
                      <a:pt x="1158" y="1"/>
                    </a:moveTo>
                    <a:cubicBezTo>
                      <a:pt x="827" y="73"/>
                      <a:pt x="547" y="196"/>
                      <a:pt x="302" y="339"/>
                    </a:cubicBezTo>
                    <a:cubicBezTo>
                      <a:pt x="196" y="403"/>
                      <a:pt x="94" y="468"/>
                      <a:pt x="1" y="532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9"/>
              <p:cNvSpPr/>
              <p:nvPr/>
            </p:nvSpPr>
            <p:spPr>
              <a:xfrm>
                <a:off x="2517002" y="1379711"/>
                <a:ext cx="173554" cy="103694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993" fill="none" extrusionOk="0">
                    <a:moveTo>
                      <a:pt x="1662" y="0"/>
                    </a:moveTo>
                    <a:cubicBezTo>
                      <a:pt x="1338" y="73"/>
                      <a:pt x="1051" y="194"/>
                      <a:pt x="813" y="338"/>
                    </a:cubicBezTo>
                    <a:cubicBezTo>
                      <a:pt x="432" y="554"/>
                      <a:pt x="166" y="806"/>
                      <a:pt x="1" y="992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9"/>
              <p:cNvSpPr/>
              <p:nvPr/>
            </p:nvSpPr>
            <p:spPr>
              <a:xfrm>
                <a:off x="2538827" y="1392451"/>
                <a:ext cx="173554" cy="103694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993" fill="none" extrusionOk="0">
                    <a:moveTo>
                      <a:pt x="1662" y="1"/>
                    </a:moveTo>
                    <a:cubicBezTo>
                      <a:pt x="1337" y="80"/>
                      <a:pt x="1058" y="194"/>
                      <a:pt x="813" y="339"/>
                    </a:cubicBezTo>
                    <a:cubicBezTo>
                      <a:pt x="432" y="555"/>
                      <a:pt x="166" y="805"/>
                      <a:pt x="0" y="993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9"/>
              <p:cNvSpPr/>
              <p:nvPr/>
            </p:nvSpPr>
            <p:spPr>
              <a:xfrm>
                <a:off x="2560652" y="1405295"/>
                <a:ext cx="174285" cy="103694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993" fill="none" extrusionOk="0">
                    <a:moveTo>
                      <a:pt x="1668" y="0"/>
                    </a:moveTo>
                    <a:cubicBezTo>
                      <a:pt x="1337" y="78"/>
                      <a:pt x="1056" y="194"/>
                      <a:pt x="813" y="337"/>
                    </a:cubicBezTo>
                    <a:cubicBezTo>
                      <a:pt x="438" y="552"/>
                      <a:pt x="166" y="811"/>
                      <a:pt x="0" y="992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9"/>
              <p:cNvSpPr/>
              <p:nvPr/>
            </p:nvSpPr>
            <p:spPr>
              <a:xfrm>
                <a:off x="2604928" y="1430670"/>
                <a:ext cx="173345" cy="103694"/>
              </a:xfrm>
              <a:custGeom>
                <a:avLst/>
                <a:gdLst/>
                <a:ahLst/>
                <a:cxnLst/>
                <a:rect l="l" t="t" r="r" b="b"/>
                <a:pathLst>
                  <a:path w="1660" h="993" fill="none" extrusionOk="0">
                    <a:moveTo>
                      <a:pt x="1660" y="1"/>
                    </a:moveTo>
                    <a:cubicBezTo>
                      <a:pt x="1337" y="80"/>
                      <a:pt x="1056" y="202"/>
                      <a:pt x="813" y="339"/>
                    </a:cubicBezTo>
                    <a:cubicBezTo>
                      <a:pt x="432" y="554"/>
                      <a:pt x="166" y="813"/>
                      <a:pt x="0" y="992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9"/>
              <p:cNvSpPr/>
              <p:nvPr/>
            </p:nvSpPr>
            <p:spPr>
              <a:xfrm>
                <a:off x="2679174" y="1443515"/>
                <a:ext cx="121655" cy="57120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547" fill="none" extrusionOk="0">
                    <a:moveTo>
                      <a:pt x="1165" y="0"/>
                    </a:moveTo>
                    <a:cubicBezTo>
                      <a:pt x="835" y="79"/>
                      <a:pt x="554" y="202"/>
                      <a:pt x="309" y="338"/>
                    </a:cubicBezTo>
                    <a:cubicBezTo>
                      <a:pt x="195" y="402"/>
                      <a:pt x="93" y="474"/>
                      <a:pt x="0" y="547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9"/>
              <p:cNvSpPr/>
              <p:nvPr/>
            </p:nvSpPr>
            <p:spPr>
              <a:xfrm>
                <a:off x="2648369" y="1456255"/>
                <a:ext cx="174285" cy="1044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000" fill="none" extrusionOk="0">
                    <a:moveTo>
                      <a:pt x="1668" y="1"/>
                    </a:moveTo>
                    <a:cubicBezTo>
                      <a:pt x="1346" y="80"/>
                      <a:pt x="1058" y="202"/>
                      <a:pt x="820" y="339"/>
                    </a:cubicBezTo>
                    <a:cubicBezTo>
                      <a:pt x="440" y="554"/>
                      <a:pt x="173" y="813"/>
                      <a:pt x="0" y="99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9"/>
              <p:cNvSpPr/>
              <p:nvPr/>
            </p:nvSpPr>
            <p:spPr>
              <a:xfrm>
                <a:off x="2670820" y="1468995"/>
                <a:ext cx="173659" cy="10442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000" fill="none" extrusionOk="0">
                    <a:moveTo>
                      <a:pt x="1662" y="1"/>
                    </a:moveTo>
                    <a:cubicBezTo>
                      <a:pt x="1338" y="80"/>
                      <a:pt x="1058" y="201"/>
                      <a:pt x="813" y="339"/>
                    </a:cubicBezTo>
                    <a:cubicBezTo>
                      <a:pt x="432" y="555"/>
                      <a:pt x="166" y="814"/>
                      <a:pt x="1" y="100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9"/>
              <p:cNvSpPr/>
              <p:nvPr/>
            </p:nvSpPr>
            <p:spPr>
              <a:xfrm>
                <a:off x="2692645" y="1481839"/>
                <a:ext cx="174285" cy="1044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000" fill="none" extrusionOk="0">
                    <a:moveTo>
                      <a:pt x="1669" y="0"/>
                    </a:moveTo>
                    <a:cubicBezTo>
                      <a:pt x="1338" y="78"/>
                      <a:pt x="1058" y="201"/>
                      <a:pt x="813" y="337"/>
                    </a:cubicBezTo>
                    <a:cubicBezTo>
                      <a:pt x="439" y="561"/>
                      <a:pt x="166" y="811"/>
                      <a:pt x="1" y="99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9"/>
              <p:cNvSpPr/>
              <p:nvPr/>
            </p:nvSpPr>
            <p:spPr>
              <a:xfrm>
                <a:off x="2767101" y="1494474"/>
                <a:ext cx="121655" cy="56494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541" fill="none" extrusionOk="0">
                    <a:moveTo>
                      <a:pt x="1164" y="0"/>
                    </a:moveTo>
                    <a:cubicBezTo>
                      <a:pt x="840" y="80"/>
                      <a:pt x="554" y="202"/>
                      <a:pt x="316" y="338"/>
                    </a:cubicBezTo>
                    <a:cubicBezTo>
                      <a:pt x="200" y="404"/>
                      <a:pt x="93" y="475"/>
                      <a:pt x="0" y="54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9"/>
              <p:cNvSpPr/>
              <p:nvPr/>
            </p:nvSpPr>
            <p:spPr>
              <a:xfrm>
                <a:off x="2736922" y="1507214"/>
                <a:ext cx="173659" cy="10442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1000" fill="none" extrusionOk="0">
                    <a:moveTo>
                      <a:pt x="1662" y="1"/>
                    </a:moveTo>
                    <a:cubicBezTo>
                      <a:pt x="1338" y="80"/>
                      <a:pt x="1058" y="203"/>
                      <a:pt x="813" y="339"/>
                    </a:cubicBezTo>
                    <a:cubicBezTo>
                      <a:pt x="432" y="561"/>
                      <a:pt x="167" y="813"/>
                      <a:pt x="1" y="100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9"/>
              <p:cNvSpPr/>
              <p:nvPr/>
            </p:nvSpPr>
            <p:spPr>
              <a:xfrm>
                <a:off x="2758747" y="1520059"/>
                <a:ext cx="174285" cy="104425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000" fill="none" extrusionOk="0">
                    <a:moveTo>
                      <a:pt x="1669" y="0"/>
                    </a:moveTo>
                    <a:cubicBezTo>
                      <a:pt x="1338" y="80"/>
                      <a:pt x="1056" y="202"/>
                      <a:pt x="813" y="338"/>
                    </a:cubicBezTo>
                    <a:cubicBezTo>
                      <a:pt x="439" y="561"/>
                      <a:pt x="166" y="813"/>
                      <a:pt x="1" y="99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2" name="Google Shape;722;p39"/>
            <p:cNvSpPr/>
            <p:nvPr/>
          </p:nvSpPr>
          <p:spPr>
            <a:xfrm>
              <a:off x="8048662" y="4260097"/>
              <a:ext cx="68495" cy="78357"/>
            </a:xfrm>
            <a:custGeom>
              <a:avLst/>
              <a:gdLst/>
              <a:ahLst/>
              <a:cxnLst/>
              <a:rect l="l" t="t" r="r" b="b"/>
              <a:pathLst>
                <a:path w="382" h="437" extrusionOk="0">
                  <a:moveTo>
                    <a:pt x="198" y="0"/>
                  </a:moveTo>
                  <a:cubicBezTo>
                    <a:pt x="190" y="0"/>
                    <a:pt x="185" y="2"/>
                    <a:pt x="182" y="5"/>
                  </a:cubicBezTo>
                  <a:cubicBezTo>
                    <a:pt x="152" y="5"/>
                    <a:pt x="123" y="12"/>
                    <a:pt x="102" y="28"/>
                  </a:cubicBezTo>
                  <a:cubicBezTo>
                    <a:pt x="96" y="35"/>
                    <a:pt x="80" y="42"/>
                    <a:pt x="66" y="55"/>
                  </a:cubicBezTo>
                  <a:cubicBezTo>
                    <a:pt x="44" y="78"/>
                    <a:pt x="37" y="92"/>
                    <a:pt x="30" y="99"/>
                  </a:cubicBezTo>
                  <a:cubicBezTo>
                    <a:pt x="23" y="114"/>
                    <a:pt x="23" y="114"/>
                    <a:pt x="23" y="128"/>
                  </a:cubicBezTo>
                  <a:cubicBezTo>
                    <a:pt x="16" y="135"/>
                    <a:pt x="16" y="142"/>
                    <a:pt x="16" y="149"/>
                  </a:cubicBezTo>
                  <a:cubicBezTo>
                    <a:pt x="9" y="171"/>
                    <a:pt x="1" y="185"/>
                    <a:pt x="1" y="207"/>
                  </a:cubicBezTo>
                  <a:lnTo>
                    <a:pt x="1" y="214"/>
                  </a:lnTo>
                  <a:lnTo>
                    <a:pt x="1" y="221"/>
                  </a:lnTo>
                  <a:cubicBezTo>
                    <a:pt x="1" y="221"/>
                    <a:pt x="1" y="228"/>
                    <a:pt x="9" y="235"/>
                  </a:cubicBezTo>
                  <a:lnTo>
                    <a:pt x="9" y="250"/>
                  </a:lnTo>
                  <a:lnTo>
                    <a:pt x="9" y="257"/>
                  </a:lnTo>
                  <a:cubicBezTo>
                    <a:pt x="16" y="257"/>
                    <a:pt x="16" y="264"/>
                    <a:pt x="16" y="264"/>
                  </a:cubicBezTo>
                  <a:lnTo>
                    <a:pt x="16" y="271"/>
                  </a:lnTo>
                  <a:lnTo>
                    <a:pt x="16" y="278"/>
                  </a:lnTo>
                  <a:cubicBezTo>
                    <a:pt x="23" y="278"/>
                    <a:pt x="23" y="278"/>
                    <a:pt x="23" y="287"/>
                  </a:cubicBezTo>
                  <a:cubicBezTo>
                    <a:pt x="30" y="293"/>
                    <a:pt x="37" y="307"/>
                    <a:pt x="44" y="314"/>
                  </a:cubicBezTo>
                  <a:cubicBezTo>
                    <a:pt x="52" y="321"/>
                    <a:pt x="59" y="330"/>
                    <a:pt x="59" y="330"/>
                  </a:cubicBezTo>
                  <a:cubicBezTo>
                    <a:pt x="66" y="337"/>
                    <a:pt x="73" y="337"/>
                    <a:pt x="80" y="344"/>
                  </a:cubicBezTo>
                  <a:cubicBezTo>
                    <a:pt x="130" y="373"/>
                    <a:pt x="189" y="407"/>
                    <a:pt x="246" y="437"/>
                  </a:cubicBezTo>
                  <a:lnTo>
                    <a:pt x="182" y="350"/>
                  </a:lnTo>
                  <a:lnTo>
                    <a:pt x="246" y="171"/>
                  </a:lnTo>
                  <a:lnTo>
                    <a:pt x="382" y="92"/>
                  </a:lnTo>
                  <a:lnTo>
                    <a:pt x="268" y="19"/>
                  </a:lnTo>
                  <a:cubicBezTo>
                    <a:pt x="246" y="12"/>
                    <a:pt x="239" y="5"/>
                    <a:pt x="225" y="5"/>
                  </a:cubicBezTo>
                  <a:cubicBezTo>
                    <a:pt x="214" y="2"/>
                    <a:pt x="205" y="0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9"/>
            <p:cNvSpPr/>
            <p:nvPr/>
          </p:nvSpPr>
          <p:spPr>
            <a:xfrm>
              <a:off x="8081117" y="4290759"/>
              <a:ext cx="40165" cy="47696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65" y="0"/>
                  </a:moveTo>
                  <a:lnTo>
                    <a:pt x="1" y="179"/>
                  </a:lnTo>
                  <a:lnTo>
                    <a:pt x="158" y="266"/>
                  </a:lnTo>
                  <a:lnTo>
                    <a:pt x="223" y="86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9"/>
            <p:cNvSpPr/>
            <p:nvPr/>
          </p:nvSpPr>
          <p:spPr>
            <a:xfrm>
              <a:off x="8109269" y="4306179"/>
              <a:ext cx="511923" cy="322395"/>
            </a:xfrm>
            <a:custGeom>
              <a:avLst/>
              <a:gdLst/>
              <a:ahLst/>
              <a:cxnLst/>
              <a:rect l="l" t="t" r="r" b="b"/>
              <a:pathLst>
                <a:path w="2855" h="1798" extrusionOk="0">
                  <a:moveTo>
                    <a:pt x="66" y="0"/>
                  </a:moveTo>
                  <a:lnTo>
                    <a:pt x="1" y="180"/>
                  </a:lnTo>
                  <a:lnTo>
                    <a:pt x="1" y="187"/>
                  </a:lnTo>
                  <a:lnTo>
                    <a:pt x="51" y="216"/>
                  </a:lnTo>
                  <a:lnTo>
                    <a:pt x="2790" y="1798"/>
                  </a:lnTo>
                  <a:lnTo>
                    <a:pt x="2854" y="1617"/>
                  </a:lnTo>
                  <a:lnTo>
                    <a:pt x="173" y="6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9"/>
            <p:cNvSpPr/>
            <p:nvPr/>
          </p:nvSpPr>
          <p:spPr>
            <a:xfrm>
              <a:off x="8121103" y="4291835"/>
              <a:ext cx="526088" cy="304285"/>
            </a:xfrm>
            <a:custGeom>
              <a:avLst/>
              <a:gdLst/>
              <a:ahLst/>
              <a:cxnLst/>
              <a:rect l="l" t="t" r="r" b="b"/>
              <a:pathLst>
                <a:path w="2934" h="1697" extrusionOk="0">
                  <a:moveTo>
                    <a:pt x="137" y="1"/>
                  </a:moveTo>
                  <a:lnTo>
                    <a:pt x="114" y="15"/>
                  </a:lnTo>
                  <a:lnTo>
                    <a:pt x="0" y="80"/>
                  </a:lnTo>
                  <a:lnTo>
                    <a:pt x="107" y="144"/>
                  </a:lnTo>
                  <a:lnTo>
                    <a:pt x="2788" y="1697"/>
                  </a:lnTo>
                  <a:lnTo>
                    <a:pt x="2933" y="1619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9"/>
            <p:cNvSpPr/>
            <p:nvPr/>
          </p:nvSpPr>
          <p:spPr>
            <a:xfrm>
              <a:off x="8092593" y="4276414"/>
              <a:ext cx="53075" cy="29944"/>
            </a:xfrm>
            <a:custGeom>
              <a:avLst/>
              <a:gdLst/>
              <a:ahLst/>
              <a:cxnLst/>
              <a:rect l="l" t="t" r="r" b="b"/>
              <a:pathLst>
                <a:path w="296" h="167" extrusionOk="0">
                  <a:moveTo>
                    <a:pt x="137" y="1"/>
                  </a:moveTo>
                  <a:lnTo>
                    <a:pt x="1" y="80"/>
                  </a:lnTo>
                  <a:lnTo>
                    <a:pt x="159" y="166"/>
                  </a:lnTo>
                  <a:lnTo>
                    <a:pt x="273" y="101"/>
                  </a:lnTo>
                  <a:lnTo>
                    <a:pt x="296" y="87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9"/>
            <p:cNvSpPr/>
            <p:nvPr/>
          </p:nvSpPr>
          <p:spPr>
            <a:xfrm>
              <a:off x="8671402" y="4625708"/>
              <a:ext cx="48413" cy="37655"/>
            </a:xfrm>
            <a:custGeom>
              <a:avLst/>
              <a:gdLst/>
              <a:ahLst/>
              <a:cxnLst/>
              <a:rect l="l" t="t" r="r" b="b"/>
              <a:pathLst>
                <a:path w="270" h="210" extrusionOk="0">
                  <a:moveTo>
                    <a:pt x="107" y="0"/>
                  </a:moveTo>
                  <a:cubicBezTo>
                    <a:pt x="107" y="0"/>
                    <a:pt x="0" y="50"/>
                    <a:pt x="14" y="173"/>
                  </a:cubicBezTo>
                  <a:cubicBezTo>
                    <a:pt x="100" y="195"/>
                    <a:pt x="180" y="209"/>
                    <a:pt x="202" y="209"/>
                  </a:cubicBezTo>
                  <a:cubicBezTo>
                    <a:pt x="207" y="210"/>
                    <a:pt x="211" y="210"/>
                    <a:pt x="215" y="210"/>
                  </a:cubicBezTo>
                  <a:cubicBezTo>
                    <a:pt x="261" y="210"/>
                    <a:pt x="270" y="176"/>
                    <a:pt x="237" y="137"/>
                  </a:cubicBezTo>
                  <a:cubicBezTo>
                    <a:pt x="216" y="116"/>
                    <a:pt x="166" y="66"/>
                    <a:pt x="10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9"/>
            <p:cNvSpPr/>
            <p:nvPr/>
          </p:nvSpPr>
          <p:spPr>
            <a:xfrm>
              <a:off x="8609540" y="4582136"/>
              <a:ext cx="81226" cy="74592"/>
            </a:xfrm>
            <a:custGeom>
              <a:avLst/>
              <a:gdLst/>
              <a:ahLst/>
              <a:cxnLst/>
              <a:rect l="l" t="t" r="r" b="b"/>
              <a:pathLst>
                <a:path w="453" h="416" extrusionOk="0">
                  <a:moveTo>
                    <a:pt x="209" y="0"/>
                  </a:moveTo>
                  <a:lnTo>
                    <a:pt x="64" y="78"/>
                  </a:lnTo>
                  <a:lnTo>
                    <a:pt x="0" y="259"/>
                  </a:lnTo>
                  <a:lnTo>
                    <a:pt x="73" y="359"/>
                  </a:lnTo>
                  <a:cubicBezTo>
                    <a:pt x="73" y="359"/>
                    <a:pt x="223" y="388"/>
                    <a:pt x="359" y="416"/>
                  </a:cubicBezTo>
                  <a:cubicBezTo>
                    <a:pt x="345" y="293"/>
                    <a:pt x="452" y="243"/>
                    <a:pt x="452" y="243"/>
                  </a:cubicBezTo>
                  <a:cubicBezTo>
                    <a:pt x="338" y="136"/>
                    <a:pt x="209" y="0"/>
                    <a:pt x="209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9"/>
            <p:cNvSpPr/>
            <p:nvPr/>
          </p:nvSpPr>
          <p:spPr>
            <a:xfrm>
              <a:off x="8673912" y="4656549"/>
              <a:ext cx="179" cy="17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9"/>
            <p:cNvSpPr/>
            <p:nvPr/>
          </p:nvSpPr>
          <p:spPr>
            <a:xfrm>
              <a:off x="8673912" y="4656549"/>
              <a:ext cx="179" cy="179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1" name="Google Shape;731;p39"/>
            <p:cNvGrpSpPr/>
            <p:nvPr/>
          </p:nvGrpSpPr>
          <p:grpSpPr>
            <a:xfrm>
              <a:off x="7829726" y="4351365"/>
              <a:ext cx="772282" cy="469071"/>
              <a:chOff x="2255103" y="1473589"/>
              <a:chExt cx="449760" cy="273176"/>
            </a:xfrm>
          </p:grpSpPr>
          <p:sp>
            <p:nvSpPr>
              <p:cNvPr id="732" name="Google Shape;732;p39"/>
              <p:cNvSpPr/>
              <p:nvPr/>
            </p:nvSpPr>
            <p:spPr>
              <a:xfrm>
                <a:off x="2276823" y="1473589"/>
                <a:ext cx="108915" cy="57016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546" fill="none" extrusionOk="0">
                    <a:moveTo>
                      <a:pt x="1" y="545"/>
                    </a:moveTo>
                    <a:cubicBezTo>
                      <a:pt x="160" y="425"/>
                      <a:pt x="303" y="330"/>
                      <a:pt x="432" y="252"/>
                    </a:cubicBezTo>
                    <a:cubicBezTo>
                      <a:pt x="684" y="107"/>
                      <a:pt x="884" y="36"/>
                      <a:pt x="1043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9"/>
              <p:cNvSpPr/>
              <p:nvPr/>
            </p:nvSpPr>
            <p:spPr>
              <a:xfrm>
                <a:off x="2255103" y="1486329"/>
                <a:ext cx="152460" cy="93774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898" fill="none" extrusionOk="0">
                    <a:moveTo>
                      <a:pt x="0" y="898"/>
                    </a:moveTo>
                    <a:cubicBezTo>
                      <a:pt x="325" y="596"/>
                      <a:pt x="611" y="389"/>
                      <a:pt x="856" y="251"/>
                    </a:cubicBezTo>
                    <a:cubicBezTo>
                      <a:pt x="1101" y="108"/>
                      <a:pt x="1301" y="35"/>
                      <a:pt x="1460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9"/>
              <p:cNvSpPr/>
              <p:nvPr/>
            </p:nvSpPr>
            <p:spPr>
              <a:xfrm>
                <a:off x="2298648" y="1509616"/>
                <a:ext cx="163738" cy="96071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920" fill="none" extrusionOk="0">
                    <a:moveTo>
                      <a:pt x="1" y="920"/>
                    </a:moveTo>
                    <a:cubicBezTo>
                      <a:pt x="330" y="618"/>
                      <a:pt x="618" y="409"/>
                      <a:pt x="856" y="273"/>
                    </a:cubicBezTo>
                    <a:cubicBezTo>
                      <a:pt x="1165" y="93"/>
                      <a:pt x="1402" y="21"/>
                      <a:pt x="1567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9"/>
              <p:cNvSpPr/>
              <p:nvPr/>
            </p:nvSpPr>
            <p:spPr>
              <a:xfrm>
                <a:off x="2321204" y="1522356"/>
                <a:ext cx="163634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1567" h="921" fill="none" extrusionOk="0">
                    <a:moveTo>
                      <a:pt x="0" y="920"/>
                    </a:moveTo>
                    <a:cubicBezTo>
                      <a:pt x="323" y="618"/>
                      <a:pt x="611" y="409"/>
                      <a:pt x="856" y="273"/>
                    </a:cubicBezTo>
                    <a:cubicBezTo>
                      <a:pt x="1165" y="94"/>
                      <a:pt x="1401" y="21"/>
                      <a:pt x="1567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9"/>
              <p:cNvSpPr/>
              <p:nvPr/>
            </p:nvSpPr>
            <p:spPr>
              <a:xfrm>
                <a:off x="2390856" y="1534991"/>
                <a:ext cx="115807" cy="56494"/>
              </a:xfrm>
              <a:custGeom>
                <a:avLst/>
                <a:gdLst/>
                <a:ahLst/>
                <a:cxnLst/>
                <a:rect l="l" t="t" r="r" b="b"/>
                <a:pathLst>
                  <a:path w="1109" h="541" fill="none" extrusionOk="0">
                    <a:moveTo>
                      <a:pt x="1" y="540"/>
                    </a:moveTo>
                    <a:cubicBezTo>
                      <a:pt x="146" y="432"/>
                      <a:pt x="275" y="345"/>
                      <a:pt x="396" y="275"/>
                    </a:cubicBezTo>
                    <a:cubicBezTo>
                      <a:pt x="707" y="95"/>
                      <a:pt x="943" y="23"/>
                      <a:pt x="1109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9"/>
              <p:cNvSpPr/>
              <p:nvPr/>
            </p:nvSpPr>
            <p:spPr>
              <a:xfrm>
                <a:off x="2364645" y="1547731"/>
                <a:ext cx="163843" cy="97011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929" fill="none" extrusionOk="0">
                    <a:moveTo>
                      <a:pt x="0" y="929"/>
                    </a:moveTo>
                    <a:cubicBezTo>
                      <a:pt x="331" y="620"/>
                      <a:pt x="619" y="418"/>
                      <a:pt x="856" y="275"/>
                    </a:cubicBezTo>
                    <a:cubicBezTo>
                      <a:pt x="1165" y="94"/>
                      <a:pt x="1403" y="23"/>
                      <a:pt x="1568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9"/>
              <p:cNvSpPr/>
              <p:nvPr/>
            </p:nvSpPr>
            <p:spPr>
              <a:xfrm>
                <a:off x="2387097" y="1560576"/>
                <a:ext cx="163843" cy="97011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929" fill="none" extrusionOk="0">
                    <a:moveTo>
                      <a:pt x="1" y="928"/>
                    </a:moveTo>
                    <a:cubicBezTo>
                      <a:pt x="325" y="618"/>
                      <a:pt x="613" y="418"/>
                      <a:pt x="856" y="273"/>
                    </a:cubicBezTo>
                    <a:cubicBezTo>
                      <a:pt x="1165" y="94"/>
                      <a:pt x="1403" y="23"/>
                      <a:pt x="1569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9"/>
              <p:cNvSpPr/>
              <p:nvPr/>
            </p:nvSpPr>
            <p:spPr>
              <a:xfrm>
                <a:off x="2408921" y="1573316"/>
                <a:ext cx="163843" cy="96906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928" fill="none" extrusionOk="0">
                    <a:moveTo>
                      <a:pt x="1" y="927"/>
                    </a:moveTo>
                    <a:cubicBezTo>
                      <a:pt x="332" y="618"/>
                      <a:pt x="611" y="418"/>
                      <a:pt x="856" y="273"/>
                    </a:cubicBezTo>
                    <a:cubicBezTo>
                      <a:pt x="1165" y="94"/>
                      <a:pt x="1403" y="22"/>
                      <a:pt x="1569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9"/>
              <p:cNvSpPr/>
              <p:nvPr/>
            </p:nvSpPr>
            <p:spPr>
              <a:xfrm>
                <a:off x="2430746" y="1586160"/>
                <a:ext cx="163634" cy="96802"/>
              </a:xfrm>
              <a:custGeom>
                <a:avLst/>
                <a:gdLst/>
                <a:ahLst/>
                <a:cxnLst/>
                <a:rect l="l" t="t" r="r" b="b"/>
                <a:pathLst>
                  <a:path w="1567" h="927" fill="none" extrusionOk="0">
                    <a:moveTo>
                      <a:pt x="0" y="927"/>
                    </a:moveTo>
                    <a:cubicBezTo>
                      <a:pt x="331" y="618"/>
                      <a:pt x="618" y="416"/>
                      <a:pt x="856" y="273"/>
                    </a:cubicBezTo>
                    <a:cubicBezTo>
                      <a:pt x="1165" y="93"/>
                      <a:pt x="1403" y="28"/>
                      <a:pt x="1567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9"/>
              <p:cNvSpPr/>
              <p:nvPr/>
            </p:nvSpPr>
            <p:spPr>
              <a:xfrm>
                <a:off x="2475023" y="1613833"/>
                <a:ext cx="153191" cy="94713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907" fill="none" extrusionOk="0">
                    <a:moveTo>
                      <a:pt x="1" y="907"/>
                    </a:moveTo>
                    <a:cubicBezTo>
                      <a:pt x="332" y="598"/>
                      <a:pt x="611" y="396"/>
                      <a:pt x="856" y="253"/>
                    </a:cubicBezTo>
                    <a:cubicBezTo>
                      <a:pt x="1108" y="108"/>
                      <a:pt x="1308" y="37"/>
                      <a:pt x="1467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9"/>
              <p:cNvSpPr/>
              <p:nvPr/>
            </p:nvSpPr>
            <p:spPr>
              <a:xfrm>
                <a:off x="2547076" y="1624380"/>
                <a:ext cx="113406" cy="54823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525" fill="none" extrusionOk="0">
                    <a:moveTo>
                      <a:pt x="1" y="524"/>
                    </a:moveTo>
                    <a:cubicBezTo>
                      <a:pt x="137" y="424"/>
                      <a:pt x="259" y="345"/>
                      <a:pt x="375" y="274"/>
                    </a:cubicBezTo>
                    <a:cubicBezTo>
                      <a:pt x="684" y="93"/>
                      <a:pt x="920" y="29"/>
                      <a:pt x="1086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9"/>
              <p:cNvSpPr/>
              <p:nvPr/>
            </p:nvSpPr>
            <p:spPr>
              <a:xfrm>
                <a:off x="2519404" y="1639417"/>
                <a:ext cx="152460" cy="94713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907" fill="none" extrusionOk="0">
                    <a:moveTo>
                      <a:pt x="0" y="907"/>
                    </a:moveTo>
                    <a:cubicBezTo>
                      <a:pt x="323" y="605"/>
                      <a:pt x="611" y="396"/>
                      <a:pt x="856" y="251"/>
                    </a:cubicBezTo>
                    <a:cubicBezTo>
                      <a:pt x="1099" y="108"/>
                      <a:pt x="1308" y="35"/>
                      <a:pt x="1459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9"/>
              <p:cNvSpPr/>
              <p:nvPr/>
            </p:nvSpPr>
            <p:spPr>
              <a:xfrm>
                <a:off x="2541124" y="1649964"/>
                <a:ext cx="163738" cy="96802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927" fill="none" extrusionOk="0">
                    <a:moveTo>
                      <a:pt x="1" y="926"/>
                    </a:moveTo>
                    <a:cubicBezTo>
                      <a:pt x="330" y="624"/>
                      <a:pt x="611" y="417"/>
                      <a:pt x="855" y="273"/>
                    </a:cubicBezTo>
                    <a:cubicBezTo>
                      <a:pt x="1165" y="100"/>
                      <a:pt x="1402" y="29"/>
                      <a:pt x="1567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45" name="Google Shape;745;p39"/>
            <p:cNvSpPr/>
            <p:nvPr/>
          </p:nvSpPr>
          <p:spPr>
            <a:xfrm>
              <a:off x="8109269" y="4339531"/>
              <a:ext cx="513357" cy="306974"/>
            </a:xfrm>
            <a:custGeom>
              <a:avLst/>
              <a:gdLst/>
              <a:ahLst/>
              <a:cxnLst/>
              <a:rect l="l" t="t" r="r" b="b"/>
              <a:pathLst>
                <a:path w="2863" h="1712" extrusionOk="0">
                  <a:moveTo>
                    <a:pt x="1" y="1"/>
                  </a:moveTo>
                  <a:lnTo>
                    <a:pt x="23" y="37"/>
                  </a:lnTo>
                  <a:lnTo>
                    <a:pt x="66" y="94"/>
                  </a:lnTo>
                  <a:lnTo>
                    <a:pt x="2863" y="1712"/>
                  </a:lnTo>
                  <a:lnTo>
                    <a:pt x="2790" y="1612"/>
                  </a:lnTo>
                  <a:lnTo>
                    <a:pt x="51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9"/>
            <p:cNvSpPr/>
            <p:nvPr/>
          </p:nvSpPr>
          <p:spPr>
            <a:xfrm>
              <a:off x="8081117" y="4322855"/>
              <a:ext cx="40165" cy="33531"/>
            </a:xfrm>
            <a:custGeom>
              <a:avLst/>
              <a:gdLst/>
              <a:ahLst/>
              <a:cxnLst/>
              <a:rect l="l" t="t" r="r" b="b"/>
              <a:pathLst>
                <a:path w="224" h="187" extrusionOk="0">
                  <a:moveTo>
                    <a:pt x="1" y="0"/>
                  </a:moveTo>
                  <a:lnTo>
                    <a:pt x="65" y="87"/>
                  </a:lnTo>
                  <a:lnTo>
                    <a:pt x="72" y="100"/>
                  </a:lnTo>
                  <a:lnTo>
                    <a:pt x="223" y="187"/>
                  </a:lnTo>
                  <a:lnTo>
                    <a:pt x="223" y="187"/>
                  </a:lnTo>
                  <a:lnTo>
                    <a:pt x="180" y="130"/>
                  </a:lnTo>
                  <a:lnTo>
                    <a:pt x="158" y="94"/>
                  </a:lnTo>
                  <a:lnTo>
                    <a:pt x="158" y="8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>
          <a:extLst>
            <a:ext uri="{FF2B5EF4-FFF2-40B4-BE49-F238E27FC236}">
              <a16:creationId xmlns:a16="http://schemas.microsoft.com/office/drawing/2014/main" id="{7E433D1A-0016-A73B-BF45-88F6D3523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1">
            <a:extLst>
              <a:ext uri="{FF2B5EF4-FFF2-40B4-BE49-F238E27FC236}">
                <a16:creationId xmlns:a16="http://schemas.microsoft.com/office/drawing/2014/main" id="{BE31BF73-E772-9414-4BF2-1E1C5E7173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46950" y="1048650"/>
            <a:ext cx="35526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Análise Sintática</a:t>
            </a:r>
            <a:endParaRPr dirty="0"/>
          </a:p>
        </p:txBody>
      </p:sp>
      <p:sp>
        <p:nvSpPr>
          <p:cNvPr id="780" name="Google Shape;780;p41">
            <a:extLst>
              <a:ext uri="{FF2B5EF4-FFF2-40B4-BE49-F238E27FC236}">
                <a16:creationId xmlns:a16="http://schemas.microsoft.com/office/drawing/2014/main" id="{05D79C58-B7F5-E7A8-FA29-8BE24C19038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46950" y="2163750"/>
            <a:ext cx="2561570" cy="4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Método (5W1H)</a:t>
            </a:r>
            <a:endParaRPr dirty="0"/>
          </a:p>
        </p:txBody>
      </p:sp>
      <p:grpSp>
        <p:nvGrpSpPr>
          <p:cNvPr id="781" name="Google Shape;781;p41">
            <a:extLst>
              <a:ext uri="{FF2B5EF4-FFF2-40B4-BE49-F238E27FC236}">
                <a16:creationId xmlns:a16="http://schemas.microsoft.com/office/drawing/2014/main" id="{60737D17-9324-C6CA-C59B-EE0FB2B6E0A4}"/>
              </a:ext>
            </a:extLst>
          </p:cNvPr>
          <p:cNvGrpSpPr/>
          <p:nvPr/>
        </p:nvGrpSpPr>
        <p:grpSpPr>
          <a:xfrm>
            <a:off x="-117900" y="1369360"/>
            <a:ext cx="8039600" cy="4403965"/>
            <a:chOff x="-41700" y="1369360"/>
            <a:chExt cx="8039600" cy="4403965"/>
          </a:xfrm>
        </p:grpSpPr>
        <p:sp>
          <p:nvSpPr>
            <p:cNvPr id="782" name="Google Shape;782;p41">
              <a:extLst>
                <a:ext uri="{FF2B5EF4-FFF2-40B4-BE49-F238E27FC236}">
                  <a16:creationId xmlns:a16="http://schemas.microsoft.com/office/drawing/2014/main" id="{8FB1FF52-97A2-3F64-C6D1-537C9CDC723F}"/>
                </a:ext>
              </a:extLst>
            </p:cNvPr>
            <p:cNvSpPr/>
            <p:nvPr/>
          </p:nvSpPr>
          <p:spPr>
            <a:xfrm>
              <a:off x="-41700" y="2753625"/>
              <a:ext cx="8039600" cy="3019700"/>
            </a:xfrm>
            <a:custGeom>
              <a:avLst/>
              <a:gdLst/>
              <a:ahLst/>
              <a:cxnLst/>
              <a:rect l="l" t="t" r="r" b="b"/>
              <a:pathLst>
                <a:path w="321584" h="120788" extrusionOk="0">
                  <a:moveTo>
                    <a:pt x="0" y="65800"/>
                  </a:moveTo>
                  <a:lnTo>
                    <a:pt x="112755" y="0"/>
                  </a:lnTo>
                  <a:lnTo>
                    <a:pt x="321584" y="120788"/>
                  </a:lnTo>
                  <a:lnTo>
                    <a:pt x="1853" y="120788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783" name="Google Shape;783;p41">
              <a:extLst>
                <a:ext uri="{FF2B5EF4-FFF2-40B4-BE49-F238E27FC236}">
                  <a16:creationId xmlns:a16="http://schemas.microsoft.com/office/drawing/2014/main" id="{8961200B-20F0-DF4D-25EA-1D742012516F}"/>
                </a:ext>
              </a:extLst>
            </p:cNvPr>
            <p:cNvGrpSpPr/>
            <p:nvPr/>
          </p:nvGrpSpPr>
          <p:grpSpPr>
            <a:xfrm>
              <a:off x="429385" y="1835802"/>
              <a:ext cx="3597433" cy="3118551"/>
              <a:chOff x="1022370" y="2273688"/>
              <a:chExt cx="2308414" cy="2001124"/>
            </a:xfrm>
          </p:grpSpPr>
          <p:sp>
            <p:nvSpPr>
              <p:cNvPr id="784" name="Google Shape;784;p41">
                <a:extLst>
                  <a:ext uri="{FF2B5EF4-FFF2-40B4-BE49-F238E27FC236}">
                    <a16:creationId xmlns:a16="http://schemas.microsoft.com/office/drawing/2014/main" id="{914E050D-BD23-5EEA-35E0-AB66C25B3489}"/>
                  </a:ext>
                </a:extLst>
              </p:cNvPr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37" y="22"/>
                    </a:moveTo>
                    <a:cubicBezTo>
                      <a:pt x="23" y="15"/>
                      <a:pt x="16" y="8"/>
                      <a:pt x="1" y="1"/>
                    </a:cubicBezTo>
                    <a:lnTo>
                      <a:pt x="1" y="1"/>
                    </a:lnTo>
                    <a:cubicBezTo>
                      <a:pt x="16" y="8"/>
                      <a:pt x="23" y="15"/>
                      <a:pt x="37" y="2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41">
                <a:extLst>
                  <a:ext uri="{FF2B5EF4-FFF2-40B4-BE49-F238E27FC236}">
                    <a16:creationId xmlns:a16="http://schemas.microsoft.com/office/drawing/2014/main" id="{E6DD58D0-0CDE-53EE-963E-FFEC7647D48E}"/>
                  </a:ext>
                </a:extLst>
              </p:cNvPr>
              <p:cNvSpPr/>
              <p:nvPr/>
            </p:nvSpPr>
            <p:spPr>
              <a:xfrm>
                <a:off x="2597883" y="3101824"/>
                <a:ext cx="355172" cy="185460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1743" extrusionOk="0">
                    <a:moveTo>
                      <a:pt x="1453" y="1"/>
                    </a:moveTo>
                    <a:lnTo>
                      <a:pt x="1453" y="1"/>
                    </a:lnTo>
                    <a:cubicBezTo>
                      <a:pt x="1151" y="23"/>
                      <a:pt x="849" y="103"/>
                      <a:pt x="611" y="239"/>
                    </a:cubicBezTo>
                    <a:cubicBezTo>
                      <a:pt x="16" y="570"/>
                      <a:pt x="1" y="1122"/>
                      <a:pt x="584" y="1476"/>
                    </a:cubicBezTo>
                    <a:cubicBezTo>
                      <a:pt x="882" y="1653"/>
                      <a:pt x="1278" y="1743"/>
                      <a:pt x="1675" y="1743"/>
                    </a:cubicBezTo>
                    <a:cubicBezTo>
                      <a:pt x="2052" y="1743"/>
                      <a:pt x="2430" y="1661"/>
                      <a:pt x="2725" y="1497"/>
                    </a:cubicBezTo>
                    <a:cubicBezTo>
                      <a:pt x="3322" y="1158"/>
                      <a:pt x="3337" y="605"/>
                      <a:pt x="2754" y="260"/>
                    </a:cubicBezTo>
                    <a:cubicBezTo>
                      <a:pt x="2740" y="253"/>
                      <a:pt x="2733" y="246"/>
                      <a:pt x="2718" y="239"/>
                    </a:cubicBezTo>
                    <a:cubicBezTo>
                      <a:pt x="2588" y="167"/>
                      <a:pt x="2438" y="110"/>
                      <a:pt x="2286" y="66"/>
                    </a:cubicBezTo>
                    <a:lnTo>
                      <a:pt x="2266" y="123"/>
                    </a:lnTo>
                    <a:cubicBezTo>
                      <a:pt x="2388" y="160"/>
                      <a:pt x="2495" y="210"/>
                      <a:pt x="2595" y="268"/>
                    </a:cubicBezTo>
                    <a:cubicBezTo>
                      <a:pt x="3099" y="570"/>
                      <a:pt x="3085" y="1045"/>
                      <a:pt x="2575" y="1331"/>
                    </a:cubicBezTo>
                    <a:cubicBezTo>
                      <a:pt x="2320" y="1472"/>
                      <a:pt x="1993" y="1543"/>
                      <a:pt x="1668" y="1543"/>
                    </a:cubicBezTo>
                    <a:cubicBezTo>
                      <a:pt x="1330" y="1543"/>
                      <a:pt x="994" y="1467"/>
                      <a:pt x="741" y="1317"/>
                    </a:cubicBezTo>
                    <a:cubicBezTo>
                      <a:pt x="239" y="1015"/>
                      <a:pt x="253" y="541"/>
                      <a:pt x="763" y="253"/>
                    </a:cubicBezTo>
                    <a:cubicBezTo>
                      <a:pt x="956" y="146"/>
                      <a:pt x="1188" y="80"/>
                      <a:pt x="1431" y="53"/>
                    </a:cubicBezTo>
                    <a:lnTo>
                      <a:pt x="145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41">
                <a:extLst>
                  <a:ext uri="{FF2B5EF4-FFF2-40B4-BE49-F238E27FC236}">
                    <a16:creationId xmlns:a16="http://schemas.microsoft.com/office/drawing/2014/main" id="{19B5CC69-3D6F-57DA-8B96-3AB0F562399B}"/>
                  </a:ext>
                </a:extLst>
              </p:cNvPr>
              <p:cNvSpPr/>
              <p:nvPr/>
            </p:nvSpPr>
            <p:spPr>
              <a:xfrm>
                <a:off x="2623207" y="3107357"/>
                <a:ext cx="304418" cy="158646"/>
              </a:xfrm>
              <a:custGeom>
                <a:avLst/>
                <a:gdLst/>
                <a:ahLst/>
                <a:cxnLst/>
                <a:rect l="l" t="t" r="r" b="b"/>
                <a:pathLst>
                  <a:path w="2861" h="1491" extrusionOk="0">
                    <a:moveTo>
                      <a:pt x="1193" y="1"/>
                    </a:moveTo>
                    <a:cubicBezTo>
                      <a:pt x="950" y="28"/>
                      <a:pt x="718" y="94"/>
                      <a:pt x="525" y="201"/>
                    </a:cubicBezTo>
                    <a:cubicBezTo>
                      <a:pt x="15" y="489"/>
                      <a:pt x="1" y="963"/>
                      <a:pt x="503" y="1265"/>
                    </a:cubicBezTo>
                    <a:cubicBezTo>
                      <a:pt x="756" y="1415"/>
                      <a:pt x="1092" y="1491"/>
                      <a:pt x="1430" y="1491"/>
                    </a:cubicBezTo>
                    <a:cubicBezTo>
                      <a:pt x="1755" y="1491"/>
                      <a:pt x="2082" y="1420"/>
                      <a:pt x="2337" y="1279"/>
                    </a:cubicBezTo>
                    <a:cubicBezTo>
                      <a:pt x="2847" y="993"/>
                      <a:pt x="2861" y="518"/>
                      <a:pt x="2357" y="216"/>
                    </a:cubicBezTo>
                    <a:cubicBezTo>
                      <a:pt x="2257" y="158"/>
                      <a:pt x="2150" y="108"/>
                      <a:pt x="2028" y="71"/>
                    </a:cubicBezTo>
                    <a:lnTo>
                      <a:pt x="1833" y="582"/>
                    </a:lnTo>
                    <a:lnTo>
                      <a:pt x="1452" y="805"/>
                    </a:lnTo>
                    <a:lnTo>
                      <a:pt x="993" y="539"/>
                    </a:lnTo>
                    <a:lnTo>
                      <a:pt x="119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41">
                <a:extLst>
                  <a:ext uri="{FF2B5EF4-FFF2-40B4-BE49-F238E27FC236}">
                    <a16:creationId xmlns:a16="http://schemas.microsoft.com/office/drawing/2014/main" id="{B42D8C6B-F01E-8668-A64F-50408053E75A}"/>
                  </a:ext>
                </a:extLst>
              </p:cNvPr>
              <p:cNvSpPr/>
              <p:nvPr/>
            </p:nvSpPr>
            <p:spPr>
              <a:xfrm>
                <a:off x="2589477" y="3213654"/>
                <a:ext cx="371770" cy="125236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1177" extrusionOk="0">
                    <a:moveTo>
                      <a:pt x="3494" y="7"/>
                    </a:moveTo>
                    <a:cubicBezTo>
                      <a:pt x="3491" y="31"/>
                      <a:pt x="3489" y="54"/>
                      <a:pt x="3488" y="76"/>
                    </a:cubicBezTo>
                    <a:lnTo>
                      <a:pt x="3488" y="76"/>
                    </a:lnTo>
                    <a:cubicBezTo>
                      <a:pt x="3491" y="53"/>
                      <a:pt x="3493" y="30"/>
                      <a:pt x="3494" y="7"/>
                    </a:cubicBezTo>
                    <a:close/>
                    <a:moveTo>
                      <a:pt x="0" y="1"/>
                    </a:moveTo>
                    <a:lnTo>
                      <a:pt x="0" y="166"/>
                    </a:lnTo>
                    <a:cubicBezTo>
                      <a:pt x="0" y="416"/>
                      <a:pt x="166" y="675"/>
                      <a:pt x="497" y="870"/>
                    </a:cubicBezTo>
                    <a:cubicBezTo>
                      <a:pt x="837" y="1074"/>
                      <a:pt x="1290" y="1177"/>
                      <a:pt x="1745" y="1177"/>
                    </a:cubicBezTo>
                    <a:cubicBezTo>
                      <a:pt x="2184" y="1177"/>
                      <a:pt x="2623" y="1081"/>
                      <a:pt x="2962" y="891"/>
                    </a:cubicBezTo>
                    <a:cubicBezTo>
                      <a:pt x="3314" y="697"/>
                      <a:pt x="3487" y="439"/>
                      <a:pt x="3487" y="173"/>
                    </a:cubicBezTo>
                    <a:cubicBezTo>
                      <a:pt x="3487" y="139"/>
                      <a:pt x="3487" y="108"/>
                      <a:pt x="3488" y="76"/>
                    </a:cubicBezTo>
                    <a:lnTo>
                      <a:pt x="3488" y="76"/>
                    </a:lnTo>
                    <a:cubicBezTo>
                      <a:pt x="3455" y="317"/>
                      <a:pt x="3284" y="549"/>
                      <a:pt x="2962" y="727"/>
                    </a:cubicBezTo>
                    <a:cubicBezTo>
                      <a:pt x="2624" y="917"/>
                      <a:pt x="2186" y="1012"/>
                      <a:pt x="1748" y="1012"/>
                    </a:cubicBezTo>
                    <a:cubicBezTo>
                      <a:pt x="1292" y="1012"/>
                      <a:pt x="838" y="909"/>
                      <a:pt x="497" y="704"/>
                    </a:cubicBezTo>
                    <a:cubicBezTo>
                      <a:pt x="166" y="511"/>
                      <a:pt x="0" y="252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41">
                <a:extLst>
                  <a:ext uri="{FF2B5EF4-FFF2-40B4-BE49-F238E27FC236}">
                    <a16:creationId xmlns:a16="http://schemas.microsoft.com/office/drawing/2014/main" id="{8E701BE5-F3F1-39FF-8C4E-B803EDC78985}"/>
                  </a:ext>
                </a:extLst>
              </p:cNvPr>
              <p:cNvSpPr/>
              <p:nvPr/>
            </p:nvSpPr>
            <p:spPr>
              <a:xfrm>
                <a:off x="2589477" y="3127148"/>
                <a:ext cx="371770" cy="194185"/>
              </a:xfrm>
              <a:custGeom>
                <a:avLst/>
                <a:gdLst/>
                <a:ahLst/>
                <a:cxnLst/>
                <a:rect l="l" t="t" r="r" b="b"/>
                <a:pathLst>
                  <a:path w="3494" h="1825" extrusionOk="0">
                    <a:moveTo>
                      <a:pt x="2833" y="22"/>
                    </a:moveTo>
                    <a:lnTo>
                      <a:pt x="2833" y="22"/>
                    </a:lnTo>
                    <a:cubicBezTo>
                      <a:pt x="2835" y="23"/>
                      <a:pt x="2837" y="24"/>
                      <a:pt x="2840" y="26"/>
                    </a:cubicBezTo>
                    <a:lnTo>
                      <a:pt x="2840" y="26"/>
                    </a:lnTo>
                    <a:cubicBezTo>
                      <a:pt x="2837" y="24"/>
                      <a:pt x="2835" y="23"/>
                      <a:pt x="2833" y="22"/>
                    </a:cubicBezTo>
                    <a:close/>
                    <a:moveTo>
                      <a:pt x="690" y="1"/>
                    </a:moveTo>
                    <a:lnTo>
                      <a:pt x="533" y="87"/>
                    </a:lnTo>
                    <a:cubicBezTo>
                      <a:pt x="181" y="289"/>
                      <a:pt x="0" y="548"/>
                      <a:pt x="0" y="814"/>
                    </a:cubicBezTo>
                    <a:cubicBezTo>
                      <a:pt x="0" y="1065"/>
                      <a:pt x="166" y="1324"/>
                      <a:pt x="497" y="1517"/>
                    </a:cubicBezTo>
                    <a:cubicBezTo>
                      <a:pt x="838" y="1722"/>
                      <a:pt x="1292" y="1825"/>
                      <a:pt x="1748" y="1825"/>
                    </a:cubicBezTo>
                    <a:cubicBezTo>
                      <a:pt x="2186" y="1825"/>
                      <a:pt x="2624" y="1730"/>
                      <a:pt x="2962" y="1540"/>
                    </a:cubicBezTo>
                    <a:cubicBezTo>
                      <a:pt x="3314" y="1345"/>
                      <a:pt x="3487" y="1086"/>
                      <a:pt x="3494" y="820"/>
                    </a:cubicBezTo>
                    <a:cubicBezTo>
                      <a:pt x="3494" y="569"/>
                      <a:pt x="3330" y="310"/>
                      <a:pt x="2999" y="117"/>
                    </a:cubicBezTo>
                    <a:cubicBezTo>
                      <a:pt x="2985" y="108"/>
                      <a:pt x="2969" y="101"/>
                      <a:pt x="2962" y="94"/>
                    </a:cubicBezTo>
                    <a:cubicBezTo>
                      <a:pt x="2942" y="80"/>
                      <a:pt x="2919" y="73"/>
                      <a:pt x="2905" y="58"/>
                    </a:cubicBezTo>
                    <a:cubicBezTo>
                      <a:pt x="2899" y="58"/>
                      <a:pt x="2883" y="51"/>
                      <a:pt x="2876" y="44"/>
                    </a:cubicBezTo>
                    <a:cubicBezTo>
                      <a:pt x="2864" y="38"/>
                      <a:pt x="2852" y="33"/>
                      <a:pt x="2840" y="26"/>
                    </a:cubicBezTo>
                    <a:lnTo>
                      <a:pt x="2840" y="26"/>
                    </a:lnTo>
                    <a:cubicBezTo>
                      <a:pt x="3416" y="371"/>
                      <a:pt x="3398" y="922"/>
                      <a:pt x="2804" y="1259"/>
                    </a:cubicBezTo>
                    <a:cubicBezTo>
                      <a:pt x="2509" y="1423"/>
                      <a:pt x="2131" y="1505"/>
                      <a:pt x="1754" y="1505"/>
                    </a:cubicBezTo>
                    <a:cubicBezTo>
                      <a:pt x="1357" y="1505"/>
                      <a:pt x="961" y="1415"/>
                      <a:pt x="663" y="1238"/>
                    </a:cubicBezTo>
                    <a:cubicBezTo>
                      <a:pt x="80" y="884"/>
                      <a:pt x="95" y="332"/>
                      <a:pt x="6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41">
                <a:extLst>
                  <a:ext uri="{FF2B5EF4-FFF2-40B4-BE49-F238E27FC236}">
                    <a16:creationId xmlns:a16="http://schemas.microsoft.com/office/drawing/2014/main" id="{91177241-D39E-7C16-3157-258C91EDA814}"/>
                  </a:ext>
                </a:extLst>
              </p:cNvPr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1" y="1"/>
                    </a:moveTo>
                    <a:lnTo>
                      <a:pt x="25" y="15"/>
                    </a:lnTo>
                    <a:lnTo>
                      <a:pt x="25" y="15"/>
                    </a:lnTo>
                    <a:cubicBezTo>
                      <a:pt x="18" y="10"/>
                      <a:pt x="11" y="6"/>
                      <a:pt x="1" y="1"/>
                    </a:cubicBezTo>
                    <a:close/>
                    <a:moveTo>
                      <a:pt x="25" y="15"/>
                    </a:moveTo>
                    <a:cubicBezTo>
                      <a:pt x="29" y="17"/>
                      <a:pt x="32" y="19"/>
                      <a:pt x="37" y="22"/>
                    </a:cubicBezTo>
                    <a:lnTo>
                      <a:pt x="25" y="1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41">
                <a:extLst>
                  <a:ext uri="{FF2B5EF4-FFF2-40B4-BE49-F238E27FC236}">
                    <a16:creationId xmlns:a16="http://schemas.microsoft.com/office/drawing/2014/main" id="{878D17A2-5DE4-BD9E-ACEC-D8EC6AEF56C3}"/>
                  </a:ext>
                </a:extLst>
              </p:cNvPr>
              <p:cNvSpPr/>
              <p:nvPr/>
            </p:nvSpPr>
            <p:spPr>
              <a:xfrm>
                <a:off x="2886981" y="3127148"/>
                <a:ext cx="3937" cy="2341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fill="none" extrusionOk="0">
                    <a:moveTo>
                      <a:pt x="37" y="22"/>
                    </a:moveTo>
                    <a:cubicBezTo>
                      <a:pt x="23" y="15"/>
                      <a:pt x="16" y="8"/>
                      <a:pt x="1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41">
                <a:extLst>
                  <a:ext uri="{FF2B5EF4-FFF2-40B4-BE49-F238E27FC236}">
                    <a16:creationId xmlns:a16="http://schemas.microsoft.com/office/drawing/2014/main" id="{0BAC270D-B0AB-4088-E120-4C6314147B8D}"/>
                  </a:ext>
                </a:extLst>
              </p:cNvPr>
              <p:cNvSpPr/>
              <p:nvPr/>
            </p:nvSpPr>
            <p:spPr>
              <a:xfrm>
                <a:off x="2746422" y="2373919"/>
                <a:ext cx="22983" cy="3756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53" extrusionOk="0">
                    <a:moveTo>
                      <a:pt x="0" y="0"/>
                    </a:moveTo>
                    <a:lnTo>
                      <a:pt x="216" y="352"/>
                    </a:lnTo>
                    <a:cubicBezTo>
                      <a:pt x="216" y="338"/>
                      <a:pt x="207" y="330"/>
                      <a:pt x="207" y="323"/>
                    </a:cubicBezTo>
                    <a:cubicBezTo>
                      <a:pt x="180" y="252"/>
                      <a:pt x="157" y="216"/>
                      <a:pt x="130" y="166"/>
                    </a:cubicBezTo>
                    <a:cubicBezTo>
                      <a:pt x="114" y="143"/>
                      <a:pt x="100" y="123"/>
                      <a:pt x="87" y="93"/>
                    </a:cubicBezTo>
                    <a:cubicBezTo>
                      <a:pt x="78" y="86"/>
                      <a:pt x="71" y="79"/>
                      <a:pt x="64" y="71"/>
                    </a:cubicBezTo>
                    <a:cubicBezTo>
                      <a:pt x="50" y="50"/>
                      <a:pt x="28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41">
                <a:extLst>
                  <a:ext uri="{FF2B5EF4-FFF2-40B4-BE49-F238E27FC236}">
                    <a16:creationId xmlns:a16="http://schemas.microsoft.com/office/drawing/2014/main" id="{B4F61236-7C68-256A-6AEE-32E865FCBA64}"/>
                  </a:ext>
                </a:extLst>
              </p:cNvPr>
              <p:cNvSpPr/>
              <p:nvPr/>
            </p:nvSpPr>
            <p:spPr>
              <a:xfrm>
                <a:off x="2760148" y="2382325"/>
                <a:ext cx="207378" cy="300587"/>
              </a:xfrm>
              <a:custGeom>
                <a:avLst/>
                <a:gdLst/>
                <a:ahLst/>
                <a:cxnLst/>
                <a:rect l="l" t="t" r="r" b="b"/>
                <a:pathLst>
                  <a:path w="1949" h="2825" extrusionOk="0">
                    <a:moveTo>
                      <a:pt x="58" y="0"/>
                    </a:moveTo>
                    <a:lnTo>
                      <a:pt x="1" y="87"/>
                    </a:lnTo>
                    <a:cubicBezTo>
                      <a:pt x="28" y="137"/>
                      <a:pt x="51" y="173"/>
                      <a:pt x="78" y="244"/>
                    </a:cubicBezTo>
                    <a:cubicBezTo>
                      <a:pt x="78" y="251"/>
                      <a:pt x="87" y="259"/>
                      <a:pt x="87" y="273"/>
                    </a:cubicBezTo>
                    <a:lnTo>
                      <a:pt x="1495" y="2566"/>
                    </a:lnTo>
                    <a:lnTo>
                      <a:pt x="1948" y="2824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41">
                <a:extLst>
                  <a:ext uri="{FF2B5EF4-FFF2-40B4-BE49-F238E27FC236}">
                    <a16:creationId xmlns:a16="http://schemas.microsoft.com/office/drawing/2014/main" id="{4343DE81-3B74-161E-F067-65C6E778DBB4}"/>
                  </a:ext>
                </a:extLst>
              </p:cNvPr>
              <p:cNvSpPr/>
              <p:nvPr/>
            </p:nvSpPr>
            <p:spPr>
              <a:xfrm>
                <a:off x="2766213" y="2361577"/>
                <a:ext cx="237278" cy="831429"/>
              </a:xfrm>
              <a:custGeom>
                <a:avLst/>
                <a:gdLst/>
                <a:ahLst/>
                <a:cxnLst/>
                <a:rect l="l" t="t" r="r" b="b"/>
                <a:pathLst>
                  <a:path w="2230" h="7814" extrusionOk="0">
                    <a:moveTo>
                      <a:pt x="130" y="1"/>
                    </a:moveTo>
                    <a:lnTo>
                      <a:pt x="130" y="7"/>
                    </a:lnTo>
                    <a:lnTo>
                      <a:pt x="1" y="195"/>
                    </a:lnTo>
                    <a:lnTo>
                      <a:pt x="1891" y="3019"/>
                    </a:lnTo>
                    <a:lnTo>
                      <a:pt x="425" y="6973"/>
                    </a:lnTo>
                    <a:lnTo>
                      <a:pt x="403" y="7023"/>
                    </a:lnTo>
                    <a:lnTo>
                      <a:pt x="108" y="7814"/>
                    </a:lnTo>
                    <a:lnTo>
                      <a:pt x="489" y="7591"/>
                    </a:lnTo>
                    <a:lnTo>
                      <a:pt x="684" y="7080"/>
                    </a:lnTo>
                    <a:lnTo>
                      <a:pt x="704" y="7023"/>
                    </a:lnTo>
                    <a:lnTo>
                      <a:pt x="2229" y="2890"/>
                    </a:lnTo>
                    <a:lnTo>
                      <a:pt x="2207" y="2688"/>
                    </a:lnTo>
                    <a:lnTo>
                      <a:pt x="13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41">
                <a:extLst>
                  <a:ext uri="{FF2B5EF4-FFF2-40B4-BE49-F238E27FC236}">
                    <a16:creationId xmlns:a16="http://schemas.microsoft.com/office/drawing/2014/main" id="{4020316B-913C-86B2-59F9-446BF6E38010}"/>
                  </a:ext>
                </a:extLst>
              </p:cNvPr>
              <p:cNvSpPr/>
              <p:nvPr/>
            </p:nvSpPr>
            <p:spPr>
              <a:xfrm>
                <a:off x="2728759" y="2655250"/>
                <a:ext cx="238767" cy="537758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5054" extrusionOk="0">
                    <a:moveTo>
                      <a:pt x="1790" y="1"/>
                    </a:moveTo>
                    <a:lnTo>
                      <a:pt x="223" y="4198"/>
                    </a:lnTo>
                    <a:lnTo>
                      <a:pt x="201" y="4250"/>
                    </a:lnTo>
                    <a:lnTo>
                      <a:pt x="1" y="4788"/>
                    </a:lnTo>
                    <a:lnTo>
                      <a:pt x="460" y="5054"/>
                    </a:lnTo>
                    <a:lnTo>
                      <a:pt x="755" y="4263"/>
                    </a:lnTo>
                    <a:lnTo>
                      <a:pt x="777" y="4213"/>
                    </a:lnTo>
                    <a:lnTo>
                      <a:pt x="2243" y="259"/>
                    </a:lnTo>
                    <a:lnTo>
                      <a:pt x="179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41">
                <a:extLst>
                  <a:ext uri="{FF2B5EF4-FFF2-40B4-BE49-F238E27FC236}">
                    <a16:creationId xmlns:a16="http://schemas.microsoft.com/office/drawing/2014/main" id="{B8DC2BC1-1723-91AD-BF07-9B18939EFAC4}"/>
                  </a:ext>
                </a:extLst>
              </p:cNvPr>
              <p:cNvSpPr/>
              <p:nvPr/>
            </p:nvSpPr>
            <p:spPr>
              <a:xfrm>
                <a:off x="2665237" y="2273688"/>
                <a:ext cx="124065" cy="117894"/>
              </a:xfrm>
              <a:custGeom>
                <a:avLst/>
                <a:gdLst/>
                <a:ahLst/>
                <a:cxnLst/>
                <a:rect l="l" t="t" r="r" b="b"/>
                <a:pathLst>
                  <a:path w="1166" h="1108" extrusionOk="0">
                    <a:moveTo>
                      <a:pt x="623" y="0"/>
                    </a:moveTo>
                    <a:cubicBezTo>
                      <a:pt x="524" y="0"/>
                      <a:pt x="454" y="27"/>
                      <a:pt x="418" y="43"/>
                    </a:cubicBezTo>
                    <a:cubicBezTo>
                      <a:pt x="418" y="43"/>
                      <a:pt x="382" y="57"/>
                      <a:pt x="339" y="86"/>
                    </a:cubicBezTo>
                    <a:cubicBezTo>
                      <a:pt x="310" y="100"/>
                      <a:pt x="310" y="100"/>
                      <a:pt x="266" y="137"/>
                    </a:cubicBezTo>
                    <a:cubicBezTo>
                      <a:pt x="260" y="150"/>
                      <a:pt x="246" y="159"/>
                      <a:pt x="237" y="173"/>
                    </a:cubicBezTo>
                    <a:cubicBezTo>
                      <a:pt x="223" y="193"/>
                      <a:pt x="203" y="216"/>
                      <a:pt x="180" y="237"/>
                    </a:cubicBezTo>
                    <a:lnTo>
                      <a:pt x="1" y="518"/>
                    </a:lnTo>
                    <a:cubicBezTo>
                      <a:pt x="30" y="518"/>
                      <a:pt x="58" y="525"/>
                      <a:pt x="87" y="532"/>
                    </a:cubicBezTo>
                    <a:cubicBezTo>
                      <a:pt x="123" y="538"/>
                      <a:pt x="166" y="554"/>
                      <a:pt x="223" y="575"/>
                    </a:cubicBezTo>
                    <a:cubicBezTo>
                      <a:pt x="260" y="590"/>
                      <a:pt x="303" y="611"/>
                      <a:pt x="346" y="640"/>
                    </a:cubicBezTo>
                    <a:cubicBezTo>
                      <a:pt x="367" y="647"/>
                      <a:pt x="382" y="654"/>
                      <a:pt x="396" y="661"/>
                    </a:cubicBezTo>
                    <a:cubicBezTo>
                      <a:pt x="496" y="720"/>
                      <a:pt x="598" y="790"/>
                      <a:pt x="684" y="863"/>
                    </a:cubicBezTo>
                    <a:cubicBezTo>
                      <a:pt x="691" y="870"/>
                      <a:pt x="705" y="883"/>
                      <a:pt x="720" y="892"/>
                    </a:cubicBezTo>
                    <a:cubicBezTo>
                      <a:pt x="734" y="913"/>
                      <a:pt x="748" y="927"/>
                      <a:pt x="763" y="942"/>
                    </a:cubicBezTo>
                    <a:cubicBezTo>
                      <a:pt x="791" y="963"/>
                      <a:pt x="813" y="992"/>
                      <a:pt x="827" y="1013"/>
                    </a:cubicBezTo>
                    <a:cubicBezTo>
                      <a:pt x="834" y="1021"/>
                      <a:pt x="841" y="1028"/>
                      <a:pt x="850" y="1035"/>
                    </a:cubicBezTo>
                    <a:cubicBezTo>
                      <a:pt x="863" y="1065"/>
                      <a:pt x="877" y="1085"/>
                      <a:pt x="893" y="1108"/>
                    </a:cubicBezTo>
                    <a:lnTo>
                      <a:pt x="950" y="1021"/>
                    </a:lnTo>
                    <a:lnTo>
                      <a:pt x="1079" y="833"/>
                    </a:lnTo>
                    <a:lnTo>
                      <a:pt x="1079" y="827"/>
                    </a:lnTo>
                    <a:cubicBezTo>
                      <a:pt x="1086" y="813"/>
                      <a:pt x="1093" y="797"/>
                      <a:pt x="1100" y="783"/>
                    </a:cubicBezTo>
                    <a:cubicBezTo>
                      <a:pt x="1108" y="777"/>
                      <a:pt x="1108" y="770"/>
                      <a:pt x="1115" y="763"/>
                    </a:cubicBezTo>
                    <a:cubicBezTo>
                      <a:pt x="1129" y="726"/>
                      <a:pt x="1143" y="690"/>
                      <a:pt x="1151" y="654"/>
                    </a:cubicBezTo>
                    <a:cubicBezTo>
                      <a:pt x="1151" y="640"/>
                      <a:pt x="1158" y="633"/>
                      <a:pt x="1158" y="618"/>
                    </a:cubicBezTo>
                    <a:cubicBezTo>
                      <a:pt x="1165" y="568"/>
                      <a:pt x="1165" y="504"/>
                      <a:pt x="1158" y="452"/>
                    </a:cubicBezTo>
                    <a:cubicBezTo>
                      <a:pt x="1122" y="237"/>
                      <a:pt x="956" y="57"/>
                      <a:pt x="748" y="14"/>
                    </a:cubicBezTo>
                    <a:cubicBezTo>
                      <a:pt x="702" y="4"/>
                      <a:pt x="660" y="0"/>
                      <a:pt x="6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41">
                <a:extLst>
                  <a:ext uri="{FF2B5EF4-FFF2-40B4-BE49-F238E27FC236}">
                    <a16:creationId xmlns:a16="http://schemas.microsoft.com/office/drawing/2014/main" id="{64BD8191-4C47-54E9-CBBC-F571FC5D426A}"/>
                  </a:ext>
                </a:extLst>
              </p:cNvPr>
              <p:cNvSpPr/>
              <p:nvPr/>
            </p:nvSpPr>
            <p:spPr>
              <a:xfrm>
                <a:off x="2746422" y="2373919"/>
                <a:ext cx="22983" cy="3756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53" extrusionOk="0">
                    <a:moveTo>
                      <a:pt x="0" y="0"/>
                    </a:moveTo>
                    <a:lnTo>
                      <a:pt x="216" y="352"/>
                    </a:lnTo>
                    <a:cubicBezTo>
                      <a:pt x="216" y="338"/>
                      <a:pt x="207" y="330"/>
                      <a:pt x="207" y="323"/>
                    </a:cubicBezTo>
                    <a:cubicBezTo>
                      <a:pt x="180" y="252"/>
                      <a:pt x="157" y="216"/>
                      <a:pt x="130" y="166"/>
                    </a:cubicBezTo>
                    <a:cubicBezTo>
                      <a:pt x="114" y="143"/>
                      <a:pt x="100" y="123"/>
                      <a:pt x="87" y="93"/>
                    </a:cubicBezTo>
                    <a:cubicBezTo>
                      <a:pt x="78" y="86"/>
                      <a:pt x="71" y="79"/>
                      <a:pt x="64" y="71"/>
                    </a:cubicBezTo>
                    <a:cubicBezTo>
                      <a:pt x="50" y="50"/>
                      <a:pt x="28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41">
                <a:extLst>
                  <a:ext uri="{FF2B5EF4-FFF2-40B4-BE49-F238E27FC236}">
                    <a16:creationId xmlns:a16="http://schemas.microsoft.com/office/drawing/2014/main" id="{23351E1F-4D7D-0150-7F19-CD62A911AC8F}"/>
                  </a:ext>
                </a:extLst>
              </p:cNvPr>
              <p:cNvSpPr/>
              <p:nvPr/>
            </p:nvSpPr>
            <p:spPr>
              <a:xfrm>
                <a:off x="2432745" y="2458510"/>
                <a:ext cx="294522" cy="202378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1902" extrusionOk="0">
                    <a:moveTo>
                      <a:pt x="504" y="232"/>
                    </a:moveTo>
                    <a:cubicBezTo>
                      <a:pt x="601" y="232"/>
                      <a:pt x="742" y="267"/>
                      <a:pt x="921" y="340"/>
                    </a:cubicBezTo>
                    <a:cubicBezTo>
                      <a:pt x="1121" y="427"/>
                      <a:pt x="1344" y="556"/>
                      <a:pt x="1560" y="692"/>
                    </a:cubicBezTo>
                    <a:cubicBezTo>
                      <a:pt x="1870" y="901"/>
                      <a:pt x="2150" y="1139"/>
                      <a:pt x="2301" y="1339"/>
                    </a:cubicBezTo>
                    <a:cubicBezTo>
                      <a:pt x="2468" y="1556"/>
                      <a:pt x="2447" y="1675"/>
                      <a:pt x="2275" y="1675"/>
                    </a:cubicBezTo>
                    <a:cubicBezTo>
                      <a:pt x="2179" y="1675"/>
                      <a:pt x="2037" y="1639"/>
                      <a:pt x="1855" y="1562"/>
                    </a:cubicBezTo>
                    <a:cubicBezTo>
                      <a:pt x="1646" y="1475"/>
                      <a:pt x="1423" y="1355"/>
                      <a:pt x="1215" y="1210"/>
                    </a:cubicBezTo>
                    <a:cubicBezTo>
                      <a:pt x="906" y="1010"/>
                      <a:pt x="619" y="765"/>
                      <a:pt x="468" y="570"/>
                    </a:cubicBezTo>
                    <a:cubicBezTo>
                      <a:pt x="300" y="351"/>
                      <a:pt x="326" y="232"/>
                      <a:pt x="504" y="232"/>
                    </a:cubicBezTo>
                    <a:close/>
                    <a:moveTo>
                      <a:pt x="222" y="1"/>
                    </a:moveTo>
                    <a:cubicBezTo>
                      <a:pt x="135" y="1"/>
                      <a:pt x="77" y="23"/>
                      <a:pt x="50" y="68"/>
                    </a:cubicBezTo>
                    <a:cubicBezTo>
                      <a:pt x="0" y="138"/>
                      <a:pt x="43" y="268"/>
                      <a:pt x="179" y="449"/>
                    </a:cubicBezTo>
                    <a:cubicBezTo>
                      <a:pt x="381" y="708"/>
                      <a:pt x="756" y="1023"/>
                      <a:pt x="1158" y="1296"/>
                    </a:cubicBezTo>
                    <a:cubicBezTo>
                      <a:pt x="1439" y="1475"/>
                      <a:pt x="1732" y="1641"/>
                      <a:pt x="2006" y="1757"/>
                    </a:cubicBezTo>
                    <a:cubicBezTo>
                      <a:pt x="2240" y="1855"/>
                      <a:pt x="2424" y="1902"/>
                      <a:pt x="2550" y="1902"/>
                    </a:cubicBezTo>
                    <a:cubicBezTo>
                      <a:pt x="2636" y="1902"/>
                      <a:pt x="2695" y="1880"/>
                      <a:pt x="2724" y="1836"/>
                    </a:cubicBezTo>
                    <a:cubicBezTo>
                      <a:pt x="2767" y="1770"/>
                      <a:pt x="2733" y="1641"/>
                      <a:pt x="2595" y="1462"/>
                    </a:cubicBezTo>
                    <a:cubicBezTo>
                      <a:pt x="2395" y="1196"/>
                      <a:pt x="2020" y="880"/>
                      <a:pt x="1611" y="613"/>
                    </a:cubicBezTo>
                    <a:cubicBezTo>
                      <a:pt x="1337" y="427"/>
                      <a:pt x="1042" y="261"/>
                      <a:pt x="769" y="147"/>
                    </a:cubicBezTo>
                    <a:cubicBezTo>
                      <a:pt x="535" y="49"/>
                      <a:pt x="349" y="1"/>
                      <a:pt x="2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41">
                <a:extLst>
                  <a:ext uri="{FF2B5EF4-FFF2-40B4-BE49-F238E27FC236}">
                    <a16:creationId xmlns:a16="http://schemas.microsoft.com/office/drawing/2014/main" id="{0977ACB8-1060-7F5B-3461-D01A9DCEAF72}"/>
                  </a:ext>
                </a:extLst>
              </p:cNvPr>
              <p:cNvSpPr/>
              <p:nvPr/>
            </p:nvSpPr>
            <p:spPr>
              <a:xfrm>
                <a:off x="2464560" y="2483089"/>
                <a:ext cx="230787" cy="153752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445" extrusionOk="0">
                    <a:moveTo>
                      <a:pt x="205" y="1"/>
                    </a:moveTo>
                    <a:cubicBezTo>
                      <a:pt x="27" y="1"/>
                      <a:pt x="1" y="120"/>
                      <a:pt x="169" y="339"/>
                    </a:cubicBezTo>
                    <a:cubicBezTo>
                      <a:pt x="320" y="534"/>
                      <a:pt x="607" y="779"/>
                      <a:pt x="916" y="979"/>
                    </a:cubicBezTo>
                    <a:cubicBezTo>
                      <a:pt x="1124" y="1124"/>
                      <a:pt x="1347" y="1244"/>
                      <a:pt x="1556" y="1331"/>
                    </a:cubicBezTo>
                    <a:cubicBezTo>
                      <a:pt x="1738" y="1408"/>
                      <a:pt x="1880" y="1444"/>
                      <a:pt x="1976" y="1444"/>
                    </a:cubicBezTo>
                    <a:cubicBezTo>
                      <a:pt x="2148" y="1444"/>
                      <a:pt x="2169" y="1325"/>
                      <a:pt x="2002" y="1108"/>
                    </a:cubicBezTo>
                    <a:cubicBezTo>
                      <a:pt x="1851" y="908"/>
                      <a:pt x="1571" y="670"/>
                      <a:pt x="1261" y="461"/>
                    </a:cubicBezTo>
                    <a:cubicBezTo>
                      <a:pt x="1045" y="325"/>
                      <a:pt x="822" y="196"/>
                      <a:pt x="622" y="109"/>
                    </a:cubicBezTo>
                    <a:cubicBezTo>
                      <a:pt x="443" y="36"/>
                      <a:pt x="302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41">
                <a:extLst>
                  <a:ext uri="{FF2B5EF4-FFF2-40B4-BE49-F238E27FC236}">
                    <a16:creationId xmlns:a16="http://schemas.microsoft.com/office/drawing/2014/main" id="{E6D52C83-CCD9-4177-7B9C-CB6E835710FC}"/>
                  </a:ext>
                </a:extLst>
              </p:cNvPr>
              <p:cNvSpPr/>
              <p:nvPr/>
            </p:nvSpPr>
            <p:spPr>
              <a:xfrm>
                <a:off x="2438065" y="2327528"/>
                <a:ext cx="345170" cy="326336"/>
              </a:xfrm>
              <a:custGeom>
                <a:avLst/>
                <a:gdLst/>
                <a:ahLst/>
                <a:cxnLst/>
                <a:rect l="l" t="t" r="r" b="b"/>
                <a:pathLst>
                  <a:path w="3244" h="3067" extrusionOk="0">
                    <a:moveTo>
                      <a:pt x="3" y="1293"/>
                    </a:moveTo>
                    <a:cubicBezTo>
                      <a:pt x="2" y="1295"/>
                      <a:pt x="1" y="1297"/>
                      <a:pt x="0" y="1299"/>
                    </a:cubicBezTo>
                    <a:cubicBezTo>
                      <a:pt x="1" y="1297"/>
                      <a:pt x="2" y="1295"/>
                      <a:pt x="3" y="1293"/>
                    </a:cubicBezTo>
                    <a:close/>
                    <a:moveTo>
                      <a:pt x="1962" y="1"/>
                    </a:moveTo>
                    <a:cubicBezTo>
                      <a:pt x="1859" y="1"/>
                      <a:pt x="1767" y="12"/>
                      <a:pt x="1698" y="26"/>
                    </a:cubicBezTo>
                    <a:cubicBezTo>
                      <a:pt x="1423" y="69"/>
                      <a:pt x="1208" y="177"/>
                      <a:pt x="1130" y="214"/>
                    </a:cubicBezTo>
                    <a:cubicBezTo>
                      <a:pt x="914" y="314"/>
                      <a:pt x="706" y="472"/>
                      <a:pt x="626" y="536"/>
                    </a:cubicBezTo>
                    <a:cubicBezTo>
                      <a:pt x="554" y="593"/>
                      <a:pt x="474" y="666"/>
                      <a:pt x="388" y="759"/>
                    </a:cubicBezTo>
                    <a:cubicBezTo>
                      <a:pt x="368" y="781"/>
                      <a:pt x="338" y="817"/>
                      <a:pt x="318" y="838"/>
                    </a:cubicBezTo>
                    <a:cubicBezTo>
                      <a:pt x="281" y="881"/>
                      <a:pt x="238" y="947"/>
                      <a:pt x="202" y="990"/>
                    </a:cubicBezTo>
                    <a:cubicBezTo>
                      <a:pt x="139" y="1088"/>
                      <a:pt x="68" y="1193"/>
                      <a:pt x="3" y="1293"/>
                    </a:cubicBezTo>
                    <a:lnTo>
                      <a:pt x="3" y="1293"/>
                    </a:lnTo>
                    <a:cubicBezTo>
                      <a:pt x="31" y="1253"/>
                      <a:pt x="89" y="1232"/>
                      <a:pt x="172" y="1232"/>
                    </a:cubicBezTo>
                    <a:cubicBezTo>
                      <a:pt x="299" y="1232"/>
                      <a:pt x="485" y="1280"/>
                      <a:pt x="719" y="1378"/>
                    </a:cubicBezTo>
                    <a:cubicBezTo>
                      <a:pt x="992" y="1492"/>
                      <a:pt x="1287" y="1658"/>
                      <a:pt x="1561" y="1844"/>
                    </a:cubicBezTo>
                    <a:cubicBezTo>
                      <a:pt x="1970" y="2111"/>
                      <a:pt x="2345" y="2427"/>
                      <a:pt x="2545" y="2693"/>
                    </a:cubicBezTo>
                    <a:cubicBezTo>
                      <a:pt x="2682" y="2871"/>
                      <a:pt x="2717" y="2999"/>
                      <a:pt x="2675" y="3065"/>
                    </a:cubicBezTo>
                    <a:lnTo>
                      <a:pt x="2675" y="3065"/>
                    </a:lnTo>
                    <a:cubicBezTo>
                      <a:pt x="2740" y="2964"/>
                      <a:pt x="2812" y="2865"/>
                      <a:pt x="2876" y="2765"/>
                    </a:cubicBezTo>
                    <a:cubicBezTo>
                      <a:pt x="3028" y="2542"/>
                      <a:pt x="3098" y="2304"/>
                      <a:pt x="3128" y="2189"/>
                    </a:cubicBezTo>
                    <a:cubicBezTo>
                      <a:pt x="3135" y="2182"/>
                      <a:pt x="3214" y="1902"/>
                      <a:pt x="3235" y="1601"/>
                    </a:cubicBezTo>
                    <a:cubicBezTo>
                      <a:pt x="3243" y="1406"/>
                      <a:pt x="3235" y="1226"/>
                      <a:pt x="3178" y="997"/>
                    </a:cubicBezTo>
                    <a:cubicBezTo>
                      <a:pt x="3178" y="997"/>
                      <a:pt x="3157" y="888"/>
                      <a:pt x="3114" y="788"/>
                    </a:cubicBezTo>
                    <a:lnTo>
                      <a:pt x="2898" y="436"/>
                    </a:lnTo>
                    <a:cubicBezTo>
                      <a:pt x="2883" y="421"/>
                      <a:pt x="2869" y="407"/>
                      <a:pt x="2855" y="386"/>
                    </a:cubicBezTo>
                    <a:cubicBezTo>
                      <a:pt x="2840" y="377"/>
                      <a:pt x="2826" y="364"/>
                      <a:pt x="2819" y="357"/>
                    </a:cubicBezTo>
                    <a:cubicBezTo>
                      <a:pt x="2733" y="284"/>
                      <a:pt x="2631" y="214"/>
                      <a:pt x="2531" y="155"/>
                    </a:cubicBezTo>
                    <a:cubicBezTo>
                      <a:pt x="2517" y="148"/>
                      <a:pt x="2502" y="141"/>
                      <a:pt x="2481" y="134"/>
                    </a:cubicBezTo>
                    <a:cubicBezTo>
                      <a:pt x="2438" y="105"/>
                      <a:pt x="2395" y="84"/>
                      <a:pt x="2358" y="69"/>
                    </a:cubicBezTo>
                    <a:cubicBezTo>
                      <a:pt x="2301" y="48"/>
                      <a:pt x="2258" y="32"/>
                      <a:pt x="2222" y="26"/>
                    </a:cubicBezTo>
                    <a:cubicBezTo>
                      <a:pt x="2193" y="19"/>
                      <a:pt x="2165" y="12"/>
                      <a:pt x="2136" y="12"/>
                    </a:cubicBezTo>
                    <a:cubicBezTo>
                      <a:pt x="2076" y="4"/>
                      <a:pt x="2018" y="1"/>
                      <a:pt x="1962" y="1"/>
                    </a:cubicBezTo>
                    <a:close/>
                    <a:moveTo>
                      <a:pt x="2675" y="3065"/>
                    </a:moveTo>
                    <a:cubicBezTo>
                      <a:pt x="2675" y="3066"/>
                      <a:pt x="2674" y="3066"/>
                      <a:pt x="2674" y="3067"/>
                    </a:cubicBezTo>
                    <a:cubicBezTo>
                      <a:pt x="2674" y="3066"/>
                      <a:pt x="2675" y="3066"/>
                      <a:pt x="2675" y="3065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41">
                <a:extLst>
                  <a:ext uri="{FF2B5EF4-FFF2-40B4-BE49-F238E27FC236}">
                    <a16:creationId xmlns:a16="http://schemas.microsoft.com/office/drawing/2014/main" id="{9AF18EBE-52C1-6355-B6BC-AADCC0CE4571}"/>
                  </a:ext>
                </a:extLst>
              </p:cNvPr>
              <p:cNvSpPr/>
              <p:nvPr/>
            </p:nvSpPr>
            <p:spPr>
              <a:xfrm>
                <a:off x="2910709" y="3395604"/>
                <a:ext cx="332082" cy="307929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894" extrusionOk="0">
                    <a:moveTo>
                      <a:pt x="3121" y="0"/>
                    </a:moveTo>
                    <a:cubicBezTo>
                      <a:pt x="3071" y="195"/>
                      <a:pt x="2912" y="381"/>
                      <a:pt x="2653" y="526"/>
                    </a:cubicBezTo>
                    <a:cubicBezTo>
                      <a:pt x="2381" y="676"/>
                      <a:pt x="2036" y="763"/>
                      <a:pt x="1682" y="776"/>
                    </a:cubicBezTo>
                    <a:cubicBezTo>
                      <a:pt x="1638" y="779"/>
                      <a:pt x="1594" y="780"/>
                      <a:pt x="1550" y="780"/>
                    </a:cubicBezTo>
                    <a:cubicBezTo>
                      <a:pt x="1141" y="780"/>
                      <a:pt x="730" y="686"/>
                      <a:pt x="425" y="504"/>
                    </a:cubicBezTo>
                    <a:cubicBezTo>
                      <a:pt x="188" y="361"/>
                      <a:pt x="43" y="181"/>
                      <a:pt x="0" y="0"/>
                    </a:cubicBezTo>
                    <a:lnTo>
                      <a:pt x="0" y="0"/>
                    </a:lnTo>
                    <a:cubicBezTo>
                      <a:pt x="188" y="792"/>
                      <a:pt x="368" y="1589"/>
                      <a:pt x="554" y="2381"/>
                    </a:cubicBezTo>
                    <a:cubicBezTo>
                      <a:pt x="583" y="2501"/>
                      <a:pt x="677" y="2617"/>
                      <a:pt x="828" y="2710"/>
                    </a:cubicBezTo>
                    <a:cubicBezTo>
                      <a:pt x="1031" y="2832"/>
                      <a:pt x="1299" y="2893"/>
                      <a:pt x="1566" y="2893"/>
                    </a:cubicBezTo>
                    <a:cubicBezTo>
                      <a:pt x="1822" y="2893"/>
                      <a:pt x="2076" y="2838"/>
                      <a:pt x="2272" y="2726"/>
                    </a:cubicBezTo>
                    <a:cubicBezTo>
                      <a:pt x="2286" y="2717"/>
                      <a:pt x="2295" y="2710"/>
                      <a:pt x="2308" y="2703"/>
                    </a:cubicBezTo>
                    <a:cubicBezTo>
                      <a:pt x="2338" y="2690"/>
                      <a:pt x="2365" y="2667"/>
                      <a:pt x="2388" y="2653"/>
                    </a:cubicBezTo>
                    <a:cubicBezTo>
                      <a:pt x="2395" y="2646"/>
                      <a:pt x="2402" y="2640"/>
                      <a:pt x="2409" y="2640"/>
                    </a:cubicBezTo>
                    <a:cubicBezTo>
                      <a:pt x="2409" y="2631"/>
                      <a:pt x="2415" y="2631"/>
                      <a:pt x="2415" y="2624"/>
                    </a:cubicBezTo>
                    <a:cubicBezTo>
                      <a:pt x="2424" y="2617"/>
                      <a:pt x="2431" y="2610"/>
                      <a:pt x="2438" y="2603"/>
                    </a:cubicBezTo>
                    <a:cubicBezTo>
                      <a:pt x="2474" y="2574"/>
                      <a:pt x="2495" y="2545"/>
                      <a:pt x="2517" y="2517"/>
                    </a:cubicBezTo>
                    <a:cubicBezTo>
                      <a:pt x="2524" y="2510"/>
                      <a:pt x="2524" y="2501"/>
                      <a:pt x="2531" y="2495"/>
                    </a:cubicBezTo>
                    <a:cubicBezTo>
                      <a:pt x="2538" y="2488"/>
                      <a:pt x="2538" y="2481"/>
                      <a:pt x="2545" y="2467"/>
                    </a:cubicBezTo>
                    <a:cubicBezTo>
                      <a:pt x="2545" y="2467"/>
                      <a:pt x="2553" y="2458"/>
                      <a:pt x="2553" y="2451"/>
                    </a:cubicBezTo>
                    <a:cubicBezTo>
                      <a:pt x="2560" y="2438"/>
                      <a:pt x="2567" y="2424"/>
                      <a:pt x="2567" y="2408"/>
                    </a:cubicBezTo>
                    <a:cubicBezTo>
                      <a:pt x="2574" y="2408"/>
                      <a:pt x="2574" y="2401"/>
                      <a:pt x="2574" y="2395"/>
                    </a:cubicBezTo>
                    <a:cubicBezTo>
                      <a:pt x="2574" y="2388"/>
                      <a:pt x="2581" y="2388"/>
                      <a:pt x="2581" y="2381"/>
                    </a:cubicBezTo>
                    <a:cubicBezTo>
                      <a:pt x="2567" y="2381"/>
                      <a:pt x="2553" y="2372"/>
                      <a:pt x="2545" y="2372"/>
                    </a:cubicBezTo>
                    <a:cubicBezTo>
                      <a:pt x="2531" y="2365"/>
                      <a:pt x="2517" y="2365"/>
                      <a:pt x="2502" y="2358"/>
                    </a:cubicBezTo>
                    <a:cubicBezTo>
                      <a:pt x="2467" y="2345"/>
                      <a:pt x="2431" y="2322"/>
                      <a:pt x="2402" y="2308"/>
                    </a:cubicBezTo>
                    <a:lnTo>
                      <a:pt x="2402" y="2172"/>
                    </a:lnTo>
                    <a:lnTo>
                      <a:pt x="2409" y="2027"/>
                    </a:lnTo>
                    <a:lnTo>
                      <a:pt x="2690" y="1863"/>
                    </a:lnTo>
                    <a:cubicBezTo>
                      <a:pt x="2690" y="1870"/>
                      <a:pt x="2690" y="1870"/>
                      <a:pt x="2697" y="1870"/>
                    </a:cubicBezTo>
                    <a:cubicBezTo>
                      <a:pt x="2754" y="1604"/>
                      <a:pt x="2819" y="1337"/>
                      <a:pt x="2876" y="1071"/>
                    </a:cubicBezTo>
                    <a:cubicBezTo>
                      <a:pt x="2847" y="1044"/>
                      <a:pt x="2819" y="1021"/>
                      <a:pt x="2797" y="1008"/>
                    </a:cubicBezTo>
                    <a:lnTo>
                      <a:pt x="2610" y="906"/>
                    </a:lnTo>
                    <a:lnTo>
                      <a:pt x="2610" y="763"/>
                    </a:lnTo>
                    <a:lnTo>
                      <a:pt x="2617" y="619"/>
                    </a:lnTo>
                    <a:lnTo>
                      <a:pt x="2898" y="454"/>
                    </a:lnTo>
                    <a:lnTo>
                      <a:pt x="2999" y="518"/>
                    </a:lnTo>
                    <a:lnTo>
                      <a:pt x="3005" y="518"/>
                    </a:lnTo>
                    <a:cubicBezTo>
                      <a:pt x="3042" y="345"/>
                      <a:pt x="3078" y="173"/>
                      <a:pt x="3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41">
                <a:extLst>
                  <a:ext uri="{FF2B5EF4-FFF2-40B4-BE49-F238E27FC236}">
                    <a16:creationId xmlns:a16="http://schemas.microsoft.com/office/drawing/2014/main" id="{EA1D319D-2977-14AC-FABE-04BF4C7E9BCB}"/>
                  </a:ext>
                </a:extLst>
              </p:cNvPr>
              <p:cNvSpPr/>
              <p:nvPr/>
            </p:nvSpPr>
            <p:spPr>
              <a:xfrm>
                <a:off x="2910709" y="3395604"/>
                <a:ext cx="273986" cy="314526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2956" fill="none" extrusionOk="0">
                    <a:moveTo>
                      <a:pt x="0" y="0"/>
                    </a:moveTo>
                    <a:cubicBezTo>
                      <a:pt x="188" y="792"/>
                      <a:pt x="368" y="1589"/>
                      <a:pt x="554" y="2381"/>
                    </a:cubicBezTo>
                    <a:cubicBezTo>
                      <a:pt x="583" y="2501"/>
                      <a:pt x="677" y="2617"/>
                      <a:pt x="828" y="2710"/>
                    </a:cubicBezTo>
                    <a:cubicBezTo>
                      <a:pt x="1223" y="2948"/>
                      <a:pt x="1870" y="2955"/>
                      <a:pt x="2272" y="2726"/>
                    </a:cubicBezTo>
                    <a:cubicBezTo>
                      <a:pt x="2286" y="2717"/>
                      <a:pt x="2295" y="2710"/>
                      <a:pt x="2308" y="2703"/>
                    </a:cubicBezTo>
                    <a:cubicBezTo>
                      <a:pt x="2338" y="2690"/>
                      <a:pt x="2365" y="2667"/>
                      <a:pt x="2388" y="2653"/>
                    </a:cubicBezTo>
                    <a:cubicBezTo>
                      <a:pt x="2395" y="2646"/>
                      <a:pt x="2402" y="2640"/>
                      <a:pt x="2409" y="2640"/>
                    </a:cubicBezTo>
                    <a:cubicBezTo>
                      <a:pt x="2409" y="2631"/>
                      <a:pt x="2415" y="2631"/>
                      <a:pt x="2415" y="2624"/>
                    </a:cubicBezTo>
                    <a:cubicBezTo>
                      <a:pt x="2424" y="2617"/>
                      <a:pt x="2431" y="2610"/>
                      <a:pt x="2438" y="2603"/>
                    </a:cubicBezTo>
                    <a:cubicBezTo>
                      <a:pt x="2474" y="2574"/>
                      <a:pt x="2495" y="2545"/>
                      <a:pt x="2517" y="2517"/>
                    </a:cubicBezTo>
                    <a:cubicBezTo>
                      <a:pt x="2524" y="2510"/>
                      <a:pt x="2524" y="2501"/>
                      <a:pt x="2531" y="2495"/>
                    </a:cubicBezTo>
                    <a:cubicBezTo>
                      <a:pt x="2538" y="2488"/>
                      <a:pt x="2538" y="2481"/>
                      <a:pt x="2545" y="2467"/>
                    </a:cubicBezTo>
                    <a:cubicBezTo>
                      <a:pt x="2545" y="2467"/>
                      <a:pt x="2553" y="2458"/>
                      <a:pt x="2553" y="2451"/>
                    </a:cubicBezTo>
                    <a:cubicBezTo>
                      <a:pt x="2560" y="2438"/>
                      <a:pt x="2567" y="2424"/>
                      <a:pt x="2567" y="2408"/>
                    </a:cubicBezTo>
                    <a:cubicBezTo>
                      <a:pt x="2574" y="2401"/>
                      <a:pt x="2574" y="2401"/>
                      <a:pt x="2574" y="2395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41">
                <a:extLst>
                  <a:ext uri="{FF2B5EF4-FFF2-40B4-BE49-F238E27FC236}">
                    <a16:creationId xmlns:a16="http://schemas.microsoft.com/office/drawing/2014/main" id="{5FB963EE-AFA2-2A64-C304-D9DF081A8EDE}"/>
                  </a:ext>
                </a:extLst>
              </p:cNvPr>
              <p:cNvSpPr/>
              <p:nvPr/>
            </p:nvSpPr>
            <p:spPr>
              <a:xfrm>
                <a:off x="3197572" y="3509562"/>
                <a:ext cx="19259" cy="8512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800" extrusionOk="0">
                    <a:moveTo>
                      <a:pt x="180" y="0"/>
                    </a:moveTo>
                    <a:lnTo>
                      <a:pt x="90" y="400"/>
                    </a:lnTo>
                    <a:lnTo>
                      <a:pt x="90" y="400"/>
                    </a:lnTo>
                    <a:cubicBezTo>
                      <a:pt x="121" y="266"/>
                      <a:pt x="152" y="133"/>
                      <a:pt x="180" y="0"/>
                    </a:cubicBezTo>
                    <a:close/>
                    <a:moveTo>
                      <a:pt x="90" y="400"/>
                    </a:moveTo>
                    <a:cubicBezTo>
                      <a:pt x="60" y="533"/>
                      <a:pt x="29" y="666"/>
                      <a:pt x="1" y="799"/>
                    </a:cubicBezTo>
                    <a:lnTo>
                      <a:pt x="90" y="40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41">
                <a:extLst>
                  <a:ext uri="{FF2B5EF4-FFF2-40B4-BE49-F238E27FC236}">
                    <a16:creationId xmlns:a16="http://schemas.microsoft.com/office/drawing/2014/main" id="{39C4F247-F0E5-819D-C6C9-693FDACC1175}"/>
                  </a:ext>
                </a:extLst>
              </p:cNvPr>
              <p:cNvSpPr/>
              <p:nvPr/>
            </p:nvSpPr>
            <p:spPr>
              <a:xfrm>
                <a:off x="3197572" y="3509562"/>
                <a:ext cx="19259" cy="85122"/>
              </a:xfrm>
              <a:custGeom>
                <a:avLst/>
                <a:gdLst/>
                <a:ahLst/>
                <a:cxnLst/>
                <a:rect l="l" t="t" r="r" b="b"/>
                <a:pathLst>
                  <a:path w="181" h="800" fill="none" extrusionOk="0">
                    <a:moveTo>
                      <a:pt x="180" y="0"/>
                    </a:moveTo>
                    <a:cubicBezTo>
                      <a:pt x="123" y="266"/>
                      <a:pt x="58" y="533"/>
                      <a:pt x="1" y="79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41">
                <a:extLst>
                  <a:ext uri="{FF2B5EF4-FFF2-40B4-BE49-F238E27FC236}">
                    <a16:creationId xmlns:a16="http://schemas.microsoft.com/office/drawing/2014/main" id="{C0DF4750-4A3B-D94D-ECF8-13AC170BE5D0}"/>
                  </a:ext>
                </a:extLst>
              </p:cNvPr>
              <p:cNvSpPr/>
              <p:nvPr/>
            </p:nvSpPr>
            <p:spPr>
              <a:xfrm>
                <a:off x="3229706" y="3395604"/>
                <a:ext cx="13088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18" extrusionOk="0">
                    <a:moveTo>
                      <a:pt x="123" y="0"/>
                    </a:moveTo>
                    <a:cubicBezTo>
                      <a:pt x="107" y="66"/>
                      <a:pt x="91" y="132"/>
                      <a:pt x="76" y="198"/>
                    </a:cubicBezTo>
                    <a:lnTo>
                      <a:pt x="76" y="198"/>
                    </a:lnTo>
                    <a:lnTo>
                      <a:pt x="123" y="0"/>
                    </a:lnTo>
                    <a:close/>
                    <a:moveTo>
                      <a:pt x="76" y="198"/>
                    </a:moveTo>
                    <a:lnTo>
                      <a:pt x="1" y="518"/>
                    </a:lnTo>
                    <a:lnTo>
                      <a:pt x="7" y="518"/>
                    </a:lnTo>
                    <a:cubicBezTo>
                      <a:pt x="30" y="411"/>
                      <a:pt x="52" y="304"/>
                      <a:pt x="76" y="19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1">
                <a:extLst>
                  <a:ext uri="{FF2B5EF4-FFF2-40B4-BE49-F238E27FC236}">
                    <a16:creationId xmlns:a16="http://schemas.microsoft.com/office/drawing/2014/main" id="{F2239994-680B-2421-D4E1-7FCAE6F04D5B}"/>
                  </a:ext>
                </a:extLst>
              </p:cNvPr>
              <p:cNvSpPr/>
              <p:nvPr/>
            </p:nvSpPr>
            <p:spPr>
              <a:xfrm>
                <a:off x="3229706" y="3395604"/>
                <a:ext cx="13088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18" fill="none" extrusionOk="0">
                    <a:moveTo>
                      <a:pt x="123" y="0"/>
                    </a:moveTo>
                    <a:cubicBezTo>
                      <a:pt x="80" y="173"/>
                      <a:pt x="44" y="345"/>
                      <a:pt x="7" y="518"/>
                    </a:cubicBezTo>
                    <a:lnTo>
                      <a:pt x="1" y="51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41">
                <a:extLst>
                  <a:ext uri="{FF2B5EF4-FFF2-40B4-BE49-F238E27FC236}">
                    <a16:creationId xmlns:a16="http://schemas.microsoft.com/office/drawing/2014/main" id="{5FC49AFB-E636-F26F-39B8-EE5740C2CF5F}"/>
                  </a:ext>
                </a:extLst>
              </p:cNvPr>
              <p:cNvSpPr/>
              <p:nvPr/>
            </p:nvSpPr>
            <p:spPr>
              <a:xfrm>
                <a:off x="2903899" y="3284412"/>
                <a:ext cx="345702" cy="194185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1825" extrusionOk="0">
                    <a:moveTo>
                      <a:pt x="1632" y="151"/>
                    </a:moveTo>
                    <a:cubicBezTo>
                      <a:pt x="1977" y="151"/>
                      <a:pt x="2318" y="231"/>
                      <a:pt x="2574" y="384"/>
                    </a:cubicBezTo>
                    <a:cubicBezTo>
                      <a:pt x="2990" y="636"/>
                      <a:pt x="3049" y="1011"/>
                      <a:pt x="2761" y="1297"/>
                    </a:cubicBezTo>
                    <a:cubicBezTo>
                      <a:pt x="2747" y="1304"/>
                      <a:pt x="2731" y="1319"/>
                      <a:pt x="2717" y="1326"/>
                    </a:cubicBezTo>
                    <a:cubicBezTo>
                      <a:pt x="2695" y="1356"/>
                      <a:pt x="2667" y="1376"/>
                      <a:pt x="2631" y="1399"/>
                    </a:cubicBezTo>
                    <a:cubicBezTo>
                      <a:pt x="2624" y="1406"/>
                      <a:pt x="2609" y="1413"/>
                      <a:pt x="2602" y="1419"/>
                    </a:cubicBezTo>
                    <a:cubicBezTo>
                      <a:pt x="2595" y="1419"/>
                      <a:pt x="2588" y="1426"/>
                      <a:pt x="2581" y="1426"/>
                    </a:cubicBezTo>
                    <a:cubicBezTo>
                      <a:pt x="2566" y="1442"/>
                      <a:pt x="2552" y="1449"/>
                      <a:pt x="2531" y="1456"/>
                    </a:cubicBezTo>
                    <a:cubicBezTo>
                      <a:pt x="2307" y="1585"/>
                      <a:pt x="2027" y="1658"/>
                      <a:pt x="1739" y="1671"/>
                    </a:cubicBezTo>
                    <a:cubicBezTo>
                      <a:pt x="1699" y="1673"/>
                      <a:pt x="1659" y="1675"/>
                      <a:pt x="1618" y="1675"/>
                    </a:cubicBezTo>
                    <a:cubicBezTo>
                      <a:pt x="1276" y="1675"/>
                      <a:pt x="933" y="1596"/>
                      <a:pt x="677" y="1442"/>
                    </a:cubicBezTo>
                    <a:cubicBezTo>
                      <a:pt x="611" y="1399"/>
                      <a:pt x="554" y="1356"/>
                      <a:pt x="504" y="1304"/>
                    </a:cubicBezTo>
                    <a:cubicBezTo>
                      <a:pt x="496" y="1304"/>
                      <a:pt x="489" y="1297"/>
                      <a:pt x="482" y="1290"/>
                    </a:cubicBezTo>
                    <a:cubicBezTo>
                      <a:pt x="475" y="1276"/>
                      <a:pt x="461" y="1269"/>
                      <a:pt x="452" y="1254"/>
                    </a:cubicBezTo>
                    <a:cubicBezTo>
                      <a:pt x="439" y="1247"/>
                      <a:pt x="432" y="1233"/>
                      <a:pt x="425" y="1226"/>
                    </a:cubicBezTo>
                    <a:cubicBezTo>
                      <a:pt x="418" y="1211"/>
                      <a:pt x="409" y="1204"/>
                      <a:pt x="402" y="1190"/>
                    </a:cubicBezTo>
                    <a:cubicBezTo>
                      <a:pt x="216" y="909"/>
                      <a:pt x="323" y="586"/>
                      <a:pt x="720" y="364"/>
                    </a:cubicBezTo>
                    <a:cubicBezTo>
                      <a:pt x="942" y="241"/>
                      <a:pt x="1222" y="169"/>
                      <a:pt x="1503" y="155"/>
                    </a:cubicBezTo>
                    <a:cubicBezTo>
                      <a:pt x="1546" y="152"/>
                      <a:pt x="1589" y="151"/>
                      <a:pt x="1632" y="151"/>
                    </a:cubicBezTo>
                    <a:close/>
                    <a:moveTo>
                      <a:pt x="1627" y="0"/>
                    </a:moveTo>
                    <a:cubicBezTo>
                      <a:pt x="1585" y="0"/>
                      <a:pt x="1544" y="1"/>
                      <a:pt x="1503" y="3"/>
                    </a:cubicBezTo>
                    <a:cubicBezTo>
                      <a:pt x="1151" y="19"/>
                      <a:pt x="806" y="105"/>
                      <a:pt x="532" y="255"/>
                    </a:cubicBezTo>
                    <a:cubicBezTo>
                      <a:pt x="159" y="464"/>
                      <a:pt x="0" y="759"/>
                      <a:pt x="64" y="1038"/>
                    </a:cubicBezTo>
                    <a:lnTo>
                      <a:pt x="64" y="1045"/>
                    </a:lnTo>
                    <a:cubicBezTo>
                      <a:pt x="107" y="1226"/>
                      <a:pt x="252" y="1406"/>
                      <a:pt x="489" y="1549"/>
                    </a:cubicBezTo>
                    <a:cubicBezTo>
                      <a:pt x="794" y="1731"/>
                      <a:pt x="1205" y="1825"/>
                      <a:pt x="1614" y="1825"/>
                    </a:cubicBezTo>
                    <a:cubicBezTo>
                      <a:pt x="1658" y="1825"/>
                      <a:pt x="1702" y="1824"/>
                      <a:pt x="1746" y="1821"/>
                    </a:cubicBezTo>
                    <a:cubicBezTo>
                      <a:pt x="2100" y="1808"/>
                      <a:pt x="2445" y="1721"/>
                      <a:pt x="2717" y="1571"/>
                    </a:cubicBezTo>
                    <a:cubicBezTo>
                      <a:pt x="2976" y="1426"/>
                      <a:pt x="3135" y="1240"/>
                      <a:pt x="3185" y="1045"/>
                    </a:cubicBezTo>
                    <a:lnTo>
                      <a:pt x="3185" y="1031"/>
                    </a:lnTo>
                    <a:cubicBezTo>
                      <a:pt x="3249" y="766"/>
                      <a:pt x="3106" y="484"/>
                      <a:pt x="2761" y="277"/>
                    </a:cubicBezTo>
                    <a:cubicBezTo>
                      <a:pt x="2453" y="94"/>
                      <a:pt x="2039" y="0"/>
                      <a:pt x="1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41">
                <a:extLst>
                  <a:ext uri="{FF2B5EF4-FFF2-40B4-BE49-F238E27FC236}">
                    <a16:creationId xmlns:a16="http://schemas.microsoft.com/office/drawing/2014/main" id="{7185E29C-B8C4-340A-1BBA-BAD4957F142A}"/>
                  </a:ext>
                </a:extLst>
              </p:cNvPr>
              <p:cNvSpPr/>
              <p:nvPr/>
            </p:nvSpPr>
            <p:spPr>
              <a:xfrm>
                <a:off x="2946673" y="3358682"/>
                <a:ext cx="260154" cy="103955"/>
              </a:xfrm>
              <a:custGeom>
                <a:avLst/>
                <a:gdLst/>
                <a:ahLst/>
                <a:cxnLst/>
                <a:rect l="l" t="t" r="r" b="b"/>
                <a:pathLst>
                  <a:path w="2445" h="977" extrusionOk="0">
                    <a:moveTo>
                      <a:pt x="1194" y="0"/>
                    </a:moveTo>
                    <a:cubicBezTo>
                      <a:pt x="1163" y="0"/>
                      <a:pt x="1132" y="1"/>
                      <a:pt x="1101" y="2"/>
                    </a:cubicBezTo>
                    <a:cubicBezTo>
                      <a:pt x="820" y="24"/>
                      <a:pt x="540" y="88"/>
                      <a:pt x="318" y="218"/>
                    </a:cubicBezTo>
                    <a:cubicBezTo>
                      <a:pt x="173" y="297"/>
                      <a:pt x="66" y="390"/>
                      <a:pt x="0" y="492"/>
                    </a:cubicBezTo>
                    <a:cubicBezTo>
                      <a:pt x="7" y="506"/>
                      <a:pt x="16" y="513"/>
                      <a:pt x="23" y="528"/>
                    </a:cubicBezTo>
                    <a:cubicBezTo>
                      <a:pt x="30" y="535"/>
                      <a:pt x="44" y="549"/>
                      <a:pt x="50" y="556"/>
                    </a:cubicBezTo>
                    <a:cubicBezTo>
                      <a:pt x="59" y="571"/>
                      <a:pt x="73" y="578"/>
                      <a:pt x="80" y="592"/>
                    </a:cubicBezTo>
                    <a:cubicBezTo>
                      <a:pt x="87" y="599"/>
                      <a:pt x="94" y="606"/>
                      <a:pt x="102" y="606"/>
                    </a:cubicBezTo>
                    <a:cubicBezTo>
                      <a:pt x="152" y="658"/>
                      <a:pt x="209" y="701"/>
                      <a:pt x="275" y="744"/>
                    </a:cubicBezTo>
                    <a:cubicBezTo>
                      <a:pt x="531" y="898"/>
                      <a:pt x="874" y="977"/>
                      <a:pt x="1216" y="977"/>
                    </a:cubicBezTo>
                    <a:cubicBezTo>
                      <a:pt x="1257" y="977"/>
                      <a:pt x="1297" y="975"/>
                      <a:pt x="1337" y="973"/>
                    </a:cubicBezTo>
                    <a:cubicBezTo>
                      <a:pt x="1625" y="960"/>
                      <a:pt x="1905" y="887"/>
                      <a:pt x="2129" y="758"/>
                    </a:cubicBezTo>
                    <a:cubicBezTo>
                      <a:pt x="2150" y="751"/>
                      <a:pt x="2164" y="744"/>
                      <a:pt x="2179" y="728"/>
                    </a:cubicBezTo>
                    <a:cubicBezTo>
                      <a:pt x="2186" y="728"/>
                      <a:pt x="2193" y="721"/>
                      <a:pt x="2200" y="721"/>
                    </a:cubicBezTo>
                    <a:cubicBezTo>
                      <a:pt x="2207" y="715"/>
                      <a:pt x="2222" y="708"/>
                      <a:pt x="2229" y="701"/>
                    </a:cubicBezTo>
                    <a:cubicBezTo>
                      <a:pt x="2265" y="678"/>
                      <a:pt x="2293" y="658"/>
                      <a:pt x="2315" y="628"/>
                    </a:cubicBezTo>
                    <a:cubicBezTo>
                      <a:pt x="2329" y="621"/>
                      <a:pt x="2345" y="606"/>
                      <a:pt x="2359" y="599"/>
                    </a:cubicBezTo>
                    <a:cubicBezTo>
                      <a:pt x="2388" y="563"/>
                      <a:pt x="2422" y="520"/>
                      <a:pt x="2445" y="485"/>
                    </a:cubicBezTo>
                    <a:cubicBezTo>
                      <a:pt x="2388" y="390"/>
                      <a:pt x="2293" y="313"/>
                      <a:pt x="2172" y="233"/>
                    </a:cubicBezTo>
                    <a:cubicBezTo>
                      <a:pt x="1907" y="74"/>
                      <a:pt x="1551" y="0"/>
                      <a:pt x="11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41">
                <a:extLst>
                  <a:ext uri="{FF2B5EF4-FFF2-40B4-BE49-F238E27FC236}">
                    <a16:creationId xmlns:a16="http://schemas.microsoft.com/office/drawing/2014/main" id="{8EE0196F-294E-F36B-7D18-058F27B6FCAC}"/>
                  </a:ext>
                </a:extLst>
              </p:cNvPr>
              <p:cNvSpPr/>
              <p:nvPr/>
            </p:nvSpPr>
            <p:spPr>
              <a:xfrm>
                <a:off x="2926882" y="3300479"/>
                <a:ext cx="301438" cy="121937"/>
              </a:xfrm>
              <a:custGeom>
                <a:avLst/>
                <a:gdLst/>
                <a:ahLst/>
                <a:cxnLst/>
                <a:rect l="l" t="t" r="r" b="b"/>
                <a:pathLst>
                  <a:path w="2833" h="1146" extrusionOk="0">
                    <a:moveTo>
                      <a:pt x="1416" y="0"/>
                    </a:moveTo>
                    <a:cubicBezTo>
                      <a:pt x="1373" y="0"/>
                      <a:pt x="1330" y="1"/>
                      <a:pt x="1287" y="4"/>
                    </a:cubicBezTo>
                    <a:cubicBezTo>
                      <a:pt x="1006" y="18"/>
                      <a:pt x="726" y="90"/>
                      <a:pt x="504" y="213"/>
                    </a:cubicBezTo>
                    <a:cubicBezTo>
                      <a:pt x="107" y="435"/>
                      <a:pt x="0" y="758"/>
                      <a:pt x="186" y="1039"/>
                    </a:cubicBezTo>
                    <a:cubicBezTo>
                      <a:pt x="252" y="937"/>
                      <a:pt x="359" y="844"/>
                      <a:pt x="504" y="765"/>
                    </a:cubicBezTo>
                    <a:cubicBezTo>
                      <a:pt x="726" y="635"/>
                      <a:pt x="1006" y="571"/>
                      <a:pt x="1287" y="549"/>
                    </a:cubicBezTo>
                    <a:cubicBezTo>
                      <a:pt x="1318" y="548"/>
                      <a:pt x="1349" y="547"/>
                      <a:pt x="1380" y="547"/>
                    </a:cubicBezTo>
                    <a:cubicBezTo>
                      <a:pt x="1737" y="547"/>
                      <a:pt x="2093" y="621"/>
                      <a:pt x="2358" y="780"/>
                    </a:cubicBezTo>
                    <a:cubicBezTo>
                      <a:pt x="2479" y="860"/>
                      <a:pt x="2574" y="937"/>
                      <a:pt x="2631" y="1032"/>
                    </a:cubicBezTo>
                    <a:cubicBezTo>
                      <a:pt x="2608" y="1067"/>
                      <a:pt x="2574" y="1110"/>
                      <a:pt x="2545" y="1146"/>
                    </a:cubicBezTo>
                    <a:cubicBezTo>
                      <a:pt x="2833" y="860"/>
                      <a:pt x="2774" y="485"/>
                      <a:pt x="2358" y="233"/>
                    </a:cubicBezTo>
                    <a:cubicBezTo>
                      <a:pt x="2102" y="80"/>
                      <a:pt x="1761" y="0"/>
                      <a:pt x="14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41">
                <a:extLst>
                  <a:ext uri="{FF2B5EF4-FFF2-40B4-BE49-F238E27FC236}">
                    <a16:creationId xmlns:a16="http://schemas.microsoft.com/office/drawing/2014/main" id="{F390FCEF-3036-0198-E2D8-9735F0724129}"/>
                  </a:ext>
                </a:extLst>
              </p:cNvPr>
              <p:cNvSpPr/>
              <p:nvPr/>
            </p:nvSpPr>
            <p:spPr>
              <a:xfrm>
                <a:off x="3176824" y="3646503"/>
                <a:ext cx="8619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81" h="37" extrusionOk="0">
                    <a:moveTo>
                      <a:pt x="1" y="0"/>
                    </a:moveTo>
                    <a:cubicBezTo>
                      <a:pt x="23" y="14"/>
                      <a:pt x="52" y="23"/>
                      <a:pt x="73" y="37"/>
                    </a:cubicBezTo>
                    <a:cubicBezTo>
                      <a:pt x="73" y="30"/>
                      <a:pt x="80" y="30"/>
                      <a:pt x="80" y="23"/>
                    </a:cubicBezTo>
                    <a:cubicBezTo>
                      <a:pt x="66" y="23"/>
                      <a:pt x="52" y="14"/>
                      <a:pt x="44" y="14"/>
                    </a:cubicBezTo>
                    <a:cubicBezTo>
                      <a:pt x="30" y="7"/>
                      <a:pt x="16" y="7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41">
                <a:extLst>
                  <a:ext uri="{FF2B5EF4-FFF2-40B4-BE49-F238E27FC236}">
                    <a16:creationId xmlns:a16="http://schemas.microsoft.com/office/drawing/2014/main" id="{4C12FAFC-A441-8DD0-E62D-5CC6D7955E5D}"/>
                  </a:ext>
                </a:extLst>
              </p:cNvPr>
              <p:cNvSpPr/>
              <p:nvPr/>
            </p:nvSpPr>
            <p:spPr>
              <a:xfrm>
                <a:off x="3219066" y="3443805"/>
                <a:ext cx="32985" cy="19259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81" extrusionOk="0">
                    <a:moveTo>
                      <a:pt x="0" y="1"/>
                    </a:moveTo>
                    <a:lnTo>
                      <a:pt x="101" y="65"/>
                    </a:lnTo>
                    <a:lnTo>
                      <a:pt x="244" y="144"/>
                    </a:lnTo>
                    <a:lnTo>
                      <a:pt x="309" y="180"/>
                    </a:lnTo>
                    <a:lnTo>
                      <a:pt x="121" y="73"/>
                    </a:lnTo>
                    <a:lnTo>
                      <a:pt x="107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41">
                <a:extLst>
                  <a:ext uri="{FF2B5EF4-FFF2-40B4-BE49-F238E27FC236}">
                    <a16:creationId xmlns:a16="http://schemas.microsoft.com/office/drawing/2014/main" id="{0383570F-4399-6BE2-F02D-B874CB68E0FC}"/>
                  </a:ext>
                </a:extLst>
              </p:cNvPr>
              <p:cNvSpPr/>
              <p:nvPr/>
            </p:nvSpPr>
            <p:spPr>
              <a:xfrm>
                <a:off x="3166928" y="3593833"/>
                <a:ext cx="35326" cy="2553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40" extrusionOk="0">
                    <a:moveTo>
                      <a:pt x="282" y="0"/>
                    </a:moveTo>
                    <a:lnTo>
                      <a:pt x="1" y="164"/>
                    </a:lnTo>
                    <a:cubicBezTo>
                      <a:pt x="97" y="219"/>
                      <a:pt x="159" y="239"/>
                      <a:pt x="196" y="239"/>
                    </a:cubicBezTo>
                    <a:cubicBezTo>
                      <a:pt x="217" y="239"/>
                      <a:pt x="230" y="233"/>
                      <a:pt x="239" y="223"/>
                    </a:cubicBezTo>
                    <a:cubicBezTo>
                      <a:pt x="259" y="187"/>
                      <a:pt x="289" y="114"/>
                      <a:pt x="332" y="28"/>
                    </a:cubicBezTo>
                    <a:cubicBezTo>
                      <a:pt x="309" y="21"/>
                      <a:pt x="309" y="21"/>
                      <a:pt x="302" y="14"/>
                    </a:cubicBezTo>
                    <a:lnTo>
                      <a:pt x="296" y="14"/>
                    </a:lnTo>
                    <a:cubicBezTo>
                      <a:pt x="296" y="7"/>
                      <a:pt x="289" y="7"/>
                      <a:pt x="289" y="7"/>
                    </a:cubicBezTo>
                    <a:cubicBezTo>
                      <a:pt x="282" y="7"/>
                      <a:pt x="282" y="7"/>
                      <a:pt x="2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41">
                <a:extLst>
                  <a:ext uri="{FF2B5EF4-FFF2-40B4-BE49-F238E27FC236}">
                    <a16:creationId xmlns:a16="http://schemas.microsoft.com/office/drawing/2014/main" id="{962C1AAF-A289-E3CD-D250-2966F96B969E}"/>
                  </a:ext>
                </a:extLst>
              </p:cNvPr>
              <p:cNvSpPr/>
              <p:nvPr/>
            </p:nvSpPr>
            <p:spPr>
              <a:xfrm>
                <a:off x="3166183" y="3521160"/>
                <a:ext cx="65863" cy="112361"/>
              </a:xfrm>
              <a:custGeom>
                <a:avLst/>
                <a:gdLst/>
                <a:ahLst/>
                <a:cxnLst/>
                <a:rect l="l" t="t" r="r" b="b"/>
                <a:pathLst>
                  <a:path w="619" h="1056" extrusionOk="0">
                    <a:moveTo>
                      <a:pt x="554" y="0"/>
                    </a:moveTo>
                    <a:cubicBezTo>
                      <a:pt x="554" y="7"/>
                      <a:pt x="561" y="43"/>
                      <a:pt x="561" y="86"/>
                    </a:cubicBezTo>
                    <a:cubicBezTo>
                      <a:pt x="541" y="216"/>
                      <a:pt x="425" y="511"/>
                      <a:pt x="339" y="711"/>
                    </a:cubicBezTo>
                    <a:cubicBezTo>
                      <a:pt x="296" y="797"/>
                      <a:pt x="266" y="870"/>
                      <a:pt x="246" y="906"/>
                    </a:cubicBezTo>
                    <a:cubicBezTo>
                      <a:pt x="237" y="916"/>
                      <a:pt x="224" y="922"/>
                      <a:pt x="203" y="922"/>
                    </a:cubicBezTo>
                    <a:cubicBezTo>
                      <a:pt x="166" y="922"/>
                      <a:pt x="104" y="902"/>
                      <a:pt x="8" y="847"/>
                    </a:cubicBezTo>
                    <a:lnTo>
                      <a:pt x="1" y="992"/>
                    </a:lnTo>
                    <a:cubicBezTo>
                      <a:pt x="73" y="1028"/>
                      <a:pt x="152" y="1056"/>
                      <a:pt x="209" y="1056"/>
                    </a:cubicBezTo>
                    <a:cubicBezTo>
                      <a:pt x="246" y="1056"/>
                      <a:pt x="273" y="1042"/>
                      <a:pt x="289" y="1020"/>
                    </a:cubicBezTo>
                    <a:cubicBezTo>
                      <a:pt x="346" y="906"/>
                      <a:pt x="575" y="388"/>
                      <a:pt x="604" y="186"/>
                    </a:cubicBezTo>
                    <a:cubicBezTo>
                      <a:pt x="618" y="114"/>
                      <a:pt x="618" y="107"/>
                      <a:pt x="561" y="14"/>
                    </a:cubicBezTo>
                    <a:cubicBezTo>
                      <a:pt x="561" y="7"/>
                      <a:pt x="561" y="7"/>
                      <a:pt x="5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41">
                <a:extLst>
                  <a:ext uri="{FF2B5EF4-FFF2-40B4-BE49-F238E27FC236}">
                    <a16:creationId xmlns:a16="http://schemas.microsoft.com/office/drawing/2014/main" id="{1CC61DF4-C1F4-BB19-4D2D-F1D4F3C85A95}"/>
                  </a:ext>
                </a:extLst>
              </p:cNvPr>
              <p:cNvSpPr/>
              <p:nvPr/>
            </p:nvSpPr>
            <p:spPr>
              <a:xfrm>
                <a:off x="3225131" y="3521160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41">
                <a:extLst>
                  <a:ext uri="{FF2B5EF4-FFF2-40B4-BE49-F238E27FC236}">
                    <a16:creationId xmlns:a16="http://schemas.microsoft.com/office/drawing/2014/main" id="{5EB1E395-5A4B-B85D-85C6-4B9FD676FF97}"/>
                  </a:ext>
                </a:extLst>
              </p:cNvPr>
              <p:cNvSpPr/>
              <p:nvPr/>
            </p:nvSpPr>
            <p:spPr>
              <a:xfrm>
                <a:off x="3225131" y="3521160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41">
                <a:extLst>
                  <a:ext uri="{FF2B5EF4-FFF2-40B4-BE49-F238E27FC236}">
                    <a16:creationId xmlns:a16="http://schemas.microsoft.com/office/drawing/2014/main" id="{FC43D865-2005-5668-ECF2-A487C03D65C8}"/>
                  </a:ext>
                </a:extLst>
              </p:cNvPr>
              <p:cNvSpPr/>
              <p:nvPr/>
            </p:nvSpPr>
            <p:spPr>
              <a:xfrm>
                <a:off x="3166183" y="3476683"/>
                <a:ext cx="77355" cy="17375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1633" extrusionOk="0">
                    <a:moveTo>
                      <a:pt x="209" y="1"/>
                    </a:moveTo>
                    <a:lnTo>
                      <a:pt x="209" y="144"/>
                    </a:lnTo>
                    <a:lnTo>
                      <a:pt x="396" y="246"/>
                    </a:lnTo>
                    <a:cubicBezTo>
                      <a:pt x="418" y="259"/>
                      <a:pt x="446" y="282"/>
                      <a:pt x="475" y="309"/>
                    </a:cubicBezTo>
                    <a:cubicBezTo>
                      <a:pt x="504" y="339"/>
                      <a:pt x="532" y="375"/>
                      <a:pt x="554" y="418"/>
                    </a:cubicBezTo>
                    <a:cubicBezTo>
                      <a:pt x="561" y="425"/>
                      <a:pt x="561" y="425"/>
                      <a:pt x="561" y="432"/>
                    </a:cubicBezTo>
                    <a:cubicBezTo>
                      <a:pt x="618" y="525"/>
                      <a:pt x="618" y="532"/>
                      <a:pt x="604" y="604"/>
                    </a:cubicBezTo>
                    <a:cubicBezTo>
                      <a:pt x="575" y="806"/>
                      <a:pt x="346" y="1324"/>
                      <a:pt x="289" y="1438"/>
                    </a:cubicBezTo>
                    <a:cubicBezTo>
                      <a:pt x="273" y="1460"/>
                      <a:pt x="246" y="1474"/>
                      <a:pt x="209" y="1474"/>
                    </a:cubicBezTo>
                    <a:cubicBezTo>
                      <a:pt x="152" y="1474"/>
                      <a:pt x="73" y="1446"/>
                      <a:pt x="1" y="1410"/>
                    </a:cubicBezTo>
                    <a:lnTo>
                      <a:pt x="1" y="1546"/>
                    </a:lnTo>
                    <a:cubicBezTo>
                      <a:pt x="30" y="1560"/>
                      <a:pt x="66" y="1583"/>
                      <a:pt x="101" y="1596"/>
                    </a:cubicBezTo>
                    <a:cubicBezTo>
                      <a:pt x="116" y="1603"/>
                      <a:pt x="130" y="1603"/>
                      <a:pt x="144" y="1610"/>
                    </a:cubicBezTo>
                    <a:cubicBezTo>
                      <a:pt x="152" y="1610"/>
                      <a:pt x="166" y="1619"/>
                      <a:pt x="180" y="1619"/>
                    </a:cubicBezTo>
                    <a:cubicBezTo>
                      <a:pt x="196" y="1626"/>
                      <a:pt x="209" y="1626"/>
                      <a:pt x="223" y="1633"/>
                    </a:cubicBezTo>
                    <a:lnTo>
                      <a:pt x="266" y="1633"/>
                    </a:lnTo>
                    <a:cubicBezTo>
                      <a:pt x="325" y="1633"/>
                      <a:pt x="375" y="1619"/>
                      <a:pt x="396" y="1567"/>
                    </a:cubicBezTo>
                    <a:cubicBezTo>
                      <a:pt x="439" y="1481"/>
                      <a:pt x="698" y="929"/>
                      <a:pt x="720" y="691"/>
                    </a:cubicBezTo>
                    <a:cubicBezTo>
                      <a:pt x="727" y="627"/>
                      <a:pt x="713" y="497"/>
                      <a:pt x="654" y="396"/>
                    </a:cubicBezTo>
                    <a:cubicBezTo>
                      <a:pt x="648" y="375"/>
                      <a:pt x="641" y="359"/>
                      <a:pt x="634" y="346"/>
                    </a:cubicBezTo>
                    <a:cubicBezTo>
                      <a:pt x="627" y="346"/>
                      <a:pt x="627" y="339"/>
                      <a:pt x="618" y="332"/>
                    </a:cubicBezTo>
                    <a:cubicBezTo>
                      <a:pt x="611" y="325"/>
                      <a:pt x="604" y="309"/>
                      <a:pt x="598" y="296"/>
                    </a:cubicBezTo>
                    <a:cubicBezTo>
                      <a:pt x="584" y="282"/>
                      <a:pt x="575" y="266"/>
                      <a:pt x="561" y="252"/>
                    </a:cubicBezTo>
                    <a:cubicBezTo>
                      <a:pt x="561" y="252"/>
                      <a:pt x="554" y="246"/>
                      <a:pt x="554" y="239"/>
                    </a:cubicBezTo>
                    <a:cubicBezTo>
                      <a:pt x="532" y="223"/>
                      <a:pt x="518" y="202"/>
                      <a:pt x="504" y="187"/>
                    </a:cubicBezTo>
                    <a:cubicBezTo>
                      <a:pt x="461" y="152"/>
                      <a:pt x="425" y="123"/>
                      <a:pt x="396" y="109"/>
                    </a:cubicBezTo>
                    <a:lnTo>
                      <a:pt x="20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41">
                <a:extLst>
                  <a:ext uri="{FF2B5EF4-FFF2-40B4-BE49-F238E27FC236}">
                    <a16:creationId xmlns:a16="http://schemas.microsoft.com/office/drawing/2014/main" id="{F929E7D3-4FF9-79FB-56E6-9FD9819BBB3C}"/>
                  </a:ext>
                </a:extLst>
              </p:cNvPr>
              <p:cNvSpPr/>
              <p:nvPr/>
            </p:nvSpPr>
            <p:spPr>
              <a:xfrm>
                <a:off x="3189166" y="3443805"/>
                <a:ext cx="98848" cy="208868"/>
              </a:xfrm>
              <a:custGeom>
                <a:avLst/>
                <a:gdLst/>
                <a:ahLst/>
                <a:cxnLst/>
                <a:rect l="l" t="t" r="r" b="b"/>
                <a:pathLst>
                  <a:path w="929" h="1963" extrusionOk="0">
                    <a:moveTo>
                      <a:pt x="281" y="1"/>
                    </a:moveTo>
                    <a:lnTo>
                      <a:pt x="0" y="166"/>
                    </a:lnTo>
                    <a:lnTo>
                      <a:pt x="245" y="310"/>
                    </a:lnTo>
                    <a:cubicBezTo>
                      <a:pt x="266" y="323"/>
                      <a:pt x="295" y="339"/>
                      <a:pt x="316" y="360"/>
                    </a:cubicBezTo>
                    <a:cubicBezTo>
                      <a:pt x="325" y="367"/>
                      <a:pt x="331" y="367"/>
                      <a:pt x="338" y="375"/>
                    </a:cubicBezTo>
                    <a:lnTo>
                      <a:pt x="345" y="382"/>
                    </a:lnTo>
                    <a:cubicBezTo>
                      <a:pt x="359" y="396"/>
                      <a:pt x="368" y="403"/>
                      <a:pt x="375" y="410"/>
                    </a:cubicBezTo>
                    <a:cubicBezTo>
                      <a:pt x="411" y="439"/>
                      <a:pt x="438" y="475"/>
                      <a:pt x="475" y="518"/>
                    </a:cubicBezTo>
                    <a:cubicBezTo>
                      <a:pt x="482" y="532"/>
                      <a:pt x="488" y="539"/>
                      <a:pt x="497" y="555"/>
                    </a:cubicBezTo>
                    <a:cubicBezTo>
                      <a:pt x="504" y="568"/>
                      <a:pt x="511" y="575"/>
                      <a:pt x="518" y="591"/>
                    </a:cubicBezTo>
                    <a:cubicBezTo>
                      <a:pt x="525" y="598"/>
                      <a:pt x="525" y="605"/>
                      <a:pt x="532" y="611"/>
                    </a:cubicBezTo>
                    <a:cubicBezTo>
                      <a:pt x="540" y="625"/>
                      <a:pt x="547" y="634"/>
                      <a:pt x="554" y="648"/>
                    </a:cubicBezTo>
                    <a:cubicBezTo>
                      <a:pt x="618" y="770"/>
                      <a:pt x="647" y="900"/>
                      <a:pt x="633" y="1007"/>
                    </a:cubicBezTo>
                    <a:cubicBezTo>
                      <a:pt x="604" y="1251"/>
                      <a:pt x="345" y="1819"/>
                      <a:pt x="302" y="1898"/>
                    </a:cubicBezTo>
                    <a:cubicBezTo>
                      <a:pt x="288" y="1928"/>
                      <a:pt x="266" y="1948"/>
                      <a:pt x="245" y="1962"/>
                    </a:cubicBezTo>
                    <a:lnTo>
                      <a:pt x="525" y="1798"/>
                    </a:lnTo>
                    <a:cubicBezTo>
                      <a:pt x="547" y="1783"/>
                      <a:pt x="568" y="1762"/>
                      <a:pt x="583" y="1733"/>
                    </a:cubicBezTo>
                    <a:cubicBezTo>
                      <a:pt x="626" y="1653"/>
                      <a:pt x="877" y="1093"/>
                      <a:pt x="913" y="850"/>
                    </a:cubicBezTo>
                    <a:cubicBezTo>
                      <a:pt x="928" y="734"/>
                      <a:pt x="899" y="611"/>
                      <a:pt x="833" y="482"/>
                    </a:cubicBezTo>
                    <a:cubicBezTo>
                      <a:pt x="740" y="316"/>
                      <a:pt x="611" y="194"/>
                      <a:pt x="525" y="144"/>
                    </a:cubicBezTo>
                    <a:lnTo>
                      <a:pt x="382" y="65"/>
                    </a:lnTo>
                    <a:lnTo>
                      <a:pt x="28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41">
                <a:extLst>
                  <a:ext uri="{FF2B5EF4-FFF2-40B4-BE49-F238E27FC236}">
                    <a16:creationId xmlns:a16="http://schemas.microsoft.com/office/drawing/2014/main" id="{28248BBE-9D1E-3019-1A4F-D552386B43F1}"/>
                  </a:ext>
                </a:extLst>
              </p:cNvPr>
              <p:cNvSpPr/>
              <p:nvPr/>
            </p:nvSpPr>
            <p:spPr>
              <a:xfrm>
                <a:off x="3176824" y="3646503"/>
                <a:ext cx="7874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74" h="37" extrusionOk="0">
                    <a:moveTo>
                      <a:pt x="1" y="0"/>
                    </a:moveTo>
                    <a:cubicBezTo>
                      <a:pt x="10" y="6"/>
                      <a:pt x="21" y="11"/>
                      <a:pt x="32" y="16"/>
                    </a:cubicBezTo>
                    <a:lnTo>
                      <a:pt x="32" y="16"/>
                    </a:lnTo>
                    <a:lnTo>
                      <a:pt x="1" y="0"/>
                    </a:lnTo>
                    <a:close/>
                    <a:moveTo>
                      <a:pt x="32" y="16"/>
                    </a:moveTo>
                    <a:lnTo>
                      <a:pt x="73" y="37"/>
                    </a:lnTo>
                    <a:cubicBezTo>
                      <a:pt x="61" y="29"/>
                      <a:pt x="47" y="22"/>
                      <a:pt x="32" y="1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41">
                <a:extLst>
                  <a:ext uri="{FF2B5EF4-FFF2-40B4-BE49-F238E27FC236}">
                    <a16:creationId xmlns:a16="http://schemas.microsoft.com/office/drawing/2014/main" id="{70F40439-9EAA-0190-5004-3D4BF5F64E8D}"/>
                  </a:ext>
                </a:extLst>
              </p:cNvPr>
              <p:cNvSpPr/>
              <p:nvPr/>
            </p:nvSpPr>
            <p:spPr>
              <a:xfrm>
                <a:off x="3176824" y="3646503"/>
                <a:ext cx="7874" cy="3937"/>
              </a:xfrm>
              <a:custGeom>
                <a:avLst/>
                <a:gdLst/>
                <a:ahLst/>
                <a:cxnLst/>
                <a:rect l="l" t="t" r="r" b="b"/>
                <a:pathLst>
                  <a:path w="74" h="37" fill="none" extrusionOk="0">
                    <a:moveTo>
                      <a:pt x="73" y="37"/>
                    </a:moveTo>
                    <a:cubicBezTo>
                      <a:pt x="52" y="23"/>
                      <a:pt x="23" y="14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41">
                <a:extLst>
                  <a:ext uri="{FF2B5EF4-FFF2-40B4-BE49-F238E27FC236}">
                    <a16:creationId xmlns:a16="http://schemas.microsoft.com/office/drawing/2014/main" id="{C86FE7EE-6C36-5316-64D5-108D1B8FCB28}"/>
                  </a:ext>
                </a:extLst>
              </p:cNvPr>
              <p:cNvSpPr/>
              <p:nvPr/>
            </p:nvSpPr>
            <p:spPr>
              <a:xfrm>
                <a:off x="3184591" y="3461467"/>
                <a:ext cx="73524" cy="193227"/>
              </a:xfrm>
              <a:custGeom>
                <a:avLst/>
                <a:gdLst/>
                <a:ahLst/>
                <a:cxnLst/>
                <a:rect l="l" t="t" r="r" b="b"/>
                <a:pathLst>
                  <a:path w="691" h="1816" extrusionOk="0">
                    <a:moveTo>
                      <a:pt x="43" y="0"/>
                    </a:moveTo>
                    <a:lnTo>
                      <a:pt x="36" y="144"/>
                    </a:lnTo>
                    <a:lnTo>
                      <a:pt x="223" y="252"/>
                    </a:lnTo>
                    <a:cubicBezTo>
                      <a:pt x="252" y="266"/>
                      <a:pt x="288" y="295"/>
                      <a:pt x="331" y="330"/>
                    </a:cubicBezTo>
                    <a:cubicBezTo>
                      <a:pt x="345" y="345"/>
                      <a:pt x="359" y="366"/>
                      <a:pt x="381" y="382"/>
                    </a:cubicBezTo>
                    <a:cubicBezTo>
                      <a:pt x="381" y="389"/>
                      <a:pt x="388" y="395"/>
                      <a:pt x="388" y="395"/>
                    </a:cubicBezTo>
                    <a:cubicBezTo>
                      <a:pt x="402" y="409"/>
                      <a:pt x="411" y="425"/>
                      <a:pt x="425" y="439"/>
                    </a:cubicBezTo>
                    <a:cubicBezTo>
                      <a:pt x="431" y="452"/>
                      <a:pt x="438" y="468"/>
                      <a:pt x="445" y="475"/>
                    </a:cubicBezTo>
                    <a:cubicBezTo>
                      <a:pt x="454" y="482"/>
                      <a:pt x="454" y="489"/>
                      <a:pt x="461" y="489"/>
                    </a:cubicBezTo>
                    <a:cubicBezTo>
                      <a:pt x="468" y="502"/>
                      <a:pt x="475" y="518"/>
                      <a:pt x="481" y="539"/>
                    </a:cubicBezTo>
                    <a:cubicBezTo>
                      <a:pt x="540" y="640"/>
                      <a:pt x="554" y="770"/>
                      <a:pt x="547" y="834"/>
                    </a:cubicBezTo>
                    <a:cubicBezTo>
                      <a:pt x="525" y="1072"/>
                      <a:pt x="266" y="1624"/>
                      <a:pt x="223" y="1710"/>
                    </a:cubicBezTo>
                    <a:cubicBezTo>
                      <a:pt x="202" y="1762"/>
                      <a:pt x="152" y="1776"/>
                      <a:pt x="93" y="1776"/>
                    </a:cubicBezTo>
                    <a:lnTo>
                      <a:pt x="50" y="1776"/>
                    </a:lnTo>
                    <a:cubicBezTo>
                      <a:pt x="36" y="1769"/>
                      <a:pt x="23" y="1769"/>
                      <a:pt x="7" y="1762"/>
                    </a:cubicBezTo>
                    <a:cubicBezTo>
                      <a:pt x="7" y="1769"/>
                      <a:pt x="0" y="1769"/>
                      <a:pt x="0" y="1776"/>
                    </a:cubicBezTo>
                    <a:cubicBezTo>
                      <a:pt x="69" y="1798"/>
                      <a:pt x="137" y="1815"/>
                      <a:pt x="196" y="1815"/>
                    </a:cubicBezTo>
                    <a:cubicBezTo>
                      <a:pt x="230" y="1815"/>
                      <a:pt x="262" y="1810"/>
                      <a:pt x="288" y="1796"/>
                    </a:cubicBezTo>
                    <a:cubicBezTo>
                      <a:pt x="309" y="1782"/>
                      <a:pt x="331" y="1762"/>
                      <a:pt x="345" y="1732"/>
                    </a:cubicBezTo>
                    <a:cubicBezTo>
                      <a:pt x="388" y="1653"/>
                      <a:pt x="647" y="1085"/>
                      <a:pt x="676" y="841"/>
                    </a:cubicBezTo>
                    <a:cubicBezTo>
                      <a:pt x="690" y="734"/>
                      <a:pt x="661" y="604"/>
                      <a:pt x="597" y="482"/>
                    </a:cubicBezTo>
                    <a:cubicBezTo>
                      <a:pt x="590" y="468"/>
                      <a:pt x="583" y="459"/>
                      <a:pt x="575" y="445"/>
                    </a:cubicBezTo>
                    <a:cubicBezTo>
                      <a:pt x="568" y="439"/>
                      <a:pt x="568" y="432"/>
                      <a:pt x="561" y="425"/>
                    </a:cubicBezTo>
                    <a:cubicBezTo>
                      <a:pt x="554" y="409"/>
                      <a:pt x="547" y="402"/>
                      <a:pt x="540" y="389"/>
                    </a:cubicBezTo>
                    <a:cubicBezTo>
                      <a:pt x="531" y="373"/>
                      <a:pt x="525" y="366"/>
                      <a:pt x="518" y="352"/>
                    </a:cubicBezTo>
                    <a:cubicBezTo>
                      <a:pt x="481" y="309"/>
                      <a:pt x="454" y="273"/>
                      <a:pt x="418" y="244"/>
                    </a:cubicBezTo>
                    <a:cubicBezTo>
                      <a:pt x="411" y="237"/>
                      <a:pt x="402" y="230"/>
                      <a:pt x="388" y="216"/>
                    </a:cubicBezTo>
                    <a:lnTo>
                      <a:pt x="381" y="209"/>
                    </a:lnTo>
                    <a:cubicBezTo>
                      <a:pt x="374" y="201"/>
                      <a:pt x="368" y="201"/>
                      <a:pt x="359" y="194"/>
                    </a:cubicBezTo>
                    <a:cubicBezTo>
                      <a:pt x="338" y="173"/>
                      <a:pt x="309" y="157"/>
                      <a:pt x="288" y="144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41">
                <a:extLst>
                  <a:ext uri="{FF2B5EF4-FFF2-40B4-BE49-F238E27FC236}">
                    <a16:creationId xmlns:a16="http://schemas.microsoft.com/office/drawing/2014/main" id="{C6EC095C-B9AE-572E-E28A-5D405F5E76ED}"/>
                  </a:ext>
                </a:extLst>
              </p:cNvPr>
              <p:cNvSpPr/>
              <p:nvPr/>
            </p:nvSpPr>
            <p:spPr>
              <a:xfrm>
                <a:off x="2686730" y="3876653"/>
                <a:ext cx="23834" cy="19259"/>
              </a:xfrm>
              <a:custGeom>
                <a:avLst/>
                <a:gdLst/>
                <a:ahLst/>
                <a:cxnLst/>
                <a:rect l="l" t="t" r="r" b="b"/>
                <a:pathLst>
                  <a:path w="224" h="181" extrusionOk="0">
                    <a:moveTo>
                      <a:pt x="144" y="1"/>
                    </a:moveTo>
                    <a:lnTo>
                      <a:pt x="1" y="80"/>
                    </a:lnTo>
                    <a:cubicBezTo>
                      <a:pt x="28" y="116"/>
                      <a:pt x="28" y="152"/>
                      <a:pt x="1" y="180"/>
                    </a:cubicBezTo>
                    <a:lnTo>
                      <a:pt x="223" y="51"/>
                    </a:lnTo>
                    <a:lnTo>
                      <a:pt x="14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41">
                <a:extLst>
                  <a:ext uri="{FF2B5EF4-FFF2-40B4-BE49-F238E27FC236}">
                    <a16:creationId xmlns:a16="http://schemas.microsoft.com/office/drawing/2014/main" id="{E4228C86-0770-F3CC-9B8A-5F7C8919333C}"/>
                  </a:ext>
                </a:extLst>
              </p:cNvPr>
              <p:cNvSpPr/>
              <p:nvPr/>
            </p:nvSpPr>
            <p:spPr>
              <a:xfrm>
                <a:off x="2248455" y="3779081"/>
                <a:ext cx="619582" cy="288244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2709" extrusionOk="0">
                    <a:moveTo>
                      <a:pt x="2612" y="0"/>
                    </a:moveTo>
                    <a:cubicBezTo>
                      <a:pt x="2570" y="0"/>
                      <a:pt x="2526" y="9"/>
                      <a:pt x="2495" y="27"/>
                    </a:cubicBezTo>
                    <a:lnTo>
                      <a:pt x="66" y="1428"/>
                    </a:lnTo>
                    <a:cubicBezTo>
                      <a:pt x="0" y="1471"/>
                      <a:pt x="0" y="1528"/>
                      <a:pt x="66" y="1565"/>
                    </a:cubicBezTo>
                    <a:lnTo>
                      <a:pt x="719" y="1946"/>
                    </a:lnTo>
                    <a:lnTo>
                      <a:pt x="2315" y="1019"/>
                    </a:lnTo>
                    <a:cubicBezTo>
                      <a:pt x="2347" y="1001"/>
                      <a:pt x="2390" y="992"/>
                      <a:pt x="2433" y="992"/>
                    </a:cubicBezTo>
                    <a:cubicBezTo>
                      <a:pt x="2476" y="992"/>
                      <a:pt x="2520" y="1001"/>
                      <a:pt x="2551" y="1019"/>
                    </a:cubicBezTo>
                    <a:lnTo>
                      <a:pt x="2610" y="1054"/>
                    </a:lnTo>
                    <a:lnTo>
                      <a:pt x="2883" y="1213"/>
                    </a:lnTo>
                    <a:lnTo>
                      <a:pt x="3162" y="1371"/>
                    </a:lnTo>
                    <a:lnTo>
                      <a:pt x="3436" y="1528"/>
                    </a:lnTo>
                    <a:lnTo>
                      <a:pt x="3709" y="1687"/>
                    </a:lnTo>
                    <a:lnTo>
                      <a:pt x="3982" y="1846"/>
                    </a:lnTo>
                    <a:lnTo>
                      <a:pt x="4256" y="2003"/>
                    </a:lnTo>
                    <a:lnTo>
                      <a:pt x="4528" y="2161"/>
                    </a:lnTo>
                    <a:lnTo>
                      <a:pt x="4801" y="2320"/>
                    </a:lnTo>
                    <a:lnTo>
                      <a:pt x="5075" y="2477"/>
                    </a:lnTo>
                    <a:lnTo>
                      <a:pt x="5477" y="2708"/>
                    </a:lnTo>
                    <a:lnTo>
                      <a:pt x="5822" y="2506"/>
                    </a:lnTo>
                    <a:lnTo>
                      <a:pt x="5427" y="2277"/>
                    </a:lnTo>
                    <a:lnTo>
                      <a:pt x="5413" y="2270"/>
                    </a:lnTo>
                    <a:lnTo>
                      <a:pt x="5550" y="2191"/>
                    </a:lnTo>
                    <a:cubicBezTo>
                      <a:pt x="5575" y="2198"/>
                      <a:pt x="5601" y="2201"/>
                      <a:pt x="5629" y="2201"/>
                    </a:cubicBezTo>
                    <a:cubicBezTo>
                      <a:pt x="5657" y="2201"/>
                      <a:pt x="5686" y="2198"/>
                      <a:pt x="5715" y="2191"/>
                    </a:cubicBezTo>
                    <a:cubicBezTo>
                      <a:pt x="5664" y="2191"/>
                      <a:pt x="5620" y="2175"/>
                      <a:pt x="5586" y="2155"/>
                    </a:cubicBezTo>
                    <a:cubicBezTo>
                      <a:pt x="5514" y="2111"/>
                      <a:pt x="5514" y="2039"/>
                      <a:pt x="5593" y="2003"/>
                    </a:cubicBezTo>
                    <a:cubicBezTo>
                      <a:pt x="5607" y="1989"/>
                      <a:pt x="5620" y="1982"/>
                      <a:pt x="5643" y="1975"/>
                    </a:cubicBezTo>
                    <a:cubicBezTo>
                      <a:pt x="5593" y="1975"/>
                      <a:pt x="5534" y="1989"/>
                      <a:pt x="5500" y="2011"/>
                    </a:cubicBezTo>
                    <a:cubicBezTo>
                      <a:pt x="5434" y="2046"/>
                      <a:pt x="5427" y="2098"/>
                      <a:pt x="5463" y="2132"/>
                    </a:cubicBezTo>
                    <a:lnTo>
                      <a:pt x="5319" y="2218"/>
                    </a:lnTo>
                    <a:lnTo>
                      <a:pt x="5155" y="2118"/>
                    </a:lnTo>
                    <a:lnTo>
                      <a:pt x="4880" y="1960"/>
                    </a:lnTo>
                    <a:lnTo>
                      <a:pt x="4817" y="1925"/>
                    </a:lnTo>
                    <a:lnTo>
                      <a:pt x="4953" y="1846"/>
                    </a:lnTo>
                    <a:cubicBezTo>
                      <a:pt x="4978" y="1853"/>
                      <a:pt x="5007" y="1856"/>
                      <a:pt x="5036" y="1856"/>
                    </a:cubicBezTo>
                    <a:cubicBezTo>
                      <a:pt x="5065" y="1856"/>
                      <a:pt x="5093" y="1853"/>
                      <a:pt x="5118" y="1846"/>
                    </a:cubicBezTo>
                    <a:cubicBezTo>
                      <a:pt x="5075" y="1846"/>
                      <a:pt x="5032" y="1830"/>
                      <a:pt x="4996" y="1816"/>
                    </a:cubicBezTo>
                    <a:cubicBezTo>
                      <a:pt x="4924" y="1766"/>
                      <a:pt x="4924" y="1701"/>
                      <a:pt x="4996" y="1658"/>
                    </a:cubicBezTo>
                    <a:cubicBezTo>
                      <a:pt x="5010" y="1644"/>
                      <a:pt x="5032" y="1637"/>
                      <a:pt x="5053" y="1637"/>
                    </a:cubicBezTo>
                    <a:cubicBezTo>
                      <a:pt x="5043" y="1636"/>
                      <a:pt x="5033" y="1635"/>
                      <a:pt x="5023" y="1635"/>
                    </a:cubicBezTo>
                    <a:cubicBezTo>
                      <a:pt x="4977" y="1635"/>
                      <a:pt x="4933" y="1648"/>
                      <a:pt x="4903" y="1666"/>
                    </a:cubicBezTo>
                    <a:cubicBezTo>
                      <a:pt x="4844" y="1701"/>
                      <a:pt x="4830" y="1753"/>
                      <a:pt x="4867" y="1796"/>
                    </a:cubicBezTo>
                    <a:lnTo>
                      <a:pt x="4730" y="1873"/>
                    </a:lnTo>
                    <a:lnTo>
                      <a:pt x="4608" y="1803"/>
                    </a:lnTo>
                    <a:lnTo>
                      <a:pt x="4327" y="1644"/>
                    </a:lnTo>
                    <a:lnTo>
                      <a:pt x="4220" y="1580"/>
                    </a:lnTo>
                    <a:lnTo>
                      <a:pt x="4356" y="1501"/>
                    </a:lnTo>
                    <a:cubicBezTo>
                      <a:pt x="4384" y="1508"/>
                      <a:pt x="4413" y="1511"/>
                      <a:pt x="4441" y="1511"/>
                    </a:cubicBezTo>
                    <a:cubicBezTo>
                      <a:pt x="4469" y="1511"/>
                      <a:pt x="4497" y="1508"/>
                      <a:pt x="4522" y="1501"/>
                    </a:cubicBezTo>
                    <a:cubicBezTo>
                      <a:pt x="4478" y="1501"/>
                      <a:pt x="4435" y="1485"/>
                      <a:pt x="4406" y="1471"/>
                    </a:cubicBezTo>
                    <a:cubicBezTo>
                      <a:pt x="4327" y="1428"/>
                      <a:pt x="4335" y="1356"/>
                      <a:pt x="4406" y="1313"/>
                    </a:cubicBezTo>
                    <a:cubicBezTo>
                      <a:pt x="4422" y="1306"/>
                      <a:pt x="4442" y="1299"/>
                      <a:pt x="4456" y="1292"/>
                    </a:cubicBezTo>
                    <a:cubicBezTo>
                      <a:pt x="4447" y="1291"/>
                      <a:pt x="4438" y="1290"/>
                      <a:pt x="4429" y="1290"/>
                    </a:cubicBezTo>
                    <a:cubicBezTo>
                      <a:pt x="4386" y="1290"/>
                      <a:pt x="4341" y="1303"/>
                      <a:pt x="4306" y="1321"/>
                    </a:cubicBezTo>
                    <a:cubicBezTo>
                      <a:pt x="4249" y="1356"/>
                      <a:pt x="4233" y="1408"/>
                      <a:pt x="4270" y="1451"/>
                    </a:cubicBezTo>
                    <a:lnTo>
                      <a:pt x="4133" y="1528"/>
                    </a:lnTo>
                    <a:lnTo>
                      <a:pt x="4054" y="1485"/>
                    </a:lnTo>
                    <a:lnTo>
                      <a:pt x="3868" y="1378"/>
                    </a:lnTo>
                    <a:cubicBezTo>
                      <a:pt x="3802" y="1342"/>
                      <a:pt x="3802" y="1278"/>
                      <a:pt x="3868" y="1242"/>
                    </a:cubicBezTo>
                    <a:lnTo>
                      <a:pt x="4040" y="1140"/>
                    </a:lnTo>
                    <a:lnTo>
                      <a:pt x="4040" y="1140"/>
                    </a:lnTo>
                    <a:cubicBezTo>
                      <a:pt x="4010" y="1153"/>
                      <a:pt x="3975" y="1158"/>
                      <a:pt x="3941" y="1158"/>
                    </a:cubicBezTo>
                    <a:cubicBezTo>
                      <a:pt x="3894" y="1158"/>
                      <a:pt x="3847" y="1147"/>
                      <a:pt x="3809" y="1126"/>
                    </a:cubicBezTo>
                    <a:cubicBezTo>
                      <a:pt x="3738" y="1083"/>
                      <a:pt x="3738" y="1011"/>
                      <a:pt x="3818" y="968"/>
                    </a:cubicBezTo>
                    <a:cubicBezTo>
                      <a:pt x="3853" y="946"/>
                      <a:pt x="3901" y="935"/>
                      <a:pt x="3949" y="935"/>
                    </a:cubicBezTo>
                    <a:cubicBezTo>
                      <a:pt x="3977" y="935"/>
                      <a:pt x="4006" y="939"/>
                      <a:pt x="4033" y="947"/>
                    </a:cubicBezTo>
                    <a:lnTo>
                      <a:pt x="4170" y="868"/>
                    </a:lnTo>
                    <a:lnTo>
                      <a:pt x="3666" y="573"/>
                    </a:lnTo>
                    <a:lnTo>
                      <a:pt x="3530" y="652"/>
                    </a:lnTo>
                    <a:cubicBezTo>
                      <a:pt x="3566" y="695"/>
                      <a:pt x="3550" y="745"/>
                      <a:pt x="3493" y="781"/>
                    </a:cubicBezTo>
                    <a:cubicBezTo>
                      <a:pt x="3454" y="803"/>
                      <a:pt x="3405" y="814"/>
                      <a:pt x="3357" y="814"/>
                    </a:cubicBezTo>
                    <a:cubicBezTo>
                      <a:pt x="3309" y="814"/>
                      <a:pt x="3261" y="803"/>
                      <a:pt x="3221" y="781"/>
                    </a:cubicBezTo>
                    <a:cubicBezTo>
                      <a:pt x="3148" y="738"/>
                      <a:pt x="3148" y="666"/>
                      <a:pt x="3221" y="623"/>
                    </a:cubicBezTo>
                    <a:cubicBezTo>
                      <a:pt x="3260" y="601"/>
                      <a:pt x="3307" y="593"/>
                      <a:pt x="3355" y="593"/>
                    </a:cubicBezTo>
                    <a:cubicBezTo>
                      <a:pt x="3385" y="593"/>
                      <a:pt x="3415" y="597"/>
                      <a:pt x="3443" y="602"/>
                    </a:cubicBezTo>
                    <a:lnTo>
                      <a:pt x="3580" y="523"/>
                    </a:lnTo>
                    <a:lnTo>
                      <a:pt x="3076" y="228"/>
                    </a:lnTo>
                    <a:lnTo>
                      <a:pt x="2940" y="314"/>
                    </a:lnTo>
                    <a:cubicBezTo>
                      <a:pt x="2969" y="350"/>
                      <a:pt x="2962" y="400"/>
                      <a:pt x="2903" y="436"/>
                    </a:cubicBezTo>
                    <a:cubicBezTo>
                      <a:pt x="2865" y="458"/>
                      <a:pt x="2815" y="469"/>
                      <a:pt x="2765" y="469"/>
                    </a:cubicBezTo>
                    <a:cubicBezTo>
                      <a:pt x="2716" y="469"/>
                      <a:pt x="2667" y="458"/>
                      <a:pt x="2631" y="436"/>
                    </a:cubicBezTo>
                    <a:cubicBezTo>
                      <a:pt x="2558" y="393"/>
                      <a:pt x="2558" y="321"/>
                      <a:pt x="2631" y="278"/>
                    </a:cubicBezTo>
                    <a:cubicBezTo>
                      <a:pt x="2669" y="259"/>
                      <a:pt x="2724" y="250"/>
                      <a:pt x="2775" y="250"/>
                    </a:cubicBezTo>
                    <a:cubicBezTo>
                      <a:pt x="2800" y="250"/>
                      <a:pt x="2825" y="252"/>
                      <a:pt x="2846" y="257"/>
                    </a:cubicBezTo>
                    <a:lnTo>
                      <a:pt x="2990" y="178"/>
                    </a:lnTo>
                    <a:lnTo>
                      <a:pt x="2724" y="27"/>
                    </a:lnTo>
                    <a:cubicBezTo>
                      <a:pt x="2696" y="9"/>
                      <a:pt x="2654" y="0"/>
                      <a:pt x="26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41">
                <a:extLst>
                  <a:ext uri="{FF2B5EF4-FFF2-40B4-BE49-F238E27FC236}">
                    <a16:creationId xmlns:a16="http://schemas.microsoft.com/office/drawing/2014/main" id="{01713D23-C2AD-5DA3-22E2-EB944DFF442D}"/>
                  </a:ext>
                </a:extLst>
              </p:cNvPr>
              <p:cNvSpPr/>
              <p:nvPr/>
            </p:nvSpPr>
            <p:spPr>
              <a:xfrm>
                <a:off x="2321128" y="3833879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extrusionOk="0">
                    <a:moveTo>
                      <a:pt x="0" y="1022"/>
                    </a:moveTo>
                    <a:lnTo>
                      <a:pt x="177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41">
                <a:extLst>
                  <a:ext uri="{FF2B5EF4-FFF2-40B4-BE49-F238E27FC236}">
                    <a16:creationId xmlns:a16="http://schemas.microsoft.com/office/drawing/2014/main" id="{400BC366-BC70-1528-FE40-1BC40E68F9CF}"/>
                  </a:ext>
                </a:extLst>
              </p:cNvPr>
              <p:cNvSpPr/>
              <p:nvPr/>
            </p:nvSpPr>
            <p:spPr>
              <a:xfrm>
                <a:off x="2321128" y="3833879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fill="none" extrusionOk="0">
                    <a:moveTo>
                      <a:pt x="0" y="1022"/>
                    </a:moveTo>
                    <a:lnTo>
                      <a:pt x="1775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41">
                <a:extLst>
                  <a:ext uri="{FF2B5EF4-FFF2-40B4-BE49-F238E27FC236}">
                    <a16:creationId xmlns:a16="http://schemas.microsoft.com/office/drawing/2014/main" id="{2C90A8E0-6EE9-B223-9D30-B22D5799CB97}"/>
                  </a:ext>
                </a:extLst>
              </p:cNvPr>
              <p:cNvSpPr/>
              <p:nvPr/>
            </p:nvSpPr>
            <p:spPr>
              <a:xfrm>
                <a:off x="2350070" y="3850797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41">
                <a:extLst>
                  <a:ext uri="{FF2B5EF4-FFF2-40B4-BE49-F238E27FC236}">
                    <a16:creationId xmlns:a16="http://schemas.microsoft.com/office/drawing/2014/main" id="{7E1038F9-A314-79BB-DC5F-9264C2AFC62D}"/>
                  </a:ext>
                </a:extLst>
              </p:cNvPr>
              <p:cNvSpPr/>
              <p:nvPr/>
            </p:nvSpPr>
            <p:spPr>
              <a:xfrm>
                <a:off x="2350070" y="3850797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1">
                <a:extLst>
                  <a:ext uri="{FF2B5EF4-FFF2-40B4-BE49-F238E27FC236}">
                    <a16:creationId xmlns:a16="http://schemas.microsoft.com/office/drawing/2014/main" id="{870A29C1-86CD-44E9-EA7A-32E93841E6E1}"/>
                  </a:ext>
                </a:extLst>
              </p:cNvPr>
              <p:cNvSpPr/>
              <p:nvPr/>
            </p:nvSpPr>
            <p:spPr>
              <a:xfrm>
                <a:off x="2379331" y="386750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1">
                <a:extLst>
                  <a:ext uri="{FF2B5EF4-FFF2-40B4-BE49-F238E27FC236}">
                    <a16:creationId xmlns:a16="http://schemas.microsoft.com/office/drawing/2014/main" id="{928E6660-7992-FD5B-E04F-9C8A73723F5F}"/>
                  </a:ext>
                </a:extLst>
              </p:cNvPr>
              <p:cNvSpPr/>
              <p:nvPr/>
            </p:nvSpPr>
            <p:spPr>
              <a:xfrm>
                <a:off x="2379331" y="386750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1">
                <a:extLst>
                  <a:ext uri="{FF2B5EF4-FFF2-40B4-BE49-F238E27FC236}">
                    <a16:creationId xmlns:a16="http://schemas.microsoft.com/office/drawing/2014/main" id="{B6D93CF7-ECA8-ADA8-A6CA-B724B27E779E}"/>
                  </a:ext>
                </a:extLst>
              </p:cNvPr>
              <p:cNvSpPr/>
              <p:nvPr/>
            </p:nvSpPr>
            <p:spPr>
              <a:xfrm>
                <a:off x="2408273" y="3884421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1">
                <a:extLst>
                  <a:ext uri="{FF2B5EF4-FFF2-40B4-BE49-F238E27FC236}">
                    <a16:creationId xmlns:a16="http://schemas.microsoft.com/office/drawing/2014/main" id="{24043DB1-1BC2-B872-5310-57F53139AB1B}"/>
                  </a:ext>
                </a:extLst>
              </p:cNvPr>
              <p:cNvSpPr/>
              <p:nvPr/>
            </p:nvSpPr>
            <p:spPr>
              <a:xfrm>
                <a:off x="2408273" y="3884421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1">
                <a:extLst>
                  <a:ext uri="{FF2B5EF4-FFF2-40B4-BE49-F238E27FC236}">
                    <a16:creationId xmlns:a16="http://schemas.microsoft.com/office/drawing/2014/main" id="{77B66A29-4D83-9757-DD0C-07E7BD410C60}"/>
                  </a:ext>
                </a:extLst>
              </p:cNvPr>
              <p:cNvSpPr/>
              <p:nvPr/>
            </p:nvSpPr>
            <p:spPr>
              <a:xfrm>
                <a:off x="2437321" y="3901232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extrusionOk="0">
                    <a:moveTo>
                      <a:pt x="0" y="1020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1">
                <a:extLst>
                  <a:ext uri="{FF2B5EF4-FFF2-40B4-BE49-F238E27FC236}">
                    <a16:creationId xmlns:a16="http://schemas.microsoft.com/office/drawing/2014/main" id="{ADF45EF2-E21F-EB06-865C-E454B7A78EC0}"/>
                  </a:ext>
                </a:extLst>
              </p:cNvPr>
              <p:cNvSpPr/>
              <p:nvPr/>
            </p:nvSpPr>
            <p:spPr>
              <a:xfrm>
                <a:off x="2437321" y="3901232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fill="none" extrusionOk="0">
                    <a:moveTo>
                      <a:pt x="0" y="1020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1">
                <a:extLst>
                  <a:ext uri="{FF2B5EF4-FFF2-40B4-BE49-F238E27FC236}">
                    <a16:creationId xmlns:a16="http://schemas.microsoft.com/office/drawing/2014/main" id="{48BDB81F-9C0E-3473-1FDA-70C4880C5D77}"/>
                  </a:ext>
                </a:extLst>
              </p:cNvPr>
              <p:cNvSpPr/>
              <p:nvPr/>
            </p:nvSpPr>
            <p:spPr>
              <a:xfrm>
                <a:off x="2466475" y="3917938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1">
                <a:extLst>
                  <a:ext uri="{FF2B5EF4-FFF2-40B4-BE49-F238E27FC236}">
                    <a16:creationId xmlns:a16="http://schemas.microsoft.com/office/drawing/2014/main" id="{4A49FE62-350C-8C38-74DA-A69789379D6E}"/>
                  </a:ext>
                </a:extLst>
              </p:cNvPr>
              <p:cNvSpPr/>
              <p:nvPr/>
            </p:nvSpPr>
            <p:spPr>
              <a:xfrm>
                <a:off x="2466475" y="3917938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1">
                <a:extLst>
                  <a:ext uri="{FF2B5EF4-FFF2-40B4-BE49-F238E27FC236}">
                    <a16:creationId xmlns:a16="http://schemas.microsoft.com/office/drawing/2014/main" id="{AD0939EF-1E15-5295-EC47-F1CFEA7547FB}"/>
                  </a:ext>
                </a:extLst>
              </p:cNvPr>
              <p:cNvSpPr/>
              <p:nvPr/>
            </p:nvSpPr>
            <p:spPr>
              <a:xfrm>
                <a:off x="2495523" y="3934856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1">
                <a:extLst>
                  <a:ext uri="{FF2B5EF4-FFF2-40B4-BE49-F238E27FC236}">
                    <a16:creationId xmlns:a16="http://schemas.microsoft.com/office/drawing/2014/main" id="{B8ACECE8-58AE-A079-786C-9B7AAE56BD54}"/>
                  </a:ext>
                </a:extLst>
              </p:cNvPr>
              <p:cNvSpPr/>
              <p:nvPr/>
            </p:nvSpPr>
            <p:spPr>
              <a:xfrm>
                <a:off x="2495523" y="3934856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1">
                <a:extLst>
                  <a:ext uri="{FF2B5EF4-FFF2-40B4-BE49-F238E27FC236}">
                    <a16:creationId xmlns:a16="http://schemas.microsoft.com/office/drawing/2014/main" id="{14A7794D-5B42-354F-967D-370D9FB2A83A}"/>
                  </a:ext>
                </a:extLst>
              </p:cNvPr>
              <p:cNvSpPr/>
              <p:nvPr/>
            </p:nvSpPr>
            <p:spPr>
              <a:xfrm>
                <a:off x="2524465" y="3951774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41">
                <a:extLst>
                  <a:ext uri="{FF2B5EF4-FFF2-40B4-BE49-F238E27FC236}">
                    <a16:creationId xmlns:a16="http://schemas.microsoft.com/office/drawing/2014/main" id="{D531A027-85C1-0A13-7E2B-948B97529E5C}"/>
                  </a:ext>
                </a:extLst>
              </p:cNvPr>
              <p:cNvSpPr/>
              <p:nvPr/>
            </p:nvSpPr>
            <p:spPr>
              <a:xfrm>
                <a:off x="2524465" y="3951774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41">
                <a:extLst>
                  <a:ext uri="{FF2B5EF4-FFF2-40B4-BE49-F238E27FC236}">
                    <a16:creationId xmlns:a16="http://schemas.microsoft.com/office/drawing/2014/main" id="{4A93CCDC-2156-A3E9-46BF-1D641E997F61}"/>
                  </a:ext>
                </a:extLst>
              </p:cNvPr>
              <p:cNvSpPr/>
              <p:nvPr/>
            </p:nvSpPr>
            <p:spPr>
              <a:xfrm>
                <a:off x="2553619" y="3968479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1">
                <a:extLst>
                  <a:ext uri="{FF2B5EF4-FFF2-40B4-BE49-F238E27FC236}">
                    <a16:creationId xmlns:a16="http://schemas.microsoft.com/office/drawing/2014/main" id="{F68C3025-CED0-A66F-1C23-9B095483C5CE}"/>
                  </a:ext>
                </a:extLst>
              </p:cNvPr>
              <p:cNvSpPr/>
              <p:nvPr/>
            </p:nvSpPr>
            <p:spPr>
              <a:xfrm>
                <a:off x="2553619" y="3968479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1">
                <a:extLst>
                  <a:ext uri="{FF2B5EF4-FFF2-40B4-BE49-F238E27FC236}">
                    <a16:creationId xmlns:a16="http://schemas.microsoft.com/office/drawing/2014/main" id="{2B724AFA-2D3D-9B5F-EAA8-9139C812F5C8}"/>
                  </a:ext>
                </a:extLst>
              </p:cNvPr>
              <p:cNvSpPr/>
              <p:nvPr/>
            </p:nvSpPr>
            <p:spPr>
              <a:xfrm>
                <a:off x="2582668" y="398529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1">
                <a:extLst>
                  <a:ext uri="{FF2B5EF4-FFF2-40B4-BE49-F238E27FC236}">
                    <a16:creationId xmlns:a16="http://schemas.microsoft.com/office/drawing/2014/main" id="{EE9529F8-39A9-8181-2866-3E6566FE5EF2}"/>
                  </a:ext>
                </a:extLst>
              </p:cNvPr>
              <p:cNvSpPr/>
              <p:nvPr/>
            </p:nvSpPr>
            <p:spPr>
              <a:xfrm>
                <a:off x="2582668" y="398529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1">
                <a:extLst>
                  <a:ext uri="{FF2B5EF4-FFF2-40B4-BE49-F238E27FC236}">
                    <a16:creationId xmlns:a16="http://schemas.microsoft.com/office/drawing/2014/main" id="{E6C6AF3C-733B-7C40-A1F2-E4EC0B15E027}"/>
                  </a:ext>
                </a:extLst>
              </p:cNvPr>
              <p:cNvSpPr/>
              <p:nvPr/>
            </p:nvSpPr>
            <p:spPr>
              <a:xfrm>
                <a:off x="2611716" y="4002209"/>
                <a:ext cx="188226" cy="109382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8" extrusionOk="0">
                    <a:moveTo>
                      <a:pt x="0" y="1027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1">
                <a:extLst>
                  <a:ext uri="{FF2B5EF4-FFF2-40B4-BE49-F238E27FC236}">
                    <a16:creationId xmlns:a16="http://schemas.microsoft.com/office/drawing/2014/main" id="{001ECEEA-FF40-7D9C-E048-EE9895737073}"/>
                  </a:ext>
                </a:extLst>
              </p:cNvPr>
              <p:cNvSpPr/>
              <p:nvPr/>
            </p:nvSpPr>
            <p:spPr>
              <a:xfrm>
                <a:off x="2611716" y="4002209"/>
                <a:ext cx="188226" cy="109382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8" fill="none" extrusionOk="0">
                    <a:moveTo>
                      <a:pt x="0" y="1027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1">
                <a:extLst>
                  <a:ext uri="{FF2B5EF4-FFF2-40B4-BE49-F238E27FC236}">
                    <a16:creationId xmlns:a16="http://schemas.microsoft.com/office/drawing/2014/main" id="{802FCB82-348B-8142-365A-AAF3AE6491B7}"/>
                  </a:ext>
                </a:extLst>
              </p:cNvPr>
              <p:cNvSpPr/>
              <p:nvPr/>
            </p:nvSpPr>
            <p:spPr>
              <a:xfrm>
                <a:off x="2640870" y="4018914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9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1">
                <a:extLst>
                  <a:ext uri="{FF2B5EF4-FFF2-40B4-BE49-F238E27FC236}">
                    <a16:creationId xmlns:a16="http://schemas.microsoft.com/office/drawing/2014/main" id="{D425C639-34D6-B406-A2FF-7F0C6103846C}"/>
                  </a:ext>
                </a:extLst>
              </p:cNvPr>
              <p:cNvSpPr/>
              <p:nvPr/>
            </p:nvSpPr>
            <p:spPr>
              <a:xfrm>
                <a:off x="2640870" y="4018914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9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1">
                <a:extLst>
                  <a:ext uri="{FF2B5EF4-FFF2-40B4-BE49-F238E27FC236}">
                    <a16:creationId xmlns:a16="http://schemas.microsoft.com/office/drawing/2014/main" id="{1473AF17-E2A7-A63E-C0B5-A82B084252D6}"/>
                  </a:ext>
                </a:extLst>
              </p:cNvPr>
              <p:cNvSpPr/>
              <p:nvPr/>
            </p:nvSpPr>
            <p:spPr>
              <a:xfrm>
                <a:off x="2231537" y="3884633"/>
                <a:ext cx="677039" cy="390178"/>
              </a:xfrm>
              <a:custGeom>
                <a:avLst/>
                <a:gdLst/>
                <a:ahLst/>
                <a:cxnLst/>
                <a:rect l="l" t="t" r="r" b="b"/>
                <a:pathLst>
                  <a:path w="6363" h="3667" extrusionOk="0">
                    <a:moveTo>
                      <a:pt x="2592" y="0"/>
                    </a:moveTo>
                    <a:cubicBezTo>
                      <a:pt x="2549" y="0"/>
                      <a:pt x="2506" y="9"/>
                      <a:pt x="2474" y="27"/>
                    </a:cubicBezTo>
                    <a:lnTo>
                      <a:pt x="878" y="954"/>
                    </a:lnTo>
                    <a:lnTo>
                      <a:pt x="66" y="1428"/>
                    </a:lnTo>
                    <a:cubicBezTo>
                      <a:pt x="0" y="1464"/>
                      <a:pt x="0" y="1528"/>
                      <a:pt x="66" y="1564"/>
                    </a:cubicBezTo>
                    <a:lnTo>
                      <a:pt x="325" y="1716"/>
                    </a:lnTo>
                    <a:lnTo>
                      <a:pt x="461" y="1637"/>
                    </a:lnTo>
                    <a:cubicBezTo>
                      <a:pt x="432" y="1594"/>
                      <a:pt x="440" y="1544"/>
                      <a:pt x="497" y="1508"/>
                    </a:cubicBezTo>
                    <a:cubicBezTo>
                      <a:pt x="537" y="1486"/>
                      <a:pt x="585" y="1475"/>
                      <a:pt x="633" y="1475"/>
                    </a:cubicBezTo>
                    <a:cubicBezTo>
                      <a:pt x="682" y="1475"/>
                      <a:pt x="730" y="1486"/>
                      <a:pt x="770" y="1508"/>
                    </a:cubicBezTo>
                    <a:cubicBezTo>
                      <a:pt x="842" y="1551"/>
                      <a:pt x="842" y="1623"/>
                      <a:pt x="770" y="1666"/>
                    </a:cubicBezTo>
                    <a:cubicBezTo>
                      <a:pt x="734" y="1688"/>
                      <a:pt x="687" y="1699"/>
                      <a:pt x="639" y="1699"/>
                    </a:cubicBezTo>
                    <a:cubicBezTo>
                      <a:pt x="610" y="1699"/>
                      <a:pt x="581" y="1695"/>
                      <a:pt x="554" y="1687"/>
                    </a:cubicBezTo>
                    <a:lnTo>
                      <a:pt x="411" y="1766"/>
                    </a:lnTo>
                    <a:lnTo>
                      <a:pt x="922" y="2061"/>
                    </a:lnTo>
                    <a:lnTo>
                      <a:pt x="1058" y="1982"/>
                    </a:lnTo>
                    <a:cubicBezTo>
                      <a:pt x="1022" y="1939"/>
                      <a:pt x="1035" y="1889"/>
                      <a:pt x="1094" y="1853"/>
                    </a:cubicBezTo>
                    <a:cubicBezTo>
                      <a:pt x="1129" y="1831"/>
                      <a:pt x="1178" y="1820"/>
                      <a:pt x="1227" y="1820"/>
                    </a:cubicBezTo>
                    <a:cubicBezTo>
                      <a:pt x="1276" y="1820"/>
                      <a:pt x="1327" y="1831"/>
                      <a:pt x="1367" y="1853"/>
                    </a:cubicBezTo>
                    <a:cubicBezTo>
                      <a:pt x="1439" y="1896"/>
                      <a:pt x="1439" y="1968"/>
                      <a:pt x="1367" y="2011"/>
                    </a:cubicBezTo>
                    <a:cubicBezTo>
                      <a:pt x="1331" y="2033"/>
                      <a:pt x="1281" y="2044"/>
                      <a:pt x="1231" y="2044"/>
                    </a:cubicBezTo>
                    <a:cubicBezTo>
                      <a:pt x="1201" y="2044"/>
                      <a:pt x="1171" y="2040"/>
                      <a:pt x="1144" y="2032"/>
                    </a:cubicBezTo>
                    <a:lnTo>
                      <a:pt x="1008" y="2111"/>
                    </a:lnTo>
                    <a:lnTo>
                      <a:pt x="1518" y="2406"/>
                    </a:lnTo>
                    <a:lnTo>
                      <a:pt x="1655" y="2327"/>
                    </a:lnTo>
                    <a:cubicBezTo>
                      <a:pt x="1618" y="2284"/>
                      <a:pt x="1632" y="2234"/>
                      <a:pt x="1691" y="2198"/>
                    </a:cubicBezTo>
                    <a:cubicBezTo>
                      <a:pt x="1726" y="2176"/>
                      <a:pt x="1775" y="2165"/>
                      <a:pt x="1823" y="2165"/>
                    </a:cubicBezTo>
                    <a:cubicBezTo>
                      <a:pt x="1872" y="2165"/>
                      <a:pt x="1920" y="2176"/>
                      <a:pt x="1957" y="2198"/>
                    </a:cubicBezTo>
                    <a:cubicBezTo>
                      <a:pt x="2036" y="2241"/>
                      <a:pt x="2036" y="2313"/>
                      <a:pt x="1964" y="2356"/>
                    </a:cubicBezTo>
                    <a:cubicBezTo>
                      <a:pt x="1923" y="2377"/>
                      <a:pt x="1875" y="2386"/>
                      <a:pt x="1828" y="2386"/>
                    </a:cubicBezTo>
                    <a:cubicBezTo>
                      <a:pt x="1798" y="2386"/>
                      <a:pt x="1768" y="2382"/>
                      <a:pt x="1741" y="2377"/>
                    </a:cubicBezTo>
                    <a:lnTo>
                      <a:pt x="1605" y="2456"/>
                    </a:lnTo>
                    <a:lnTo>
                      <a:pt x="2114" y="2751"/>
                    </a:lnTo>
                    <a:lnTo>
                      <a:pt x="2252" y="2665"/>
                    </a:lnTo>
                    <a:cubicBezTo>
                      <a:pt x="2215" y="2629"/>
                      <a:pt x="2229" y="2579"/>
                      <a:pt x="2286" y="2543"/>
                    </a:cubicBezTo>
                    <a:cubicBezTo>
                      <a:pt x="2322" y="2521"/>
                      <a:pt x="2371" y="2510"/>
                      <a:pt x="2420" y="2510"/>
                    </a:cubicBezTo>
                    <a:cubicBezTo>
                      <a:pt x="2469" y="2510"/>
                      <a:pt x="2517" y="2521"/>
                      <a:pt x="2554" y="2543"/>
                    </a:cubicBezTo>
                    <a:cubicBezTo>
                      <a:pt x="2631" y="2586"/>
                      <a:pt x="2631" y="2658"/>
                      <a:pt x="2554" y="2701"/>
                    </a:cubicBezTo>
                    <a:cubicBezTo>
                      <a:pt x="2518" y="2718"/>
                      <a:pt x="2472" y="2727"/>
                      <a:pt x="2426" y="2727"/>
                    </a:cubicBezTo>
                    <a:cubicBezTo>
                      <a:pt x="2396" y="2727"/>
                      <a:pt x="2366" y="2723"/>
                      <a:pt x="2338" y="2715"/>
                    </a:cubicBezTo>
                    <a:lnTo>
                      <a:pt x="2200" y="2801"/>
                    </a:lnTo>
                    <a:lnTo>
                      <a:pt x="2704" y="3089"/>
                    </a:lnTo>
                    <a:lnTo>
                      <a:pt x="2847" y="3010"/>
                    </a:lnTo>
                    <a:cubicBezTo>
                      <a:pt x="2812" y="2967"/>
                      <a:pt x="2819" y="2917"/>
                      <a:pt x="2883" y="2888"/>
                    </a:cubicBezTo>
                    <a:cubicBezTo>
                      <a:pt x="2919" y="2866"/>
                      <a:pt x="2968" y="2855"/>
                      <a:pt x="3016" y="2855"/>
                    </a:cubicBezTo>
                    <a:cubicBezTo>
                      <a:pt x="3065" y="2855"/>
                      <a:pt x="3113" y="2866"/>
                      <a:pt x="3149" y="2888"/>
                    </a:cubicBezTo>
                    <a:cubicBezTo>
                      <a:pt x="3228" y="2931"/>
                      <a:pt x="3228" y="2995"/>
                      <a:pt x="3149" y="3038"/>
                    </a:cubicBezTo>
                    <a:cubicBezTo>
                      <a:pt x="3113" y="3060"/>
                      <a:pt x="3065" y="3072"/>
                      <a:pt x="3017" y="3072"/>
                    </a:cubicBezTo>
                    <a:cubicBezTo>
                      <a:pt x="2989" y="3072"/>
                      <a:pt x="2960" y="3068"/>
                      <a:pt x="2933" y="3060"/>
                    </a:cubicBezTo>
                    <a:lnTo>
                      <a:pt x="2797" y="3139"/>
                    </a:lnTo>
                    <a:lnTo>
                      <a:pt x="3300" y="3434"/>
                    </a:lnTo>
                    <a:lnTo>
                      <a:pt x="3437" y="3355"/>
                    </a:lnTo>
                    <a:cubicBezTo>
                      <a:pt x="3407" y="3312"/>
                      <a:pt x="3416" y="3262"/>
                      <a:pt x="3473" y="3226"/>
                    </a:cubicBezTo>
                    <a:cubicBezTo>
                      <a:pt x="3513" y="3204"/>
                      <a:pt x="3563" y="3193"/>
                      <a:pt x="3613" y="3193"/>
                    </a:cubicBezTo>
                    <a:cubicBezTo>
                      <a:pt x="3662" y="3193"/>
                      <a:pt x="3710" y="3204"/>
                      <a:pt x="3746" y="3226"/>
                    </a:cubicBezTo>
                    <a:cubicBezTo>
                      <a:pt x="3818" y="3269"/>
                      <a:pt x="3818" y="3340"/>
                      <a:pt x="3746" y="3383"/>
                    </a:cubicBezTo>
                    <a:cubicBezTo>
                      <a:pt x="3710" y="3406"/>
                      <a:pt x="3662" y="3417"/>
                      <a:pt x="3614" y="3417"/>
                    </a:cubicBezTo>
                    <a:cubicBezTo>
                      <a:pt x="3586" y="3417"/>
                      <a:pt x="3557" y="3413"/>
                      <a:pt x="3530" y="3405"/>
                    </a:cubicBezTo>
                    <a:lnTo>
                      <a:pt x="3394" y="3484"/>
                    </a:lnTo>
                    <a:lnTo>
                      <a:pt x="3652" y="3635"/>
                    </a:lnTo>
                    <a:cubicBezTo>
                      <a:pt x="3685" y="3656"/>
                      <a:pt x="3727" y="3667"/>
                      <a:pt x="3768" y="3667"/>
                    </a:cubicBezTo>
                    <a:cubicBezTo>
                      <a:pt x="3809" y="3667"/>
                      <a:pt x="3850" y="3656"/>
                      <a:pt x="3882" y="3635"/>
                    </a:cubicBezTo>
                    <a:lnTo>
                      <a:pt x="6297" y="2234"/>
                    </a:lnTo>
                    <a:cubicBezTo>
                      <a:pt x="6363" y="2198"/>
                      <a:pt x="6363" y="2141"/>
                      <a:pt x="6297" y="2098"/>
                    </a:cubicBezTo>
                    <a:lnTo>
                      <a:pt x="5636" y="1716"/>
                    </a:lnTo>
                    <a:lnTo>
                      <a:pt x="5234" y="1485"/>
                    </a:lnTo>
                    <a:lnTo>
                      <a:pt x="4960" y="1328"/>
                    </a:lnTo>
                    <a:lnTo>
                      <a:pt x="4687" y="1169"/>
                    </a:lnTo>
                    <a:lnTo>
                      <a:pt x="4415" y="1011"/>
                    </a:lnTo>
                    <a:lnTo>
                      <a:pt x="4141" y="854"/>
                    </a:lnTo>
                    <a:lnTo>
                      <a:pt x="3868" y="695"/>
                    </a:lnTo>
                    <a:lnTo>
                      <a:pt x="3595" y="536"/>
                    </a:lnTo>
                    <a:lnTo>
                      <a:pt x="3321" y="379"/>
                    </a:lnTo>
                    <a:lnTo>
                      <a:pt x="3042" y="221"/>
                    </a:lnTo>
                    <a:lnTo>
                      <a:pt x="2769" y="62"/>
                    </a:lnTo>
                    <a:lnTo>
                      <a:pt x="2710" y="27"/>
                    </a:lnTo>
                    <a:cubicBezTo>
                      <a:pt x="2679" y="9"/>
                      <a:pt x="2635" y="0"/>
                      <a:pt x="25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1">
                <a:extLst>
                  <a:ext uri="{FF2B5EF4-FFF2-40B4-BE49-F238E27FC236}">
                    <a16:creationId xmlns:a16="http://schemas.microsoft.com/office/drawing/2014/main" id="{809964CB-A662-1892-0F0F-D1C34F1754CE}"/>
                  </a:ext>
                </a:extLst>
              </p:cNvPr>
              <p:cNvSpPr/>
              <p:nvPr/>
            </p:nvSpPr>
            <p:spPr>
              <a:xfrm>
                <a:off x="2337089" y="3920385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0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1">
                <a:extLst>
                  <a:ext uri="{FF2B5EF4-FFF2-40B4-BE49-F238E27FC236}">
                    <a16:creationId xmlns:a16="http://schemas.microsoft.com/office/drawing/2014/main" id="{F938E962-BD6E-9A79-FDAF-1F676B1BB8CD}"/>
                  </a:ext>
                </a:extLst>
              </p:cNvPr>
              <p:cNvSpPr/>
              <p:nvPr/>
            </p:nvSpPr>
            <p:spPr>
              <a:xfrm>
                <a:off x="2337089" y="3920385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0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1">
                <a:extLst>
                  <a:ext uri="{FF2B5EF4-FFF2-40B4-BE49-F238E27FC236}">
                    <a16:creationId xmlns:a16="http://schemas.microsoft.com/office/drawing/2014/main" id="{8E872635-F6BF-F12D-A785-5A029DA27FF1}"/>
                  </a:ext>
                </a:extLst>
              </p:cNvPr>
              <p:cNvSpPr/>
              <p:nvPr/>
            </p:nvSpPr>
            <p:spPr>
              <a:xfrm>
                <a:off x="2366243" y="393709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41">
                <a:extLst>
                  <a:ext uri="{FF2B5EF4-FFF2-40B4-BE49-F238E27FC236}">
                    <a16:creationId xmlns:a16="http://schemas.microsoft.com/office/drawing/2014/main" id="{27B4A9F8-8F6C-A372-DCCF-EFE16C53FB70}"/>
                  </a:ext>
                </a:extLst>
              </p:cNvPr>
              <p:cNvSpPr/>
              <p:nvPr/>
            </p:nvSpPr>
            <p:spPr>
              <a:xfrm>
                <a:off x="2366243" y="393709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41">
                <a:extLst>
                  <a:ext uri="{FF2B5EF4-FFF2-40B4-BE49-F238E27FC236}">
                    <a16:creationId xmlns:a16="http://schemas.microsoft.com/office/drawing/2014/main" id="{3DAFA880-86DC-FB5D-AB71-A2C1D3FC40A6}"/>
                  </a:ext>
                </a:extLst>
              </p:cNvPr>
              <p:cNvSpPr/>
              <p:nvPr/>
            </p:nvSpPr>
            <p:spPr>
              <a:xfrm>
                <a:off x="2395291" y="3953902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1">
                <a:extLst>
                  <a:ext uri="{FF2B5EF4-FFF2-40B4-BE49-F238E27FC236}">
                    <a16:creationId xmlns:a16="http://schemas.microsoft.com/office/drawing/2014/main" id="{43687734-C145-2BD3-126D-3FA8031F2D76}"/>
                  </a:ext>
                </a:extLst>
              </p:cNvPr>
              <p:cNvSpPr/>
              <p:nvPr/>
            </p:nvSpPr>
            <p:spPr>
              <a:xfrm>
                <a:off x="2395291" y="3953902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1">
                <a:extLst>
                  <a:ext uri="{FF2B5EF4-FFF2-40B4-BE49-F238E27FC236}">
                    <a16:creationId xmlns:a16="http://schemas.microsoft.com/office/drawing/2014/main" id="{0D0A3FC3-E5E1-5F2F-8907-859FC40634CF}"/>
                  </a:ext>
                </a:extLst>
              </p:cNvPr>
              <p:cNvSpPr/>
              <p:nvPr/>
            </p:nvSpPr>
            <p:spPr>
              <a:xfrm>
                <a:off x="2424233" y="397082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9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1">
                <a:extLst>
                  <a:ext uri="{FF2B5EF4-FFF2-40B4-BE49-F238E27FC236}">
                    <a16:creationId xmlns:a16="http://schemas.microsoft.com/office/drawing/2014/main" id="{D7AD8118-F994-96D3-9CCE-E3522277B751}"/>
                  </a:ext>
                </a:extLst>
              </p:cNvPr>
              <p:cNvSpPr/>
              <p:nvPr/>
            </p:nvSpPr>
            <p:spPr>
              <a:xfrm>
                <a:off x="2424233" y="397082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9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1">
                <a:extLst>
                  <a:ext uri="{FF2B5EF4-FFF2-40B4-BE49-F238E27FC236}">
                    <a16:creationId xmlns:a16="http://schemas.microsoft.com/office/drawing/2014/main" id="{1FF9443C-76E3-9E3C-D39D-BDC33DDE6499}"/>
                  </a:ext>
                </a:extLst>
              </p:cNvPr>
              <p:cNvSpPr/>
              <p:nvPr/>
            </p:nvSpPr>
            <p:spPr>
              <a:xfrm>
                <a:off x="2484777" y="3987525"/>
                <a:ext cx="156944" cy="91187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857" extrusionOk="0">
                    <a:moveTo>
                      <a:pt x="1474" y="1"/>
                    </a:moveTo>
                    <a:lnTo>
                      <a:pt x="1" y="856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41">
                <a:extLst>
                  <a:ext uri="{FF2B5EF4-FFF2-40B4-BE49-F238E27FC236}">
                    <a16:creationId xmlns:a16="http://schemas.microsoft.com/office/drawing/2014/main" id="{D40F6484-032F-E5C8-00DB-A841EAB87504}"/>
                  </a:ext>
                </a:extLst>
              </p:cNvPr>
              <p:cNvSpPr/>
              <p:nvPr/>
            </p:nvSpPr>
            <p:spPr>
              <a:xfrm>
                <a:off x="2484777" y="3987525"/>
                <a:ext cx="156944" cy="91187"/>
              </a:xfrm>
              <a:custGeom>
                <a:avLst/>
                <a:gdLst/>
                <a:ahLst/>
                <a:cxnLst/>
                <a:rect l="l" t="t" r="r" b="b"/>
                <a:pathLst>
                  <a:path w="1475" h="857" fill="none" extrusionOk="0">
                    <a:moveTo>
                      <a:pt x="1474" y="1"/>
                    </a:moveTo>
                    <a:lnTo>
                      <a:pt x="1" y="856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41">
                <a:extLst>
                  <a:ext uri="{FF2B5EF4-FFF2-40B4-BE49-F238E27FC236}">
                    <a16:creationId xmlns:a16="http://schemas.microsoft.com/office/drawing/2014/main" id="{3E3B204B-3772-9BA3-E2A5-DFFD19B7AEB3}"/>
                  </a:ext>
                </a:extLst>
              </p:cNvPr>
              <p:cNvSpPr/>
              <p:nvPr/>
            </p:nvSpPr>
            <p:spPr>
              <a:xfrm>
                <a:off x="2453388" y="4078607"/>
                <a:ext cx="31495" cy="18408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3" extrusionOk="0">
                    <a:moveTo>
                      <a:pt x="296" y="0"/>
                    </a:moveTo>
                    <a:lnTo>
                      <a:pt x="1" y="173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41">
                <a:extLst>
                  <a:ext uri="{FF2B5EF4-FFF2-40B4-BE49-F238E27FC236}">
                    <a16:creationId xmlns:a16="http://schemas.microsoft.com/office/drawing/2014/main" id="{373E009D-3DB8-D424-C5C2-40207AF5D5A0}"/>
                  </a:ext>
                </a:extLst>
              </p:cNvPr>
              <p:cNvSpPr/>
              <p:nvPr/>
            </p:nvSpPr>
            <p:spPr>
              <a:xfrm>
                <a:off x="2453388" y="4078607"/>
                <a:ext cx="31495" cy="18408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3" fill="none" extrusionOk="0">
                    <a:moveTo>
                      <a:pt x="296" y="0"/>
                    </a:moveTo>
                    <a:lnTo>
                      <a:pt x="1" y="173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41">
                <a:extLst>
                  <a:ext uri="{FF2B5EF4-FFF2-40B4-BE49-F238E27FC236}">
                    <a16:creationId xmlns:a16="http://schemas.microsoft.com/office/drawing/2014/main" id="{AB8092F7-42A6-85CE-35BD-C7FB363029FB}"/>
                  </a:ext>
                </a:extLst>
              </p:cNvPr>
              <p:cNvSpPr/>
              <p:nvPr/>
            </p:nvSpPr>
            <p:spPr>
              <a:xfrm>
                <a:off x="2482436" y="4004443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41">
                <a:extLst>
                  <a:ext uri="{FF2B5EF4-FFF2-40B4-BE49-F238E27FC236}">
                    <a16:creationId xmlns:a16="http://schemas.microsoft.com/office/drawing/2014/main" id="{B6749F6A-EA5B-89E8-7424-A0D9070AA3F8}"/>
                  </a:ext>
                </a:extLst>
              </p:cNvPr>
              <p:cNvSpPr/>
              <p:nvPr/>
            </p:nvSpPr>
            <p:spPr>
              <a:xfrm>
                <a:off x="2482436" y="4004443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41">
                <a:extLst>
                  <a:ext uri="{FF2B5EF4-FFF2-40B4-BE49-F238E27FC236}">
                    <a16:creationId xmlns:a16="http://schemas.microsoft.com/office/drawing/2014/main" id="{2DBFD990-567E-7724-BD51-B4914BAD923D}"/>
                  </a:ext>
                </a:extLst>
              </p:cNvPr>
              <p:cNvSpPr/>
              <p:nvPr/>
            </p:nvSpPr>
            <p:spPr>
              <a:xfrm>
                <a:off x="2511484" y="4022000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41">
                <a:extLst>
                  <a:ext uri="{FF2B5EF4-FFF2-40B4-BE49-F238E27FC236}">
                    <a16:creationId xmlns:a16="http://schemas.microsoft.com/office/drawing/2014/main" id="{0F7E9E50-7B1F-9DA1-35CF-DF53C91CFA43}"/>
                  </a:ext>
                </a:extLst>
              </p:cNvPr>
              <p:cNvSpPr/>
              <p:nvPr/>
            </p:nvSpPr>
            <p:spPr>
              <a:xfrm>
                <a:off x="2511484" y="4022000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41">
                <a:extLst>
                  <a:ext uri="{FF2B5EF4-FFF2-40B4-BE49-F238E27FC236}">
                    <a16:creationId xmlns:a16="http://schemas.microsoft.com/office/drawing/2014/main" id="{42885735-0EF3-D554-7AFB-1CAAA4C44AFE}"/>
                  </a:ext>
                </a:extLst>
              </p:cNvPr>
              <p:cNvSpPr/>
              <p:nvPr/>
            </p:nvSpPr>
            <p:spPr>
              <a:xfrm>
                <a:off x="2540638" y="4038918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extrusionOk="0">
                    <a:moveTo>
                      <a:pt x="0" y="1020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41">
                <a:extLst>
                  <a:ext uri="{FF2B5EF4-FFF2-40B4-BE49-F238E27FC236}">
                    <a16:creationId xmlns:a16="http://schemas.microsoft.com/office/drawing/2014/main" id="{537FC850-BF26-5BDF-1B3D-C5424CD029A3}"/>
                  </a:ext>
                </a:extLst>
              </p:cNvPr>
              <p:cNvSpPr/>
              <p:nvPr/>
            </p:nvSpPr>
            <p:spPr>
              <a:xfrm>
                <a:off x="2540638" y="4038918"/>
                <a:ext cx="188226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1" fill="none" extrusionOk="0">
                    <a:moveTo>
                      <a:pt x="0" y="1020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41">
                <a:extLst>
                  <a:ext uri="{FF2B5EF4-FFF2-40B4-BE49-F238E27FC236}">
                    <a16:creationId xmlns:a16="http://schemas.microsoft.com/office/drawing/2014/main" id="{499B980F-A6CC-FFB4-A83C-46672781CBFF}"/>
                  </a:ext>
                </a:extLst>
              </p:cNvPr>
              <p:cNvSpPr/>
              <p:nvPr/>
            </p:nvSpPr>
            <p:spPr>
              <a:xfrm>
                <a:off x="2569580" y="4055623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extrusionOk="0">
                    <a:moveTo>
                      <a:pt x="1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41">
                <a:extLst>
                  <a:ext uri="{FF2B5EF4-FFF2-40B4-BE49-F238E27FC236}">
                    <a16:creationId xmlns:a16="http://schemas.microsoft.com/office/drawing/2014/main" id="{1F621C96-045B-0B86-F2F8-CE686416B840}"/>
                  </a:ext>
                </a:extLst>
              </p:cNvPr>
              <p:cNvSpPr/>
              <p:nvPr/>
            </p:nvSpPr>
            <p:spPr>
              <a:xfrm>
                <a:off x="2569580" y="4055623"/>
                <a:ext cx="188332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2" fill="none" extrusionOk="0">
                    <a:moveTo>
                      <a:pt x="1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41">
                <a:extLst>
                  <a:ext uri="{FF2B5EF4-FFF2-40B4-BE49-F238E27FC236}">
                    <a16:creationId xmlns:a16="http://schemas.microsoft.com/office/drawing/2014/main" id="{17E2666B-2B54-E6DF-9CEA-FBD5C19DA4DC}"/>
                  </a:ext>
                </a:extLst>
              </p:cNvPr>
              <p:cNvSpPr/>
              <p:nvPr/>
            </p:nvSpPr>
            <p:spPr>
              <a:xfrm>
                <a:off x="2598628" y="407254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2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41">
                <a:extLst>
                  <a:ext uri="{FF2B5EF4-FFF2-40B4-BE49-F238E27FC236}">
                    <a16:creationId xmlns:a16="http://schemas.microsoft.com/office/drawing/2014/main" id="{0952F051-5274-C0CC-8711-7C575E7853EF}"/>
                  </a:ext>
                </a:extLst>
              </p:cNvPr>
              <p:cNvSpPr/>
              <p:nvPr/>
            </p:nvSpPr>
            <p:spPr>
              <a:xfrm>
                <a:off x="2598628" y="4072542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2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41">
                <a:extLst>
                  <a:ext uri="{FF2B5EF4-FFF2-40B4-BE49-F238E27FC236}">
                    <a16:creationId xmlns:a16="http://schemas.microsoft.com/office/drawing/2014/main" id="{4A85CC58-D406-816E-CBBD-BAD44ADB6BFF}"/>
                  </a:ext>
                </a:extLst>
              </p:cNvPr>
              <p:cNvSpPr/>
              <p:nvPr/>
            </p:nvSpPr>
            <p:spPr>
              <a:xfrm>
                <a:off x="2627783" y="4089460"/>
                <a:ext cx="188332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0" extrusionOk="0">
                    <a:moveTo>
                      <a:pt x="1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41">
                <a:extLst>
                  <a:ext uri="{FF2B5EF4-FFF2-40B4-BE49-F238E27FC236}">
                    <a16:creationId xmlns:a16="http://schemas.microsoft.com/office/drawing/2014/main" id="{09E3429A-8F22-A25D-D3DC-909C976CA97F}"/>
                  </a:ext>
                </a:extLst>
              </p:cNvPr>
              <p:cNvSpPr/>
              <p:nvPr/>
            </p:nvSpPr>
            <p:spPr>
              <a:xfrm>
                <a:off x="2627783" y="4089460"/>
                <a:ext cx="188332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0" fill="none" extrusionOk="0">
                    <a:moveTo>
                      <a:pt x="1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41">
                <a:extLst>
                  <a:ext uri="{FF2B5EF4-FFF2-40B4-BE49-F238E27FC236}">
                    <a16:creationId xmlns:a16="http://schemas.microsoft.com/office/drawing/2014/main" id="{AA3DFBF4-94AB-02AA-D62D-C8280527D49C}"/>
                  </a:ext>
                </a:extLst>
              </p:cNvPr>
              <p:cNvSpPr/>
              <p:nvPr/>
            </p:nvSpPr>
            <p:spPr>
              <a:xfrm>
                <a:off x="2656831" y="4106059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41">
                <a:extLst>
                  <a:ext uri="{FF2B5EF4-FFF2-40B4-BE49-F238E27FC236}">
                    <a16:creationId xmlns:a16="http://schemas.microsoft.com/office/drawing/2014/main" id="{8FD62D45-83DF-D476-8085-C90B67774093}"/>
                  </a:ext>
                </a:extLst>
              </p:cNvPr>
              <p:cNvSpPr/>
              <p:nvPr/>
            </p:nvSpPr>
            <p:spPr>
              <a:xfrm>
                <a:off x="2656831" y="4106059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41">
                <a:extLst>
                  <a:ext uri="{FF2B5EF4-FFF2-40B4-BE49-F238E27FC236}">
                    <a16:creationId xmlns:a16="http://schemas.microsoft.com/office/drawing/2014/main" id="{1B411110-C5AF-BEA1-CE6C-B8AF97361A13}"/>
                  </a:ext>
                </a:extLst>
              </p:cNvPr>
              <p:cNvSpPr/>
              <p:nvPr/>
            </p:nvSpPr>
            <p:spPr>
              <a:xfrm>
                <a:off x="2653000" y="3759078"/>
                <a:ext cx="677784" cy="389859"/>
              </a:xfrm>
              <a:custGeom>
                <a:avLst/>
                <a:gdLst/>
                <a:ahLst/>
                <a:cxnLst/>
                <a:rect l="l" t="t" r="r" b="b"/>
                <a:pathLst>
                  <a:path w="6370" h="3664" extrusionOk="0">
                    <a:moveTo>
                      <a:pt x="2596" y="0"/>
                    </a:moveTo>
                    <a:cubicBezTo>
                      <a:pt x="2554" y="0"/>
                      <a:pt x="2513" y="9"/>
                      <a:pt x="2481" y="27"/>
                    </a:cubicBezTo>
                    <a:lnTo>
                      <a:pt x="540" y="1156"/>
                    </a:lnTo>
                    <a:lnTo>
                      <a:pt x="318" y="1285"/>
                    </a:lnTo>
                    <a:cubicBezTo>
                      <a:pt x="302" y="1301"/>
                      <a:pt x="295" y="1307"/>
                      <a:pt x="281" y="1314"/>
                    </a:cubicBezTo>
                    <a:cubicBezTo>
                      <a:pt x="266" y="1321"/>
                      <a:pt x="259" y="1328"/>
                      <a:pt x="238" y="1328"/>
                    </a:cubicBezTo>
                    <a:lnTo>
                      <a:pt x="66" y="1430"/>
                    </a:lnTo>
                    <a:cubicBezTo>
                      <a:pt x="0" y="1466"/>
                      <a:pt x="0" y="1530"/>
                      <a:pt x="66" y="1566"/>
                    </a:cubicBezTo>
                    <a:lnTo>
                      <a:pt x="252" y="1673"/>
                    </a:lnTo>
                    <a:lnTo>
                      <a:pt x="331" y="1716"/>
                    </a:lnTo>
                    <a:lnTo>
                      <a:pt x="468" y="1639"/>
                    </a:lnTo>
                    <a:cubicBezTo>
                      <a:pt x="431" y="1596"/>
                      <a:pt x="447" y="1544"/>
                      <a:pt x="504" y="1509"/>
                    </a:cubicBezTo>
                    <a:cubicBezTo>
                      <a:pt x="539" y="1491"/>
                      <a:pt x="584" y="1478"/>
                      <a:pt x="627" y="1478"/>
                    </a:cubicBezTo>
                    <a:cubicBezTo>
                      <a:pt x="636" y="1478"/>
                      <a:pt x="645" y="1479"/>
                      <a:pt x="654" y="1480"/>
                    </a:cubicBezTo>
                    <a:cubicBezTo>
                      <a:pt x="697" y="1480"/>
                      <a:pt x="740" y="1494"/>
                      <a:pt x="770" y="1509"/>
                    </a:cubicBezTo>
                    <a:cubicBezTo>
                      <a:pt x="849" y="1552"/>
                      <a:pt x="849" y="1623"/>
                      <a:pt x="777" y="1666"/>
                    </a:cubicBezTo>
                    <a:cubicBezTo>
                      <a:pt x="756" y="1673"/>
                      <a:pt x="740" y="1682"/>
                      <a:pt x="720" y="1689"/>
                    </a:cubicBezTo>
                    <a:cubicBezTo>
                      <a:pt x="695" y="1696"/>
                      <a:pt x="667" y="1699"/>
                      <a:pt x="639" y="1699"/>
                    </a:cubicBezTo>
                    <a:cubicBezTo>
                      <a:pt x="611" y="1699"/>
                      <a:pt x="582" y="1696"/>
                      <a:pt x="554" y="1689"/>
                    </a:cubicBezTo>
                    <a:lnTo>
                      <a:pt x="418" y="1768"/>
                    </a:lnTo>
                    <a:lnTo>
                      <a:pt x="525" y="1832"/>
                    </a:lnTo>
                    <a:lnTo>
                      <a:pt x="806" y="1991"/>
                    </a:lnTo>
                    <a:lnTo>
                      <a:pt x="928" y="2061"/>
                    </a:lnTo>
                    <a:lnTo>
                      <a:pt x="1065" y="1984"/>
                    </a:lnTo>
                    <a:cubicBezTo>
                      <a:pt x="1028" y="1941"/>
                      <a:pt x="1042" y="1889"/>
                      <a:pt x="1101" y="1854"/>
                    </a:cubicBezTo>
                    <a:cubicBezTo>
                      <a:pt x="1131" y="1836"/>
                      <a:pt x="1175" y="1823"/>
                      <a:pt x="1221" y="1823"/>
                    </a:cubicBezTo>
                    <a:cubicBezTo>
                      <a:pt x="1231" y="1823"/>
                      <a:pt x="1241" y="1824"/>
                      <a:pt x="1251" y="1825"/>
                    </a:cubicBezTo>
                    <a:cubicBezTo>
                      <a:pt x="1294" y="1825"/>
                      <a:pt x="1337" y="1832"/>
                      <a:pt x="1366" y="1854"/>
                    </a:cubicBezTo>
                    <a:cubicBezTo>
                      <a:pt x="1446" y="1897"/>
                      <a:pt x="1446" y="1968"/>
                      <a:pt x="1366" y="2011"/>
                    </a:cubicBezTo>
                    <a:cubicBezTo>
                      <a:pt x="1353" y="2018"/>
                      <a:pt x="1337" y="2027"/>
                      <a:pt x="1316" y="2034"/>
                    </a:cubicBezTo>
                    <a:cubicBezTo>
                      <a:pt x="1291" y="2041"/>
                      <a:pt x="1263" y="2044"/>
                      <a:pt x="1234" y="2044"/>
                    </a:cubicBezTo>
                    <a:cubicBezTo>
                      <a:pt x="1205" y="2044"/>
                      <a:pt x="1176" y="2041"/>
                      <a:pt x="1151" y="2034"/>
                    </a:cubicBezTo>
                    <a:lnTo>
                      <a:pt x="1015" y="2113"/>
                    </a:lnTo>
                    <a:lnTo>
                      <a:pt x="1078" y="2148"/>
                    </a:lnTo>
                    <a:lnTo>
                      <a:pt x="1353" y="2306"/>
                    </a:lnTo>
                    <a:lnTo>
                      <a:pt x="1517" y="2406"/>
                    </a:lnTo>
                    <a:lnTo>
                      <a:pt x="1661" y="2320"/>
                    </a:lnTo>
                    <a:cubicBezTo>
                      <a:pt x="1625" y="2286"/>
                      <a:pt x="1632" y="2234"/>
                      <a:pt x="1698" y="2199"/>
                    </a:cubicBezTo>
                    <a:cubicBezTo>
                      <a:pt x="1732" y="2177"/>
                      <a:pt x="1791" y="2163"/>
                      <a:pt x="1841" y="2163"/>
                    </a:cubicBezTo>
                    <a:cubicBezTo>
                      <a:pt x="1884" y="2170"/>
                      <a:pt x="1927" y="2177"/>
                      <a:pt x="1963" y="2199"/>
                    </a:cubicBezTo>
                    <a:cubicBezTo>
                      <a:pt x="2043" y="2242"/>
                      <a:pt x="2043" y="2313"/>
                      <a:pt x="1963" y="2356"/>
                    </a:cubicBezTo>
                    <a:cubicBezTo>
                      <a:pt x="1948" y="2363"/>
                      <a:pt x="1927" y="2372"/>
                      <a:pt x="1913" y="2379"/>
                    </a:cubicBezTo>
                    <a:cubicBezTo>
                      <a:pt x="1884" y="2386"/>
                      <a:pt x="1855" y="2389"/>
                      <a:pt x="1827" y="2389"/>
                    </a:cubicBezTo>
                    <a:cubicBezTo>
                      <a:pt x="1799" y="2389"/>
                      <a:pt x="1773" y="2386"/>
                      <a:pt x="1748" y="2379"/>
                    </a:cubicBezTo>
                    <a:lnTo>
                      <a:pt x="1611" y="2458"/>
                    </a:lnTo>
                    <a:lnTo>
                      <a:pt x="1625" y="2465"/>
                    </a:lnTo>
                    <a:lnTo>
                      <a:pt x="2020" y="2694"/>
                    </a:lnTo>
                    <a:lnTo>
                      <a:pt x="2113" y="2744"/>
                    </a:lnTo>
                    <a:lnTo>
                      <a:pt x="2250" y="2665"/>
                    </a:lnTo>
                    <a:cubicBezTo>
                      <a:pt x="2222" y="2631"/>
                      <a:pt x="2229" y="2579"/>
                      <a:pt x="2286" y="2544"/>
                    </a:cubicBezTo>
                    <a:cubicBezTo>
                      <a:pt x="2326" y="2523"/>
                      <a:pt x="2376" y="2512"/>
                      <a:pt x="2426" y="2512"/>
                    </a:cubicBezTo>
                    <a:cubicBezTo>
                      <a:pt x="2475" y="2512"/>
                      <a:pt x="2524" y="2523"/>
                      <a:pt x="2560" y="2544"/>
                    </a:cubicBezTo>
                    <a:cubicBezTo>
                      <a:pt x="2631" y="2587"/>
                      <a:pt x="2631" y="2651"/>
                      <a:pt x="2560" y="2701"/>
                    </a:cubicBezTo>
                    <a:cubicBezTo>
                      <a:pt x="2524" y="2719"/>
                      <a:pt x="2478" y="2729"/>
                      <a:pt x="2432" y="2729"/>
                    </a:cubicBezTo>
                    <a:cubicBezTo>
                      <a:pt x="2402" y="2729"/>
                      <a:pt x="2372" y="2725"/>
                      <a:pt x="2345" y="2717"/>
                    </a:cubicBezTo>
                    <a:lnTo>
                      <a:pt x="2207" y="2803"/>
                    </a:lnTo>
                    <a:lnTo>
                      <a:pt x="2710" y="3089"/>
                    </a:lnTo>
                    <a:lnTo>
                      <a:pt x="2847" y="3010"/>
                    </a:lnTo>
                    <a:cubicBezTo>
                      <a:pt x="2810" y="2967"/>
                      <a:pt x="2826" y="2917"/>
                      <a:pt x="2883" y="2889"/>
                    </a:cubicBezTo>
                    <a:cubicBezTo>
                      <a:pt x="2923" y="2868"/>
                      <a:pt x="2971" y="2857"/>
                      <a:pt x="3020" y="2857"/>
                    </a:cubicBezTo>
                    <a:cubicBezTo>
                      <a:pt x="3068" y="2857"/>
                      <a:pt x="3117" y="2868"/>
                      <a:pt x="3155" y="2889"/>
                    </a:cubicBezTo>
                    <a:cubicBezTo>
                      <a:pt x="3228" y="2932"/>
                      <a:pt x="3228" y="2996"/>
                      <a:pt x="3155" y="3039"/>
                    </a:cubicBezTo>
                    <a:cubicBezTo>
                      <a:pt x="3120" y="3062"/>
                      <a:pt x="3072" y="3073"/>
                      <a:pt x="3024" y="3073"/>
                    </a:cubicBezTo>
                    <a:cubicBezTo>
                      <a:pt x="2995" y="3073"/>
                      <a:pt x="2967" y="3070"/>
                      <a:pt x="2940" y="3062"/>
                    </a:cubicBezTo>
                    <a:lnTo>
                      <a:pt x="2797" y="3140"/>
                    </a:lnTo>
                    <a:lnTo>
                      <a:pt x="3307" y="3434"/>
                    </a:lnTo>
                    <a:lnTo>
                      <a:pt x="3444" y="3355"/>
                    </a:lnTo>
                    <a:cubicBezTo>
                      <a:pt x="3407" y="3312"/>
                      <a:pt x="3423" y="3262"/>
                      <a:pt x="3480" y="3226"/>
                    </a:cubicBezTo>
                    <a:cubicBezTo>
                      <a:pt x="3516" y="3204"/>
                      <a:pt x="3564" y="3193"/>
                      <a:pt x="3613" y="3193"/>
                    </a:cubicBezTo>
                    <a:cubicBezTo>
                      <a:pt x="3663" y="3193"/>
                      <a:pt x="3713" y="3204"/>
                      <a:pt x="3752" y="3226"/>
                    </a:cubicBezTo>
                    <a:cubicBezTo>
                      <a:pt x="3825" y="3269"/>
                      <a:pt x="3825" y="3341"/>
                      <a:pt x="3752" y="3384"/>
                    </a:cubicBezTo>
                    <a:cubicBezTo>
                      <a:pt x="3717" y="3407"/>
                      <a:pt x="3666" y="3418"/>
                      <a:pt x="3616" y="3418"/>
                    </a:cubicBezTo>
                    <a:cubicBezTo>
                      <a:pt x="3586" y="3418"/>
                      <a:pt x="3557" y="3415"/>
                      <a:pt x="3530" y="3407"/>
                    </a:cubicBezTo>
                    <a:lnTo>
                      <a:pt x="3394" y="3485"/>
                    </a:lnTo>
                    <a:lnTo>
                      <a:pt x="3659" y="3636"/>
                    </a:lnTo>
                    <a:cubicBezTo>
                      <a:pt x="3692" y="3654"/>
                      <a:pt x="3733" y="3664"/>
                      <a:pt x="3775" y="3664"/>
                    </a:cubicBezTo>
                    <a:cubicBezTo>
                      <a:pt x="3816" y="3664"/>
                      <a:pt x="3857" y="3654"/>
                      <a:pt x="3889" y="3636"/>
                    </a:cubicBezTo>
                    <a:lnTo>
                      <a:pt x="6304" y="2234"/>
                    </a:lnTo>
                    <a:cubicBezTo>
                      <a:pt x="6369" y="2199"/>
                      <a:pt x="6369" y="2141"/>
                      <a:pt x="6304" y="2098"/>
                    </a:cubicBezTo>
                    <a:lnTo>
                      <a:pt x="2710" y="27"/>
                    </a:lnTo>
                    <a:cubicBezTo>
                      <a:pt x="2678" y="9"/>
                      <a:pt x="2637" y="0"/>
                      <a:pt x="2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1">
                <a:extLst>
                  <a:ext uri="{FF2B5EF4-FFF2-40B4-BE49-F238E27FC236}">
                    <a16:creationId xmlns:a16="http://schemas.microsoft.com/office/drawing/2014/main" id="{01A00154-4AE0-3E81-1BE2-E4FBBF85BD86}"/>
                  </a:ext>
                </a:extLst>
              </p:cNvPr>
              <p:cNvSpPr/>
              <p:nvPr/>
            </p:nvSpPr>
            <p:spPr>
              <a:xfrm>
                <a:off x="2678324" y="3895806"/>
                <a:ext cx="851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80" h="44" extrusionOk="0">
                    <a:moveTo>
                      <a:pt x="80" y="0"/>
                    </a:moveTo>
                    <a:lnTo>
                      <a:pt x="0" y="43"/>
                    </a:lnTo>
                    <a:cubicBezTo>
                      <a:pt x="21" y="43"/>
                      <a:pt x="28" y="36"/>
                      <a:pt x="43" y="29"/>
                    </a:cubicBezTo>
                    <a:cubicBezTo>
                      <a:pt x="57" y="22"/>
                      <a:pt x="64" y="16"/>
                      <a:pt x="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41">
                <a:extLst>
                  <a:ext uri="{FF2B5EF4-FFF2-40B4-BE49-F238E27FC236}">
                    <a16:creationId xmlns:a16="http://schemas.microsoft.com/office/drawing/2014/main" id="{EEB23872-759C-5C2F-1A0D-75CD82AC430E}"/>
                  </a:ext>
                </a:extLst>
              </p:cNvPr>
              <p:cNvSpPr/>
              <p:nvPr/>
            </p:nvSpPr>
            <p:spPr>
              <a:xfrm>
                <a:off x="2759297" y="3794829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1"/>
                    </a:moveTo>
                    <a:lnTo>
                      <a:pt x="17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41">
                <a:extLst>
                  <a:ext uri="{FF2B5EF4-FFF2-40B4-BE49-F238E27FC236}">
                    <a16:creationId xmlns:a16="http://schemas.microsoft.com/office/drawing/2014/main" id="{12D54116-4799-F66C-2ABE-75E97DE34E98}"/>
                  </a:ext>
                </a:extLst>
              </p:cNvPr>
              <p:cNvSpPr/>
              <p:nvPr/>
            </p:nvSpPr>
            <p:spPr>
              <a:xfrm>
                <a:off x="2759297" y="3794829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1"/>
                    </a:moveTo>
                    <a:lnTo>
                      <a:pt x="1768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1">
                <a:extLst>
                  <a:ext uri="{FF2B5EF4-FFF2-40B4-BE49-F238E27FC236}">
                    <a16:creationId xmlns:a16="http://schemas.microsoft.com/office/drawing/2014/main" id="{424A2C9B-09FF-F59E-086A-F4C0B3092242}"/>
                  </a:ext>
                </a:extLst>
              </p:cNvPr>
              <p:cNvSpPr/>
              <p:nvPr/>
            </p:nvSpPr>
            <p:spPr>
              <a:xfrm>
                <a:off x="2788452" y="381164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1">
                <a:extLst>
                  <a:ext uri="{FF2B5EF4-FFF2-40B4-BE49-F238E27FC236}">
                    <a16:creationId xmlns:a16="http://schemas.microsoft.com/office/drawing/2014/main" id="{5A1774B9-8720-3592-1A63-82DF49D2480F}"/>
                  </a:ext>
                </a:extLst>
              </p:cNvPr>
              <p:cNvSpPr/>
              <p:nvPr/>
            </p:nvSpPr>
            <p:spPr>
              <a:xfrm>
                <a:off x="2788452" y="3811641"/>
                <a:ext cx="188226" cy="1088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3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41">
                <a:extLst>
                  <a:ext uri="{FF2B5EF4-FFF2-40B4-BE49-F238E27FC236}">
                    <a16:creationId xmlns:a16="http://schemas.microsoft.com/office/drawing/2014/main" id="{F1EC2230-CA5B-EFD8-CD16-E33190CEAC3B}"/>
                  </a:ext>
                </a:extLst>
              </p:cNvPr>
              <p:cNvSpPr/>
              <p:nvPr/>
            </p:nvSpPr>
            <p:spPr>
              <a:xfrm>
                <a:off x="2817393" y="3828559"/>
                <a:ext cx="188332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1" extrusionOk="0">
                    <a:moveTo>
                      <a:pt x="1" y="1020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41">
                <a:extLst>
                  <a:ext uri="{FF2B5EF4-FFF2-40B4-BE49-F238E27FC236}">
                    <a16:creationId xmlns:a16="http://schemas.microsoft.com/office/drawing/2014/main" id="{54EF3741-1018-CC69-3DBC-2EDC87FD0E9B}"/>
                  </a:ext>
                </a:extLst>
              </p:cNvPr>
              <p:cNvSpPr/>
              <p:nvPr/>
            </p:nvSpPr>
            <p:spPr>
              <a:xfrm>
                <a:off x="2817393" y="3828559"/>
                <a:ext cx="188332" cy="108637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1" fill="none" extrusionOk="0">
                    <a:moveTo>
                      <a:pt x="1" y="1020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1">
                <a:extLst>
                  <a:ext uri="{FF2B5EF4-FFF2-40B4-BE49-F238E27FC236}">
                    <a16:creationId xmlns:a16="http://schemas.microsoft.com/office/drawing/2014/main" id="{81AE09FF-9C0E-B04F-1897-7B5F30C7FEDD}"/>
                  </a:ext>
                </a:extLst>
              </p:cNvPr>
              <p:cNvSpPr/>
              <p:nvPr/>
            </p:nvSpPr>
            <p:spPr>
              <a:xfrm>
                <a:off x="2846441" y="384526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0" y="1022"/>
                    </a:moveTo>
                    <a:lnTo>
                      <a:pt x="176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1">
                <a:extLst>
                  <a:ext uri="{FF2B5EF4-FFF2-40B4-BE49-F238E27FC236}">
                    <a16:creationId xmlns:a16="http://schemas.microsoft.com/office/drawing/2014/main" id="{22B02438-59FB-73F6-018F-F3977BF8A7CB}"/>
                  </a:ext>
                </a:extLst>
              </p:cNvPr>
              <p:cNvSpPr/>
              <p:nvPr/>
            </p:nvSpPr>
            <p:spPr>
              <a:xfrm>
                <a:off x="2846441" y="384526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0" y="1022"/>
                    </a:moveTo>
                    <a:lnTo>
                      <a:pt x="1769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41">
                <a:extLst>
                  <a:ext uri="{FF2B5EF4-FFF2-40B4-BE49-F238E27FC236}">
                    <a16:creationId xmlns:a16="http://schemas.microsoft.com/office/drawing/2014/main" id="{41FB9E8E-880C-A31E-C899-212C54895F1C}"/>
                  </a:ext>
                </a:extLst>
              </p:cNvPr>
              <p:cNvSpPr/>
              <p:nvPr/>
            </p:nvSpPr>
            <p:spPr>
              <a:xfrm>
                <a:off x="2875596" y="3862182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41">
                <a:extLst>
                  <a:ext uri="{FF2B5EF4-FFF2-40B4-BE49-F238E27FC236}">
                    <a16:creationId xmlns:a16="http://schemas.microsoft.com/office/drawing/2014/main" id="{A8A80F00-E457-35FE-CA57-56038576202F}"/>
                  </a:ext>
                </a:extLst>
              </p:cNvPr>
              <p:cNvSpPr/>
              <p:nvPr/>
            </p:nvSpPr>
            <p:spPr>
              <a:xfrm>
                <a:off x="2875596" y="3862182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1">
                <a:extLst>
                  <a:ext uri="{FF2B5EF4-FFF2-40B4-BE49-F238E27FC236}">
                    <a16:creationId xmlns:a16="http://schemas.microsoft.com/office/drawing/2014/main" id="{8C4B25EA-DCD5-F24F-B268-2ADD5B8B712A}"/>
                  </a:ext>
                </a:extLst>
              </p:cNvPr>
              <p:cNvSpPr/>
              <p:nvPr/>
            </p:nvSpPr>
            <p:spPr>
              <a:xfrm>
                <a:off x="2904644" y="387910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41">
                <a:extLst>
                  <a:ext uri="{FF2B5EF4-FFF2-40B4-BE49-F238E27FC236}">
                    <a16:creationId xmlns:a16="http://schemas.microsoft.com/office/drawing/2014/main" id="{D7B7178E-14D6-4DA1-BE1C-CDC34F438F60}"/>
                  </a:ext>
                </a:extLst>
              </p:cNvPr>
              <p:cNvSpPr/>
              <p:nvPr/>
            </p:nvSpPr>
            <p:spPr>
              <a:xfrm>
                <a:off x="2904644" y="3879100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41">
                <a:extLst>
                  <a:ext uri="{FF2B5EF4-FFF2-40B4-BE49-F238E27FC236}">
                    <a16:creationId xmlns:a16="http://schemas.microsoft.com/office/drawing/2014/main" id="{980A4DA2-E258-5F0E-29E2-66109F663B22}"/>
                  </a:ext>
                </a:extLst>
              </p:cNvPr>
              <p:cNvSpPr/>
              <p:nvPr/>
            </p:nvSpPr>
            <p:spPr>
              <a:xfrm>
                <a:off x="2933586" y="3895806"/>
                <a:ext cx="188332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9" extrusionOk="0">
                    <a:moveTo>
                      <a:pt x="1" y="1028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41">
                <a:extLst>
                  <a:ext uri="{FF2B5EF4-FFF2-40B4-BE49-F238E27FC236}">
                    <a16:creationId xmlns:a16="http://schemas.microsoft.com/office/drawing/2014/main" id="{16B84ACA-3CA2-A48A-8A42-86F79CE47B85}"/>
                  </a:ext>
                </a:extLst>
              </p:cNvPr>
              <p:cNvSpPr/>
              <p:nvPr/>
            </p:nvSpPr>
            <p:spPr>
              <a:xfrm>
                <a:off x="2933586" y="3895806"/>
                <a:ext cx="188332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029" fill="none" extrusionOk="0">
                    <a:moveTo>
                      <a:pt x="1" y="1028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41">
                <a:extLst>
                  <a:ext uri="{FF2B5EF4-FFF2-40B4-BE49-F238E27FC236}">
                    <a16:creationId xmlns:a16="http://schemas.microsoft.com/office/drawing/2014/main" id="{A09339F2-D228-FB40-C44E-83B41505F885}"/>
                  </a:ext>
                </a:extLst>
              </p:cNvPr>
              <p:cNvSpPr/>
              <p:nvPr/>
            </p:nvSpPr>
            <p:spPr>
              <a:xfrm>
                <a:off x="2962847" y="3912617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extrusionOk="0">
                    <a:moveTo>
                      <a:pt x="0" y="1029"/>
                    </a:moveTo>
                    <a:lnTo>
                      <a:pt x="176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41">
                <a:extLst>
                  <a:ext uri="{FF2B5EF4-FFF2-40B4-BE49-F238E27FC236}">
                    <a16:creationId xmlns:a16="http://schemas.microsoft.com/office/drawing/2014/main" id="{9086362E-527C-6F52-5BB4-B4961BD63796}"/>
                  </a:ext>
                </a:extLst>
              </p:cNvPr>
              <p:cNvSpPr/>
              <p:nvPr/>
            </p:nvSpPr>
            <p:spPr>
              <a:xfrm>
                <a:off x="2962847" y="3912617"/>
                <a:ext cx="188226" cy="109488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9" fill="none" extrusionOk="0">
                    <a:moveTo>
                      <a:pt x="0" y="1029"/>
                    </a:moveTo>
                    <a:lnTo>
                      <a:pt x="1768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41">
                <a:extLst>
                  <a:ext uri="{FF2B5EF4-FFF2-40B4-BE49-F238E27FC236}">
                    <a16:creationId xmlns:a16="http://schemas.microsoft.com/office/drawing/2014/main" id="{DDBC6A91-3231-180D-C47B-296CED995648}"/>
                  </a:ext>
                </a:extLst>
              </p:cNvPr>
              <p:cNvSpPr/>
              <p:nvPr/>
            </p:nvSpPr>
            <p:spPr>
              <a:xfrm>
                <a:off x="2991788" y="393028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2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41">
                <a:extLst>
                  <a:ext uri="{FF2B5EF4-FFF2-40B4-BE49-F238E27FC236}">
                    <a16:creationId xmlns:a16="http://schemas.microsoft.com/office/drawing/2014/main" id="{03F6EE94-E0CF-4C19-C6D3-547467B67AC9}"/>
                  </a:ext>
                </a:extLst>
              </p:cNvPr>
              <p:cNvSpPr/>
              <p:nvPr/>
            </p:nvSpPr>
            <p:spPr>
              <a:xfrm>
                <a:off x="2991788" y="3930280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2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41">
                <a:extLst>
                  <a:ext uri="{FF2B5EF4-FFF2-40B4-BE49-F238E27FC236}">
                    <a16:creationId xmlns:a16="http://schemas.microsoft.com/office/drawing/2014/main" id="{5B7967D0-E1C2-1EFD-BD7A-E4BAED4F398A}"/>
                  </a:ext>
                </a:extLst>
              </p:cNvPr>
              <p:cNvSpPr/>
              <p:nvPr/>
            </p:nvSpPr>
            <p:spPr>
              <a:xfrm>
                <a:off x="3020836" y="3947199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extrusionOk="0">
                    <a:moveTo>
                      <a:pt x="0" y="1020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41">
                <a:extLst>
                  <a:ext uri="{FF2B5EF4-FFF2-40B4-BE49-F238E27FC236}">
                    <a16:creationId xmlns:a16="http://schemas.microsoft.com/office/drawing/2014/main" id="{4E3D0F31-EFE9-25E9-9EFF-6C58D5FA7076}"/>
                  </a:ext>
                </a:extLst>
              </p:cNvPr>
              <p:cNvSpPr/>
              <p:nvPr/>
            </p:nvSpPr>
            <p:spPr>
              <a:xfrm>
                <a:off x="3020836" y="3947199"/>
                <a:ext cx="188226" cy="1085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0" fill="none" extrusionOk="0">
                    <a:moveTo>
                      <a:pt x="0" y="1020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41">
                <a:extLst>
                  <a:ext uri="{FF2B5EF4-FFF2-40B4-BE49-F238E27FC236}">
                    <a16:creationId xmlns:a16="http://schemas.microsoft.com/office/drawing/2014/main" id="{0D188EB2-3BED-6674-768D-F2B1FC746687}"/>
                  </a:ext>
                </a:extLst>
              </p:cNvPr>
              <p:cNvSpPr/>
              <p:nvPr/>
            </p:nvSpPr>
            <p:spPr>
              <a:xfrm>
                <a:off x="3049991" y="396390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extrusionOk="0">
                    <a:moveTo>
                      <a:pt x="1" y="1021"/>
                    </a:moveTo>
                    <a:lnTo>
                      <a:pt x="176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41">
                <a:extLst>
                  <a:ext uri="{FF2B5EF4-FFF2-40B4-BE49-F238E27FC236}">
                    <a16:creationId xmlns:a16="http://schemas.microsoft.com/office/drawing/2014/main" id="{D7B1F3CD-9533-F1D2-6791-14E966E8ECCD}"/>
                  </a:ext>
                </a:extLst>
              </p:cNvPr>
              <p:cNvSpPr/>
              <p:nvPr/>
            </p:nvSpPr>
            <p:spPr>
              <a:xfrm>
                <a:off x="3049991" y="3963904"/>
                <a:ext cx="188226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022" fill="none" extrusionOk="0">
                    <a:moveTo>
                      <a:pt x="1" y="1021"/>
                    </a:moveTo>
                    <a:lnTo>
                      <a:pt x="1769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41">
                <a:extLst>
                  <a:ext uri="{FF2B5EF4-FFF2-40B4-BE49-F238E27FC236}">
                    <a16:creationId xmlns:a16="http://schemas.microsoft.com/office/drawing/2014/main" id="{83FF6BF0-CAA3-E9C4-6230-8C0842CDE6E9}"/>
                  </a:ext>
                </a:extLst>
              </p:cNvPr>
              <p:cNvSpPr/>
              <p:nvPr/>
            </p:nvSpPr>
            <p:spPr>
              <a:xfrm>
                <a:off x="3078294" y="3980716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extrusionOk="0">
                    <a:moveTo>
                      <a:pt x="0" y="1022"/>
                    </a:moveTo>
                    <a:lnTo>
                      <a:pt x="177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41">
                <a:extLst>
                  <a:ext uri="{FF2B5EF4-FFF2-40B4-BE49-F238E27FC236}">
                    <a16:creationId xmlns:a16="http://schemas.microsoft.com/office/drawing/2014/main" id="{879D4477-02C9-0CA8-6DA0-F608C4B39576}"/>
                  </a:ext>
                </a:extLst>
              </p:cNvPr>
              <p:cNvSpPr/>
              <p:nvPr/>
            </p:nvSpPr>
            <p:spPr>
              <a:xfrm>
                <a:off x="3078294" y="3980716"/>
                <a:ext cx="188971" cy="108743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1022" fill="none" extrusionOk="0">
                    <a:moveTo>
                      <a:pt x="0" y="1022"/>
                    </a:moveTo>
                    <a:lnTo>
                      <a:pt x="1775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41">
                <a:extLst>
                  <a:ext uri="{FF2B5EF4-FFF2-40B4-BE49-F238E27FC236}">
                    <a16:creationId xmlns:a16="http://schemas.microsoft.com/office/drawing/2014/main" id="{6AF48C00-3005-A238-91F3-FC502B17886B}"/>
                  </a:ext>
                </a:extLst>
              </p:cNvPr>
              <p:cNvSpPr/>
              <p:nvPr/>
            </p:nvSpPr>
            <p:spPr>
              <a:xfrm>
                <a:off x="2142903" y="2496177"/>
                <a:ext cx="3192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30" h="9" extrusionOk="0">
                    <a:moveTo>
                      <a:pt x="0" y="0"/>
                    </a:moveTo>
                    <a:cubicBezTo>
                      <a:pt x="7" y="0"/>
                      <a:pt x="23" y="0"/>
                      <a:pt x="29" y="9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41">
                <a:extLst>
                  <a:ext uri="{FF2B5EF4-FFF2-40B4-BE49-F238E27FC236}">
                    <a16:creationId xmlns:a16="http://schemas.microsoft.com/office/drawing/2014/main" id="{927E8D72-2308-D22E-6C3D-C281EBB690A6}"/>
                  </a:ext>
                </a:extLst>
              </p:cNvPr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41">
                <a:extLst>
                  <a:ext uri="{FF2B5EF4-FFF2-40B4-BE49-F238E27FC236}">
                    <a16:creationId xmlns:a16="http://schemas.microsoft.com/office/drawing/2014/main" id="{C0975B88-A4C7-88AA-6BA8-A2FDC7CAEC4F}"/>
                  </a:ext>
                </a:extLst>
              </p:cNvPr>
              <p:cNvSpPr/>
              <p:nvPr/>
            </p:nvSpPr>
            <p:spPr>
              <a:xfrm>
                <a:off x="2145244" y="2496177"/>
                <a:ext cx="1596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" y="0"/>
                    </a:moveTo>
                    <a:cubicBezTo>
                      <a:pt x="1" y="6"/>
                      <a:pt x="3" y="8"/>
                      <a:pt x="7" y="8"/>
                    </a:cubicBezTo>
                    <a:lnTo>
                      <a:pt x="7" y="8"/>
                    </a:lnTo>
                    <a:lnTo>
                      <a:pt x="1" y="0"/>
                    </a:lnTo>
                    <a:close/>
                    <a:moveTo>
                      <a:pt x="7" y="8"/>
                    </a:moveTo>
                    <a:lnTo>
                      <a:pt x="7" y="9"/>
                    </a:lnTo>
                    <a:lnTo>
                      <a:pt x="14" y="9"/>
                    </a:lnTo>
                    <a:cubicBezTo>
                      <a:pt x="12" y="9"/>
                      <a:pt x="9" y="9"/>
                      <a:pt x="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1">
                <a:extLst>
                  <a:ext uri="{FF2B5EF4-FFF2-40B4-BE49-F238E27FC236}">
                    <a16:creationId xmlns:a16="http://schemas.microsoft.com/office/drawing/2014/main" id="{A6FD6497-107E-6C8F-EC42-4F6D439FB955}"/>
                  </a:ext>
                </a:extLst>
              </p:cNvPr>
              <p:cNvSpPr/>
              <p:nvPr/>
            </p:nvSpPr>
            <p:spPr>
              <a:xfrm>
                <a:off x="1264863" y="2496177"/>
                <a:ext cx="1055619" cy="1184898"/>
              </a:xfrm>
              <a:custGeom>
                <a:avLst/>
                <a:gdLst/>
                <a:ahLst/>
                <a:cxnLst/>
                <a:rect l="l" t="t" r="r" b="b"/>
                <a:pathLst>
                  <a:path w="9921" h="11136" extrusionOk="0">
                    <a:moveTo>
                      <a:pt x="8230" y="366"/>
                    </a:moveTo>
                    <a:cubicBezTo>
                      <a:pt x="8252" y="366"/>
                      <a:pt x="8270" y="384"/>
                      <a:pt x="8281" y="411"/>
                    </a:cubicBezTo>
                    <a:lnTo>
                      <a:pt x="9611" y="5736"/>
                    </a:lnTo>
                    <a:cubicBezTo>
                      <a:pt x="9618" y="5772"/>
                      <a:pt x="9603" y="5822"/>
                      <a:pt x="9568" y="5845"/>
                    </a:cubicBezTo>
                    <a:lnTo>
                      <a:pt x="1647" y="10416"/>
                    </a:lnTo>
                    <a:cubicBezTo>
                      <a:pt x="1639" y="10422"/>
                      <a:pt x="1631" y="10424"/>
                      <a:pt x="1622" y="10424"/>
                    </a:cubicBezTo>
                    <a:cubicBezTo>
                      <a:pt x="1600" y="10424"/>
                      <a:pt x="1577" y="10405"/>
                      <a:pt x="1567" y="10373"/>
                    </a:cubicBezTo>
                    <a:lnTo>
                      <a:pt x="244" y="5055"/>
                    </a:lnTo>
                    <a:cubicBezTo>
                      <a:pt x="230" y="5012"/>
                      <a:pt x="253" y="4968"/>
                      <a:pt x="280" y="4946"/>
                    </a:cubicBezTo>
                    <a:lnTo>
                      <a:pt x="8202" y="374"/>
                    </a:lnTo>
                    <a:cubicBezTo>
                      <a:pt x="8212" y="369"/>
                      <a:pt x="8221" y="366"/>
                      <a:pt x="8230" y="366"/>
                    </a:cubicBezTo>
                    <a:close/>
                    <a:moveTo>
                      <a:pt x="8266" y="0"/>
                    </a:moveTo>
                    <a:cubicBezTo>
                      <a:pt x="8238" y="0"/>
                      <a:pt x="8209" y="9"/>
                      <a:pt x="8180" y="22"/>
                    </a:cubicBezTo>
                    <a:lnTo>
                      <a:pt x="144" y="4658"/>
                    </a:lnTo>
                    <a:cubicBezTo>
                      <a:pt x="51" y="4717"/>
                      <a:pt x="1" y="4860"/>
                      <a:pt x="28" y="4975"/>
                    </a:cubicBezTo>
                    <a:lnTo>
                      <a:pt x="1531" y="10998"/>
                    </a:lnTo>
                    <a:cubicBezTo>
                      <a:pt x="1531" y="11006"/>
                      <a:pt x="1538" y="11013"/>
                      <a:pt x="1538" y="11020"/>
                    </a:cubicBezTo>
                    <a:lnTo>
                      <a:pt x="1538" y="11027"/>
                    </a:lnTo>
                    <a:cubicBezTo>
                      <a:pt x="1547" y="11041"/>
                      <a:pt x="1553" y="11056"/>
                      <a:pt x="1560" y="11070"/>
                    </a:cubicBezTo>
                    <a:lnTo>
                      <a:pt x="1567" y="11070"/>
                    </a:lnTo>
                    <a:cubicBezTo>
                      <a:pt x="1567" y="11077"/>
                      <a:pt x="1574" y="11084"/>
                      <a:pt x="1581" y="11093"/>
                    </a:cubicBezTo>
                    <a:cubicBezTo>
                      <a:pt x="1581" y="11093"/>
                      <a:pt x="1590" y="11099"/>
                      <a:pt x="1597" y="11106"/>
                    </a:cubicBezTo>
                    <a:cubicBezTo>
                      <a:pt x="1604" y="11106"/>
                      <a:pt x="1604" y="11113"/>
                      <a:pt x="1610" y="11113"/>
                    </a:cubicBezTo>
                    <a:lnTo>
                      <a:pt x="1617" y="11120"/>
                    </a:lnTo>
                    <a:lnTo>
                      <a:pt x="1624" y="11120"/>
                    </a:lnTo>
                    <a:cubicBezTo>
                      <a:pt x="1633" y="11127"/>
                      <a:pt x="1633" y="11127"/>
                      <a:pt x="1640" y="11127"/>
                    </a:cubicBezTo>
                    <a:cubicBezTo>
                      <a:pt x="1647" y="11127"/>
                      <a:pt x="1654" y="11136"/>
                      <a:pt x="1654" y="11136"/>
                    </a:cubicBezTo>
                    <a:lnTo>
                      <a:pt x="1667" y="11136"/>
                    </a:lnTo>
                    <a:lnTo>
                      <a:pt x="1667" y="11093"/>
                    </a:lnTo>
                    <a:cubicBezTo>
                      <a:pt x="1667" y="11056"/>
                      <a:pt x="1690" y="11020"/>
                      <a:pt x="1740" y="10991"/>
                    </a:cubicBezTo>
                    <a:lnTo>
                      <a:pt x="9775" y="6355"/>
                    </a:lnTo>
                    <a:cubicBezTo>
                      <a:pt x="9812" y="6333"/>
                      <a:pt x="9855" y="6319"/>
                      <a:pt x="9905" y="6312"/>
                    </a:cubicBezTo>
                    <a:cubicBezTo>
                      <a:pt x="9920" y="6262"/>
                      <a:pt x="9920" y="6210"/>
                      <a:pt x="9905" y="6160"/>
                    </a:cubicBezTo>
                    <a:lnTo>
                      <a:pt x="8404" y="145"/>
                    </a:lnTo>
                    <a:cubicBezTo>
                      <a:pt x="8388" y="66"/>
                      <a:pt x="8338" y="16"/>
                      <a:pt x="8288" y="9"/>
                    </a:cubicBezTo>
                    <a:cubicBezTo>
                      <a:pt x="8281" y="9"/>
                      <a:pt x="8275" y="9"/>
                      <a:pt x="82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41">
                <a:extLst>
                  <a:ext uri="{FF2B5EF4-FFF2-40B4-BE49-F238E27FC236}">
                    <a16:creationId xmlns:a16="http://schemas.microsoft.com/office/drawing/2014/main" id="{4F653A8E-C567-200E-5364-928DB563EDCA}"/>
                  </a:ext>
                </a:extLst>
              </p:cNvPr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41">
                <a:extLst>
                  <a:ext uri="{FF2B5EF4-FFF2-40B4-BE49-F238E27FC236}">
                    <a16:creationId xmlns:a16="http://schemas.microsoft.com/office/drawing/2014/main" id="{CCC43F50-63AE-0749-FA5D-F1278B801F5E}"/>
                  </a:ext>
                </a:extLst>
              </p:cNvPr>
              <p:cNvSpPr/>
              <p:nvPr/>
            </p:nvSpPr>
            <p:spPr>
              <a:xfrm>
                <a:off x="2145244" y="2496177"/>
                <a:ext cx="1596" cy="95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" y="0"/>
                    </a:moveTo>
                    <a:cubicBezTo>
                      <a:pt x="1" y="6"/>
                      <a:pt x="3" y="8"/>
                      <a:pt x="7" y="8"/>
                    </a:cubicBezTo>
                    <a:lnTo>
                      <a:pt x="7" y="8"/>
                    </a:lnTo>
                    <a:lnTo>
                      <a:pt x="1" y="0"/>
                    </a:lnTo>
                    <a:close/>
                    <a:moveTo>
                      <a:pt x="7" y="8"/>
                    </a:moveTo>
                    <a:lnTo>
                      <a:pt x="7" y="9"/>
                    </a:lnTo>
                    <a:lnTo>
                      <a:pt x="14" y="9"/>
                    </a:lnTo>
                    <a:cubicBezTo>
                      <a:pt x="12" y="9"/>
                      <a:pt x="9" y="9"/>
                      <a:pt x="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41">
                <a:extLst>
                  <a:ext uri="{FF2B5EF4-FFF2-40B4-BE49-F238E27FC236}">
                    <a16:creationId xmlns:a16="http://schemas.microsoft.com/office/drawing/2014/main" id="{8BACAF27-780F-E5EF-03F2-D1AAC6F3A131}"/>
                  </a:ext>
                </a:extLst>
              </p:cNvPr>
              <p:cNvSpPr/>
              <p:nvPr/>
            </p:nvSpPr>
            <p:spPr>
              <a:xfrm>
                <a:off x="1250392" y="2493623"/>
                <a:ext cx="893994" cy="1187452"/>
              </a:xfrm>
              <a:custGeom>
                <a:avLst/>
                <a:gdLst/>
                <a:ahLst/>
                <a:cxnLst/>
                <a:rect l="l" t="t" r="r" b="b"/>
                <a:pathLst>
                  <a:path w="8402" h="11160" extrusionOk="0">
                    <a:moveTo>
                      <a:pt x="8258" y="1"/>
                    </a:moveTo>
                    <a:cubicBezTo>
                      <a:pt x="8234" y="1"/>
                      <a:pt x="8207" y="9"/>
                      <a:pt x="8179" y="24"/>
                    </a:cubicBezTo>
                    <a:lnTo>
                      <a:pt x="151" y="4661"/>
                    </a:lnTo>
                    <a:cubicBezTo>
                      <a:pt x="51" y="4711"/>
                      <a:pt x="1" y="4854"/>
                      <a:pt x="28" y="4977"/>
                    </a:cubicBezTo>
                    <a:lnTo>
                      <a:pt x="1531" y="10994"/>
                    </a:lnTo>
                    <a:cubicBezTo>
                      <a:pt x="1553" y="11073"/>
                      <a:pt x="1603" y="11123"/>
                      <a:pt x="1660" y="11130"/>
                    </a:cubicBezTo>
                    <a:cubicBezTo>
                      <a:pt x="1703" y="11137"/>
                      <a:pt x="1746" y="11151"/>
                      <a:pt x="1790" y="11160"/>
                    </a:cubicBezTo>
                    <a:cubicBezTo>
                      <a:pt x="1790" y="11160"/>
                      <a:pt x="1783" y="11151"/>
                      <a:pt x="1776" y="11151"/>
                    </a:cubicBezTo>
                    <a:cubicBezTo>
                      <a:pt x="1769" y="11151"/>
                      <a:pt x="1769" y="11151"/>
                      <a:pt x="1760" y="11144"/>
                    </a:cubicBezTo>
                    <a:lnTo>
                      <a:pt x="1753" y="11144"/>
                    </a:lnTo>
                    <a:lnTo>
                      <a:pt x="1746" y="11137"/>
                    </a:lnTo>
                    <a:cubicBezTo>
                      <a:pt x="1740" y="11137"/>
                      <a:pt x="1740" y="11130"/>
                      <a:pt x="1733" y="11130"/>
                    </a:cubicBezTo>
                    <a:cubicBezTo>
                      <a:pt x="1726" y="11123"/>
                      <a:pt x="1717" y="11117"/>
                      <a:pt x="1717" y="11117"/>
                    </a:cubicBezTo>
                    <a:cubicBezTo>
                      <a:pt x="1710" y="11108"/>
                      <a:pt x="1703" y="11101"/>
                      <a:pt x="1703" y="11094"/>
                    </a:cubicBezTo>
                    <a:lnTo>
                      <a:pt x="1696" y="11094"/>
                    </a:lnTo>
                    <a:cubicBezTo>
                      <a:pt x="1689" y="11080"/>
                      <a:pt x="1683" y="11065"/>
                      <a:pt x="1674" y="11051"/>
                    </a:cubicBezTo>
                    <a:lnTo>
                      <a:pt x="1674" y="11044"/>
                    </a:lnTo>
                    <a:cubicBezTo>
                      <a:pt x="1674" y="11037"/>
                      <a:pt x="1667" y="11030"/>
                      <a:pt x="1667" y="11022"/>
                    </a:cubicBezTo>
                    <a:lnTo>
                      <a:pt x="164" y="4999"/>
                    </a:lnTo>
                    <a:cubicBezTo>
                      <a:pt x="137" y="4884"/>
                      <a:pt x="187" y="4741"/>
                      <a:pt x="280" y="4682"/>
                    </a:cubicBezTo>
                    <a:lnTo>
                      <a:pt x="8316" y="46"/>
                    </a:lnTo>
                    <a:cubicBezTo>
                      <a:pt x="8345" y="33"/>
                      <a:pt x="8374" y="24"/>
                      <a:pt x="8402" y="24"/>
                    </a:cubicBezTo>
                    <a:lnTo>
                      <a:pt x="8381" y="24"/>
                    </a:lnTo>
                    <a:cubicBezTo>
                      <a:pt x="8374" y="17"/>
                      <a:pt x="8359" y="17"/>
                      <a:pt x="8352" y="17"/>
                    </a:cubicBezTo>
                    <a:cubicBezTo>
                      <a:pt x="8324" y="10"/>
                      <a:pt x="8302" y="3"/>
                      <a:pt x="8281" y="3"/>
                    </a:cubicBezTo>
                    <a:cubicBezTo>
                      <a:pt x="8274" y="2"/>
                      <a:pt x="8266" y="1"/>
                      <a:pt x="82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1">
                <a:extLst>
                  <a:ext uri="{FF2B5EF4-FFF2-40B4-BE49-F238E27FC236}">
                    <a16:creationId xmlns:a16="http://schemas.microsoft.com/office/drawing/2014/main" id="{5B1915CC-9090-6465-4BD3-EF9C4190ABBC}"/>
                  </a:ext>
                </a:extLst>
              </p:cNvPr>
              <p:cNvSpPr/>
              <p:nvPr/>
            </p:nvSpPr>
            <p:spPr>
              <a:xfrm>
                <a:off x="1289336" y="2535120"/>
                <a:ext cx="999013" cy="1070303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10059" extrusionOk="0">
                    <a:moveTo>
                      <a:pt x="8000" y="0"/>
                    </a:moveTo>
                    <a:cubicBezTo>
                      <a:pt x="7991" y="0"/>
                      <a:pt x="7982" y="3"/>
                      <a:pt x="7972" y="8"/>
                    </a:cubicBezTo>
                    <a:lnTo>
                      <a:pt x="50" y="4580"/>
                    </a:lnTo>
                    <a:cubicBezTo>
                      <a:pt x="23" y="4602"/>
                      <a:pt x="0" y="4646"/>
                      <a:pt x="14" y="4689"/>
                    </a:cubicBezTo>
                    <a:lnTo>
                      <a:pt x="1337" y="10007"/>
                    </a:lnTo>
                    <a:cubicBezTo>
                      <a:pt x="1347" y="10039"/>
                      <a:pt x="1370" y="10058"/>
                      <a:pt x="1392" y="10058"/>
                    </a:cubicBezTo>
                    <a:cubicBezTo>
                      <a:pt x="1401" y="10058"/>
                      <a:pt x="1409" y="10056"/>
                      <a:pt x="1417" y="10050"/>
                    </a:cubicBezTo>
                    <a:lnTo>
                      <a:pt x="9338" y="5479"/>
                    </a:lnTo>
                    <a:cubicBezTo>
                      <a:pt x="9373" y="5456"/>
                      <a:pt x="9388" y="5406"/>
                      <a:pt x="9381" y="5370"/>
                    </a:cubicBezTo>
                    <a:lnTo>
                      <a:pt x="8051" y="45"/>
                    </a:lnTo>
                    <a:cubicBezTo>
                      <a:pt x="8040" y="18"/>
                      <a:pt x="8022" y="0"/>
                      <a:pt x="80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41">
                <a:extLst>
                  <a:ext uri="{FF2B5EF4-FFF2-40B4-BE49-F238E27FC236}">
                    <a16:creationId xmlns:a16="http://schemas.microsoft.com/office/drawing/2014/main" id="{B760C387-8D75-7C18-583C-274C8854F50B}"/>
                  </a:ext>
                </a:extLst>
              </p:cNvPr>
              <p:cNvSpPr/>
              <p:nvPr/>
            </p:nvSpPr>
            <p:spPr>
              <a:xfrm>
                <a:off x="1442237" y="3676402"/>
                <a:ext cx="170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6" h="44" extrusionOk="0">
                    <a:moveTo>
                      <a:pt x="0" y="1"/>
                    </a:moveTo>
                    <a:lnTo>
                      <a:pt x="0" y="44"/>
                    </a:lnTo>
                    <a:lnTo>
                      <a:pt x="16" y="44"/>
                    </a:lnTo>
                    <a:cubicBezTo>
                      <a:pt x="16" y="44"/>
                      <a:pt x="9" y="44"/>
                      <a:pt x="9" y="35"/>
                    </a:cubicBezTo>
                    <a:cubicBezTo>
                      <a:pt x="0" y="28"/>
                      <a:pt x="0" y="14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41">
                <a:extLst>
                  <a:ext uri="{FF2B5EF4-FFF2-40B4-BE49-F238E27FC236}">
                    <a16:creationId xmlns:a16="http://schemas.microsoft.com/office/drawing/2014/main" id="{CC1C9DD0-3441-356C-37C7-ACD04E4E3087}"/>
                  </a:ext>
                </a:extLst>
              </p:cNvPr>
              <p:cNvSpPr/>
              <p:nvPr/>
            </p:nvSpPr>
            <p:spPr>
              <a:xfrm>
                <a:off x="1442237" y="3488281"/>
                <a:ext cx="1405896" cy="527969"/>
              </a:xfrm>
              <a:custGeom>
                <a:avLst/>
                <a:gdLst/>
                <a:ahLst/>
                <a:cxnLst/>
                <a:rect l="l" t="t" r="r" b="b"/>
                <a:pathLst>
                  <a:path w="13213" h="4962" extrusionOk="0">
                    <a:moveTo>
                      <a:pt x="13213" y="0"/>
                    </a:moveTo>
                    <a:cubicBezTo>
                      <a:pt x="13213" y="28"/>
                      <a:pt x="13206" y="50"/>
                      <a:pt x="13184" y="71"/>
                    </a:cubicBezTo>
                    <a:cubicBezTo>
                      <a:pt x="13177" y="78"/>
                      <a:pt x="13170" y="87"/>
                      <a:pt x="13154" y="93"/>
                    </a:cubicBezTo>
                    <a:cubicBezTo>
                      <a:pt x="13154" y="93"/>
                      <a:pt x="13147" y="100"/>
                      <a:pt x="13141" y="100"/>
                    </a:cubicBezTo>
                    <a:lnTo>
                      <a:pt x="5105" y="4736"/>
                    </a:lnTo>
                    <a:cubicBezTo>
                      <a:pt x="5057" y="4766"/>
                      <a:pt x="4992" y="4781"/>
                      <a:pt x="4929" y="4781"/>
                    </a:cubicBezTo>
                    <a:cubicBezTo>
                      <a:pt x="4870" y="4781"/>
                      <a:pt x="4812" y="4768"/>
                      <a:pt x="4767" y="4744"/>
                    </a:cubicBezTo>
                    <a:lnTo>
                      <a:pt x="73" y="1869"/>
                    </a:lnTo>
                    <a:cubicBezTo>
                      <a:pt x="43" y="1846"/>
                      <a:pt x="23" y="1832"/>
                      <a:pt x="16" y="1812"/>
                    </a:cubicBezTo>
                    <a:lnTo>
                      <a:pt x="0" y="1812"/>
                    </a:lnTo>
                    <a:lnTo>
                      <a:pt x="0" y="2091"/>
                    </a:lnTo>
                    <a:cubicBezTo>
                      <a:pt x="0" y="2127"/>
                      <a:pt x="23" y="2164"/>
                      <a:pt x="73" y="2191"/>
                    </a:cubicBezTo>
                    <a:lnTo>
                      <a:pt x="4767" y="4924"/>
                    </a:lnTo>
                    <a:cubicBezTo>
                      <a:pt x="4813" y="4949"/>
                      <a:pt x="4876" y="4961"/>
                      <a:pt x="4939" y="4961"/>
                    </a:cubicBezTo>
                    <a:cubicBezTo>
                      <a:pt x="5002" y="4961"/>
                      <a:pt x="5065" y="4949"/>
                      <a:pt x="5112" y="4924"/>
                    </a:cubicBezTo>
                    <a:lnTo>
                      <a:pt x="13141" y="280"/>
                    </a:lnTo>
                    <a:cubicBezTo>
                      <a:pt x="13191" y="259"/>
                      <a:pt x="13213" y="223"/>
                      <a:pt x="13213" y="187"/>
                    </a:cubicBezTo>
                    <a:lnTo>
                      <a:pt x="1321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41">
                <a:extLst>
                  <a:ext uri="{FF2B5EF4-FFF2-40B4-BE49-F238E27FC236}">
                    <a16:creationId xmlns:a16="http://schemas.microsoft.com/office/drawing/2014/main" id="{404EB662-6AFB-CC59-1763-824160797A75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41">
                <a:extLst>
                  <a:ext uri="{FF2B5EF4-FFF2-40B4-BE49-F238E27FC236}">
                    <a16:creationId xmlns:a16="http://schemas.microsoft.com/office/drawing/2014/main" id="{1B5A6032-015F-BB70-24A3-AA3F0D520CD3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41">
                <a:extLst>
                  <a:ext uri="{FF2B5EF4-FFF2-40B4-BE49-F238E27FC236}">
                    <a16:creationId xmlns:a16="http://schemas.microsoft.com/office/drawing/2014/main" id="{D78087AD-C799-3C9D-ECAA-9C6AA0F00575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41">
                <a:extLst>
                  <a:ext uri="{FF2B5EF4-FFF2-40B4-BE49-F238E27FC236}">
                    <a16:creationId xmlns:a16="http://schemas.microsoft.com/office/drawing/2014/main" id="{4CD18E1D-A087-32E6-5F9A-1DAC9F5D2BD5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41">
                <a:extLst>
                  <a:ext uri="{FF2B5EF4-FFF2-40B4-BE49-F238E27FC236}">
                    <a16:creationId xmlns:a16="http://schemas.microsoft.com/office/drawing/2014/main" id="{07C5EE10-CAC3-33B4-DA91-ADF4FF66FCEF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41">
                <a:extLst>
                  <a:ext uri="{FF2B5EF4-FFF2-40B4-BE49-F238E27FC236}">
                    <a16:creationId xmlns:a16="http://schemas.microsoft.com/office/drawing/2014/main" id="{68A9A738-FDC0-7B80-665A-50ACCD272111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41">
                <a:extLst>
                  <a:ext uri="{FF2B5EF4-FFF2-40B4-BE49-F238E27FC236}">
                    <a16:creationId xmlns:a16="http://schemas.microsoft.com/office/drawing/2014/main" id="{3456F543-037F-C0B4-55C2-F6AFE7A92C6F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41">
                <a:extLst>
                  <a:ext uri="{FF2B5EF4-FFF2-40B4-BE49-F238E27FC236}">
                    <a16:creationId xmlns:a16="http://schemas.microsoft.com/office/drawing/2014/main" id="{F323494E-6D08-952D-0D8E-DD3A615A551F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41">
                <a:extLst>
                  <a:ext uri="{FF2B5EF4-FFF2-40B4-BE49-F238E27FC236}">
                    <a16:creationId xmlns:a16="http://schemas.microsoft.com/office/drawing/2014/main" id="{05865F80-0EA3-8D0F-3AC3-0526FA7A9906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41">
                <a:extLst>
                  <a:ext uri="{FF2B5EF4-FFF2-40B4-BE49-F238E27FC236}">
                    <a16:creationId xmlns:a16="http://schemas.microsoft.com/office/drawing/2014/main" id="{AFDC9E6C-8AB9-5A18-2464-E39849A14ADD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1">
                <a:extLst>
                  <a:ext uri="{FF2B5EF4-FFF2-40B4-BE49-F238E27FC236}">
                    <a16:creationId xmlns:a16="http://schemas.microsoft.com/office/drawing/2014/main" id="{43F5B09B-DC94-D8EC-2729-E4CC3E720F22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1">
                <a:extLst>
                  <a:ext uri="{FF2B5EF4-FFF2-40B4-BE49-F238E27FC236}">
                    <a16:creationId xmlns:a16="http://schemas.microsoft.com/office/drawing/2014/main" id="{BEA9C3E0-7583-DFD0-AAA8-C30D3F45F95B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>
                <a:extLst>
                  <a:ext uri="{FF2B5EF4-FFF2-40B4-BE49-F238E27FC236}">
                    <a16:creationId xmlns:a16="http://schemas.microsoft.com/office/drawing/2014/main" id="{40B510EC-910C-746D-B87C-4F35026FC459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1">
                <a:extLst>
                  <a:ext uri="{FF2B5EF4-FFF2-40B4-BE49-F238E27FC236}">
                    <a16:creationId xmlns:a16="http://schemas.microsoft.com/office/drawing/2014/main" id="{FD857690-AEA7-52D9-C92C-96C6222CD260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1">
                <a:extLst>
                  <a:ext uri="{FF2B5EF4-FFF2-40B4-BE49-F238E27FC236}">
                    <a16:creationId xmlns:a16="http://schemas.microsoft.com/office/drawing/2014/main" id="{24C03F4E-ED37-F63C-6FD1-B8C26AB5C6E6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>
                <a:extLst>
                  <a:ext uri="{FF2B5EF4-FFF2-40B4-BE49-F238E27FC236}">
                    <a16:creationId xmlns:a16="http://schemas.microsoft.com/office/drawing/2014/main" id="{02AD794D-A5F8-CA15-2C60-812FC1EE6FB5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1">
                <a:extLst>
                  <a:ext uri="{FF2B5EF4-FFF2-40B4-BE49-F238E27FC236}">
                    <a16:creationId xmlns:a16="http://schemas.microsoft.com/office/drawing/2014/main" id="{F60B4AD1-C12C-D70D-ECFB-C47A33CBEE39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1">
                <a:extLst>
                  <a:ext uri="{FF2B5EF4-FFF2-40B4-BE49-F238E27FC236}">
                    <a16:creationId xmlns:a16="http://schemas.microsoft.com/office/drawing/2014/main" id="{763D738A-3E3F-FEFF-66A5-176CA12999E7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>
                <a:extLst>
                  <a:ext uri="{FF2B5EF4-FFF2-40B4-BE49-F238E27FC236}">
                    <a16:creationId xmlns:a16="http://schemas.microsoft.com/office/drawing/2014/main" id="{387FBDB7-9E50-411B-E968-E712BFB9EBE4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>
                <a:extLst>
                  <a:ext uri="{FF2B5EF4-FFF2-40B4-BE49-F238E27FC236}">
                    <a16:creationId xmlns:a16="http://schemas.microsoft.com/office/drawing/2014/main" id="{790CF9DE-DE91-68A1-3D30-B709763C2824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1">
                <a:extLst>
                  <a:ext uri="{FF2B5EF4-FFF2-40B4-BE49-F238E27FC236}">
                    <a16:creationId xmlns:a16="http://schemas.microsoft.com/office/drawing/2014/main" id="{59C17660-CA2C-E852-04FB-73F4D609836A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1">
                <a:extLst>
                  <a:ext uri="{FF2B5EF4-FFF2-40B4-BE49-F238E27FC236}">
                    <a16:creationId xmlns:a16="http://schemas.microsoft.com/office/drawing/2014/main" id="{1D091A12-6DDC-B290-03A7-D4797CEF3203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>
                <a:extLst>
                  <a:ext uri="{FF2B5EF4-FFF2-40B4-BE49-F238E27FC236}">
                    <a16:creationId xmlns:a16="http://schemas.microsoft.com/office/drawing/2014/main" id="{5AFD6A56-36F1-768F-5A1A-94AE83B0CB8D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>
                <a:extLst>
                  <a:ext uri="{FF2B5EF4-FFF2-40B4-BE49-F238E27FC236}">
                    <a16:creationId xmlns:a16="http://schemas.microsoft.com/office/drawing/2014/main" id="{EF3D562E-B5AC-FA72-19BF-E0EBE1374F69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>
                <a:extLst>
                  <a:ext uri="{FF2B5EF4-FFF2-40B4-BE49-F238E27FC236}">
                    <a16:creationId xmlns:a16="http://schemas.microsoft.com/office/drawing/2014/main" id="{0F461EF9-D2B5-FADE-6DB5-71F49C597399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>
                <a:extLst>
                  <a:ext uri="{FF2B5EF4-FFF2-40B4-BE49-F238E27FC236}">
                    <a16:creationId xmlns:a16="http://schemas.microsoft.com/office/drawing/2014/main" id="{7EB90571-676D-7CC1-71A9-45C20F500022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>
                <a:extLst>
                  <a:ext uri="{FF2B5EF4-FFF2-40B4-BE49-F238E27FC236}">
                    <a16:creationId xmlns:a16="http://schemas.microsoft.com/office/drawing/2014/main" id="{52CE9719-D8AA-EF0B-D0B8-9DED435EFDB2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>
                <a:extLst>
                  <a:ext uri="{FF2B5EF4-FFF2-40B4-BE49-F238E27FC236}">
                    <a16:creationId xmlns:a16="http://schemas.microsoft.com/office/drawing/2014/main" id="{73CABCFA-CDD6-AFE1-ED1E-543219C784BA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>
                <a:extLst>
                  <a:ext uri="{FF2B5EF4-FFF2-40B4-BE49-F238E27FC236}">
                    <a16:creationId xmlns:a16="http://schemas.microsoft.com/office/drawing/2014/main" id="{F90A555A-9F47-81E3-3E6E-2DC2D42E7F8B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>
                <a:extLst>
                  <a:ext uri="{FF2B5EF4-FFF2-40B4-BE49-F238E27FC236}">
                    <a16:creationId xmlns:a16="http://schemas.microsoft.com/office/drawing/2014/main" id="{F5D32DB1-355A-575B-E89D-439EA41EA5A5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>
                <a:extLst>
                  <a:ext uri="{FF2B5EF4-FFF2-40B4-BE49-F238E27FC236}">
                    <a16:creationId xmlns:a16="http://schemas.microsoft.com/office/drawing/2014/main" id="{5CD0BB4A-C482-EB69-7D14-750007C5788D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>
                <a:extLst>
                  <a:ext uri="{FF2B5EF4-FFF2-40B4-BE49-F238E27FC236}">
                    <a16:creationId xmlns:a16="http://schemas.microsoft.com/office/drawing/2014/main" id="{70CFE34B-21A2-98E6-A8C5-E48C16EC14A9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>
                <a:extLst>
                  <a:ext uri="{FF2B5EF4-FFF2-40B4-BE49-F238E27FC236}">
                    <a16:creationId xmlns:a16="http://schemas.microsoft.com/office/drawing/2014/main" id="{42DE7B77-AEEC-8582-1C50-9502AE6E2DE7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>
                <a:extLst>
                  <a:ext uri="{FF2B5EF4-FFF2-40B4-BE49-F238E27FC236}">
                    <a16:creationId xmlns:a16="http://schemas.microsoft.com/office/drawing/2014/main" id="{331E32B4-A4E5-15D7-512E-E0E5DACCE49E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>
                <a:extLst>
                  <a:ext uri="{FF2B5EF4-FFF2-40B4-BE49-F238E27FC236}">
                    <a16:creationId xmlns:a16="http://schemas.microsoft.com/office/drawing/2014/main" id="{0B8979C7-EF8F-EA8A-518F-3AFC67C6848F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>
                <a:extLst>
                  <a:ext uri="{FF2B5EF4-FFF2-40B4-BE49-F238E27FC236}">
                    <a16:creationId xmlns:a16="http://schemas.microsoft.com/office/drawing/2014/main" id="{B2BAA64B-09B7-7F9C-5F3C-541485E637D2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>
                <a:extLst>
                  <a:ext uri="{FF2B5EF4-FFF2-40B4-BE49-F238E27FC236}">
                    <a16:creationId xmlns:a16="http://schemas.microsoft.com/office/drawing/2014/main" id="{7B426465-0213-C85F-80B4-55ADA8B8B5AF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>
                <a:extLst>
                  <a:ext uri="{FF2B5EF4-FFF2-40B4-BE49-F238E27FC236}">
                    <a16:creationId xmlns:a16="http://schemas.microsoft.com/office/drawing/2014/main" id="{177F9120-AC3F-2397-3F92-A6FA372E74CD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>
                <a:extLst>
                  <a:ext uri="{FF2B5EF4-FFF2-40B4-BE49-F238E27FC236}">
                    <a16:creationId xmlns:a16="http://schemas.microsoft.com/office/drawing/2014/main" id="{05DAA778-AF83-F730-CA83-EFD67D9161AA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>
                <a:extLst>
                  <a:ext uri="{FF2B5EF4-FFF2-40B4-BE49-F238E27FC236}">
                    <a16:creationId xmlns:a16="http://schemas.microsoft.com/office/drawing/2014/main" id="{752540AB-B2BC-44F9-8C44-81E753C8E68B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>
                <a:extLst>
                  <a:ext uri="{FF2B5EF4-FFF2-40B4-BE49-F238E27FC236}">
                    <a16:creationId xmlns:a16="http://schemas.microsoft.com/office/drawing/2014/main" id="{4F2E9602-D35B-DB0F-23DE-06522C4C3E4B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>
                <a:extLst>
                  <a:ext uri="{FF2B5EF4-FFF2-40B4-BE49-F238E27FC236}">
                    <a16:creationId xmlns:a16="http://schemas.microsoft.com/office/drawing/2014/main" id="{B4389F1E-1895-FE70-7B0F-ADE40A0D8864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>
                <a:extLst>
                  <a:ext uri="{FF2B5EF4-FFF2-40B4-BE49-F238E27FC236}">
                    <a16:creationId xmlns:a16="http://schemas.microsoft.com/office/drawing/2014/main" id="{1F9DAD92-C266-EA75-6E96-A1C1C196D366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41">
                <a:extLst>
                  <a:ext uri="{FF2B5EF4-FFF2-40B4-BE49-F238E27FC236}">
                    <a16:creationId xmlns:a16="http://schemas.microsoft.com/office/drawing/2014/main" id="{19B00D9F-83CE-67F7-09F1-33F3B201ABB5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41">
                <a:extLst>
                  <a:ext uri="{FF2B5EF4-FFF2-40B4-BE49-F238E27FC236}">
                    <a16:creationId xmlns:a16="http://schemas.microsoft.com/office/drawing/2014/main" id="{0BD7E7E7-FF86-CF0B-8B6E-3C4235354487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41">
                <a:extLst>
                  <a:ext uri="{FF2B5EF4-FFF2-40B4-BE49-F238E27FC236}">
                    <a16:creationId xmlns:a16="http://schemas.microsoft.com/office/drawing/2014/main" id="{7E1467FC-FE49-BE4C-49EB-4FA45D12493B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41">
                <a:extLst>
                  <a:ext uri="{FF2B5EF4-FFF2-40B4-BE49-F238E27FC236}">
                    <a16:creationId xmlns:a16="http://schemas.microsoft.com/office/drawing/2014/main" id="{20CABA7A-9EE2-D4C9-E4DE-CA4E1001BE6B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41">
                <a:extLst>
                  <a:ext uri="{FF2B5EF4-FFF2-40B4-BE49-F238E27FC236}">
                    <a16:creationId xmlns:a16="http://schemas.microsoft.com/office/drawing/2014/main" id="{16822EBA-4647-916E-8E96-249773E79CA8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41">
                <a:extLst>
                  <a:ext uri="{FF2B5EF4-FFF2-40B4-BE49-F238E27FC236}">
                    <a16:creationId xmlns:a16="http://schemas.microsoft.com/office/drawing/2014/main" id="{2AB68B54-7B39-65B7-E90A-D06A22A80192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41">
                <a:extLst>
                  <a:ext uri="{FF2B5EF4-FFF2-40B4-BE49-F238E27FC236}">
                    <a16:creationId xmlns:a16="http://schemas.microsoft.com/office/drawing/2014/main" id="{F2E13F35-1033-D1BE-9D6A-0863794C7740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41">
                <a:extLst>
                  <a:ext uri="{FF2B5EF4-FFF2-40B4-BE49-F238E27FC236}">
                    <a16:creationId xmlns:a16="http://schemas.microsoft.com/office/drawing/2014/main" id="{93B6D0E4-AECC-61D8-08DF-E5F75523865E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41">
                <a:extLst>
                  <a:ext uri="{FF2B5EF4-FFF2-40B4-BE49-F238E27FC236}">
                    <a16:creationId xmlns:a16="http://schemas.microsoft.com/office/drawing/2014/main" id="{178A4EB1-A506-52F4-4884-8117BBAD8346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>
                <a:extLst>
                  <a:ext uri="{FF2B5EF4-FFF2-40B4-BE49-F238E27FC236}">
                    <a16:creationId xmlns:a16="http://schemas.microsoft.com/office/drawing/2014/main" id="{9BECC6D2-5987-A0CD-C88D-8146BA607C02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>
                <a:extLst>
                  <a:ext uri="{FF2B5EF4-FFF2-40B4-BE49-F238E27FC236}">
                    <a16:creationId xmlns:a16="http://schemas.microsoft.com/office/drawing/2014/main" id="{32253763-B79D-FBB9-77C4-B206D128444F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>
                <a:extLst>
                  <a:ext uri="{FF2B5EF4-FFF2-40B4-BE49-F238E27FC236}">
                    <a16:creationId xmlns:a16="http://schemas.microsoft.com/office/drawing/2014/main" id="{BBE7F007-CF78-118E-DB11-C8F421983D6C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>
                <a:extLst>
                  <a:ext uri="{FF2B5EF4-FFF2-40B4-BE49-F238E27FC236}">
                    <a16:creationId xmlns:a16="http://schemas.microsoft.com/office/drawing/2014/main" id="{374B8975-C30C-94D4-138E-7766DFDD8B2B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>
                <a:extLst>
                  <a:ext uri="{FF2B5EF4-FFF2-40B4-BE49-F238E27FC236}">
                    <a16:creationId xmlns:a16="http://schemas.microsoft.com/office/drawing/2014/main" id="{D93D6D3E-C1A2-F0AF-4F7E-683E14CBC50F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>
                <a:extLst>
                  <a:ext uri="{FF2B5EF4-FFF2-40B4-BE49-F238E27FC236}">
                    <a16:creationId xmlns:a16="http://schemas.microsoft.com/office/drawing/2014/main" id="{B597816E-41D1-2FD1-91D0-FD7EDAB5F03A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>
                <a:extLst>
                  <a:ext uri="{FF2B5EF4-FFF2-40B4-BE49-F238E27FC236}">
                    <a16:creationId xmlns:a16="http://schemas.microsoft.com/office/drawing/2014/main" id="{0E2CF7CD-51D8-976D-3C6A-456E96421759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>
                <a:extLst>
                  <a:ext uri="{FF2B5EF4-FFF2-40B4-BE49-F238E27FC236}">
                    <a16:creationId xmlns:a16="http://schemas.microsoft.com/office/drawing/2014/main" id="{6E59C5CF-F831-C5D7-822B-6583AC337816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>
                <a:extLst>
                  <a:ext uri="{FF2B5EF4-FFF2-40B4-BE49-F238E27FC236}">
                    <a16:creationId xmlns:a16="http://schemas.microsoft.com/office/drawing/2014/main" id="{E824CA6F-B628-0394-BD29-A949A1012837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>
                <a:extLst>
                  <a:ext uri="{FF2B5EF4-FFF2-40B4-BE49-F238E27FC236}">
                    <a16:creationId xmlns:a16="http://schemas.microsoft.com/office/drawing/2014/main" id="{FC46BC68-D4BA-F232-6BFE-C93DD6918C28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>
                <a:extLst>
                  <a:ext uri="{FF2B5EF4-FFF2-40B4-BE49-F238E27FC236}">
                    <a16:creationId xmlns:a16="http://schemas.microsoft.com/office/drawing/2014/main" id="{7186F9D2-9884-16B7-562C-0A9F6C02A214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>
                <a:extLst>
                  <a:ext uri="{FF2B5EF4-FFF2-40B4-BE49-F238E27FC236}">
                    <a16:creationId xmlns:a16="http://schemas.microsoft.com/office/drawing/2014/main" id="{538D240E-69B1-3B50-51F4-9EB86BF7C34D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>
                <a:extLst>
                  <a:ext uri="{FF2B5EF4-FFF2-40B4-BE49-F238E27FC236}">
                    <a16:creationId xmlns:a16="http://schemas.microsoft.com/office/drawing/2014/main" id="{ED270E37-70B0-234D-453A-389E17DEBD9D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>
                <a:extLst>
                  <a:ext uri="{FF2B5EF4-FFF2-40B4-BE49-F238E27FC236}">
                    <a16:creationId xmlns:a16="http://schemas.microsoft.com/office/drawing/2014/main" id="{3CA4898B-4294-0409-68CF-C2E0711498A2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>
                <a:extLst>
                  <a:ext uri="{FF2B5EF4-FFF2-40B4-BE49-F238E27FC236}">
                    <a16:creationId xmlns:a16="http://schemas.microsoft.com/office/drawing/2014/main" id="{75C72B58-6313-1D79-DB7E-765D28A22DE9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>
                <a:extLst>
                  <a:ext uri="{FF2B5EF4-FFF2-40B4-BE49-F238E27FC236}">
                    <a16:creationId xmlns:a16="http://schemas.microsoft.com/office/drawing/2014/main" id="{A659D828-EC79-8FC9-241C-0BFABC40DD95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>
                <a:extLst>
                  <a:ext uri="{FF2B5EF4-FFF2-40B4-BE49-F238E27FC236}">
                    <a16:creationId xmlns:a16="http://schemas.microsoft.com/office/drawing/2014/main" id="{5E7B070D-1A56-8E3E-106B-5A7437BF70CD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>
                <a:extLst>
                  <a:ext uri="{FF2B5EF4-FFF2-40B4-BE49-F238E27FC236}">
                    <a16:creationId xmlns:a16="http://schemas.microsoft.com/office/drawing/2014/main" id="{E98E6E27-9969-9A82-3A29-9EDF9A254668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>
                <a:extLst>
                  <a:ext uri="{FF2B5EF4-FFF2-40B4-BE49-F238E27FC236}">
                    <a16:creationId xmlns:a16="http://schemas.microsoft.com/office/drawing/2014/main" id="{9A0E6386-1C71-AD5A-C472-44739FFEE946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>
                <a:extLst>
                  <a:ext uri="{FF2B5EF4-FFF2-40B4-BE49-F238E27FC236}">
                    <a16:creationId xmlns:a16="http://schemas.microsoft.com/office/drawing/2014/main" id="{BD417157-4727-8365-C101-E173DD7B0D4B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>
                <a:extLst>
                  <a:ext uri="{FF2B5EF4-FFF2-40B4-BE49-F238E27FC236}">
                    <a16:creationId xmlns:a16="http://schemas.microsoft.com/office/drawing/2014/main" id="{A6EBF9D8-6BA9-245B-6352-10A1CE9A544D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>
                <a:extLst>
                  <a:ext uri="{FF2B5EF4-FFF2-40B4-BE49-F238E27FC236}">
                    <a16:creationId xmlns:a16="http://schemas.microsoft.com/office/drawing/2014/main" id="{3052CB80-F86A-D33A-D430-47AB44532A15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>
                <a:extLst>
                  <a:ext uri="{FF2B5EF4-FFF2-40B4-BE49-F238E27FC236}">
                    <a16:creationId xmlns:a16="http://schemas.microsoft.com/office/drawing/2014/main" id="{188B0A14-5D3E-EAB3-4E74-8B4991D2EEC1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>
                <a:extLst>
                  <a:ext uri="{FF2B5EF4-FFF2-40B4-BE49-F238E27FC236}">
                    <a16:creationId xmlns:a16="http://schemas.microsoft.com/office/drawing/2014/main" id="{F99016A2-43B3-D199-E06B-B9955AA6DB9E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>
                <a:extLst>
                  <a:ext uri="{FF2B5EF4-FFF2-40B4-BE49-F238E27FC236}">
                    <a16:creationId xmlns:a16="http://schemas.microsoft.com/office/drawing/2014/main" id="{9BFE12BF-8454-9560-57C3-0ADB6D55E871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>
                <a:extLst>
                  <a:ext uri="{FF2B5EF4-FFF2-40B4-BE49-F238E27FC236}">
                    <a16:creationId xmlns:a16="http://schemas.microsoft.com/office/drawing/2014/main" id="{5205574E-C108-424D-FFBF-525992CCE3E2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>
                <a:extLst>
                  <a:ext uri="{FF2B5EF4-FFF2-40B4-BE49-F238E27FC236}">
                    <a16:creationId xmlns:a16="http://schemas.microsoft.com/office/drawing/2014/main" id="{0E281675-CD28-9648-2C30-23743708454D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>
                <a:extLst>
                  <a:ext uri="{FF2B5EF4-FFF2-40B4-BE49-F238E27FC236}">
                    <a16:creationId xmlns:a16="http://schemas.microsoft.com/office/drawing/2014/main" id="{0535F2A7-1FD2-8815-CC31-559D3983DEBE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>
                <a:extLst>
                  <a:ext uri="{FF2B5EF4-FFF2-40B4-BE49-F238E27FC236}">
                    <a16:creationId xmlns:a16="http://schemas.microsoft.com/office/drawing/2014/main" id="{38D8EF0E-0523-E5A1-7471-845CC939CF95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>
                <a:extLst>
                  <a:ext uri="{FF2B5EF4-FFF2-40B4-BE49-F238E27FC236}">
                    <a16:creationId xmlns:a16="http://schemas.microsoft.com/office/drawing/2014/main" id="{FC7EF519-67F9-B097-8C40-007098BE4ABB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>
                <a:extLst>
                  <a:ext uri="{FF2B5EF4-FFF2-40B4-BE49-F238E27FC236}">
                    <a16:creationId xmlns:a16="http://schemas.microsoft.com/office/drawing/2014/main" id="{C874EFB8-8117-F937-795C-984B47683E0F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>
                <a:extLst>
                  <a:ext uri="{FF2B5EF4-FFF2-40B4-BE49-F238E27FC236}">
                    <a16:creationId xmlns:a16="http://schemas.microsoft.com/office/drawing/2014/main" id="{74B6C3BC-996F-5790-0084-49568A943DC6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>
                <a:extLst>
                  <a:ext uri="{FF2B5EF4-FFF2-40B4-BE49-F238E27FC236}">
                    <a16:creationId xmlns:a16="http://schemas.microsoft.com/office/drawing/2014/main" id="{85E4ED06-3130-EC75-5D4A-78232530C0CA}"/>
                  </a:ext>
                </a:extLst>
              </p:cNvPr>
              <p:cNvSpPr/>
              <p:nvPr/>
            </p:nvSpPr>
            <p:spPr>
              <a:xfrm>
                <a:off x="1442237" y="3167582"/>
                <a:ext cx="1405896" cy="829407"/>
              </a:xfrm>
              <a:custGeom>
                <a:avLst/>
                <a:gdLst/>
                <a:ahLst/>
                <a:cxnLst/>
                <a:rect l="l" t="t" r="r" b="b"/>
                <a:pathLst>
                  <a:path w="13213" h="7795" extrusionOk="0">
                    <a:moveTo>
                      <a:pt x="8426" y="368"/>
                    </a:moveTo>
                    <a:cubicBezTo>
                      <a:pt x="8460" y="368"/>
                      <a:pt x="8494" y="376"/>
                      <a:pt x="8519" y="390"/>
                    </a:cubicBezTo>
                    <a:lnTo>
                      <a:pt x="8555" y="411"/>
                    </a:lnTo>
                    <a:cubicBezTo>
                      <a:pt x="8605" y="440"/>
                      <a:pt x="8605" y="490"/>
                      <a:pt x="8555" y="520"/>
                    </a:cubicBezTo>
                    <a:lnTo>
                      <a:pt x="8296" y="670"/>
                    </a:lnTo>
                    <a:cubicBezTo>
                      <a:pt x="8271" y="685"/>
                      <a:pt x="8237" y="692"/>
                      <a:pt x="8203" y="692"/>
                    </a:cubicBezTo>
                    <a:cubicBezTo>
                      <a:pt x="8169" y="692"/>
                      <a:pt x="8134" y="685"/>
                      <a:pt x="8108" y="670"/>
                    </a:cubicBezTo>
                    <a:lnTo>
                      <a:pt x="8074" y="649"/>
                    </a:lnTo>
                    <a:cubicBezTo>
                      <a:pt x="8022" y="620"/>
                      <a:pt x="8022" y="570"/>
                      <a:pt x="8074" y="540"/>
                    </a:cubicBezTo>
                    <a:lnTo>
                      <a:pt x="8333" y="390"/>
                    </a:lnTo>
                    <a:cubicBezTo>
                      <a:pt x="8358" y="376"/>
                      <a:pt x="8392" y="368"/>
                      <a:pt x="8426" y="368"/>
                    </a:cubicBezTo>
                    <a:close/>
                    <a:moveTo>
                      <a:pt x="8735" y="548"/>
                    </a:moveTo>
                    <a:cubicBezTo>
                      <a:pt x="8769" y="548"/>
                      <a:pt x="8803" y="555"/>
                      <a:pt x="8828" y="570"/>
                    </a:cubicBezTo>
                    <a:lnTo>
                      <a:pt x="9043" y="692"/>
                    </a:lnTo>
                    <a:cubicBezTo>
                      <a:pt x="9093" y="729"/>
                      <a:pt x="9093" y="772"/>
                      <a:pt x="9036" y="799"/>
                    </a:cubicBezTo>
                    <a:lnTo>
                      <a:pt x="8778" y="951"/>
                    </a:lnTo>
                    <a:cubicBezTo>
                      <a:pt x="8753" y="965"/>
                      <a:pt x="8719" y="972"/>
                      <a:pt x="8685" y="972"/>
                    </a:cubicBezTo>
                    <a:cubicBezTo>
                      <a:pt x="8650" y="972"/>
                      <a:pt x="8616" y="965"/>
                      <a:pt x="8591" y="951"/>
                    </a:cubicBezTo>
                    <a:lnTo>
                      <a:pt x="8383" y="829"/>
                    </a:lnTo>
                    <a:cubicBezTo>
                      <a:pt x="8333" y="799"/>
                      <a:pt x="8333" y="749"/>
                      <a:pt x="8383" y="720"/>
                    </a:cubicBezTo>
                    <a:lnTo>
                      <a:pt x="8641" y="570"/>
                    </a:lnTo>
                    <a:cubicBezTo>
                      <a:pt x="8666" y="555"/>
                      <a:pt x="8701" y="548"/>
                      <a:pt x="8735" y="548"/>
                    </a:cubicBezTo>
                    <a:close/>
                    <a:moveTo>
                      <a:pt x="7896" y="677"/>
                    </a:moveTo>
                    <a:cubicBezTo>
                      <a:pt x="7929" y="677"/>
                      <a:pt x="7962" y="685"/>
                      <a:pt x="7988" y="699"/>
                    </a:cubicBezTo>
                    <a:lnTo>
                      <a:pt x="8022" y="720"/>
                    </a:lnTo>
                    <a:cubicBezTo>
                      <a:pt x="8074" y="749"/>
                      <a:pt x="8074" y="799"/>
                      <a:pt x="8022" y="829"/>
                    </a:cubicBezTo>
                    <a:lnTo>
                      <a:pt x="7786" y="965"/>
                    </a:lnTo>
                    <a:cubicBezTo>
                      <a:pt x="7761" y="980"/>
                      <a:pt x="7727" y="987"/>
                      <a:pt x="7693" y="987"/>
                    </a:cubicBezTo>
                    <a:cubicBezTo>
                      <a:pt x="7659" y="987"/>
                      <a:pt x="7624" y="980"/>
                      <a:pt x="7599" y="965"/>
                    </a:cubicBezTo>
                    <a:lnTo>
                      <a:pt x="7563" y="944"/>
                    </a:lnTo>
                    <a:cubicBezTo>
                      <a:pt x="7513" y="915"/>
                      <a:pt x="7513" y="865"/>
                      <a:pt x="7563" y="835"/>
                    </a:cubicBezTo>
                    <a:lnTo>
                      <a:pt x="7800" y="699"/>
                    </a:lnTo>
                    <a:cubicBezTo>
                      <a:pt x="7829" y="685"/>
                      <a:pt x="7863" y="677"/>
                      <a:pt x="7896" y="677"/>
                    </a:cubicBezTo>
                    <a:close/>
                    <a:moveTo>
                      <a:pt x="7386" y="972"/>
                    </a:moveTo>
                    <a:cubicBezTo>
                      <a:pt x="7420" y="972"/>
                      <a:pt x="7452" y="980"/>
                      <a:pt x="7477" y="994"/>
                    </a:cubicBezTo>
                    <a:lnTo>
                      <a:pt x="7513" y="1015"/>
                    </a:lnTo>
                    <a:cubicBezTo>
                      <a:pt x="7570" y="1044"/>
                      <a:pt x="7563" y="1094"/>
                      <a:pt x="7513" y="1124"/>
                    </a:cubicBezTo>
                    <a:lnTo>
                      <a:pt x="7304" y="1246"/>
                    </a:lnTo>
                    <a:cubicBezTo>
                      <a:pt x="7279" y="1260"/>
                      <a:pt x="7245" y="1267"/>
                      <a:pt x="7211" y="1267"/>
                    </a:cubicBezTo>
                    <a:cubicBezTo>
                      <a:pt x="7177" y="1267"/>
                      <a:pt x="7142" y="1260"/>
                      <a:pt x="7116" y="1246"/>
                    </a:cubicBezTo>
                    <a:lnTo>
                      <a:pt x="7082" y="1224"/>
                    </a:lnTo>
                    <a:cubicBezTo>
                      <a:pt x="7030" y="1194"/>
                      <a:pt x="7030" y="1144"/>
                      <a:pt x="7082" y="1117"/>
                    </a:cubicBezTo>
                    <a:lnTo>
                      <a:pt x="7289" y="994"/>
                    </a:lnTo>
                    <a:cubicBezTo>
                      <a:pt x="7318" y="980"/>
                      <a:pt x="7353" y="972"/>
                      <a:pt x="7386" y="972"/>
                    </a:cubicBezTo>
                    <a:close/>
                    <a:moveTo>
                      <a:pt x="8203" y="857"/>
                    </a:moveTo>
                    <a:cubicBezTo>
                      <a:pt x="8237" y="857"/>
                      <a:pt x="8271" y="864"/>
                      <a:pt x="8296" y="879"/>
                    </a:cubicBezTo>
                    <a:lnTo>
                      <a:pt x="8512" y="1001"/>
                    </a:lnTo>
                    <a:cubicBezTo>
                      <a:pt x="8562" y="1030"/>
                      <a:pt x="8562" y="1080"/>
                      <a:pt x="8512" y="1108"/>
                    </a:cubicBezTo>
                    <a:lnTo>
                      <a:pt x="8267" y="1246"/>
                    </a:lnTo>
                    <a:cubicBezTo>
                      <a:pt x="8242" y="1260"/>
                      <a:pt x="8208" y="1267"/>
                      <a:pt x="8174" y="1267"/>
                    </a:cubicBezTo>
                    <a:cubicBezTo>
                      <a:pt x="8140" y="1267"/>
                      <a:pt x="8106" y="1260"/>
                      <a:pt x="8081" y="1246"/>
                    </a:cubicBezTo>
                    <a:lnTo>
                      <a:pt x="7872" y="1124"/>
                    </a:lnTo>
                    <a:cubicBezTo>
                      <a:pt x="7822" y="1094"/>
                      <a:pt x="7822" y="1044"/>
                      <a:pt x="7872" y="1015"/>
                    </a:cubicBezTo>
                    <a:lnTo>
                      <a:pt x="8108" y="879"/>
                    </a:lnTo>
                    <a:cubicBezTo>
                      <a:pt x="8134" y="864"/>
                      <a:pt x="8169" y="857"/>
                      <a:pt x="8203" y="857"/>
                    </a:cubicBezTo>
                    <a:close/>
                    <a:moveTo>
                      <a:pt x="9216" y="829"/>
                    </a:moveTo>
                    <a:cubicBezTo>
                      <a:pt x="9250" y="829"/>
                      <a:pt x="9284" y="835"/>
                      <a:pt x="9309" y="849"/>
                    </a:cubicBezTo>
                    <a:lnTo>
                      <a:pt x="9547" y="987"/>
                    </a:lnTo>
                    <a:cubicBezTo>
                      <a:pt x="9597" y="1015"/>
                      <a:pt x="9597" y="1065"/>
                      <a:pt x="9547" y="1094"/>
                    </a:cubicBezTo>
                    <a:lnTo>
                      <a:pt x="9159" y="1324"/>
                    </a:lnTo>
                    <a:cubicBezTo>
                      <a:pt x="9134" y="1338"/>
                      <a:pt x="9100" y="1346"/>
                      <a:pt x="9066" y="1346"/>
                    </a:cubicBezTo>
                    <a:cubicBezTo>
                      <a:pt x="9031" y="1346"/>
                      <a:pt x="8997" y="1338"/>
                      <a:pt x="8971" y="1324"/>
                    </a:cubicBezTo>
                    <a:lnTo>
                      <a:pt x="8735" y="1180"/>
                    </a:lnTo>
                    <a:cubicBezTo>
                      <a:pt x="8685" y="1151"/>
                      <a:pt x="8685" y="1101"/>
                      <a:pt x="8735" y="1074"/>
                    </a:cubicBezTo>
                    <a:lnTo>
                      <a:pt x="9123" y="849"/>
                    </a:lnTo>
                    <a:cubicBezTo>
                      <a:pt x="9148" y="835"/>
                      <a:pt x="9182" y="829"/>
                      <a:pt x="9216" y="829"/>
                    </a:cubicBezTo>
                    <a:close/>
                    <a:moveTo>
                      <a:pt x="6901" y="1246"/>
                    </a:moveTo>
                    <a:cubicBezTo>
                      <a:pt x="6935" y="1246"/>
                      <a:pt x="6970" y="1256"/>
                      <a:pt x="6996" y="1274"/>
                    </a:cubicBezTo>
                    <a:lnTo>
                      <a:pt x="7030" y="1289"/>
                    </a:lnTo>
                    <a:cubicBezTo>
                      <a:pt x="7082" y="1317"/>
                      <a:pt x="7082" y="1367"/>
                      <a:pt x="7030" y="1396"/>
                    </a:cubicBezTo>
                    <a:lnTo>
                      <a:pt x="6808" y="1526"/>
                    </a:lnTo>
                    <a:cubicBezTo>
                      <a:pt x="6783" y="1540"/>
                      <a:pt x="6749" y="1547"/>
                      <a:pt x="6714" y="1547"/>
                    </a:cubicBezTo>
                    <a:cubicBezTo>
                      <a:pt x="6680" y="1547"/>
                      <a:pt x="6646" y="1540"/>
                      <a:pt x="6621" y="1526"/>
                    </a:cubicBezTo>
                    <a:lnTo>
                      <a:pt x="6592" y="1505"/>
                    </a:lnTo>
                    <a:cubicBezTo>
                      <a:pt x="6535" y="1475"/>
                      <a:pt x="6535" y="1425"/>
                      <a:pt x="6592" y="1396"/>
                    </a:cubicBezTo>
                    <a:lnTo>
                      <a:pt x="6808" y="1274"/>
                    </a:lnTo>
                    <a:cubicBezTo>
                      <a:pt x="6833" y="1256"/>
                      <a:pt x="6867" y="1246"/>
                      <a:pt x="6901" y="1246"/>
                    </a:cubicBezTo>
                    <a:close/>
                    <a:moveTo>
                      <a:pt x="7693" y="1152"/>
                    </a:moveTo>
                    <a:cubicBezTo>
                      <a:pt x="7727" y="1152"/>
                      <a:pt x="7761" y="1159"/>
                      <a:pt x="7786" y="1174"/>
                    </a:cubicBezTo>
                    <a:lnTo>
                      <a:pt x="8001" y="1296"/>
                    </a:lnTo>
                    <a:cubicBezTo>
                      <a:pt x="8051" y="1324"/>
                      <a:pt x="8051" y="1375"/>
                      <a:pt x="8001" y="1403"/>
                    </a:cubicBezTo>
                    <a:lnTo>
                      <a:pt x="7786" y="1526"/>
                    </a:lnTo>
                    <a:cubicBezTo>
                      <a:pt x="7761" y="1540"/>
                      <a:pt x="7727" y="1547"/>
                      <a:pt x="7693" y="1547"/>
                    </a:cubicBezTo>
                    <a:cubicBezTo>
                      <a:pt x="7659" y="1547"/>
                      <a:pt x="7624" y="1540"/>
                      <a:pt x="7599" y="1526"/>
                    </a:cubicBezTo>
                    <a:lnTo>
                      <a:pt x="7391" y="1403"/>
                    </a:lnTo>
                    <a:cubicBezTo>
                      <a:pt x="7341" y="1375"/>
                      <a:pt x="7341" y="1324"/>
                      <a:pt x="7391" y="1296"/>
                    </a:cubicBezTo>
                    <a:lnTo>
                      <a:pt x="7599" y="1174"/>
                    </a:lnTo>
                    <a:cubicBezTo>
                      <a:pt x="7624" y="1159"/>
                      <a:pt x="7659" y="1152"/>
                      <a:pt x="7693" y="1152"/>
                    </a:cubicBezTo>
                    <a:close/>
                    <a:moveTo>
                      <a:pt x="8555" y="1210"/>
                    </a:moveTo>
                    <a:cubicBezTo>
                      <a:pt x="8589" y="1210"/>
                      <a:pt x="8623" y="1217"/>
                      <a:pt x="8648" y="1231"/>
                    </a:cubicBezTo>
                    <a:lnTo>
                      <a:pt x="8885" y="1367"/>
                    </a:lnTo>
                    <a:cubicBezTo>
                      <a:pt x="8943" y="1396"/>
                      <a:pt x="8936" y="1446"/>
                      <a:pt x="8885" y="1475"/>
                    </a:cubicBezTo>
                    <a:lnTo>
                      <a:pt x="8648" y="1619"/>
                    </a:lnTo>
                    <a:cubicBezTo>
                      <a:pt x="8623" y="1633"/>
                      <a:pt x="8589" y="1641"/>
                      <a:pt x="8555" y="1641"/>
                    </a:cubicBezTo>
                    <a:cubicBezTo>
                      <a:pt x="8521" y="1641"/>
                      <a:pt x="8487" y="1633"/>
                      <a:pt x="8462" y="1619"/>
                    </a:cubicBezTo>
                    <a:lnTo>
                      <a:pt x="8224" y="1475"/>
                    </a:lnTo>
                    <a:cubicBezTo>
                      <a:pt x="8174" y="1446"/>
                      <a:pt x="8174" y="1396"/>
                      <a:pt x="8224" y="1367"/>
                    </a:cubicBezTo>
                    <a:lnTo>
                      <a:pt x="8462" y="1231"/>
                    </a:lnTo>
                    <a:cubicBezTo>
                      <a:pt x="8487" y="1217"/>
                      <a:pt x="8521" y="1210"/>
                      <a:pt x="8555" y="1210"/>
                    </a:cubicBezTo>
                    <a:close/>
                    <a:moveTo>
                      <a:pt x="9722" y="1124"/>
                    </a:moveTo>
                    <a:cubicBezTo>
                      <a:pt x="9755" y="1124"/>
                      <a:pt x="9788" y="1130"/>
                      <a:pt x="9813" y="1144"/>
                    </a:cubicBezTo>
                    <a:lnTo>
                      <a:pt x="10028" y="1267"/>
                    </a:lnTo>
                    <a:cubicBezTo>
                      <a:pt x="10078" y="1296"/>
                      <a:pt x="10078" y="1346"/>
                      <a:pt x="10028" y="1375"/>
                    </a:cubicBezTo>
                    <a:lnTo>
                      <a:pt x="9468" y="1698"/>
                    </a:lnTo>
                    <a:cubicBezTo>
                      <a:pt x="9443" y="1713"/>
                      <a:pt x="9409" y="1720"/>
                      <a:pt x="9375" y="1720"/>
                    </a:cubicBezTo>
                    <a:cubicBezTo>
                      <a:pt x="9341" y="1720"/>
                      <a:pt x="9306" y="1713"/>
                      <a:pt x="9281" y="1698"/>
                    </a:cubicBezTo>
                    <a:lnTo>
                      <a:pt x="9066" y="1576"/>
                    </a:lnTo>
                    <a:cubicBezTo>
                      <a:pt x="9014" y="1548"/>
                      <a:pt x="9014" y="1496"/>
                      <a:pt x="9073" y="1469"/>
                    </a:cubicBezTo>
                    <a:lnTo>
                      <a:pt x="9626" y="1144"/>
                    </a:lnTo>
                    <a:cubicBezTo>
                      <a:pt x="9655" y="1130"/>
                      <a:pt x="9689" y="1124"/>
                      <a:pt x="9722" y="1124"/>
                    </a:cubicBezTo>
                    <a:close/>
                    <a:moveTo>
                      <a:pt x="6413" y="1533"/>
                    </a:moveTo>
                    <a:cubicBezTo>
                      <a:pt x="6447" y="1533"/>
                      <a:pt x="6481" y="1540"/>
                      <a:pt x="6506" y="1555"/>
                    </a:cubicBezTo>
                    <a:lnTo>
                      <a:pt x="6542" y="1576"/>
                    </a:lnTo>
                    <a:cubicBezTo>
                      <a:pt x="6592" y="1605"/>
                      <a:pt x="6592" y="1655"/>
                      <a:pt x="6542" y="1684"/>
                    </a:cubicBezTo>
                    <a:lnTo>
                      <a:pt x="6319" y="1807"/>
                    </a:lnTo>
                    <a:cubicBezTo>
                      <a:pt x="6294" y="1824"/>
                      <a:pt x="6262" y="1833"/>
                      <a:pt x="6229" y="1833"/>
                    </a:cubicBezTo>
                    <a:cubicBezTo>
                      <a:pt x="6196" y="1833"/>
                      <a:pt x="6162" y="1824"/>
                      <a:pt x="6133" y="1807"/>
                    </a:cubicBezTo>
                    <a:lnTo>
                      <a:pt x="6104" y="1791"/>
                    </a:lnTo>
                    <a:cubicBezTo>
                      <a:pt x="6047" y="1755"/>
                      <a:pt x="6047" y="1712"/>
                      <a:pt x="6104" y="1684"/>
                    </a:cubicBezTo>
                    <a:lnTo>
                      <a:pt x="6319" y="1555"/>
                    </a:lnTo>
                    <a:cubicBezTo>
                      <a:pt x="6344" y="1540"/>
                      <a:pt x="6379" y="1533"/>
                      <a:pt x="6413" y="1533"/>
                    </a:cubicBezTo>
                    <a:close/>
                    <a:moveTo>
                      <a:pt x="7211" y="1425"/>
                    </a:moveTo>
                    <a:cubicBezTo>
                      <a:pt x="7245" y="1425"/>
                      <a:pt x="7279" y="1432"/>
                      <a:pt x="7304" y="1446"/>
                    </a:cubicBezTo>
                    <a:lnTo>
                      <a:pt x="7520" y="1576"/>
                    </a:lnTo>
                    <a:cubicBezTo>
                      <a:pt x="7570" y="1605"/>
                      <a:pt x="7570" y="1655"/>
                      <a:pt x="7520" y="1684"/>
                    </a:cubicBezTo>
                    <a:lnTo>
                      <a:pt x="7298" y="1807"/>
                    </a:lnTo>
                    <a:cubicBezTo>
                      <a:pt x="7272" y="1824"/>
                      <a:pt x="7237" y="1833"/>
                      <a:pt x="7203" y="1833"/>
                    </a:cubicBezTo>
                    <a:cubicBezTo>
                      <a:pt x="7169" y="1833"/>
                      <a:pt x="7135" y="1824"/>
                      <a:pt x="7110" y="1807"/>
                    </a:cubicBezTo>
                    <a:lnTo>
                      <a:pt x="6894" y="1684"/>
                    </a:lnTo>
                    <a:cubicBezTo>
                      <a:pt x="6844" y="1655"/>
                      <a:pt x="6844" y="1605"/>
                      <a:pt x="6894" y="1576"/>
                    </a:cubicBezTo>
                    <a:lnTo>
                      <a:pt x="7116" y="1446"/>
                    </a:lnTo>
                    <a:cubicBezTo>
                      <a:pt x="7142" y="1432"/>
                      <a:pt x="7177" y="1425"/>
                      <a:pt x="7211" y="1425"/>
                    </a:cubicBezTo>
                    <a:close/>
                    <a:moveTo>
                      <a:pt x="8045" y="1504"/>
                    </a:moveTo>
                    <a:cubicBezTo>
                      <a:pt x="8079" y="1504"/>
                      <a:pt x="8113" y="1511"/>
                      <a:pt x="8138" y="1526"/>
                    </a:cubicBezTo>
                    <a:lnTo>
                      <a:pt x="8376" y="1662"/>
                    </a:lnTo>
                    <a:cubicBezTo>
                      <a:pt x="8433" y="1691"/>
                      <a:pt x="8433" y="1741"/>
                      <a:pt x="8376" y="1770"/>
                    </a:cubicBezTo>
                    <a:lnTo>
                      <a:pt x="8167" y="1893"/>
                    </a:lnTo>
                    <a:cubicBezTo>
                      <a:pt x="8142" y="1907"/>
                      <a:pt x="8108" y="1914"/>
                      <a:pt x="8074" y="1914"/>
                    </a:cubicBezTo>
                    <a:cubicBezTo>
                      <a:pt x="8039" y="1914"/>
                      <a:pt x="8005" y="1907"/>
                      <a:pt x="7979" y="1893"/>
                    </a:cubicBezTo>
                    <a:lnTo>
                      <a:pt x="7743" y="1755"/>
                    </a:lnTo>
                    <a:cubicBezTo>
                      <a:pt x="7693" y="1727"/>
                      <a:pt x="7693" y="1677"/>
                      <a:pt x="7743" y="1648"/>
                    </a:cubicBezTo>
                    <a:lnTo>
                      <a:pt x="7951" y="1526"/>
                    </a:lnTo>
                    <a:cubicBezTo>
                      <a:pt x="7976" y="1511"/>
                      <a:pt x="8010" y="1504"/>
                      <a:pt x="8045" y="1504"/>
                    </a:cubicBezTo>
                    <a:close/>
                    <a:moveTo>
                      <a:pt x="8893" y="1600"/>
                    </a:moveTo>
                    <a:cubicBezTo>
                      <a:pt x="8927" y="1600"/>
                      <a:pt x="8961" y="1608"/>
                      <a:pt x="8986" y="1626"/>
                    </a:cubicBezTo>
                    <a:lnTo>
                      <a:pt x="9195" y="1748"/>
                    </a:lnTo>
                    <a:cubicBezTo>
                      <a:pt x="9245" y="1777"/>
                      <a:pt x="9245" y="1827"/>
                      <a:pt x="9195" y="1857"/>
                    </a:cubicBezTo>
                    <a:lnTo>
                      <a:pt x="8957" y="1993"/>
                    </a:lnTo>
                    <a:cubicBezTo>
                      <a:pt x="8932" y="2008"/>
                      <a:pt x="8898" y="2015"/>
                      <a:pt x="8864" y="2015"/>
                    </a:cubicBezTo>
                    <a:cubicBezTo>
                      <a:pt x="8830" y="2015"/>
                      <a:pt x="8796" y="2008"/>
                      <a:pt x="8771" y="1993"/>
                    </a:cubicBezTo>
                    <a:lnTo>
                      <a:pt x="8562" y="1871"/>
                    </a:lnTo>
                    <a:cubicBezTo>
                      <a:pt x="8505" y="1841"/>
                      <a:pt x="8505" y="1791"/>
                      <a:pt x="8562" y="1764"/>
                    </a:cubicBezTo>
                    <a:lnTo>
                      <a:pt x="8798" y="1626"/>
                    </a:lnTo>
                    <a:cubicBezTo>
                      <a:pt x="8824" y="1608"/>
                      <a:pt x="8859" y="1600"/>
                      <a:pt x="8893" y="1600"/>
                    </a:cubicBezTo>
                    <a:close/>
                    <a:moveTo>
                      <a:pt x="6721" y="1712"/>
                    </a:moveTo>
                    <a:cubicBezTo>
                      <a:pt x="6755" y="1712"/>
                      <a:pt x="6790" y="1720"/>
                      <a:pt x="6815" y="1734"/>
                    </a:cubicBezTo>
                    <a:lnTo>
                      <a:pt x="7023" y="1857"/>
                    </a:lnTo>
                    <a:cubicBezTo>
                      <a:pt x="7082" y="1884"/>
                      <a:pt x="7073" y="1936"/>
                      <a:pt x="7023" y="1964"/>
                    </a:cubicBezTo>
                    <a:lnTo>
                      <a:pt x="6808" y="2093"/>
                    </a:lnTo>
                    <a:cubicBezTo>
                      <a:pt x="6783" y="2108"/>
                      <a:pt x="6749" y="2115"/>
                      <a:pt x="6714" y="2115"/>
                    </a:cubicBezTo>
                    <a:cubicBezTo>
                      <a:pt x="6680" y="2115"/>
                      <a:pt x="6646" y="2108"/>
                      <a:pt x="6621" y="2093"/>
                    </a:cubicBezTo>
                    <a:lnTo>
                      <a:pt x="6406" y="1971"/>
                    </a:lnTo>
                    <a:cubicBezTo>
                      <a:pt x="6356" y="1936"/>
                      <a:pt x="6356" y="1893"/>
                      <a:pt x="6413" y="1857"/>
                    </a:cubicBezTo>
                    <a:lnTo>
                      <a:pt x="6628" y="1734"/>
                    </a:lnTo>
                    <a:cubicBezTo>
                      <a:pt x="6653" y="1720"/>
                      <a:pt x="6687" y="1712"/>
                      <a:pt x="6721" y="1712"/>
                    </a:cubicBezTo>
                    <a:close/>
                    <a:moveTo>
                      <a:pt x="10201" y="1403"/>
                    </a:moveTo>
                    <a:cubicBezTo>
                      <a:pt x="10235" y="1403"/>
                      <a:pt x="10269" y="1411"/>
                      <a:pt x="10294" y="1425"/>
                    </a:cubicBezTo>
                    <a:lnTo>
                      <a:pt x="10517" y="1555"/>
                    </a:lnTo>
                    <a:cubicBezTo>
                      <a:pt x="10567" y="1582"/>
                      <a:pt x="10567" y="1626"/>
                      <a:pt x="10517" y="1662"/>
                    </a:cubicBezTo>
                    <a:lnTo>
                      <a:pt x="9747" y="2100"/>
                    </a:lnTo>
                    <a:cubicBezTo>
                      <a:pt x="9722" y="2115"/>
                      <a:pt x="9688" y="2122"/>
                      <a:pt x="9654" y="2122"/>
                    </a:cubicBezTo>
                    <a:cubicBezTo>
                      <a:pt x="9620" y="2122"/>
                      <a:pt x="9586" y="2115"/>
                      <a:pt x="9561" y="2100"/>
                    </a:cubicBezTo>
                    <a:lnTo>
                      <a:pt x="9338" y="1971"/>
                    </a:lnTo>
                    <a:cubicBezTo>
                      <a:pt x="9288" y="1943"/>
                      <a:pt x="9288" y="1893"/>
                      <a:pt x="9338" y="1864"/>
                    </a:cubicBezTo>
                    <a:lnTo>
                      <a:pt x="10108" y="1425"/>
                    </a:lnTo>
                    <a:cubicBezTo>
                      <a:pt x="10133" y="1411"/>
                      <a:pt x="10167" y="1403"/>
                      <a:pt x="10201" y="1403"/>
                    </a:cubicBezTo>
                    <a:close/>
                    <a:moveTo>
                      <a:pt x="5924" y="1814"/>
                    </a:moveTo>
                    <a:cubicBezTo>
                      <a:pt x="5958" y="1814"/>
                      <a:pt x="5993" y="1820"/>
                      <a:pt x="6018" y="1834"/>
                    </a:cubicBezTo>
                    <a:lnTo>
                      <a:pt x="6054" y="1857"/>
                    </a:lnTo>
                    <a:cubicBezTo>
                      <a:pt x="6104" y="1884"/>
                      <a:pt x="6104" y="1936"/>
                      <a:pt x="6054" y="1964"/>
                    </a:cubicBezTo>
                    <a:lnTo>
                      <a:pt x="5809" y="2100"/>
                    </a:lnTo>
                    <a:cubicBezTo>
                      <a:pt x="5784" y="2118"/>
                      <a:pt x="5751" y="2127"/>
                      <a:pt x="5718" y="2127"/>
                    </a:cubicBezTo>
                    <a:cubicBezTo>
                      <a:pt x="5685" y="2127"/>
                      <a:pt x="5651" y="2118"/>
                      <a:pt x="5622" y="2100"/>
                    </a:cubicBezTo>
                    <a:lnTo>
                      <a:pt x="5593" y="2086"/>
                    </a:lnTo>
                    <a:cubicBezTo>
                      <a:pt x="5536" y="2050"/>
                      <a:pt x="5543" y="2007"/>
                      <a:pt x="5593" y="1979"/>
                    </a:cubicBezTo>
                    <a:lnTo>
                      <a:pt x="5831" y="1834"/>
                    </a:lnTo>
                    <a:cubicBezTo>
                      <a:pt x="5856" y="1820"/>
                      <a:pt x="5890" y="1814"/>
                      <a:pt x="5924" y="1814"/>
                    </a:cubicBezTo>
                    <a:close/>
                    <a:moveTo>
                      <a:pt x="10689" y="1684"/>
                    </a:moveTo>
                    <a:cubicBezTo>
                      <a:pt x="10723" y="1684"/>
                      <a:pt x="10757" y="1691"/>
                      <a:pt x="10782" y="1705"/>
                    </a:cubicBezTo>
                    <a:lnTo>
                      <a:pt x="10998" y="1834"/>
                    </a:lnTo>
                    <a:cubicBezTo>
                      <a:pt x="11057" y="1864"/>
                      <a:pt x="11057" y="1914"/>
                      <a:pt x="10998" y="1943"/>
                    </a:cubicBezTo>
                    <a:lnTo>
                      <a:pt x="10653" y="2143"/>
                    </a:lnTo>
                    <a:cubicBezTo>
                      <a:pt x="10628" y="2158"/>
                      <a:pt x="10594" y="2165"/>
                      <a:pt x="10560" y="2165"/>
                    </a:cubicBezTo>
                    <a:cubicBezTo>
                      <a:pt x="10526" y="2165"/>
                      <a:pt x="10492" y="2158"/>
                      <a:pt x="10467" y="2143"/>
                    </a:cubicBezTo>
                    <a:lnTo>
                      <a:pt x="10251" y="2014"/>
                    </a:lnTo>
                    <a:cubicBezTo>
                      <a:pt x="10194" y="1986"/>
                      <a:pt x="10194" y="1936"/>
                      <a:pt x="10251" y="1907"/>
                    </a:cubicBezTo>
                    <a:lnTo>
                      <a:pt x="10596" y="1705"/>
                    </a:lnTo>
                    <a:cubicBezTo>
                      <a:pt x="10621" y="1691"/>
                      <a:pt x="10655" y="1684"/>
                      <a:pt x="10689" y="1684"/>
                    </a:cubicBezTo>
                    <a:close/>
                    <a:moveTo>
                      <a:pt x="7563" y="1785"/>
                    </a:moveTo>
                    <a:cubicBezTo>
                      <a:pt x="7597" y="1785"/>
                      <a:pt x="7631" y="1792"/>
                      <a:pt x="7656" y="1807"/>
                    </a:cubicBezTo>
                    <a:lnTo>
                      <a:pt x="7893" y="1943"/>
                    </a:lnTo>
                    <a:cubicBezTo>
                      <a:pt x="7944" y="1971"/>
                      <a:pt x="7944" y="2022"/>
                      <a:pt x="7893" y="2050"/>
                    </a:cubicBezTo>
                    <a:lnTo>
                      <a:pt x="7670" y="2179"/>
                    </a:lnTo>
                    <a:cubicBezTo>
                      <a:pt x="7645" y="2194"/>
                      <a:pt x="7613" y="2201"/>
                      <a:pt x="7580" y="2201"/>
                    </a:cubicBezTo>
                    <a:cubicBezTo>
                      <a:pt x="7546" y="2201"/>
                      <a:pt x="7512" y="2194"/>
                      <a:pt x="7484" y="2179"/>
                    </a:cubicBezTo>
                    <a:lnTo>
                      <a:pt x="7246" y="2043"/>
                    </a:lnTo>
                    <a:cubicBezTo>
                      <a:pt x="7196" y="2007"/>
                      <a:pt x="7196" y="1964"/>
                      <a:pt x="7246" y="1927"/>
                    </a:cubicBezTo>
                    <a:lnTo>
                      <a:pt x="7470" y="1807"/>
                    </a:lnTo>
                    <a:cubicBezTo>
                      <a:pt x="7495" y="1792"/>
                      <a:pt x="7529" y="1785"/>
                      <a:pt x="7563" y="1785"/>
                    </a:cubicBezTo>
                    <a:close/>
                    <a:moveTo>
                      <a:pt x="8383" y="1893"/>
                    </a:moveTo>
                    <a:cubicBezTo>
                      <a:pt x="8417" y="1893"/>
                      <a:pt x="8451" y="1902"/>
                      <a:pt x="8476" y="1921"/>
                    </a:cubicBezTo>
                    <a:lnTo>
                      <a:pt x="8685" y="2043"/>
                    </a:lnTo>
                    <a:cubicBezTo>
                      <a:pt x="8735" y="2072"/>
                      <a:pt x="8735" y="2122"/>
                      <a:pt x="8685" y="2152"/>
                    </a:cubicBezTo>
                    <a:lnTo>
                      <a:pt x="8476" y="2272"/>
                    </a:lnTo>
                    <a:cubicBezTo>
                      <a:pt x="8451" y="2287"/>
                      <a:pt x="8417" y="2294"/>
                      <a:pt x="8383" y="2294"/>
                    </a:cubicBezTo>
                    <a:cubicBezTo>
                      <a:pt x="8349" y="2294"/>
                      <a:pt x="8315" y="2287"/>
                      <a:pt x="8290" y="2272"/>
                    </a:cubicBezTo>
                    <a:lnTo>
                      <a:pt x="8074" y="2152"/>
                    </a:lnTo>
                    <a:cubicBezTo>
                      <a:pt x="8022" y="2122"/>
                      <a:pt x="8022" y="2072"/>
                      <a:pt x="8081" y="2043"/>
                    </a:cubicBezTo>
                    <a:lnTo>
                      <a:pt x="8290" y="1921"/>
                    </a:lnTo>
                    <a:cubicBezTo>
                      <a:pt x="8315" y="1902"/>
                      <a:pt x="8349" y="1893"/>
                      <a:pt x="8383" y="1893"/>
                    </a:cubicBezTo>
                    <a:close/>
                    <a:moveTo>
                      <a:pt x="5414" y="2107"/>
                    </a:moveTo>
                    <a:cubicBezTo>
                      <a:pt x="5448" y="2107"/>
                      <a:pt x="5482" y="2115"/>
                      <a:pt x="5507" y="2129"/>
                    </a:cubicBezTo>
                    <a:lnTo>
                      <a:pt x="5543" y="2152"/>
                    </a:lnTo>
                    <a:cubicBezTo>
                      <a:pt x="5593" y="2179"/>
                      <a:pt x="5593" y="2229"/>
                      <a:pt x="5543" y="2259"/>
                    </a:cubicBezTo>
                    <a:lnTo>
                      <a:pt x="5327" y="2381"/>
                    </a:lnTo>
                    <a:cubicBezTo>
                      <a:pt x="5302" y="2396"/>
                      <a:pt x="5268" y="2403"/>
                      <a:pt x="5234" y="2403"/>
                    </a:cubicBezTo>
                    <a:cubicBezTo>
                      <a:pt x="5200" y="2403"/>
                      <a:pt x="5166" y="2396"/>
                      <a:pt x="5141" y="2381"/>
                    </a:cubicBezTo>
                    <a:lnTo>
                      <a:pt x="5112" y="2359"/>
                    </a:lnTo>
                    <a:cubicBezTo>
                      <a:pt x="5055" y="2331"/>
                      <a:pt x="5055" y="2281"/>
                      <a:pt x="5112" y="2252"/>
                    </a:cubicBezTo>
                    <a:lnTo>
                      <a:pt x="5321" y="2129"/>
                    </a:lnTo>
                    <a:cubicBezTo>
                      <a:pt x="5346" y="2115"/>
                      <a:pt x="5380" y="2107"/>
                      <a:pt x="5414" y="2107"/>
                    </a:cubicBezTo>
                    <a:close/>
                    <a:moveTo>
                      <a:pt x="6233" y="1993"/>
                    </a:moveTo>
                    <a:cubicBezTo>
                      <a:pt x="6267" y="1993"/>
                      <a:pt x="6301" y="2000"/>
                      <a:pt x="6326" y="2014"/>
                    </a:cubicBezTo>
                    <a:lnTo>
                      <a:pt x="6535" y="2136"/>
                    </a:lnTo>
                    <a:cubicBezTo>
                      <a:pt x="6592" y="2166"/>
                      <a:pt x="6592" y="2216"/>
                      <a:pt x="6535" y="2245"/>
                    </a:cubicBezTo>
                    <a:lnTo>
                      <a:pt x="6297" y="2388"/>
                    </a:lnTo>
                    <a:cubicBezTo>
                      <a:pt x="6272" y="2403"/>
                      <a:pt x="6238" y="2410"/>
                      <a:pt x="6204" y="2410"/>
                    </a:cubicBezTo>
                    <a:cubicBezTo>
                      <a:pt x="6170" y="2410"/>
                      <a:pt x="6136" y="2403"/>
                      <a:pt x="6111" y="2388"/>
                    </a:cubicBezTo>
                    <a:lnTo>
                      <a:pt x="5895" y="2259"/>
                    </a:lnTo>
                    <a:cubicBezTo>
                      <a:pt x="5845" y="2229"/>
                      <a:pt x="5845" y="2186"/>
                      <a:pt x="5895" y="2152"/>
                    </a:cubicBezTo>
                    <a:lnTo>
                      <a:pt x="6140" y="2014"/>
                    </a:lnTo>
                    <a:cubicBezTo>
                      <a:pt x="6165" y="2000"/>
                      <a:pt x="6199" y="1993"/>
                      <a:pt x="6233" y="1993"/>
                    </a:cubicBezTo>
                    <a:close/>
                    <a:moveTo>
                      <a:pt x="9166" y="2000"/>
                    </a:moveTo>
                    <a:cubicBezTo>
                      <a:pt x="9200" y="2000"/>
                      <a:pt x="9234" y="2008"/>
                      <a:pt x="9259" y="2022"/>
                    </a:cubicBezTo>
                    <a:lnTo>
                      <a:pt x="9475" y="2152"/>
                    </a:lnTo>
                    <a:cubicBezTo>
                      <a:pt x="9532" y="2179"/>
                      <a:pt x="9532" y="2229"/>
                      <a:pt x="9475" y="2259"/>
                    </a:cubicBezTo>
                    <a:lnTo>
                      <a:pt x="9238" y="2395"/>
                    </a:lnTo>
                    <a:cubicBezTo>
                      <a:pt x="9212" y="2410"/>
                      <a:pt x="9178" y="2417"/>
                      <a:pt x="9144" y="2417"/>
                    </a:cubicBezTo>
                    <a:cubicBezTo>
                      <a:pt x="9109" y="2417"/>
                      <a:pt x="9075" y="2410"/>
                      <a:pt x="9050" y="2395"/>
                    </a:cubicBezTo>
                    <a:lnTo>
                      <a:pt x="8828" y="2266"/>
                    </a:lnTo>
                    <a:cubicBezTo>
                      <a:pt x="8778" y="2238"/>
                      <a:pt x="8778" y="2186"/>
                      <a:pt x="8835" y="2159"/>
                    </a:cubicBezTo>
                    <a:lnTo>
                      <a:pt x="9073" y="2022"/>
                    </a:lnTo>
                    <a:cubicBezTo>
                      <a:pt x="9098" y="2008"/>
                      <a:pt x="9132" y="2000"/>
                      <a:pt x="9166" y="2000"/>
                    </a:cubicBezTo>
                    <a:close/>
                    <a:moveTo>
                      <a:pt x="10072" y="2043"/>
                    </a:moveTo>
                    <a:cubicBezTo>
                      <a:pt x="10106" y="2043"/>
                      <a:pt x="10140" y="2051"/>
                      <a:pt x="10165" y="2065"/>
                    </a:cubicBezTo>
                    <a:lnTo>
                      <a:pt x="10380" y="2195"/>
                    </a:lnTo>
                    <a:cubicBezTo>
                      <a:pt x="10437" y="2222"/>
                      <a:pt x="10437" y="2266"/>
                      <a:pt x="10380" y="2302"/>
                    </a:cubicBezTo>
                    <a:lnTo>
                      <a:pt x="10144" y="2438"/>
                    </a:lnTo>
                    <a:cubicBezTo>
                      <a:pt x="10118" y="2453"/>
                      <a:pt x="10084" y="2460"/>
                      <a:pt x="10049" y="2460"/>
                    </a:cubicBezTo>
                    <a:cubicBezTo>
                      <a:pt x="10015" y="2460"/>
                      <a:pt x="9981" y="2453"/>
                      <a:pt x="9956" y="2438"/>
                    </a:cubicBezTo>
                    <a:lnTo>
                      <a:pt x="9740" y="2309"/>
                    </a:lnTo>
                    <a:cubicBezTo>
                      <a:pt x="9683" y="2281"/>
                      <a:pt x="9683" y="2229"/>
                      <a:pt x="9740" y="2202"/>
                    </a:cubicBezTo>
                    <a:lnTo>
                      <a:pt x="9978" y="2065"/>
                    </a:lnTo>
                    <a:cubicBezTo>
                      <a:pt x="10003" y="2051"/>
                      <a:pt x="10037" y="2043"/>
                      <a:pt x="10072" y="2043"/>
                    </a:cubicBezTo>
                    <a:close/>
                    <a:moveTo>
                      <a:pt x="7074" y="2064"/>
                    </a:moveTo>
                    <a:cubicBezTo>
                      <a:pt x="7108" y="2064"/>
                      <a:pt x="7142" y="2071"/>
                      <a:pt x="7168" y="2086"/>
                    </a:cubicBezTo>
                    <a:lnTo>
                      <a:pt x="7405" y="2222"/>
                    </a:lnTo>
                    <a:cubicBezTo>
                      <a:pt x="7455" y="2259"/>
                      <a:pt x="7455" y="2302"/>
                      <a:pt x="7405" y="2331"/>
                    </a:cubicBezTo>
                    <a:lnTo>
                      <a:pt x="7189" y="2461"/>
                    </a:lnTo>
                    <a:cubicBezTo>
                      <a:pt x="7160" y="2474"/>
                      <a:pt x="7126" y="2481"/>
                      <a:pt x="7092" y="2481"/>
                    </a:cubicBezTo>
                    <a:cubicBezTo>
                      <a:pt x="7058" y="2481"/>
                      <a:pt x="7024" y="2474"/>
                      <a:pt x="6996" y="2461"/>
                    </a:cubicBezTo>
                    <a:lnTo>
                      <a:pt x="6758" y="2324"/>
                    </a:lnTo>
                    <a:cubicBezTo>
                      <a:pt x="6708" y="2295"/>
                      <a:pt x="6708" y="2245"/>
                      <a:pt x="6758" y="2216"/>
                    </a:cubicBezTo>
                    <a:lnTo>
                      <a:pt x="6980" y="2086"/>
                    </a:lnTo>
                    <a:cubicBezTo>
                      <a:pt x="7005" y="2071"/>
                      <a:pt x="7039" y="2064"/>
                      <a:pt x="7074" y="2064"/>
                    </a:cubicBezTo>
                    <a:close/>
                    <a:moveTo>
                      <a:pt x="7901" y="2173"/>
                    </a:moveTo>
                    <a:cubicBezTo>
                      <a:pt x="7935" y="2173"/>
                      <a:pt x="7970" y="2180"/>
                      <a:pt x="7995" y="2195"/>
                    </a:cubicBezTo>
                    <a:lnTo>
                      <a:pt x="8203" y="2316"/>
                    </a:lnTo>
                    <a:cubicBezTo>
                      <a:pt x="8253" y="2352"/>
                      <a:pt x="8253" y="2395"/>
                      <a:pt x="8203" y="2424"/>
                    </a:cubicBezTo>
                    <a:lnTo>
                      <a:pt x="7979" y="2554"/>
                    </a:lnTo>
                    <a:cubicBezTo>
                      <a:pt x="7954" y="2568"/>
                      <a:pt x="7920" y="2576"/>
                      <a:pt x="7886" y="2576"/>
                    </a:cubicBezTo>
                    <a:cubicBezTo>
                      <a:pt x="7852" y="2576"/>
                      <a:pt x="7818" y="2568"/>
                      <a:pt x="7793" y="2554"/>
                    </a:cubicBezTo>
                    <a:lnTo>
                      <a:pt x="7584" y="2431"/>
                    </a:lnTo>
                    <a:cubicBezTo>
                      <a:pt x="7534" y="2402"/>
                      <a:pt x="7534" y="2352"/>
                      <a:pt x="7584" y="2324"/>
                    </a:cubicBezTo>
                    <a:lnTo>
                      <a:pt x="7806" y="2195"/>
                    </a:lnTo>
                    <a:cubicBezTo>
                      <a:pt x="7832" y="2180"/>
                      <a:pt x="7867" y="2173"/>
                      <a:pt x="7901" y="2173"/>
                    </a:cubicBezTo>
                    <a:close/>
                    <a:moveTo>
                      <a:pt x="5723" y="2288"/>
                    </a:moveTo>
                    <a:cubicBezTo>
                      <a:pt x="5757" y="2288"/>
                      <a:pt x="5791" y="2295"/>
                      <a:pt x="5816" y="2309"/>
                    </a:cubicBezTo>
                    <a:lnTo>
                      <a:pt x="6024" y="2431"/>
                    </a:lnTo>
                    <a:cubicBezTo>
                      <a:pt x="6081" y="2461"/>
                      <a:pt x="6081" y="2511"/>
                      <a:pt x="6024" y="2540"/>
                    </a:cubicBezTo>
                    <a:lnTo>
                      <a:pt x="5816" y="2661"/>
                    </a:lnTo>
                    <a:cubicBezTo>
                      <a:pt x="5791" y="2675"/>
                      <a:pt x="5757" y="2683"/>
                      <a:pt x="5723" y="2683"/>
                    </a:cubicBezTo>
                    <a:cubicBezTo>
                      <a:pt x="5688" y="2683"/>
                      <a:pt x="5654" y="2675"/>
                      <a:pt x="5629" y="2661"/>
                    </a:cubicBezTo>
                    <a:lnTo>
                      <a:pt x="5414" y="2540"/>
                    </a:lnTo>
                    <a:cubicBezTo>
                      <a:pt x="5364" y="2511"/>
                      <a:pt x="5364" y="2461"/>
                      <a:pt x="5414" y="2431"/>
                    </a:cubicBezTo>
                    <a:lnTo>
                      <a:pt x="5629" y="2309"/>
                    </a:lnTo>
                    <a:cubicBezTo>
                      <a:pt x="5654" y="2295"/>
                      <a:pt x="5688" y="2288"/>
                      <a:pt x="5723" y="2288"/>
                    </a:cubicBezTo>
                    <a:close/>
                    <a:moveTo>
                      <a:pt x="4932" y="2388"/>
                    </a:moveTo>
                    <a:cubicBezTo>
                      <a:pt x="4967" y="2388"/>
                      <a:pt x="5001" y="2396"/>
                      <a:pt x="5026" y="2410"/>
                    </a:cubicBezTo>
                    <a:lnTo>
                      <a:pt x="5062" y="2431"/>
                    </a:lnTo>
                    <a:cubicBezTo>
                      <a:pt x="5112" y="2461"/>
                      <a:pt x="5112" y="2511"/>
                      <a:pt x="5062" y="2540"/>
                    </a:cubicBezTo>
                    <a:lnTo>
                      <a:pt x="4839" y="2669"/>
                    </a:lnTo>
                    <a:cubicBezTo>
                      <a:pt x="4813" y="2683"/>
                      <a:pt x="4779" y="2690"/>
                      <a:pt x="4745" y="2690"/>
                    </a:cubicBezTo>
                    <a:cubicBezTo>
                      <a:pt x="4710" y="2690"/>
                      <a:pt x="4676" y="2683"/>
                      <a:pt x="4651" y="2669"/>
                    </a:cubicBezTo>
                    <a:lnTo>
                      <a:pt x="4615" y="2647"/>
                    </a:lnTo>
                    <a:cubicBezTo>
                      <a:pt x="4565" y="2617"/>
                      <a:pt x="4565" y="2567"/>
                      <a:pt x="4615" y="2540"/>
                    </a:cubicBezTo>
                    <a:lnTo>
                      <a:pt x="4839" y="2410"/>
                    </a:lnTo>
                    <a:cubicBezTo>
                      <a:pt x="4864" y="2396"/>
                      <a:pt x="4898" y="2388"/>
                      <a:pt x="4932" y="2388"/>
                    </a:cubicBezTo>
                    <a:close/>
                    <a:moveTo>
                      <a:pt x="8655" y="2295"/>
                    </a:moveTo>
                    <a:cubicBezTo>
                      <a:pt x="8689" y="2295"/>
                      <a:pt x="8723" y="2302"/>
                      <a:pt x="8748" y="2316"/>
                    </a:cubicBezTo>
                    <a:lnTo>
                      <a:pt x="8971" y="2445"/>
                    </a:lnTo>
                    <a:cubicBezTo>
                      <a:pt x="9023" y="2474"/>
                      <a:pt x="9023" y="2524"/>
                      <a:pt x="8964" y="2554"/>
                    </a:cubicBezTo>
                    <a:lnTo>
                      <a:pt x="8755" y="2676"/>
                    </a:lnTo>
                    <a:cubicBezTo>
                      <a:pt x="8730" y="2690"/>
                      <a:pt x="8696" y="2697"/>
                      <a:pt x="8662" y="2697"/>
                    </a:cubicBezTo>
                    <a:cubicBezTo>
                      <a:pt x="8628" y="2697"/>
                      <a:pt x="8594" y="2690"/>
                      <a:pt x="8569" y="2676"/>
                    </a:cubicBezTo>
                    <a:lnTo>
                      <a:pt x="8346" y="2547"/>
                    </a:lnTo>
                    <a:cubicBezTo>
                      <a:pt x="8296" y="2517"/>
                      <a:pt x="8296" y="2467"/>
                      <a:pt x="8346" y="2438"/>
                    </a:cubicBezTo>
                    <a:lnTo>
                      <a:pt x="8562" y="2316"/>
                    </a:lnTo>
                    <a:cubicBezTo>
                      <a:pt x="8587" y="2302"/>
                      <a:pt x="8621" y="2295"/>
                      <a:pt x="8655" y="2295"/>
                    </a:cubicBezTo>
                    <a:close/>
                    <a:moveTo>
                      <a:pt x="9561" y="2338"/>
                    </a:moveTo>
                    <a:cubicBezTo>
                      <a:pt x="9595" y="2338"/>
                      <a:pt x="9629" y="2345"/>
                      <a:pt x="9654" y="2359"/>
                    </a:cubicBezTo>
                    <a:lnTo>
                      <a:pt x="9877" y="2488"/>
                    </a:lnTo>
                    <a:cubicBezTo>
                      <a:pt x="9928" y="2517"/>
                      <a:pt x="9928" y="2561"/>
                      <a:pt x="9870" y="2597"/>
                    </a:cubicBezTo>
                    <a:lnTo>
                      <a:pt x="9661" y="2719"/>
                    </a:lnTo>
                    <a:cubicBezTo>
                      <a:pt x="9636" y="2733"/>
                      <a:pt x="9602" y="2740"/>
                      <a:pt x="9568" y="2740"/>
                    </a:cubicBezTo>
                    <a:cubicBezTo>
                      <a:pt x="9534" y="2740"/>
                      <a:pt x="9500" y="2733"/>
                      <a:pt x="9475" y="2719"/>
                    </a:cubicBezTo>
                    <a:lnTo>
                      <a:pt x="9252" y="2590"/>
                    </a:lnTo>
                    <a:cubicBezTo>
                      <a:pt x="9202" y="2561"/>
                      <a:pt x="9202" y="2511"/>
                      <a:pt x="9259" y="2481"/>
                    </a:cubicBezTo>
                    <a:lnTo>
                      <a:pt x="9468" y="2359"/>
                    </a:lnTo>
                    <a:cubicBezTo>
                      <a:pt x="9493" y="2345"/>
                      <a:pt x="9527" y="2338"/>
                      <a:pt x="9561" y="2338"/>
                    </a:cubicBezTo>
                    <a:close/>
                    <a:moveTo>
                      <a:pt x="6585" y="2345"/>
                    </a:moveTo>
                    <a:cubicBezTo>
                      <a:pt x="6619" y="2345"/>
                      <a:pt x="6653" y="2353"/>
                      <a:pt x="6678" y="2367"/>
                    </a:cubicBezTo>
                    <a:lnTo>
                      <a:pt x="6916" y="2511"/>
                    </a:lnTo>
                    <a:cubicBezTo>
                      <a:pt x="6966" y="2540"/>
                      <a:pt x="6966" y="2590"/>
                      <a:pt x="6916" y="2617"/>
                    </a:cubicBezTo>
                    <a:lnTo>
                      <a:pt x="6678" y="2756"/>
                    </a:lnTo>
                    <a:cubicBezTo>
                      <a:pt x="6650" y="2769"/>
                      <a:pt x="6616" y="2776"/>
                      <a:pt x="6582" y="2776"/>
                    </a:cubicBezTo>
                    <a:cubicBezTo>
                      <a:pt x="6548" y="2776"/>
                      <a:pt x="6514" y="2769"/>
                      <a:pt x="6485" y="2756"/>
                    </a:cubicBezTo>
                    <a:lnTo>
                      <a:pt x="6247" y="2617"/>
                    </a:lnTo>
                    <a:cubicBezTo>
                      <a:pt x="6197" y="2590"/>
                      <a:pt x="6197" y="2540"/>
                      <a:pt x="6254" y="2511"/>
                    </a:cubicBezTo>
                    <a:lnTo>
                      <a:pt x="6492" y="2367"/>
                    </a:lnTo>
                    <a:cubicBezTo>
                      <a:pt x="6517" y="2353"/>
                      <a:pt x="6551" y="2345"/>
                      <a:pt x="6585" y="2345"/>
                    </a:cubicBezTo>
                    <a:close/>
                    <a:moveTo>
                      <a:pt x="7408" y="2461"/>
                    </a:moveTo>
                    <a:cubicBezTo>
                      <a:pt x="7442" y="2461"/>
                      <a:pt x="7476" y="2467"/>
                      <a:pt x="7505" y="2481"/>
                    </a:cubicBezTo>
                    <a:lnTo>
                      <a:pt x="7713" y="2604"/>
                    </a:lnTo>
                    <a:cubicBezTo>
                      <a:pt x="7763" y="2633"/>
                      <a:pt x="7763" y="2683"/>
                      <a:pt x="7713" y="2712"/>
                    </a:cubicBezTo>
                    <a:lnTo>
                      <a:pt x="7491" y="2833"/>
                    </a:lnTo>
                    <a:cubicBezTo>
                      <a:pt x="7466" y="2851"/>
                      <a:pt x="7432" y="2860"/>
                      <a:pt x="7398" y="2860"/>
                    </a:cubicBezTo>
                    <a:cubicBezTo>
                      <a:pt x="7364" y="2860"/>
                      <a:pt x="7329" y="2851"/>
                      <a:pt x="7304" y="2833"/>
                    </a:cubicBezTo>
                    <a:lnTo>
                      <a:pt x="7096" y="2712"/>
                    </a:lnTo>
                    <a:cubicBezTo>
                      <a:pt x="7046" y="2683"/>
                      <a:pt x="7046" y="2633"/>
                      <a:pt x="7096" y="2604"/>
                    </a:cubicBezTo>
                    <a:lnTo>
                      <a:pt x="7311" y="2481"/>
                    </a:lnTo>
                    <a:cubicBezTo>
                      <a:pt x="7340" y="2467"/>
                      <a:pt x="7374" y="2461"/>
                      <a:pt x="7408" y="2461"/>
                    </a:cubicBezTo>
                    <a:close/>
                    <a:moveTo>
                      <a:pt x="4440" y="2668"/>
                    </a:moveTo>
                    <a:cubicBezTo>
                      <a:pt x="4474" y="2668"/>
                      <a:pt x="4508" y="2675"/>
                      <a:pt x="4537" y="2690"/>
                    </a:cubicBezTo>
                    <a:lnTo>
                      <a:pt x="4565" y="2712"/>
                    </a:lnTo>
                    <a:cubicBezTo>
                      <a:pt x="4624" y="2740"/>
                      <a:pt x="4624" y="2790"/>
                      <a:pt x="4565" y="2819"/>
                    </a:cubicBezTo>
                    <a:lnTo>
                      <a:pt x="4386" y="2928"/>
                    </a:lnTo>
                    <a:cubicBezTo>
                      <a:pt x="4357" y="2942"/>
                      <a:pt x="4323" y="2949"/>
                      <a:pt x="4290" y="2949"/>
                    </a:cubicBezTo>
                    <a:cubicBezTo>
                      <a:pt x="4257" y="2949"/>
                      <a:pt x="4224" y="2942"/>
                      <a:pt x="4199" y="2928"/>
                    </a:cubicBezTo>
                    <a:lnTo>
                      <a:pt x="4163" y="2906"/>
                    </a:lnTo>
                    <a:cubicBezTo>
                      <a:pt x="4113" y="2876"/>
                      <a:pt x="4113" y="2826"/>
                      <a:pt x="4163" y="2799"/>
                    </a:cubicBezTo>
                    <a:lnTo>
                      <a:pt x="4349" y="2690"/>
                    </a:lnTo>
                    <a:cubicBezTo>
                      <a:pt x="4374" y="2675"/>
                      <a:pt x="4407" y="2668"/>
                      <a:pt x="4440" y="2668"/>
                    </a:cubicBezTo>
                    <a:close/>
                    <a:moveTo>
                      <a:pt x="5241" y="2568"/>
                    </a:moveTo>
                    <a:cubicBezTo>
                      <a:pt x="5275" y="2568"/>
                      <a:pt x="5309" y="2575"/>
                      <a:pt x="5334" y="2590"/>
                    </a:cubicBezTo>
                    <a:lnTo>
                      <a:pt x="5543" y="2712"/>
                    </a:lnTo>
                    <a:cubicBezTo>
                      <a:pt x="5600" y="2740"/>
                      <a:pt x="5593" y="2790"/>
                      <a:pt x="5543" y="2819"/>
                    </a:cubicBezTo>
                    <a:lnTo>
                      <a:pt x="5321" y="2949"/>
                    </a:lnTo>
                    <a:cubicBezTo>
                      <a:pt x="5296" y="2963"/>
                      <a:pt x="5263" y="2971"/>
                      <a:pt x="5230" y="2971"/>
                    </a:cubicBezTo>
                    <a:cubicBezTo>
                      <a:pt x="5196" y="2971"/>
                      <a:pt x="5162" y="2963"/>
                      <a:pt x="5133" y="2949"/>
                    </a:cubicBezTo>
                    <a:lnTo>
                      <a:pt x="4926" y="2826"/>
                    </a:lnTo>
                    <a:cubicBezTo>
                      <a:pt x="4874" y="2799"/>
                      <a:pt x="4874" y="2747"/>
                      <a:pt x="4926" y="2719"/>
                    </a:cubicBezTo>
                    <a:lnTo>
                      <a:pt x="5148" y="2590"/>
                    </a:lnTo>
                    <a:cubicBezTo>
                      <a:pt x="5173" y="2575"/>
                      <a:pt x="5207" y="2568"/>
                      <a:pt x="5241" y="2568"/>
                    </a:cubicBezTo>
                    <a:close/>
                    <a:moveTo>
                      <a:pt x="8179" y="2572"/>
                    </a:moveTo>
                    <a:cubicBezTo>
                      <a:pt x="8212" y="2572"/>
                      <a:pt x="8243" y="2580"/>
                      <a:pt x="8267" y="2597"/>
                    </a:cubicBezTo>
                    <a:lnTo>
                      <a:pt x="8483" y="2719"/>
                    </a:lnTo>
                    <a:cubicBezTo>
                      <a:pt x="8540" y="2756"/>
                      <a:pt x="8533" y="2799"/>
                      <a:pt x="8483" y="2833"/>
                    </a:cubicBezTo>
                    <a:lnTo>
                      <a:pt x="8267" y="2956"/>
                    </a:lnTo>
                    <a:cubicBezTo>
                      <a:pt x="8239" y="2970"/>
                      <a:pt x="8205" y="2978"/>
                      <a:pt x="8171" y="2978"/>
                    </a:cubicBezTo>
                    <a:cubicBezTo>
                      <a:pt x="8138" y="2978"/>
                      <a:pt x="8106" y="2970"/>
                      <a:pt x="8081" y="2956"/>
                    </a:cubicBezTo>
                    <a:lnTo>
                      <a:pt x="7858" y="2833"/>
                    </a:lnTo>
                    <a:cubicBezTo>
                      <a:pt x="7806" y="2799"/>
                      <a:pt x="7806" y="2756"/>
                      <a:pt x="7858" y="2719"/>
                    </a:cubicBezTo>
                    <a:lnTo>
                      <a:pt x="8081" y="2597"/>
                    </a:lnTo>
                    <a:cubicBezTo>
                      <a:pt x="8107" y="2581"/>
                      <a:pt x="8143" y="2572"/>
                      <a:pt x="8179" y="2572"/>
                    </a:cubicBezTo>
                    <a:close/>
                    <a:moveTo>
                      <a:pt x="9080" y="2613"/>
                    </a:moveTo>
                    <a:cubicBezTo>
                      <a:pt x="9114" y="2613"/>
                      <a:pt x="9148" y="2622"/>
                      <a:pt x="9173" y="2640"/>
                    </a:cubicBezTo>
                    <a:lnTo>
                      <a:pt x="9388" y="2762"/>
                    </a:lnTo>
                    <a:cubicBezTo>
                      <a:pt x="9438" y="2790"/>
                      <a:pt x="9438" y="2842"/>
                      <a:pt x="9388" y="2869"/>
                    </a:cubicBezTo>
                    <a:lnTo>
                      <a:pt x="9173" y="2999"/>
                    </a:lnTo>
                    <a:cubicBezTo>
                      <a:pt x="9144" y="3013"/>
                      <a:pt x="9110" y="3021"/>
                      <a:pt x="9076" y="3021"/>
                    </a:cubicBezTo>
                    <a:cubicBezTo>
                      <a:pt x="9042" y="3021"/>
                      <a:pt x="9008" y="3013"/>
                      <a:pt x="8980" y="2999"/>
                    </a:cubicBezTo>
                    <a:lnTo>
                      <a:pt x="8764" y="2869"/>
                    </a:lnTo>
                    <a:cubicBezTo>
                      <a:pt x="8712" y="2842"/>
                      <a:pt x="8712" y="2790"/>
                      <a:pt x="8764" y="2762"/>
                    </a:cubicBezTo>
                    <a:lnTo>
                      <a:pt x="8986" y="2640"/>
                    </a:lnTo>
                    <a:cubicBezTo>
                      <a:pt x="9011" y="2622"/>
                      <a:pt x="9046" y="2613"/>
                      <a:pt x="9080" y="2613"/>
                    </a:cubicBezTo>
                    <a:close/>
                    <a:moveTo>
                      <a:pt x="6074" y="2640"/>
                    </a:moveTo>
                    <a:cubicBezTo>
                      <a:pt x="6109" y="2640"/>
                      <a:pt x="6143" y="2647"/>
                      <a:pt x="6168" y="2661"/>
                    </a:cubicBezTo>
                    <a:lnTo>
                      <a:pt x="6406" y="2806"/>
                    </a:lnTo>
                    <a:cubicBezTo>
                      <a:pt x="6456" y="2833"/>
                      <a:pt x="6456" y="2876"/>
                      <a:pt x="6406" y="2912"/>
                    </a:cubicBezTo>
                    <a:lnTo>
                      <a:pt x="6190" y="3035"/>
                    </a:lnTo>
                    <a:cubicBezTo>
                      <a:pt x="6165" y="3050"/>
                      <a:pt x="6133" y="3057"/>
                      <a:pt x="6099" y="3057"/>
                    </a:cubicBezTo>
                    <a:cubicBezTo>
                      <a:pt x="6066" y="3057"/>
                      <a:pt x="6032" y="3050"/>
                      <a:pt x="6004" y="3035"/>
                    </a:cubicBezTo>
                    <a:lnTo>
                      <a:pt x="5766" y="2892"/>
                    </a:lnTo>
                    <a:cubicBezTo>
                      <a:pt x="5716" y="2862"/>
                      <a:pt x="5716" y="2812"/>
                      <a:pt x="5766" y="2783"/>
                    </a:cubicBezTo>
                    <a:lnTo>
                      <a:pt x="5981" y="2661"/>
                    </a:lnTo>
                    <a:cubicBezTo>
                      <a:pt x="6006" y="2647"/>
                      <a:pt x="6040" y="2640"/>
                      <a:pt x="6074" y="2640"/>
                    </a:cubicBezTo>
                    <a:close/>
                    <a:moveTo>
                      <a:pt x="6921" y="2740"/>
                    </a:moveTo>
                    <a:cubicBezTo>
                      <a:pt x="6954" y="2740"/>
                      <a:pt x="6988" y="2748"/>
                      <a:pt x="7016" y="2762"/>
                    </a:cubicBezTo>
                    <a:lnTo>
                      <a:pt x="7225" y="2885"/>
                    </a:lnTo>
                    <a:cubicBezTo>
                      <a:pt x="7275" y="2912"/>
                      <a:pt x="7275" y="2963"/>
                      <a:pt x="7225" y="2992"/>
                    </a:cubicBezTo>
                    <a:lnTo>
                      <a:pt x="6980" y="3128"/>
                    </a:lnTo>
                    <a:cubicBezTo>
                      <a:pt x="6955" y="3146"/>
                      <a:pt x="6923" y="3155"/>
                      <a:pt x="6890" y="3155"/>
                    </a:cubicBezTo>
                    <a:cubicBezTo>
                      <a:pt x="6856" y="3155"/>
                      <a:pt x="6822" y="3146"/>
                      <a:pt x="6794" y="3128"/>
                    </a:cubicBezTo>
                    <a:lnTo>
                      <a:pt x="6585" y="3006"/>
                    </a:lnTo>
                    <a:cubicBezTo>
                      <a:pt x="6535" y="2978"/>
                      <a:pt x="6535" y="2928"/>
                      <a:pt x="6585" y="2899"/>
                    </a:cubicBezTo>
                    <a:lnTo>
                      <a:pt x="6830" y="2762"/>
                    </a:lnTo>
                    <a:cubicBezTo>
                      <a:pt x="6855" y="2748"/>
                      <a:pt x="6887" y="2740"/>
                      <a:pt x="6921" y="2740"/>
                    </a:cubicBezTo>
                    <a:close/>
                    <a:moveTo>
                      <a:pt x="4748" y="2849"/>
                    </a:moveTo>
                    <a:cubicBezTo>
                      <a:pt x="4781" y="2849"/>
                      <a:pt x="4813" y="2856"/>
                      <a:pt x="4839" y="2869"/>
                    </a:cubicBezTo>
                    <a:lnTo>
                      <a:pt x="5055" y="2999"/>
                    </a:lnTo>
                    <a:cubicBezTo>
                      <a:pt x="5105" y="3028"/>
                      <a:pt x="5105" y="3071"/>
                      <a:pt x="5055" y="3107"/>
                    </a:cubicBezTo>
                    <a:lnTo>
                      <a:pt x="4867" y="3207"/>
                    </a:lnTo>
                    <a:cubicBezTo>
                      <a:pt x="4842" y="3226"/>
                      <a:pt x="4808" y="3235"/>
                      <a:pt x="4774" y="3235"/>
                    </a:cubicBezTo>
                    <a:cubicBezTo>
                      <a:pt x="4740" y="3235"/>
                      <a:pt x="4706" y="3226"/>
                      <a:pt x="4681" y="3207"/>
                    </a:cubicBezTo>
                    <a:lnTo>
                      <a:pt x="4465" y="3085"/>
                    </a:lnTo>
                    <a:cubicBezTo>
                      <a:pt x="4415" y="3057"/>
                      <a:pt x="4415" y="3006"/>
                      <a:pt x="4472" y="2978"/>
                    </a:cubicBezTo>
                    <a:lnTo>
                      <a:pt x="4651" y="2869"/>
                    </a:lnTo>
                    <a:cubicBezTo>
                      <a:pt x="4681" y="2856"/>
                      <a:pt x="4715" y="2849"/>
                      <a:pt x="4748" y="2849"/>
                    </a:cubicBezTo>
                    <a:close/>
                    <a:moveTo>
                      <a:pt x="3984" y="2935"/>
                    </a:moveTo>
                    <a:cubicBezTo>
                      <a:pt x="4018" y="2935"/>
                      <a:pt x="4052" y="2942"/>
                      <a:pt x="4077" y="2956"/>
                    </a:cubicBezTo>
                    <a:lnTo>
                      <a:pt x="4113" y="2978"/>
                    </a:lnTo>
                    <a:cubicBezTo>
                      <a:pt x="4163" y="3006"/>
                      <a:pt x="4163" y="3057"/>
                      <a:pt x="4113" y="3085"/>
                    </a:cubicBezTo>
                    <a:lnTo>
                      <a:pt x="3875" y="3221"/>
                    </a:lnTo>
                    <a:cubicBezTo>
                      <a:pt x="3846" y="3236"/>
                      <a:pt x="3812" y="3243"/>
                      <a:pt x="3779" y="3243"/>
                    </a:cubicBezTo>
                    <a:cubicBezTo>
                      <a:pt x="3746" y="3243"/>
                      <a:pt x="3714" y="3236"/>
                      <a:pt x="3689" y="3221"/>
                    </a:cubicBezTo>
                    <a:lnTo>
                      <a:pt x="3652" y="3201"/>
                    </a:lnTo>
                    <a:cubicBezTo>
                      <a:pt x="3602" y="3171"/>
                      <a:pt x="3602" y="3121"/>
                      <a:pt x="3652" y="3092"/>
                    </a:cubicBezTo>
                    <a:lnTo>
                      <a:pt x="3890" y="2956"/>
                    </a:lnTo>
                    <a:cubicBezTo>
                      <a:pt x="3915" y="2942"/>
                      <a:pt x="3950" y="2935"/>
                      <a:pt x="3984" y="2935"/>
                    </a:cubicBezTo>
                    <a:close/>
                    <a:moveTo>
                      <a:pt x="7681" y="2856"/>
                    </a:moveTo>
                    <a:cubicBezTo>
                      <a:pt x="7714" y="2856"/>
                      <a:pt x="7746" y="2862"/>
                      <a:pt x="7772" y="2876"/>
                    </a:cubicBezTo>
                    <a:lnTo>
                      <a:pt x="7995" y="3006"/>
                    </a:lnTo>
                    <a:cubicBezTo>
                      <a:pt x="8045" y="3035"/>
                      <a:pt x="8045" y="3085"/>
                      <a:pt x="7995" y="3114"/>
                    </a:cubicBezTo>
                    <a:lnTo>
                      <a:pt x="7779" y="3237"/>
                    </a:lnTo>
                    <a:cubicBezTo>
                      <a:pt x="7748" y="3256"/>
                      <a:pt x="7712" y="3265"/>
                      <a:pt x="7677" y="3265"/>
                    </a:cubicBezTo>
                    <a:cubicBezTo>
                      <a:pt x="7646" y="3265"/>
                      <a:pt x="7615" y="3258"/>
                      <a:pt x="7591" y="3244"/>
                    </a:cubicBezTo>
                    <a:lnTo>
                      <a:pt x="7368" y="3114"/>
                    </a:lnTo>
                    <a:cubicBezTo>
                      <a:pt x="7318" y="3085"/>
                      <a:pt x="7318" y="3035"/>
                      <a:pt x="7368" y="3006"/>
                    </a:cubicBezTo>
                    <a:lnTo>
                      <a:pt x="7584" y="2876"/>
                    </a:lnTo>
                    <a:cubicBezTo>
                      <a:pt x="7613" y="2862"/>
                      <a:pt x="7647" y="2856"/>
                      <a:pt x="7681" y="2856"/>
                    </a:cubicBezTo>
                    <a:close/>
                    <a:moveTo>
                      <a:pt x="8588" y="2899"/>
                    </a:moveTo>
                    <a:cubicBezTo>
                      <a:pt x="8621" y="2899"/>
                      <a:pt x="8655" y="2906"/>
                      <a:pt x="8685" y="2919"/>
                    </a:cubicBezTo>
                    <a:lnTo>
                      <a:pt x="8900" y="3049"/>
                    </a:lnTo>
                    <a:cubicBezTo>
                      <a:pt x="8950" y="3078"/>
                      <a:pt x="8950" y="3128"/>
                      <a:pt x="8900" y="3157"/>
                    </a:cubicBezTo>
                    <a:lnTo>
                      <a:pt x="8685" y="3280"/>
                    </a:lnTo>
                    <a:cubicBezTo>
                      <a:pt x="8655" y="3294"/>
                      <a:pt x="8621" y="3301"/>
                      <a:pt x="8588" y="3301"/>
                    </a:cubicBezTo>
                    <a:cubicBezTo>
                      <a:pt x="8555" y="3301"/>
                      <a:pt x="8522" y="3294"/>
                      <a:pt x="8497" y="3280"/>
                    </a:cubicBezTo>
                    <a:lnTo>
                      <a:pt x="8274" y="3157"/>
                    </a:lnTo>
                    <a:cubicBezTo>
                      <a:pt x="8224" y="3128"/>
                      <a:pt x="8224" y="3078"/>
                      <a:pt x="8274" y="3049"/>
                    </a:cubicBezTo>
                    <a:lnTo>
                      <a:pt x="8497" y="2919"/>
                    </a:lnTo>
                    <a:cubicBezTo>
                      <a:pt x="8522" y="2906"/>
                      <a:pt x="8555" y="2899"/>
                      <a:pt x="8588" y="2899"/>
                    </a:cubicBezTo>
                    <a:close/>
                    <a:moveTo>
                      <a:pt x="5593" y="2920"/>
                    </a:moveTo>
                    <a:cubicBezTo>
                      <a:pt x="5627" y="2920"/>
                      <a:pt x="5661" y="2927"/>
                      <a:pt x="5686" y="2942"/>
                    </a:cubicBezTo>
                    <a:lnTo>
                      <a:pt x="5924" y="3078"/>
                    </a:lnTo>
                    <a:cubicBezTo>
                      <a:pt x="5974" y="3107"/>
                      <a:pt x="5974" y="3157"/>
                      <a:pt x="5924" y="3187"/>
                    </a:cubicBezTo>
                    <a:lnTo>
                      <a:pt x="5702" y="3316"/>
                    </a:lnTo>
                    <a:cubicBezTo>
                      <a:pt x="5676" y="3330"/>
                      <a:pt x="5641" y="3337"/>
                      <a:pt x="5607" y="3337"/>
                    </a:cubicBezTo>
                    <a:cubicBezTo>
                      <a:pt x="5573" y="3337"/>
                      <a:pt x="5539" y="3330"/>
                      <a:pt x="5514" y="3316"/>
                    </a:cubicBezTo>
                    <a:lnTo>
                      <a:pt x="5277" y="3178"/>
                    </a:lnTo>
                    <a:cubicBezTo>
                      <a:pt x="5227" y="3151"/>
                      <a:pt x="5227" y="3101"/>
                      <a:pt x="5277" y="3071"/>
                    </a:cubicBezTo>
                    <a:lnTo>
                      <a:pt x="5500" y="2942"/>
                    </a:lnTo>
                    <a:cubicBezTo>
                      <a:pt x="5525" y="2927"/>
                      <a:pt x="5559" y="2920"/>
                      <a:pt x="5593" y="2920"/>
                    </a:cubicBezTo>
                    <a:close/>
                    <a:moveTo>
                      <a:pt x="6410" y="3035"/>
                    </a:moveTo>
                    <a:cubicBezTo>
                      <a:pt x="6443" y="3035"/>
                      <a:pt x="6477" y="3043"/>
                      <a:pt x="6506" y="3057"/>
                    </a:cubicBezTo>
                    <a:lnTo>
                      <a:pt x="6714" y="3178"/>
                    </a:lnTo>
                    <a:cubicBezTo>
                      <a:pt x="6765" y="3207"/>
                      <a:pt x="6765" y="3258"/>
                      <a:pt x="6714" y="3287"/>
                    </a:cubicBezTo>
                    <a:lnTo>
                      <a:pt x="6499" y="3409"/>
                    </a:lnTo>
                    <a:cubicBezTo>
                      <a:pt x="6474" y="3423"/>
                      <a:pt x="6440" y="3430"/>
                      <a:pt x="6406" y="3430"/>
                    </a:cubicBezTo>
                    <a:cubicBezTo>
                      <a:pt x="6372" y="3430"/>
                      <a:pt x="6338" y="3423"/>
                      <a:pt x="6313" y="3409"/>
                    </a:cubicBezTo>
                    <a:lnTo>
                      <a:pt x="6104" y="3287"/>
                    </a:lnTo>
                    <a:cubicBezTo>
                      <a:pt x="6054" y="3258"/>
                      <a:pt x="6054" y="3207"/>
                      <a:pt x="6104" y="3178"/>
                    </a:cubicBezTo>
                    <a:lnTo>
                      <a:pt x="6319" y="3057"/>
                    </a:lnTo>
                    <a:cubicBezTo>
                      <a:pt x="6344" y="3043"/>
                      <a:pt x="6377" y="3035"/>
                      <a:pt x="6410" y="3035"/>
                    </a:cubicBezTo>
                    <a:close/>
                    <a:moveTo>
                      <a:pt x="3473" y="3229"/>
                    </a:moveTo>
                    <a:cubicBezTo>
                      <a:pt x="3507" y="3229"/>
                      <a:pt x="3541" y="3236"/>
                      <a:pt x="3566" y="3251"/>
                    </a:cubicBezTo>
                    <a:lnTo>
                      <a:pt x="3602" y="3273"/>
                    </a:lnTo>
                    <a:cubicBezTo>
                      <a:pt x="3652" y="3301"/>
                      <a:pt x="3652" y="3351"/>
                      <a:pt x="3602" y="3380"/>
                    </a:cubicBezTo>
                    <a:lnTo>
                      <a:pt x="3394" y="3502"/>
                    </a:lnTo>
                    <a:cubicBezTo>
                      <a:pt x="3365" y="3517"/>
                      <a:pt x="3331" y="3524"/>
                      <a:pt x="3297" y="3524"/>
                    </a:cubicBezTo>
                    <a:cubicBezTo>
                      <a:pt x="3263" y="3524"/>
                      <a:pt x="3229" y="3517"/>
                      <a:pt x="3200" y="3502"/>
                    </a:cubicBezTo>
                    <a:lnTo>
                      <a:pt x="3171" y="3480"/>
                    </a:lnTo>
                    <a:cubicBezTo>
                      <a:pt x="3114" y="3452"/>
                      <a:pt x="3114" y="3402"/>
                      <a:pt x="3171" y="3373"/>
                    </a:cubicBezTo>
                    <a:lnTo>
                      <a:pt x="3380" y="3251"/>
                    </a:lnTo>
                    <a:cubicBezTo>
                      <a:pt x="3405" y="3236"/>
                      <a:pt x="3439" y="3229"/>
                      <a:pt x="3473" y="3229"/>
                    </a:cubicBezTo>
                    <a:close/>
                    <a:moveTo>
                      <a:pt x="4292" y="3114"/>
                    </a:moveTo>
                    <a:cubicBezTo>
                      <a:pt x="4326" y="3114"/>
                      <a:pt x="4361" y="3121"/>
                      <a:pt x="4386" y="3135"/>
                    </a:cubicBezTo>
                    <a:lnTo>
                      <a:pt x="4601" y="3258"/>
                    </a:lnTo>
                    <a:cubicBezTo>
                      <a:pt x="4651" y="3287"/>
                      <a:pt x="4651" y="3337"/>
                      <a:pt x="4594" y="3366"/>
                    </a:cubicBezTo>
                    <a:lnTo>
                      <a:pt x="4356" y="3502"/>
                    </a:lnTo>
                    <a:cubicBezTo>
                      <a:pt x="4331" y="3521"/>
                      <a:pt x="4297" y="3530"/>
                      <a:pt x="4263" y="3530"/>
                    </a:cubicBezTo>
                    <a:cubicBezTo>
                      <a:pt x="4229" y="3530"/>
                      <a:pt x="4195" y="3521"/>
                      <a:pt x="4170" y="3502"/>
                    </a:cubicBezTo>
                    <a:lnTo>
                      <a:pt x="3961" y="3380"/>
                    </a:lnTo>
                    <a:cubicBezTo>
                      <a:pt x="3904" y="3351"/>
                      <a:pt x="3911" y="3301"/>
                      <a:pt x="3961" y="3273"/>
                    </a:cubicBezTo>
                    <a:lnTo>
                      <a:pt x="4199" y="3135"/>
                    </a:lnTo>
                    <a:cubicBezTo>
                      <a:pt x="4224" y="3121"/>
                      <a:pt x="4258" y="3114"/>
                      <a:pt x="4292" y="3114"/>
                    </a:cubicBezTo>
                    <a:close/>
                    <a:moveTo>
                      <a:pt x="7192" y="3135"/>
                    </a:moveTo>
                    <a:cubicBezTo>
                      <a:pt x="7225" y="3135"/>
                      <a:pt x="7257" y="3143"/>
                      <a:pt x="7282" y="3157"/>
                    </a:cubicBezTo>
                    <a:lnTo>
                      <a:pt x="7505" y="3287"/>
                    </a:lnTo>
                    <a:cubicBezTo>
                      <a:pt x="7556" y="3316"/>
                      <a:pt x="7556" y="3366"/>
                      <a:pt x="7505" y="3394"/>
                    </a:cubicBezTo>
                    <a:lnTo>
                      <a:pt x="7268" y="3532"/>
                    </a:lnTo>
                    <a:cubicBezTo>
                      <a:pt x="7243" y="3549"/>
                      <a:pt x="7209" y="3558"/>
                      <a:pt x="7175" y="3558"/>
                    </a:cubicBezTo>
                    <a:cubicBezTo>
                      <a:pt x="7141" y="3558"/>
                      <a:pt x="7107" y="3549"/>
                      <a:pt x="7082" y="3532"/>
                    </a:cubicBezTo>
                    <a:lnTo>
                      <a:pt x="6858" y="3409"/>
                    </a:lnTo>
                    <a:cubicBezTo>
                      <a:pt x="6808" y="3380"/>
                      <a:pt x="6808" y="3330"/>
                      <a:pt x="6858" y="3301"/>
                    </a:cubicBezTo>
                    <a:lnTo>
                      <a:pt x="7103" y="3157"/>
                    </a:lnTo>
                    <a:cubicBezTo>
                      <a:pt x="7128" y="3143"/>
                      <a:pt x="7160" y="3135"/>
                      <a:pt x="7192" y="3135"/>
                    </a:cubicBezTo>
                    <a:close/>
                    <a:moveTo>
                      <a:pt x="5100" y="3203"/>
                    </a:moveTo>
                    <a:cubicBezTo>
                      <a:pt x="5134" y="3203"/>
                      <a:pt x="5166" y="3212"/>
                      <a:pt x="5191" y="3230"/>
                    </a:cubicBezTo>
                    <a:lnTo>
                      <a:pt x="5434" y="3366"/>
                    </a:lnTo>
                    <a:cubicBezTo>
                      <a:pt x="5486" y="3394"/>
                      <a:pt x="5486" y="3446"/>
                      <a:pt x="5428" y="3473"/>
                    </a:cubicBezTo>
                    <a:lnTo>
                      <a:pt x="5248" y="3582"/>
                    </a:lnTo>
                    <a:cubicBezTo>
                      <a:pt x="5220" y="3596"/>
                      <a:pt x="5186" y="3603"/>
                      <a:pt x="5152" y="3603"/>
                    </a:cubicBezTo>
                    <a:cubicBezTo>
                      <a:pt x="5119" y="3603"/>
                      <a:pt x="5087" y="3596"/>
                      <a:pt x="5062" y="3582"/>
                    </a:cubicBezTo>
                    <a:lnTo>
                      <a:pt x="4824" y="3446"/>
                    </a:lnTo>
                    <a:cubicBezTo>
                      <a:pt x="4767" y="3409"/>
                      <a:pt x="4767" y="3366"/>
                      <a:pt x="4824" y="3330"/>
                    </a:cubicBezTo>
                    <a:lnTo>
                      <a:pt x="5003" y="3230"/>
                    </a:lnTo>
                    <a:cubicBezTo>
                      <a:pt x="5032" y="3212"/>
                      <a:pt x="5067" y="3203"/>
                      <a:pt x="5100" y="3203"/>
                    </a:cubicBezTo>
                    <a:close/>
                    <a:moveTo>
                      <a:pt x="5928" y="3315"/>
                    </a:moveTo>
                    <a:cubicBezTo>
                      <a:pt x="5962" y="3315"/>
                      <a:pt x="5996" y="3322"/>
                      <a:pt x="6024" y="3337"/>
                    </a:cubicBezTo>
                    <a:lnTo>
                      <a:pt x="6233" y="3459"/>
                    </a:lnTo>
                    <a:cubicBezTo>
                      <a:pt x="6283" y="3489"/>
                      <a:pt x="6283" y="3539"/>
                      <a:pt x="6233" y="3566"/>
                    </a:cubicBezTo>
                    <a:lnTo>
                      <a:pt x="6011" y="3696"/>
                    </a:lnTo>
                    <a:cubicBezTo>
                      <a:pt x="5986" y="3710"/>
                      <a:pt x="5952" y="3718"/>
                      <a:pt x="5917" y="3718"/>
                    </a:cubicBezTo>
                    <a:cubicBezTo>
                      <a:pt x="5883" y="3718"/>
                      <a:pt x="5848" y="3710"/>
                      <a:pt x="5823" y="3696"/>
                    </a:cubicBezTo>
                    <a:lnTo>
                      <a:pt x="5616" y="3575"/>
                    </a:lnTo>
                    <a:cubicBezTo>
                      <a:pt x="5557" y="3546"/>
                      <a:pt x="5564" y="3496"/>
                      <a:pt x="5616" y="3466"/>
                    </a:cubicBezTo>
                    <a:lnTo>
                      <a:pt x="5831" y="3337"/>
                    </a:lnTo>
                    <a:cubicBezTo>
                      <a:pt x="5860" y="3322"/>
                      <a:pt x="5894" y="3315"/>
                      <a:pt x="5928" y="3315"/>
                    </a:cubicBezTo>
                    <a:close/>
                    <a:moveTo>
                      <a:pt x="3782" y="3409"/>
                    </a:moveTo>
                    <a:cubicBezTo>
                      <a:pt x="3816" y="3409"/>
                      <a:pt x="3850" y="3416"/>
                      <a:pt x="3875" y="3430"/>
                    </a:cubicBezTo>
                    <a:lnTo>
                      <a:pt x="4091" y="3553"/>
                    </a:lnTo>
                    <a:cubicBezTo>
                      <a:pt x="4141" y="3582"/>
                      <a:pt x="4141" y="3632"/>
                      <a:pt x="4091" y="3661"/>
                    </a:cubicBezTo>
                    <a:lnTo>
                      <a:pt x="3875" y="3782"/>
                    </a:lnTo>
                    <a:cubicBezTo>
                      <a:pt x="3850" y="3797"/>
                      <a:pt x="3816" y="3804"/>
                      <a:pt x="3782" y="3804"/>
                    </a:cubicBezTo>
                    <a:cubicBezTo>
                      <a:pt x="3748" y="3804"/>
                      <a:pt x="3714" y="3797"/>
                      <a:pt x="3689" y="3782"/>
                    </a:cubicBezTo>
                    <a:lnTo>
                      <a:pt x="3473" y="3661"/>
                    </a:lnTo>
                    <a:cubicBezTo>
                      <a:pt x="3423" y="3632"/>
                      <a:pt x="3423" y="3582"/>
                      <a:pt x="3480" y="3553"/>
                    </a:cubicBezTo>
                    <a:lnTo>
                      <a:pt x="3689" y="3430"/>
                    </a:lnTo>
                    <a:cubicBezTo>
                      <a:pt x="3714" y="3416"/>
                      <a:pt x="3748" y="3409"/>
                      <a:pt x="3782" y="3409"/>
                    </a:cubicBezTo>
                    <a:close/>
                    <a:moveTo>
                      <a:pt x="2992" y="3510"/>
                    </a:moveTo>
                    <a:cubicBezTo>
                      <a:pt x="3026" y="3510"/>
                      <a:pt x="3060" y="3517"/>
                      <a:pt x="3085" y="3532"/>
                    </a:cubicBezTo>
                    <a:lnTo>
                      <a:pt x="3121" y="3553"/>
                    </a:lnTo>
                    <a:cubicBezTo>
                      <a:pt x="3171" y="3582"/>
                      <a:pt x="3171" y="3632"/>
                      <a:pt x="3121" y="3661"/>
                    </a:cubicBezTo>
                    <a:lnTo>
                      <a:pt x="2899" y="3782"/>
                    </a:lnTo>
                    <a:cubicBezTo>
                      <a:pt x="2873" y="3800"/>
                      <a:pt x="2838" y="3809"/>
                      <a:pt x="2804" y="3809"/>
                    </a:cubicBezTo>
                    <a:cubicBezTo>
                      <a:pt x="2770" y="3809"/>
                      <a:pt x="2736" y="3800"/>
                      <a:pt x="2710" y="3782"/>
                    </a:cubicBezTo>
                    <a:lnTo>
                      <a:pt x="2674" y="3768"/>
                    </a:lnTo>
                    <a:cubicBezTo>
                      <a:pt x="2624" y="3732"/>
                      <a:pt x="2624" y="3689"/>
                      <a:pt x="2674" y="3653"/>
                    </a:cubicBezTo>
                    <a:lnTo>
                      <a:pt x="2899" y="3532"/>
                    </a:lnTo>
                    <a:cubicBezTo>
                      <a:pt x="2924" y="3517"/>
                      <a:pt x="2958" y="3510"/>
                      <a:pt x="2992" y="3510"/>
                    </a:cubicBezTo>
                    <a:close/>
                    <a:moveTo>
                      <a:pt x="6683" y="3430"/>
                    </a:moveTo>
                    <a:cubicBezTo>
                      <a:pt x="6716" y="3430"/>
                      <a:pt x="6751" y="3438"/>
                      <a:pt x="6780" y="3452"/>
                    </a:cubicBezTo>
                    <a:lnTo>
                      <a:pt x="6996" y="3582"/>
                    </a:lnTo>
                    <a:cubicBezTo>
                      <a:pt x="7046" y="3609"/>
                      <a:pt x="7046" y="3661"/>
                      <a:pt x="6996" y="3689"/>
                    </a:cubicBezTo>
                    <a:lnTo>
                      <a:pt x="6787" y="3811"/>
                    </a:lnTo>
                    <a:cubicBezTo>
                      <a:pt x="6758" y="3826"/>
                      <a:pt x="6724" y="3833"/>
                      <a:pt x="6690" y="3833"/>
                    </a:cubicBezTo>
                    <a:cubicBezTo>
                      <a:pt x="6657" y="3833"/>
                      <a:pt x="6625" y="3826"/>
                      <a:pt x="6599" y="3811"/>
                    </a:cubicBezTo>
                    <a:lnTo>
                      <a:pt x="6376" y="3682"/>
                    </a:lnTo>
                    <a:cubicBezTo>
                      <a:pt x="6326" y="3653"/>
                      <a:pt x="6326" y="3609"/>
                      <a:pt x="6376" y="3575"/>
                    </a:cubicBezTo>
                    <a:lnTo>
                      <a:pt x="6592" y="3452"/>
                    </a:lnTo>
                    <a:cubicBezTo>
                      <a:pt x="6617" y="3438"/>
                      <a:pt x="6649" y="3430"/>
                      <a:pt x="6683" y="3430"/>
                    </a:cubicBezTo>
                    <a:close/>
                    <a:moveTo>
                      <a:pt x="4644" y="3467"/>
                    </a:moveTo>
                    <a:cubicBezTo>
                      <a:pt x="4678" y="3467"/>
                      <a:pt x="4712" y="3474"/>
                      <a:pt x="4738" y="3489"/>
                    </a:cubicBezTo>
                    <a:lnTo>
                      <a:pt x="4976" y="3625"/>
                    </a:lnTo>
                    <a:cubicBezTo>
                      <a:pt x="5026" y="3661"/>
                      <a:pt x="5026" y="3704"/>
                      <a:pt x="4976" y="3739"/>
                    </a:cubicBezTo>
                    <a:lnTo>
                      <a:pt x="4738" y="3877"/>
                    </a:lnTo>
                    <a:cubicBezTo>
                      <a:pt x="4712" y="3891"/>
                      <a:pt x="4678" y="3898"/>
                      <a:pt x="4644" y="3898"/>
                    </a:cubicBezTo>
                    <a:cubicBezTo>
                      <a:pt x="4610" y="3898"/>
                      <a:pt x="4576" y="3891"/>
                      <a:pt x="4551" y="3877"/>
                    </a:cubicBezTo>
                    <a:lnTo>
                      <a:pt x="4313" y="3739"/>
                    </a:lnTo>
                    <a:cubicBezTo>
                      <a:pt x="4256" y="3704"/>
                      <a:pt x="4256" y="3661"/>
                      <a:pt x="4313" y="3625"/>
                    </a:cubicBezTo>
                    <a:lnTo>
                      <a:pt x="4551" y="3489"/>
                    </a:lnTo>
                    <a:cubicBezTo>
                      <a:pt x="4576" y="3474"/>
                      <a:pt x="4610" y="3467"/>
                      <a:pt x="4644" y="3467"/>
                    </a:cubicBezTo>
                    <a:close/>
                    <a:moveTo>
                      <a:pt x="5435" y="3596"/>
                    </a:moveTo>
                    <a:cubicBezTo>
                      <a:pt x="5469" y="3596"/>
                      <a:pt x="5503" y="3603"/>
                      <a:pt x="5529" y="3618"/>
                    </a:cubicBezTo>
                    <a:lnTo>
                      <a:pt x="5736" y="3739"/>
                    </a:lnTo>
                    <a:cubicBezTo>
                      <a:pt x="5795" y="3768"/>
                      <a:pt x="5795" y="3818"/>
                      <a:pt x="5736" y="3847"/>
                    </a:cubicBezTo>
                    <a:lnTo>
                      <a:pt x="5557" y="3954"/>
                    </a:lnTo>
                    <a:cubicBezTo>
                      <a:pt x="5528" y="3969"/>
                      <a:pt x="5494" y="3976"/>
                      <a:pt x="5460" y="3976"/>
                    </a:cubicBezTo>
                    <a:cubicBezTo>
                      <a:pt x="5426" y="3976"/>
                      <a:pt x="5392" y="3969"/>
                      <a:pt x="5364" y="3954"/>
                    </a:cubicBezTo>
                    <a:lnTo>
                      <a:pt x="5155" y="3834"/>
                    </a:lnTo>
                    <a:cubicBezTo>
                      <a:pt x="5105" y="3804"/>
                      <a:pt x="5105" y="3754"/>
                      <a:pt x="5155" y="3725"/>
                    </a:cubicBezTo>
                    <a:lnTo>
                      <a:pt x="5341" y="3618"/>
                    </a:lnTo>
                    <a:cubicBezTo>
                      <a:pt x="5366" y="3603"/>
                      <a:pt x="5400" y="3596"/>
                      <a:pt x="5435" y="3596"/>
                    </a:cubicBezTo>
                    <a:close/>
                    <a:moveTo>
                      <a:pt x="3300" y="3689"/>
                    </a:moveTo>
                    <a:cubicBezTo>
                      <a:pt x="3335" y="3689"/>
                      <a:pt x="3369" y="3697"/>
                      <a:pt x="3394" y="3711"/>
                    </a:cubicBezTo>
                    <a:lnTo>
                      <a:pt x="3602" y="3834"/>
                    </a:lnTo>
                    <a:cubicBezTo>
                      <a:pt x="3659" y="3861"/>
                      <a:pt x="3659" y="3911"/>
                      <a:pt x="3602" y="3941"/>
                    </a:cubicBezTo>
                    <a:lnTo>
                      <a:pt x="3387" y="4070"/>
                    </a:lnTo>
                    <a:cubicBezTo>
                      <a:pt x="3358" y="4085"/>
                      <a:pt x="3324" y="4092"/>
                      <a:pt x="3291" y="4092"/>
                    </a:cubicBezTo>
                    <a:cubicBezTo>
                      <a:pt x="3258" y="4092"/>
                      <a:pt x="3225" y="4085"/>
                      <a:pt x="3200" y="4070"/>
                    </a:cubicBezTo>
                    <a:lnTo>
                      <a:pt x="2985" y="3941"/>
                    </a:lnTo>
                    <a:cubicBezTo>
                      <a:pt x="2933" y="3911"/>
                      <a:pt x="2933" y="3868"/>
                      <a:pt x="2985" y="3834"/>
                    </a:cubicBezTo>
                    <a:lnTo>
                      <a:pt x="3207" y="3711"/>
                    </a:lnTo>
                    <a:cubicBezTo>
                      <a:pt x="3232" y="3697"/>
                      <a:pt x="3266" y="3689"/>
                      <a:pt x="3300" y="3689"/>
                    </a:cubicBezTo>
                    <a:close/>
                    <a:moveTo>
                      <a:pt x="2502" y="3789"/>
                    </a:moveTo>
                    <a:cubicBezTo>
                      <a:pt x="2536" y="3789"/>
                      <a:pt x="2571" y="3797"/>
                      <a:pt x="2597" y="3811"/>
                    </a:cubicBezTo>
                    <a:lnTo>
                      <a:pt x="2631" y="3834"/>
                    </a:lnTo>
                    <a:cubicBezTo>
                      <a:pt x="2683" y="3861"/>
                      <a:pt x="2683" y="3911"/>
                      <a:pt x="2624" y="3941"/>
                    </a:cubicBezTo>
                    <a:lnTo>
                      <a:pt x="2402" y="4077"/>
                    </a:lnTo>
                    <a:cubicBezTo>
                      <a:pt x="2373" y="4092"/>
                      <a:pt x="2339" y="4099"/>
                      <a:pt x="2305" y="4099"/>
                    </a:cubicBezTo>
                    <a:cubicBezTo>
                      <a:pt x="2271" y="4099"/>
                      <a:pt x="2237" y="4092"/>
                      <a:pt x="2208" y="4077"/>
                    </a:cubicBezTo>
                    <a:lnTo>
                      <a:pt x="2179" y="4056"/>
                    </a:lnTo>
                    <a:cubicBezTo>
                      <a:pt x="2122" y="4027"/>
                      <a:pt x="2129" y="3977"/>
                      <a:pt x="2179" y="3948"/>
                    </a:cubicBezTo>
                    <a:lnTo>
                      <a:pt x="2409" y="3811"/>
                    </a:lnTo>
                    <a:cubicBezTo>
                      <a:pt x="2434" y="3797"/>
                      <a:pt x="2468" y="3789"/>
                      <a:pt x="2502" y="3789"/>
                    </a:cubicBezTo>
                    <a:close/>
                    <a:moveTo>
                      <a:pt x="6200" y="3711"/>
                    </a:moveTo>
                    <a:cubicBezTo>
                      <a:pt x="6233" y="3711"/>
                      <a:pt x="6265" y="3718"/>
                      <a:pt x="6290" y="3732"/>
                    </a:cubicBezTo>
                    <a:lnTo>
                      <a:pt x="6513" y="3861"/>
                    </a:lnTo>
                    <a:cubicBezTo>
                      <a:pt x="6564" y="3891"/>
                      <a:pt x="6564" y="3941"/>
                      <a:pt x="6513" y="3970"/>
                    </a:cubicBezTo>
                    <a:lnTo>
                      <a:pt x="6290" y="4099"/>
                    </a:lnTo>
                    <a:cubicBezTo>
                      <a:pt x="6265" y="4113"/>
                      <a:pt x="6231" y="4120"/>
                      <a:pt x="6197" y="4120"/>
                    </a:cubicBezTo>
                    <a:cubicBezTo>
                      <a:pt x="6163" y="4120"/>
                      <a:pt x="6129" y="4113"/>
                      <a:pt x="6104" y="4099"/>
                    </a:cubicBezTo>
                    <a:lnTo>
                      <a:pt x="5888" y="3970"/>
                    </a:lnTo>
                    <a:cubicBezTo>
                      <a:pt x="5831" y="3941"/>
                      <a:pt x="5831" y="3891"/>
                      <a:pt x="5888" y="3861"/>
                    </a:cubicBezTo>
                    <a:lnTo>
                      <a:pt x="6104" y="3732"/>
                    </a:lnTo>
                    <a:cubicBezTo>
                      <a:pt x="6132" y="3718"/>
                      <a:pt x="6166" y="3711"/>
                      <a:pt x="6200" y="3711"/>
                    </a:cubicBezTo>
                    <a:close/>
                    <a:moveTo>
                      <a:pt x="4134" y="3761"/>
                    </a:moveTo>
                    <a:cubicBezTo>
                      <a:pt x="4168" y="3761"/>
                      <a:pt x="4202" y="3768"/>
                      <a:pt x="4227" y="3782"/>
                    </a:cubicBezTo>
                    <a:lnTo>
                      <a:pt x="4465" y="3920"/>
                    </a:lnTo>
                    <a:cubicBezTo>
                      <a:pt x="4515" y="3954"/>
                      <a:pt x="4515" y="3998"/>
                      <a:pt x="4465" y="4034"/>
                    </a:cubicBezTo>
                    <a:lnTo>
                      <a:pt x="4256" y="4156"/>
                    </a:lnTo>
                    <a:cubicBezTo>
                      <a:pt x="4228" y="4171"/>
                      <a:pt x="4194" y="4178"/>
                      <a:pt x="4160" y="4178"/>
                    </a:cubicBezTo>
                    <a:cubicBezTo>
                      <a:pt x="4127" y="4178"/>
                      <a:pt x="4095" y="4171"/>
                      <a:pt x="4070" y="4156"/>
                    </a:cubicBezTo>
                    <a:lnTo>
                      <a:pt x="3825" y="4013"/>
                    </a:lnTo>
                    <a:cubicBezTo>
                      <a:pt x="3775" y="3984"/>
                      <a:pt x="3775" y="3934"/>
                      <a:pt x="3832" y="3904"/>
                    </a:cubicBezTo>
                    <a:lnTo>
                      <a:pt x="4041" y="3782"/>
                    </a:lnTo>
                    <a:cubicBezTo>
                      <a:pt x="4066" y="3768"/>
                      <a:pt x="4100" y="3761"/>
                      <a:pt x="4134" y="3761"/>
                    </a:cubicBezTo>
                    <a:close/>
                    <a:moveTo>
                      <a:pt x="4982" y="3862"/>
                    </a:moveTo>
                    <a:cubicBezTo>
                      <a:pt x="5017" y="3862"/>
                      <a:pt x="5051" y="3869"/>
                      <a:pt x="5076" y="3884"/>
                    </a:cubicBezTo>
                    <a:lnTo>
                      <a:pt x="5284" y="4006"/>
                    </a:lnTo>
                    <a:cubicBezTo>
                      <a:pt x="5334" y="4034"/>
                      <a:pt x="5334" y="4084"/>
                      <a:pt x="5284" y="4113"/>
                    </a:cubicBezTo>
                    <a:lnTo>
                      <a:pt x="5046" y="4249"/>
                    </a:lnTo>
                    <a:cubicBezTo>
                      <a:pt x="5018" y="4264"/>
                      <a:pt x="4984" y="4271"/>
                      <a:pt x="4951" y="4271"/>
                    </a:cubicBezTo>
                    <a:cubicBezTo>
                      <a:pt x="4917" y="4271"/>
                      <a:pt x="4885" y="4264"/>
                      <a:pt x="4860" y="4249"/>
                    </a:cubicBezTo>
                    <a:lnTo>
                      <a:pt x="4644" y="4127"/>
                    </a:lnTo>
                    <a:cubicBezTo>
                      <a:pt x="4594" y="4099"/>
                      <a:pt x="4594" y="4049"/>
                      <a:pt x="4644" y="4020"/>
                    </a:cubicBezTo>
                    <a:lnTo>
                      <a:pt x="4889" y="3884"/>
                    </a:lnTo>
                    <a:cubicBezTo>
                      <a:pt x="4914" y="3869"/>
                      <a:pt x="4948" y="3862"/>
                      <a:pt x="4982" y="3862"/>
                    </a:cubicBezTo>
                    <a:close/>
                    <a:moveTo>
                      <a:pt x="2809" y="3970"/>
                    </a:moveTo>
                    <a:cubicBezTo>
                      <a:pt x="2842" y="3970"/>
                      <a:pt x="2876" y="3977"/>
                      <a:pt x="2905" y="3991"/>
                    </a:cubicBezTo>
                    <a:lnTo>
                      <a:pt x="3114" y="4113"/>
                    </a:lnTo>
                    <a:cubicBezTo>
                      <a:pt x="3164" y="4142"/>
                      <a:pt x="3164" y="4193"/>
                      <a:pt x="3114" y="4222"/>
                    </a:cubicBezTo>
                    <a:lnTo>
                      <a:pt x="2883" y="4358"/>
                    </a:lnTo>
                    <a:cubicBezTo>
                      <a:pt x="2858" y="4372"/>
                      <a:pt x="2824" y="4379"/>
                      <a:pt x="2790" y="4379"/>
                    </a:cubicBezTo>
                    <a:cubicBezTo>
                      <a:pt x="2756" y="4379"/>
                      <a:pt x="2722" y="4372"/>
                      <a:pt x="2697" y="4358"/>
                    </a:cubicBezTo>
                    <a:lnTo>
                      <a:pt x="2481" y="4236"/>
                    </a:lnTo>
                    <a:cubicBezTo>
                      <a:pt x="2431" y="4206"/>
                      <a:pt x="2431" y="4156"/>
                      <a:pt x="2488" y="4127"/>
                    </a:cubicBezTo>
                    <a:lnTo>
                      <a:pt x="2717" y="3991"/>
                    </a:lnTo>
                    <a:cubicBezTo>
                      <a:pt x="2743" y="3977"/>
                      <a:pt x="2776" y="3970"/>
                      <a:pt x="2809" y="3970"/>
                    </a:cubicBezTo>
                    <a:close/>
                    <a:moveTo>
                      <a:pt x="5709" y="3993"/>
                    </a:moveTo>
                    <a:cubicBezTo>
                      <a:pt x="5743" y="3993"/>
                      <a:pt x="5777" y="4002"/>
                      <a:pt x="5802" y="4020"/>
                    </a:cubicBezTo>
                    <a:lnTo>
                      <a:pt x="6024" y="4142"/>
                    </a:lnTo>
                    <a:cubicBezTo>
                      <a:pt x="6074" y="4170"/>
                      <a:pt x="6074" y="4222"/>
                      <a:pt x="6024" y="4249"/>
                    </a:cubicBezTo>
                    <a:lnTo>
                      <a:pt x="5838" y="4358"/>
                    </a:lnTo>
                    <a:cubicBezTo>
                      <a:pt x="5813" y="4372"/>
                      <a:pt x="5779" y="4379"/>
                      <a:pt x="5745" y="4379"/>
                    </a:cubicBezTo>
                    <a:cubicBezTo>
                      <a:pt x="5710" y="4379"/>
                      <a:pt x="5676" y="4372"/>
                      <a:pt x="5650" y="4358"/>
                    </a:cubicBezTo>
                    <a:lnTo>
                      <a:pt x="5428" y="4236"/>
                    </a:lnTo>
                    <a:cubicBezTo>
                      <a:pt x="5378" y="4199"/>
                      <a:pt x="5378" y="4156"/>
                      <a:pt x="5428" y="4127"/>
                    </a:cubicBezTo>
                    <a:lnTo>
                      <a:pt x="5616" y="4020"/>
                    </a:lnTo>
                    <a:cubicBezTo>
                      <a:pt x="5641" y="4002"/>
                      <a:pt x="5675" y="3993"/>
                      <a:pt x="5709" y="3993"/>
                    </a:cubicBezTo>
                    <a:close/>
                    <a:moveTo>
                      <a:pt x="2000" y="4077"/>
                    </a:moveTo>
                    <a:cubicBezTo>
                      <a:pt x="2034" y="4077"/>
                      <a:pt x="2068" y="4085"/>
                      <a:pt x="2093" y="4099"/>
                    </a:cubicBezTo>
                    <a:lnTo>
                      <a:pt x="2129" y="4120"/>
                    </a:lnTo>
                    <a:cubicBezTo>
                      <a:pt x="2179" y="4149"/>
                      <a:pt x="2179" y="4199"/>
                      <a:pt x="2129" y="4229"/>
                    </a:cubicBezTo>
                    <a:lnTo>
                      <a:pt x="1891" y="4372"/>
                    </a:lnTo>
                    <a:cubicBezTo>
                      <a:pt x="1863" y="4387"/>
                      <a:pt x="1829" y="4394"/>
                      <a:pt x="1795" y="4394"/>
                    </a:cubicBezTo>
                    <a:cubicBezTo>
                      <a:pt x="1762" y="4394"/>
                      <a:pt x="1730" y="4387"/>
                      <a:pt x="1705" y="4372"/>
                    </a:cubicBezTo>
                    <a:lnTo>
                      <a:pt x="1669" y="4351"/>
                    </a:lnTo>
                    <a:cubicBezTo>
                      <a:pt x="1618" y="4322"/>
                      <a:pt x="1618" y="4272"/>
                      <a:pt x="1669" y="4243"/>
                    </a:cubicBezTo>
                    <a:lnTo>
                      <a:pt x="1907" y="4099"/>
                    </a:lnTo>
                    <a:cubicBezTo>
                      <a:pt x="1932" y="4085"/>
                      <a:pt x="1966" y="4077"/>
                      <a:pt x="2000" y="4077"/>
                    </a:cubicBezTo>
                    <a:close/>
                    <a:moveTo>
                      <a:pt x="3652" y="4041"/>
                    </a:moveTo>
                    <a:cubicBezTo>
                      <a:pt x="3686" y="4041"/>
                      <a:pt x="3721" y="4048"/>
                      <a:pt x="3746" y="4063"/>
                    </a:cubicBezTo>
                    <a:lnTo>
                      <a:pt x="3984" y="4199"/>
                    </a:lnTo>
                    <a:cubicBezTo>
                      <a:pt x="4034" y="4229"/>
                      <a:pt x="4034" y="4279"/>
                      <a:pt x="3984" y="4308"/>
                    </a:cubicBezTo>
                    <a:lnTo>
                      <a:pt x="3761" y="4437"/>
                    </a:lnTo>
                    <a:cubicBezTo>
                      <a:pt x="3735" y="4451"/>
                      <a:pt x="3701" y="4458"/>
                      <a:pt x="3666" y="4458"/>
                    </a:cubicBezTo>
                    <a:cubicBezTo>
                      <a:pt x="3632" y="4458"/>
                      <a:pt x="3598" y="4451"/>
                      <a:pt x="3573" y="4437"/>
                    </a:cubicBezTo>
                    <a:lnTo>
                      <a:pt x="3337" y="4299"/>
                    </a:lnTo>
                    <a:cubicBezTo>
                      <a:pt x="3287" y="4272"/>
                      <a:pt x="3287" y="4222"/>
                      <a:pt x="3337" y="4193"/>
                    </a:cubicBezTo>
                    <a:lnTo>
                      <a:pt x="3559" y="4063"/>
                    </a:lnTo>
                    <a:cubicBezTo>
                      <a:pt x="3584" y="4048"/>
                      <a:pt x="3618" y="4041"/>
                      <a:pt x="3652" y="4041"/>
                    </a:cubicBezTo>
                    <a:close/>
                    <a:moveTo>
                      <a:pt x="4472" y="4157"/>
                    </a:moveTo>
                    <a:cubicBezTo>
                      <a:pt x="4506" y="4157"/>
                      <a:pt x="4540" y="4164"/>
                      <a:pt x="4565" y="4179"/>
                    </a:cubicBezTo>
                    <a:lnTo>
                      <a:pt x="4774" y="4299"/>
                    </a:lnTo>
                    <a:cubicBezTo>
                      <a:pt x="4824" y="4329"/>
                      <a:pt x="4824" y="4379"/>
                      <a:pt x="4774" y="4408"/>
                    </a:cubicBezTo>
                    <a:lnTo>
                      <a:pt x="4558" y="4531"/>
                    </a:lnTo>
                    <a:cubicBezTo>
                      <a:pt x="4533" y="4544"/>
                      <a:pt x="4501" y="4551"/>
                      <a:pt x="4468" y="4551"/>
                    </a:cubicBezTo>
                    <a:cubicBezTo>
                      <a:pt x="4434" y="4551"/>
                      <a:pt x="4400" y="4544"/>
                      <a:pt x="4372" y="4531"/>
                    </a:cubicBezTo>
                    <a:lnTo>
                      <a:pt x="4163" y="4408"/>
                    </a:lnTo>
                    <a:cubicBezTo>
                      <a:pt x="4113" y="4379"/>
                      <a:pt x="4113" y="4329"/>
                      <a:pt x="4163" y="4299"/>
                    </a:cubicBezTo>
                    <a:lnTo>
                      <a:pt x="4379" y="4179"/>
                    </a:lnTo>
                    <a:cubicBezTo>
                      <a:pt x="4404" y="4164"/>
                      <a:pt x="4438" y="4157"/>
                      <a:pt x="4472" y="4157"/>
                    </a:cubicBezTo>
                    <a:close/>
                    <a:moveTo>
                      <a:pt x="1489" y="4372"/>
                    </a:moveTo>
                    <a:cubicBezTo>
                      <a:pt x="1523" y="4372"/>
                      <a:pt x="1557" y="4380"/>
                      <a:pt x="1582" y="4394"/>
                    </a:cubicBezTo>
                    <a:lnTo>
                      <a:pt x="1618" y="4415"/>
                    </a:lnTo>
                    <a:cubicBezTo>
                      <a:pt x="1669" y="4444"/>
                      <a:pt x="1669" y="4494"/>
                      <a:pt x="1618" y="4524"/>
                    </a:cubicBezTo>
                    <a:lnTo>
                      <a:pt x="1410" y="4644"/>
                    </a:lnTo>
                    <a:cubicBezTo>
                      <a:pt x="1381" y="4659"/>
                      <a:pt x="1347" y="4666"/>
                      <a:pt x="1313" y="4666"/>
                    </a:cubicBezTo>
                    <a:cubicBezTo>
                      <a:pt x="1279" y="4666"/>
                      <a:pt x="1245" y="4659"/>
                      <a:pt x="1217" y="4644"/>
                    </a:cubicBezTo>
                    <a:lnTo>
                      <a:pt x="1187" y="4624"/>
                    </a:lnTo>
                    <a:cubicBezTo>
                      <a:pt x="1130" y="4594"/>
                      <a:pt x="1130" y="4551"/>
                      <a:pt x="1187" y="4515"/>
                    </a:cubicBezTo>
                    <a:lnTo>
                      <a:pt x="1396" y="4394"/>
                    </a:lnTo>
                    <a:cubicBezTo>
                      <a:pt x="1421" y="4380"/>
                      <a:pt x="1455" y="4372"/>
                      <a:pt x="1489" y="4372"/>
                    </a:cubicBezTo>
                    <a:close/>
                    <a:moveTo>
                      <a:pt x="5252" y="4257"/>
                    </a:moveTo>
                    <a:cubicBezTo>
                      <a:pt x="5286" y="4257"/>
                      <a:pt x="5320" y="4264"/>
                      <a:pt x="5348" y="4279"/>
                    </a:cubicBezTo>
                    <a:lnTo>
                      <a:pt x="5564" y="4408"/>
                    </a:lnTo>
                    <a:cubicBezTo>
                      <a:pt x="5616" y="4437"/>
                      <a:pt x="5616" y="4488"/>
                      <a:pt x="5564" y="4515"/>
                    </a:cubicBezTo>
                    <a:lnTo>
                      <a:pt x="5327" y="4653"/>
                    </a:lnTo>
                    <a:cubicBezTo>
                      <a:pt x="5302" y="4667"/>
                      <a:pt x="5268" y="4674"/>
                      <a:pt x="5234" y="4674"/>
                    </a:cubicBezTo>
                    <a:cubicBezTo>
                      <a:pt x="5200" y="4674"/>
                      <a:pt x="5166" y="4667"/>
                      <a:pt x="5141" y="4653"/>
                    </a:cubicBezTo>
                    <a:lnTo>
                      <a:pt x="4917" y="4531"/>
                    </a:lnTo>
                    <a:cubicBezTo>
                      <a:pt x="4867" y="4494"/>
                      <a:pt x="4867" y="4451"/>
                      <a:pt x="4917" y="4415"/>
                    </a:cubicBezTo>
                    <a:lnTo>
                      <a:pt x="5162" y="4279"/>
                    </a:lnTo>
                    <a:cubicBezTo>
                      <a:pt x="5187" y="4264"/>
                      <a:pt x="5219" y="4257"/>
                      <a:pt x="5252" y="4257"/>
                    </a:cubicBezTo>
                    <a:close/>
                    <a:moveTo>
                      <a:pt x="3162" y="4322"/>
                    </a:moveTo>
                    <a:cubicBezTo>
                      <a:pt x="3195" y="4322"/>
                      <a:pt x="3229" y="4329"/>
                      <a:pt x="3257" y="4343"/>
                    </a:cubicBezTo>
                    <a:lnTo>
                      <a:pt x="3494" y="4488"/>
                    </a:lnTo>
                    <a:cubicBezTo>
                      <a:pt x="3545" y="4515"/>
                      <a:pt x="3545" y="4567"/>
                      <a:pt x="3494" y="4594"/>
                    </a:cubicBezTo>
                    <a:lnTo>
                      <a:pt x="3264" y="4724"/>
                    </a:lnTo>
                    <a:cubicBezTo>
                      <a:pt x="3236" y="4739"/>
                      <a:pt x="3202" y="4746"/>
                      <a:pt x="3169" y="4746"/>
                    </a:cubicBezTo>
                    <a:cubicBezTo>
                      <a:pt x="3135" y="4746"/>
                      <a:pt x="3103" y="4739"/>
                      <a:pt x="3078" y="4724"/>
                    </a:cubicBezTo>
                    <a:lnTo>
                      <a:pt x="2833" y="4588"/>
                    </a:lnTo>
                    <a:cubicBezTo>
                      <a:pt x="2783" y="4558"/>
                      <a:pt x="2783" y="4508"/>
                      <a:pt x="2840" y="4481"/>
                    </a:cubicBezTo>
                    <a:lnTo>
                      <a:pt x="3071" y="4343"/>
                    </a:lnTo>
                    <a:cubicBezTo>
                      <a:pt x="3096" y="4329"/>
                      <a:pt x="3128" y="4322"/>
                      <a:pt x="3162" y="4322"/>
                    </a:cubicBezTo>
                    <a:close/>
                    <a:moveTo>
                      <a:pt x="3991" y="4431"/>
                    </a:moveTo>
                    <a:cubicBezTo>
                      <a:pt x="4025" y="4431"/>
                      <a:pt x="4059" y="4440"/>
                      <a:pt x="4084" y="4458"/>
                    </a:cubicBezTo>
                    <a:lnTo>
                      <a:pt x="4292" y="4581"/>
                    </a:lnTo>
                    <a:cubicBezTo>
                      <a:pt x="4342" y="4610"/>
                      <a:pt x="4342" y="4660"/>
                      <a:pt x="4292" y="4688"/>
                    </a:cubicBezTo>
                    <a:lnTo>
                      <a:pt x="4070" y="4810"/>
                    </a:lnTo>
                    <a:cubicBezTo>
                      <a:pt x="4045" y="4828"/>
                      <a:pt x="4011" y="4837"/>
                      <a:pt x="3977" y="4837"/>
                    </a:cubicBezTo>
                    <a:cubicBezTo>
                      <a:pt x="3942" y="4837"/>
                      <a:pt x="3908" y="4828"/>
                      <a:pt x="3882" y="4810"/>
                    </a:cubicBezTo>
                    <a:lnTo>
                      <a:pt x="3675" y="4688"/>
                    </a:lnTo>
                    <a:cubicBezTo>
                      <a:pt x="3623" y="4660"/>
                      <a:pt x="3623" y="4610"/>
                      <a:pt x="3675" y="4581"/>
                    </a:cubicBezTo>
                    <a:lnTo>
                      <a:pt x="3897" y="4458"/>
                    </a:lnTo>
                    <a:cubicBezTo>
                      <a:pt x="3922" y="4440"/>
                      <a:pt x="3956" y="4431"/>
                      <a:pt x="3991" y="4431"/>
                    </a:cubicBezTo>
                    <a:close/>
                    <a:moveTo>
                      <a:pt x="2309" y="4257"/>
                    </a:moveTo>
                    <a:cubicBezTo>
                      <a:pt x="2343" y="4257"/>
                      <a:pt x="2377" y="4264"/>
                      <a:pt x="2402" y="4279"/>
                    </a:cubicBezTo>
                    <a:lnTo>
                      <a:pt x="2617" y="4401"/>
                    </a:lnTo>
                    <a:cubicBezTo>
                      <a:pt x="2667" y="4437"/>
                      <a:pt x="2667" y="4481"/>
                      <a:pt x="2610" y="4515"/>
                    </a:cubicBezTo>
                    <a:lnTo>
                      <a:pt x="1891" y="4933"/>
                    </a:lnTo>
                    <a:cubicBezTo>
                      <a:pt x="1866" y="4947"/>
                      <a:pt x="1832" y="4955"/>
                      <a:pt x="1798" y="4955"/>
                    </a:cubicBezTo>
                    <a:cubicBezTo>
                      <a:pt x="1764" y="4955"/>
                      <a:pt x="1730" y="4947"/>
                      <a:pt x="1705" y="4933"/>
                    </a:cubicBezTo>
                    <a:lnTo>
                      <a:pt x="1489" y="4803"/>
                    </a:lnTo>
                    <a:cubicBezTo>
                      <a:pt x="1439" y="4774"/>
                      <a:pt x="1439" y="4724"/>
                      <a:pt x="1496" y="4696"/>
                    </a:cubicBezTo>
                    <a:lnTo>
                      <a:pt x="2215" y="4279"/>
                    </a:lnTo>
                    <a:cubicBezTo>
                      <a:pt x="2240" y="4264"/>
                      <a:pt x="2274" y="4257"/>
                      <a:pt x="2309" y="4257"/>
                    </a:cubicBezTo>
                    <a:close/>
                    <a:moveTo>
                      <a:pt x="4745" y="4552"/>
                    </a:moveTo>
                    <a:cubicBezTo>
                      <a:pt x="4779" y="4552"/>
                      <a:pt x="4813" y="4559"/>
                      <a:pt x="4839" y="4574"/>
                    </a:cubicBezTo>
                    <a:lnTo>
                      <a:pt x="5055" y="4703"/>
                    </a:lnTo>
                    <a:cubicBezTo>
                      <a:pt x="5105" y="4731"/>
                      <a:pt x="5105" y="4783"/>
                      <a:pt x="5055" y="4810"/>
                    </a:cubicBezTo>
                    <a:lnTo>
                      <a:pt x="4846" y="4933"/>
                    </a:lnTo>
                    <a:cubicBezTo>
                      <a:pt x="4821" y="4947"/>
                      <a:pt x="4787" y="4955"/>
                      <a:pt x="4753" y="4955"/>
                    </a:cubicBezTo>
                    <a:cubicBezTo>
                      <a:pt x="4719" y="4955"/>
                      <a:pt x="4684" y="4947"/>
                      <a:pt x="4658" y="4933"/>
                    </a:cubicBezTo>
                    <a:lnTo>
                      <a:pt x="4436" y="4803"/>
                    </a:lnTo>
                    <a:cubicBezTo>
                      <a:pt x="4386" y="4774"/>
                      <a:pt x="4386" y="4724"/>
                      <a:pt x="4436" y="4696"/>
                    </a:cubicBezTo>
                    <a:lnTo>
                      <a:pt x="4651" y="4574"/>
                    </a:lnTo>
                    <a:cubicBezTo>
                      <a:pt x="4676" y="4559"/>
                      <a:pt x="4710" y="4552"/>
                      <a:pt x="4745" y="4552"/>
                    </a:cubicBezTo>
                    <a:close/>
                    <a:moveTo>
                      <a:pt x="8101" y="3179"/>
                    </a:moveTo>
                    <a:cubicBezTo>
                      <a:pt x="8136" y="3179"/>
                      <a:pt x="8170" y="3186"/>
                      <a:pt x="8195" y="3201"/>
                    </a:cubicBezTo>
                    <a:lnTo>
                      <a:pt x="8410" y="3330"/>
                    </a:lnTo>
                    <a:cubicBezTo>
                      <a:pt x="8462" y="3359"/>
                      <a:pt x="8462" y="3409"/>
                      <a:pt x="8410" y="3437"/>
                    </a:cubicBezTo>
                    <a:lnTo>
                      <a:pt x="5816" y="4939"/>
                    </a:lnTo>
                    <a:cubicBezTo>
                      <a:pt x="5787" y="4954"/>
                      <a:pt x="5753" y="4961"/>
                      <a:pt x="5720" y="4961"/>
                    </a:cubicBezTo>
                    <a:cubicBezTo>
                      <a:pt x="5687" y="4961"/>
                      <a:pt x="5654" y="4954"/>
                      <a:pt x="5629" y="4939"/>
                    </a:cubicBezTo>
                    <a:lnTo>
                      <a:pt x="5407" y="4810"/>
                    </a:lnTo>
                    <a:cubicBezTo>
                      <a:pt x="5357" y="4783"/>
                      <a:pt x="5357" y="4731"/>
                      <a:pt x="5407" y="4703"/>
                    </a:cubicBezTo>
                    <a:lnTo>
                      <a:pt x="8008" y="3201"/>
                    </a:lnTo>
                    <a:cubicBezTo>
                      <a:pt x="8033" y="3186"/>
                      <a:pt x="8067" y="3179"/>
                      <a:pt x="8101" y="3179"/>
                    </a:cubicBezTo>
                    <a:close/>
                    <a:moveTo>
                      <a:pt x="1008" y="4652"/>
                    </a:moveTo>
                    <a:cubicBezTo>
                      <a:pt x="1042" y="4652"/>
                      <a:pt x="1076" y="4659"/>
                      <a:pt x="1101" y="4674"/>
                    </a:cubicBezTo>
                    <a:lnTo>
                      <a:pt x="1137" y="4696"/>
                    </a:lnTo>
                    <a:cubicBezTo>
                      <a:pt x="1187" y="4724"/>
                      <a:pt x="1187" y="4774"/>
                      <a:pt x="1137" y="4803"/>
                    </a:cubicBezTo>
                    <a:lnTo>
                      <a:pt x="872" y="4955"/>
                    </a:lnTo>
                    <a:cubicBezTo>
                      <a:pt x="846" y="4969"/>
                      <a:pt x="811" y="4976"/>
                      <a:pt x="777" y="4976"/>
                    </a:cubicBezTo>
                    <a:cubicBezTo>
                      <a:pt x="743" y="4976"/>
                      <a:pt x="708" y="4969"/>
                      <a:pt x="683" y="4955"/>
                    </a:cubicBezTo>
                    <a:lnTo>
                      <a:pt x="647" y="4933"/>
                    </a:lnTo>
                    <a:cubicBezTo>
                      <a:pt x="597" y="4903"/>
                      <a:pt x="597" y="4853"/>
                      <a:pt x="647" y="4826"/>
                    </a:cubicBezTo>
                    <a:lnTo>
                      <a:pt x="915" y="4674"/>
                    </a:lnTo>
                    <a:cubicBezTo>
                      <a:pt x="940" y="4659"/>
                      <a:pt x="974" y="4652"/>
                      <a:pt x="1008" y="4652"/>
                    </a:cubicBezTo>
                    <a:close/>
                    <a:moveTo>
                      <a:pt x="5234" y="4839"/>
                    </a:moveTo>
                    <a:cubicBezTo>
                      <a:pt x="5268" y="4839"/>
                      <a:pt x="5302" y="4846"/>
                      <a:pt x="5327" y="4860"/>
                    </a:cubicBezTo>
                    <a:lnTo>
                      <a:pt x="5543" y="4983"/>
                    </a:lnTo>
                    <a:cubicBezTo>
                      <a:pt x="5593" y="5012"/>
                      <a:pt x="5593" y="5062"/>
                      <a:pt x="5543" y="5091"/>
                    </a:cubicBezTo>
                    <a:lnTo>
                      <a:pt x="5327" y="5214"/>
                    </a:lnTo>
                    <a:cubicBezTo>
                      <a:pt x="5302" y="5231"/>
                      <a:pt x="5270" y="5240"/>
                      <a:pt x="5237" y="5240"/>
                    </a:cubicBezTo>
                    <a:cubicBezTo>
                      <a:pt x="5204" y="5240"/>
                      <a:pt x="5170" y="5231"/>
                      <a:pt x="5141" y="5214"/>
                    </a:cubicBezTo>
                    <a:lnTo>
                      <a:pt x="4926" y="5091"/>
                    </a:lnTo>
                    <a:cubicBezTo>
                      <a:pt x="4874" y="5062"/>
                      <a:pt x="4874" y="5012"/>
                      <a:pt x="4926" y="4983"/>
                    </a:cubicBezTo>
                    <a:lnTo>
                      <a:pt x="5141" y="4860"/>
                    </a:lnTo>
                    <a:cubicBezTo>
                      <a:pt x="5166" y="4846"/>
                      <a:pt x="5200" y="4839"/>
                      <a:pt x="5234" y="4839"/>
                    </a:cubicBezTo>
                    <a:close/>
                    <a:moveTo>
                      <a:pt x="2660" y="4610"/>
                    </a:moveTo>
                    <a:cubicBezTo>
                      <a:pt x="2695" y="4610"/>
                      <a:pt x="2729" y="4619"/>
                      <a:pt x="2754" y="4638"/>
                    </a:cubicBezTo>
                    <a:lnTo>
                      <a:pt x="2992" y="4774"/>
                    </a:lnTo>
                    <a:cubicBezTo>
                      <a:pt x="3042" y="4803"/>
                      <a:pt x="3042" y="4853"/>
                      <a:pt x="2992" y="4883"/>
                    </a:cubicBezTo>
                    <a:lnTo>
                      <a:pt x="2402" y="5221"/>
                    </a:lnTo>
                    <a:cubicBezTo>
                      <a:pt x="2373" y="5239"/>
                      <a:pt x="2339" y="5248"/>
                      <a:pt x="2305" y="5248"/>
                    </a:cubicBezTo>
                    <a:cubicBezTo>
                      <a:pt x="2271" y="5248"/>
                      <a:pt x="2237" y="5239"/>
                      <a:pt x="2208" y="5221"/>
                    </a:cubicBezTo>
                    <a:lnTo>
                      <a:pt x="1970" y="5084"/>
                    </a:lnTo>
                    <a:cubicBezTo>
                      <a:pt x="1920" y="5055"/>
                      <a:pt x="1920" y="5005"/>
                      <a:pt x="1970" y="4976"/>
                    </a:cubicBezTo>
                    <a:lnTo>
                      <a:pt x="2567" y="4638"/>
                    </a:lnTo>
                    <a:cubicBezTo>
                      <a:pt x="2592" y="4619"/>
                      <a:pt x="2626" y="4610"/>
                      <a:pt x="2660" y="4610"/>
                    </a:cubicBezTo>
                    <a:close/>
                    <a:moveTo>
                      <a:pt x="1317" y="4833"/>
                    </a:moveTo>
                    <a:cubicBezTo>
                      <a:pt x="1351" y="4833"/>
                      <a:pt x="1385" y="4839"/>
                      <a:pt x="1410" y="4853"/>
                    </a:cubicBezTo>
                    <a:lnTo>
                      <a:pt x="1618" y="4976"/>
                    </a:lnTo>
                    <a:cubicBezTo>
                      <a:pt x="1675" y="5005"/>
                      <a:pt x="1675" y="5055"/>
                      <a:pt x="1618" y="5084"/>
                    </a:cubicBezTo>
                    <a:lnTo>
                      <a:pt x="1360" y="5234"/>
                    </a:lnTo>
                    <a:cubicBezTo>
                      <a:pt x="1335" y="5253"/>
                      <a:pt x="1301" y="5262"/>
                      <a:pt x="1267" y="5262"/>
                    </a:cubicBezTo>
                    <a:cubicBezTo>
                      <a:pt x="1232" y="5262"/>
                      <a:pt x="1198" y="5253"/>
                      <a:pt x="1173" y="5234"/>
                    </a:cubicBezTo>
                    <a:lnTo>
                      <a:pt x="958" y="5112"/>
                    </a:lnTo>
                    <a:cubicBezTo>
                      <a:pt x="906" y="5084"/>
                      <a:pt x="906" y="5033"/>
                      <a:pt x="958" y="5005"/>
                    </a:cubicBezTo>
                    <a:lnTo>
                      <a:pt x="1223" y="4853"/>
                    </a:lnTo>
                    <a:cubicBezTo>
                      <a:pt x="1248" y="4839"/>
                      <a:pt x="1283" y="4833"/>
                      <a:pt x="1317" y="4833"/>
                    </a:cubicBezTo>
                    <a:close/>
                    <a:moveTo>
                      <a:pt x="4749" y="5112"/>
                    </a:moveTo>
                    <a:cubicBezTo>
                      <a:pt x="4783" y="5112"/>
                      <a:pt x="4817" y="5120"/>
                      <a:pt x="4846" y="5134"/>
                    </a:cubicBezTo>
                    <a:lnTo>
                      <a:pt x="5062" y="5264"/>
                    </a:lnTo>
                    <a:cubicBezTo>
                      <a:pt x="5112" y="5291"/>
                      <a:pt x="5112" y="5343"/>
                      <a:pt x="5062" y="5371"/>
                    </a:cubicBezTo>
                    <a:lnTo>
                      <a:pt x="4867" y="5479"/>
                    </a:lnTo>
                    <a:cubicBezTo>
                      <a:pt x="4842" y="5498"/>
                      <a:pt x="4810" y="5507"/>
                      <a:pt x="4776" y="5507"/>
                    </a:cubicBezTo>
                    <a:cubicBezTo>
                      <a:pt x="4743" y="5507"/>
                      <a:pt x="4709" y="5498"/>
                      <a:pt x="4681" y="5479"/>
                    </a:cubicBezTo>
                    <a:lnTo>
                      <a:pt x="4465" y="5357"/>
                    </a:lnTo>
                    <a:cubicBezTo>
                      <a:pt x="4415" y="5328"/>
                      <a:pt x="4415" y="5278"/>
                      <a:pt x="4465" y="5248"/>
                    </a:cubicBezTo>
                    <a:lnTo>
                      <a:pt x="4651" y="5134"/>
                    </a:lnTo>
                    <a:cubicBezTo>
                      <a:pt x="4681" y="5120"/>
                      <a:pt x="4715" y="5112"/>
                      <a:pt x="4749" y="5112"/>
                    </a:cubicBezTo>
                    <a:close/>
                    <a:moveTo>
                      <a:pt x="4261" y="4833"/>
                    </a:moveTo>
                    <a:cubicBezTo>
                      <a:pt x="4294" y="4833"/>
                      <a:pt x="4328" y="4839"/>
                      <a:pt x="4356" y="4853"/>
                    </a:cubicBezTo>
                    <a:lnTo>
                      <a:pt x="4572" y="4983"/>
                    </a:lnTo>
                    <a:cubicBezTo>
                      <a:pt x="4624" y="5012"/>
                      <a:pt x="4624" y="5062"/>
                      <a:pt x="4572" y="5091"/>
                    </a:cubicBezTo>
                    <a:lnTo>
                      <a:pt x="3868" y="5493"/>
                    </a:lnTo>
                    <a:cubicBezTo>
                      <a:pt x="3843" y="5508"/>
                      <a:pt x="3811" y="5515"/>
                      <a:pt x="3777" y="5515"/>
                    </a:cubicBezTo>
                    <a:cubicBezTo>
                      <a:pt x="3744" y="5515"/>
                      <a:pt x="3710" y="5508"/>
                      <a:pt x="3682" y="5493"/>
                    </a:cubicBezTo>
                    <a:lnTo>
                      <a:pt x="3466" y="5364"/>
                    </a:lnTo>
                    <a:cubicBezTo>
                      <a:pt x="3416" y="5335"/>
                      <a:pt x="3416" y="5285"/>
                      <a:pt x="3466" y="5257"/>
                    </a:cubicBezTo>
                    <a:lnTo>
                      <a:pt x="4170" y="4853"/>
                    </a:lnTo>
                    <a:cubicBezTo>
                      <a:pt x="4195" y="4839"/>
                      <a:pt x="4227" y="4833"/>
                      <a:pt x="4261" y="4833"/>
                    </a:cubicBezTo>
                    <a:close/>
                    <a:moveTo>
                      <a:pt x="3494" y="4717"/>
                    </a:moveTo>
                    <a:cubicBezTo>
                      <a:pt x="3528" y="4717"/>
                      <a:pt x="3563" y="4725"/>
                      <a:pt x="3589" y="4739"/>
                    </a:cubicBezTo>
                    <a:lnTo>
                      <a:pt x="3804" y="4860"/>
                    </a:lnTo>
                    <a:cubicBezTo>
                      <a:pt x="3854" y="4889"/>
                      <a:pt x="3854" y="4939"/>
                      <a:pt x="3796" y="4969"/>
                    </a:cubicBezTo>
                    <a:lnTo>
                      <a:pt x="2876" y="5500"/>
                    </a:lnTo>
                    <a:cubicBezTo>
                      <a:pt x="2851" y="5515"/>
                      <a:pt x="2817" y="5522"/>
                      <a:pt x="2783" y="5522"/>
                    </a:cubicBezTo>
                    <a:cubicBezTo>
                      <a:pt x="2749" y="5522"/>
                      <a:pt x="2715" y="5515"/>
                      <a:pt x="2690" y="5500"/>
                    </a:cubicBezTo>
                    <a:lnTo>
                      <a:pt x="2481" y="5378"/>
                    </a:lnTo>
                    <a:cubicBezTo>
                      <a:pt x="2431" y="5350"/>
                      <a:pt x="2431" y="5300"/>
                      <a:pt x="2481" y="5271"/>
                    </a:cubicBezTo>
                    <a:lnTo>
                      <a:pt x="3401" y="4739"/>
                    </a:lnTo>
                    <a:cubicBezTo>
                      <a:pt x="3426" y="4725"/>
                      <a:pt x="3460" y="4717"/>
                      <a:pt x="3494" y="4717"/>
                    </a:cubicBezTo>
                    <a:close/>
                    <a:moveTo>
                      <a:pt x="1798" y="5112"/>
                    </a:moveTo>
                    <a:cubicBezTo>
                      <a:pt x="1832" y="5112"/>
                      <a:pt x="1866" y="5120"/>
                      <a:pt x="1891" y="5134"/>
                    </a:cubicBezTo>
                    <a:lnTo>
                      <a:pt x="2129" y="5271"/>
                    </a:lnTo>
                    <a:cubicBezTo>
                      <a:pt x="2179" y="5300"/>
                      <a:pt x="2179" y="5350"/>
                      <a:pt x="2129" y="5378"/>
                    </a:cubicBezTo>
                    <a:lnTo>
                      <a:pt x="1863" y="5529"/>
                    </a:lnTo>
                    <a:cubicBezTo>
                      <a:pt x="1838" y="5548"/>
                      <a:pt x="1803" y="5557"/>
                      <a:pt x="1769" y="5557"/>
                    </a:cubicBezTo>
                    <a:cubicBezTo>
                      <a:pt x="1735" y="5557"/>
                      <a:pt x="1700" y="5548"/>
                      <a:pt x="1675" y="5529"/>
                    </a:cubicBezTo>
                    <a:lnTo>
                      <a:pt x="1439" y="5393"/>
                    </a:lnTo>
                    <a:cubicBezTo>
                      <a:pt x="1389" y="5364"/>
                      <a:pt x="1389" y="5314"/>
                      <a:pt x="1439" y="5285"/>
                    </a:cubicBezTo>
                    <a:lnTo>
                      <a:pt x="1705" y="5134"/>
                    </a:lnTo>
                    <a:cubicBezTo>
                      <a:pt x="1730" y="5120"/>
                      <a:pt x="1764" y="5112"/>
                      <a:pt x="1798" y="5112"/>
                    </a:cubicBezTo>
                    <a:close/>
                    <a:moveTo>
                      <a:pt x="4288" y="5378"/>
                    </a:moveTo>
                    <a:cubicBezTo>
                      <a:pt x="4321" y="5378"/>
                      <a:pt x="4354" y="5385"/>
                      <a:pt x="4379" y="5400"/>
                    </a:cubicBezTo>
                    <a:lnTo>
                      <a:pt x="4601" y="5529"/>
                    </a:lnTo>
                    <a:cubicBezTo>
                      <a:pt x="4651" y="5559"/>
                      <a:pt x="4651" y="5609"/>
                      <a:pt x="4601" y="5636"/>
                    </a:cubicBezTo>
                    <a:lnTo>
                      <a:pt x="4356" y="5781"/>
                    </a:lnTo>
                    <a:cubicBezTo>
                      <a:pt x="4333" y="5794"/>
                      <a:pt x="4301" y="5801"/>
                      <a:pt x="4269" y="5801"/>
                    </a:cubicBezTo>
                    <a:cubicBezTo>
                      <a:pt x="4233" y="5801"/>
                      <a:pt x="4196" y="5793"/>
                      <a:pt x="4170" y="5774"/>
                    </a:cubicBezTo>
                    <a:lnTo>
                      <a:pt x="3954" y="5652"/>
                    </a:lnTo>
                    <a:cubicBezTo>
                      <a:pt x="3904" y="5623"/>
                      <a:pt x="3904" y="5573"/>
                      <a:pt x="3954" y="5543"/>
                    </a:cubicBezTo>
                    <a:lnTo>
                      <a:pt x="4192" y="5400"/>
                    </a:lnTo>
                    <a:cubicBezTo>
                      <a:pt x="4221" y="5385"/>
                      <a:pt x="4255" y="5378"/>
                      <a:pt x="4288" y="5378"/>
                    </a:cubicBezTo>
                    <a:close/>
                    <a:moveTo>
                      <a:pt x="3289" y="5393"/>
                    </a:moveTo>
                    <a:cubicBezTo>
                      <a:pt x="3322" y="5393"/>
                      <a:pt x="3355" y="5400"/>
                      <a:pt x="3380" y="5414"/>
                    </a:cubicBezTo>
                    <a:lnTo>
                      <a:pt x="3602" y="5543"/>
                    </a:lnTo>
                    <a:cubicBezTo>
                      <a:pt x="3652" y="5573"/>
                      <a:pt x="3652" y="5623"/>
                      <a:pt x="3602" y="5652"/>
                    </a:cubicBezTo>
                    <a:lnTo>
                      <a:pt x="3364" y="5788"/>
                    </a:lnTo>
                    <a:cubicBezTo>
                      <a:pt x="3339" y="5803"/>
                      <a:pt x="3305" y="5810"/>
                      <a:pt x="3271" y="5810"/>
                    </a:cubicBezTo>
                    <a:cubicBezTo>
                      <a:pt x="3237" y="5810"/>
                      <a:pt x="3203" y="5803"/>
                      <a:pt x="3178" y="5788"/>
                    </a:cubicBezTo>
                    <a:lnTo>
                      <a:pt x="2955" y="5659"/>
                    </a:lnTo>
                    <a:cubicBezTo>
                      <a:pt x="2905" y="5630"/>
                      <a:pt x="2905" y="5580"/>
                      <a:pt x="2962" y="5550"/>
                    </a:cubicBezTo>
                    <a:lnTo>
                      <a:pt x="3192" y="5414"/>
                    </a:lnTo>
                    <a:cubicBezTo>
                      <a:pt x="3221" y="5400"/>
                      <a:pt x="3256" y="5393"/>
                      <a:pt x="3289" y="5393"/>
                    </a:cubicBezTo>
                    <a:close/>
                    <a:moveTo>
                      <a:pt x="2302" y="5407"/>
                    </a:moveTo>
                    <a:cubicBezTo>
                      <a:pt x="2336" y="5407"/>
                      <a:pt x="2370" y="5415"/>
                      <a:pt x="2395" y="5429"/>
                    </a:cubicBezTo>
                    <a:lnTo>
                      <a:pt x="2610" y="5550"/>
                    </a:lnTo>
                    <a:cubicBezTo>
                      <a:pt x="2660" y="5580"/>
                      <a:pt x="2660" y="5630"/>
                      <a:pt x="2610" y="5659"/>
                    </a:cubicBezTo>
                    <a:lnTo>
                      <a:pt x="2345" y="5809"/>
                    </a:lnTo>
                    <a:cubicBezTo>
                      <a:pt x="2320" y="5824"/>
                      <a:pt x="2286" y="5831"/>
                      <a:pt x="2251" y="5831"/>
                    </a:cubicBezTo>
                    <a:cubicBezTo>
                      <a:pt x="2217" y="5831"/>
                      <a:pt x="2183" y="5824"/>
                      <a:pt x="2157" y="5809"/>
                    </a:cubicBezTo>
                    <a:lnTo>
                      <a:pt x="1950" y="5688"/>
                    </a:lnTo>
                    <a:cubicBezTo>
                      <a:pt x="1891" y="5659"/>
                      <a:pt x="1898" y="5609"/>
                      <a:pt x="1950" y="5580"/>
                    </a:cubicBezTo>
                    <a:lnTo>
                      <a:pt x="2208" y="5429"/>
                    </a:lnTo>
                    <a:cubicBezTo>
                      <a:pt x="2233" y="5415"/>
                      <a:pt x="2268" y="5407"/>
                      <a:pt x="2302" y="5407"/>
                    </a:cubicBezTo>
                    <a:close/>
                    <a:moveTo>
                      <a:pt x="3780" y="5674"/>
                    </a:moveTo>
                    <a:cubicBezTo>
                      <a:pt x="3813" y="5674"/>
                      <a:pt x="3844" y="5681"/>
                      <a:pt x="3868" y="5695"/>
                    </a:cubicBezTo>
                    <a:lnTo>
                      <a:pt x="4091" y="5824"/>
                    </a:lnTo>
                    <a:cubicBezTo>
                      <a:pt x="4141" y="5852"/>
                      <a:pt x="4141" y="5904"/>
                      <a:pt x="4091" y="5931"/>
                    </a:cubicBezTo>
                    <a:lnTo>
                      <a:pt x="3854" y="6068"/>
                    </a:lnTo>
                    <a:cubicBezTo>
                      <a:pt x="3829" y="6082"/>
                      <a:pt x="3795" y="6090"/>
                      <a:pt x="3761" y="6090"/>
                    </a:cubicBezTo>
                    <a:cubicBezTo>
                      <a:pt x="3727" y="6090"/>
                      <a:pt x="3692" y="6082"/>
                      <a:pt x="3666" y="6068"/>
                    </a:cubicBezTo>
                    <a:lnTo>
                      <a:pt x="3444" y="5938"/>
                    </a:lnTo>
                    <a:cubicBezTo>
                      <a:pt x="3394" y="5911"/>
                      <a:pt x="3394" y="5861"/>
                      <a:pt x="3451" y="5831"/>
                    </a:cubicBezTo>
                    <a:lnTo>
                      <a:pt x="3682" y="5702"/>
                    </a:lnTo>
                    <a:cubicBezTo>
                      <a:pt x="3708" y="5683"/>
                      <a:pt x="3744" y="5674"/>
                      <a:pt x="3780" y="5674"/>
                    </a:cubicBezTo>
                    <a:close/>
                    <a:moveTo>
                      <a:pt x="2783" y="5682"/>
                    </a:moveTo>
                    <a:cubicBezTo>
                      <a:pt x="2817" y="5682"/>
                      <a:pt x="2851" y="5691"/>
                      <a:pt x="2876" y="5709"/>
                    </a:cubicBezTo>
                    <a:lnTo>
                      <a:pt x="3099" y="5831"/>
                    </a:lnTo>
                    <a:cubicBezTo>
                      <a:pt x="3149" y="5861"/>
                      <a:pt x="3149" y="5911"/>
                      <a:pt x="3092" y="5938"/>
                    </a:cubicBezTo>
                    <a:lnTo>
                      <a:pt x="2833" y="6097"/>
                    </a:lnTo>
                    <a:cubicBezTo>
                      <a:pt x="2808" y="6112"/>
                      <a:pt x="2774" y="6119"/>
                      <a:pt x="2740" y="6119"/>
                    </a:cubicBezTo>
                    <a:cubicBezTo>
                      <a:pt x="2706" y="6119"/>
                      <a:pt x="2672" y="6112"/>
                      <a:pt x="2647" y="6097"/>
                    </a:cubicBezTo>
                    <a:lnTo>
                      <a:pt x="2424" y="5968"/>
                    </a:lnTo>
                    <a:cubicBezTo>
                      <a:pt x="2372" y="5938"/>
                      <a:pt x="2372" y="5888"/>
                      <a:pt x="2424" y="5861"/>
                    </a:cubicBezTo>
                    <a:lnTo>
                      <a:pt x="2690" y="5709"/>
                    </a:lnTo>
                    <a:cubicBezTo>
                      <a:pt x="2715" y="5691"/>
                      <a:pt x="2749" y="5682"/>
                      <a:pt x="2783" y="5682"/>
                    </a:cubicBezTo>
                    <a:close/>
                    <a:moveTo>
                      <a:pt x="8990" y="3299"/>
                    </a:moveTo>
                    <a:cubicBezTo>
                      <a:pt x="9015" y="3299"/>
                      <a:pt x="9040" y="3305"/>
                      <a:pt x="9057" y="3316"/>
                    </a:cubicBezTo>
                    <a:lnTo>
                      <a:pt x="10567" y="4193"/>
                    </a:lnTo>
                    <a:cubicBezTo>
                      <a:pt x="10610" y="4213"/>
                      <a:pt x="10610" y="4249"/>
                      <a:pt x="10567" y="4279"/>
                    </a:cubicBezTo>
                    <a:lnTo>
                      <a:pt x="9080" y="5134"/>
                    </a:lnTo>
                    <a:lnTo>
                      <a:pt x="7348" y="6133"/>
                    </a:lnTo>
                    <a:cubicBezTo>
                      <a:pt x="7329" y="6144"/>
                      <a:pt x="7304" y="6149"/>
                      <a:pt x="7279" y="6149"/>
                    </a:cubicBezTo>
                    <a:cubicBezTo>
                      <a:pt x="7254" y="6149"/>
                      <a:pt x="7229" y="6144"/>
                      <a:pt x="7211" y="6133"/>
                    </a:cubicBezTo>
                    <a:lnTo>
                      <a:pt x="6737" y="5861"/>
                    </a:lnTo>
                    <a:lnTo>
                      <a:pt x="5693" y="5257"/>
                    </a:lnTo>
                    <a:cubicBezTo>
                      <a:pt x="5659" y="5234"/>
                      <a:pt x="5659" y="5198"/>
                      <a:pt x="5702" y="5178"/>
                    </a:cubicBezTo>
                    <a:lnTo>
                      <a:pt x="8921" y="3316"/>
                    </a:lnTo>
                    <a:cubicBezTo>
                      <a:pt x="8939" y="3305"/>
                      <a:pt x="8964" y="3299"/>
                      <a:pt x="8990" y="3299"/>
                    </a:cubicBezTo>
                    <a:close/>
                    <a:moveTo>
                      <a:pt x="3271" y="5968"/>
                    </a:moveTo>
                    <a:cubicBezTo>
                      <a:pt x="3305" y="5968"/>
                      <a:pt x="3339" y="5975"/>
                      <a:pt x="3364" y="5990"/>
                    </a:cubicBezTo>
                    <a:lnTo>
                      <a:pt x="3580" y="6119"/>
                    </a:lnTo>
                    <a:cubicBezTo>
                      <a:pt x="3632" y="6147"/>
                      <a:pt x="3632" y="6197"/>
                      <a:pt x="3580" y="6226"/>
                    </a:cubicBezTo>
                    <a:lnTo>
                      <a:pt x="3321" y="6378"/>
                    </a:lnTo>
                    <a:cubicBezTo>
                      <a:pt x="3293" y="6392"/>
                      <a:pt x="3259" y="6399"/>
                      <a:pt x="3225" y="6399"/>
                    </a:cubicBezTo>
                    <a:cubicBezTo>
                      <a:pt x="3192" y="6399"/>
                      <a:pt x="3160" y="6392"/>
                      <a:pt x="3135" y="6378"/>
                    </a:cubicBezTo>
                    <a:lnTo>
                      <a:pt x="2912" y="6249"/>
                    </a:lnTo>
                    <a:cubicBezTo>
                      <a:pt x="2862" y="6220"/>
                      <a:pt x="2862" y="6169"/>
                      <a:pt x="2912" y="6140"/>
                    </a:cubicBezTo>
                    <a:lnTo>
                      <a:pt x="3178" y="5990"/>
                    </a:lnTo>
                    <a:cubicBezTo>
                      <a:pt x="3203" y="5975"/>
                      <a:pt x="3237" y="5968"/>
                      <a:pt x="3271" y="5968"/>
                    </a:cubicBezTo>
                    <a:close/>
                    <a:moveTo>
                      <a:pt x="8274" y="1"/>
                    </a:moveTo>
                    <a:cubicBezTo>
                      <a:pt x="8262" y="1"/>
                      <a:pt x="8250" y="1"/>
                      <a:pt x="8238" y="2"/>
                    </a:cubicBezTo>
                    <a:cubicBezTo>
                      <a:pt x="8188" y="9"/>
                      <a:pt x="8145" y="23"/>
                      <a:pt x="8108" y="45"/>
                    </a:cubicBezTo>
                    <a:lnTo>
                      <a:pt x="73" y="4681"/>
                    </a:lnTo>
                    <a:cubicBezTo>
                      <a:pt x="23" y="4710"/>
                      <a:pt x="0" y="4746"/>
                      <a:pt x="0" y="4783"/>
                    </a:cubicBezTo>
                    <a:cubicBezTo>
                      <a:pt x="0" y="4796"/>
                      <a:pt x="0" y="4810"/>
                      <a:pt x="9" y="4817"/>
                    </a:cubicBezTo>
                    <a:cubicBezTo>
                      <a:pt x="9" y="4826"/>
                      <a:pt x="16" y="4826"/>
                      <a:pt x="16" y="4826"/>
                    </a:cubicBezTo>
                    <a:cubicBezTo>
                      <a:pt x="23" y="4846"/>
                      <a:pt x="43" y="4860"/>
                      <a:pt x="73" y="4883"/>
                    </a:cubicBezTo>
                    <a:lnTo>
                      <a:pt x="4767" y="7758"/>
                    </a:lnTo>
                    <a:cubicBezTo>
                      <a:pt x="4812" y="7782"/>
                      <a:pt x="4870" y="7795"/>
                      <a:pt x="4929" y="7795"/>
                    </a:cubicBezTo>
                    <a:cubicBezTo>
                      <a:pt x="4992" y="7795"/>
                      <a:pt x="5057" y="7780"/>
                      <a:pt x="5105" y="7750"/>
                    </a:cubicBezTo>
                    <a:lnTo>
                      <a:pt x="13141" y="3114"/>
                    </a:lnTo>
                    <a:cubicBezTo>
                      <a:pt x="13147" y="3114"/>
                      <a:pt x="13154" y="3107"/>
                      <a:pt x="13154" y="3107"/>
                    </a:cubicBezTo>
                    <a:cubicBezTo>
                      <a:pt x="13170" y="3101"/>
                      <a:pt x="13177" y="3092"/>
                      <a:pt x="13184" y="3085"/>
                    </a:cubicBezTo>
                    <a:cubicBezTo>
                      <a:pt x="13206" y="3064"/>
                      <a:pt x="13213" y="3042"/>
                      <a:pt x="13213" y="3014"/>
                    </a:cubicBezTo>
                    <a:cubicBezTo>
                      <a:pt x="13213" y="2978"/>
                      <a:pt x="13191" y="2949"/>
                      <a:pt x="13141" y="2919"/>
                    </a:cubicBezTo>
                    <a:lnTo>
                      <a:pt x="8447" y="45"/>
                    </a:lnTo>
                    <a:cubicBezTo>
                      <a:pt x="8399" y="15"/>
                      <a:pt x="8336" y="1"/>
                      <a:pt x="827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>
                <a:extLst>
                  <a:ext uri="{FF2B5EF4-FFF2-40B4-BE49-F238E27FC236}">
                    <a16:creationId xmlns:a16="http://schemas.microsoft.com/office/drawing/2014/main" id="{DF9C79E6-4A03-CA70-3085-61CAED4FE19F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>
                <a:extLst>
                  <a:ext uri="{FF2B5EF4-FFF2-40B4-BE49-F238E27FC236}">
                    <a16:creationId xmlns:a16="http://schemas.microsoft.com/office/drawing/2014/main" id="{49D508D5-CE3B-9A8E-2B59-F37BD2E646E9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>
                <a:extLst>
                  <a:ext uri="{FF2B5EF4-FFF2-40B4-BE49-F238E27FC236}">
                    <a16:creationId xmlns:a16="http://schemas.microsoft.com/office/drawing/2014/main" id="{02F9FF07-B72A-F29E-BB0C-C1D4937B0B6E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>
                <a:extLst>
                  <a:ext uri="{FF2B5EF4-FFF2-40B4-BE49-F238E27FC236}">
                    <a16:creationId xmlns:a16="http://schemas.microsoft.com/office/drawing/2014/main" id="{624D6C9E-3BE2-A4D1-CA6B-1F797DE7DAE7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>
                <a:extLst>
                  <a:ext uri="{FF2B5EF4-FFF2-40B4-BE49-F238E27FC236}">
                    <a16:creationId xmlns:a16="http://schemas.microsoft.com/office/drawing/2014/main" id="{1516F55B-3425-6186-F625-09B7B1C1CCE9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>
                <a:extLst>
                  <a:ext uri="{FF2B5EF4-FFF2-40B4-BE49-F238E27FC236}">
                    <a16:creationId xmlns:a16="http://schemas.microsoft.com/office/drawing/2014/main" id="{6A01F5FF-46EF-9074-0F53-1BB08CDE18D9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>
                <a:extLst>
                  <a:ext uri="{FF2B5EF4-FFF2-40B4-BE49-F238E27FC236}">
                    <a16:creationId xmlns:a16="http://schemas.microsoft.com/office/drawing/2014/main" id="{FB7F1CE1-8135-41DF-1F2A-63310C6005BE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>
                <a:extLst>
                  <a:ext uri="{FF2B5EF4-FFF2-40B4-BE49-F238E27FC236}">
                    <a16:creationId xmlns:a16="http://schemas.microsoft.com/office/drawing/2014/main" id="{CC748076-AF15-3F88-9F50-72FA28D222DF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>
                <a:extLst>
                  <a:ext uri="{FF2B5EF4-FFF2-40B4-BE49-F238E27FC236}">
                    <a16:creationId xmlns:a16="http://schemas.microsoft.com/office/drawing/2014/main" id="{F5719EAD-9AEA-C104-34EA-93F4382BA13C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>
                <a:extLst>
                  <a:ext uri="{FF2B5EF4-FFF2-40B4-BE49-F238E27FC236}">
                    <a16:creationId xmlns:a16="http://schemas.microsoft.com/office/drawing/2014/main" id="{A21D8861-A252-23AD-E4AB-6715A6AC4A40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>
                <a:extLst>
                  <a:ext uri="{FF2B5EF4-FFF2-40B4-BE49-F238E27FC236}">
                    <a16:creationId xmlns:a16="http://schemas.microsoft.com/office/drawing/2014/main" id="{50E801C1-81F7-8C32-9F2F-1391203C3B42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>
                <a:extLst>
                  <a:ext uri="{FF2B5EF4-FFF2-40B4-BE49-F238E27FC236}">
                    <a16:creationId xmlns:a16="http://schemas.microsoft.com/office/drawing/2014/main" id="{54CF1F79-D85A-650A-AEE5-8D8F15C0CA5A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>
                <a:extLst>
                  <a:ext uri="{FF2B5EF4-FFF2-40B4-BE49-F238E27FC236}">
                    <a16:creationId xmlns:a16="http://schemas.microsoft.com/office/drawing/2014/main" id="{FEAE72B0-89DA-2A99-DD80-79C97CA575DB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41">
                <a:extLst>
                  <a:ext uri="{FF2B5EF4-FFF2-40B4-BE49-F238E27FC236}">
                    <a16:creationId xmlns:a16="http://schemas.microsoft.com/office/drawing/2014/main" id="{22AB8A67-BFA3-21A6-0286-F4ACB1A3A769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41">
                <a:extLst>
                  <a:ext uri="{FF2B5EF4-FFF2-40B4-BE49-F238E27FC236}">
                    <a16:creationId xmlns:a16="http://schemas.microsoft.com/office/drawing/2014/main" id="{8F42F678-02A4-0FC6-4C09-473CF9BF24E4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>
                <a:extLst>
                  <a:ext uri="{FF2B5EF4-FFF2-40B4-BE49-F238E27FC236}">
                    <a16:creationId xmlns:a16="http://schemas.microsoft.com/office/drawing/2014/main" id="{BE6EA162-555C-3F81-6882-EC064DF2A234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>
                <a:extLst>
                  <a:ext uri="{FF2B5EF4-FFF2-40B4-BE49-F238E27FC236}">
                    <a16:creationId xmlns:a16="http://schemas.microsoft.com/office/drawing/2014/main" id="{94569B56-4EF1-371E-589A-126DBEF0AAE8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>
                <a:extLst>
                  <a:ext uri="{FF2B5EF4-FFF2-40B4-BE49-F238E27FC236}">
                    <a16:creationId xmlns:a16="http://schemas.microsoft.com/office/drawing/2014/main" id="{FCDC1073-A7B6-6000-B806-6D1F0D429791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>
                <a:extLst>
                  <a:ext uri="{FF2B5EF4-FFF2-40B4-BE49-F238E27FC236}">
                    <a16:creationId xmlns:a16="http://schemas.microsoft.com/office/drawing/2014/main" id="{A03AB9FD-F708-7E5B-9ABE-AE317EE66E97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>
                <a:extLst>
                  <a:ext uri="{FF2B5EF4-FFF2-40B4-BE49-F238E27FC236}">
                    <a16:creationId xmlns:a16="http://schemas.microsoft.com/office/drawing/2014/main" id="{C8401828-714F-D5EE-EFAD-D581BDD93DBE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>
                <a:extLst>
                  <a:ext uri="{FF2B5EF4-FFF2-40B4-BE49-F238E27FC236}">
                    <a16:creationId xmlns:a16="http://schemas.microsoft.com/office/drawing/2014/main" id="{C53CE0E8-9BFF-52AF-1609-D7461066A823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>
                <a:extLst>
                  <a:ext uri="{FF2B5EF4-FFF2-40B4-BE49-F238E27FC236}">
                    <a16:creationId xmlns:a16="http://schemas.microsoft.com/office/drawing/2014/main" id="{15A73137-74A9-C924-3395-4E04962AE527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>
                <a:extLst>
                  <a:ext uri="{FF2B5EF4-FFF2-40B4-BE49-F238E27FC236}">
                    <a16:creationId xmlns:a16="http://schemas.microsoft.com/office/drawing/2014/main" id="{4100A78A-10F0-9D31-E054-6B4A8D831749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>
                <a:extLst>
                  <a:ext uri="{FF2B5EF4-FFF2-40B4-BE49-F238E27FC236}">
                    <a16:creationId xmlns:a16="http://schemas.microsoft.com/office/drawing/2014/main" id="{9050428C-BA7A-A252-F01E-821626653A3E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>
                <a:extLst>
                  <a:ext uri="{FF2B5EF4-FFF2-40B4-BE49-F238E27FC236}">
                    <a16:creationId xmlns:a16="http://schemas.microsoft.com/office/drawing/2014/main" id="{EEA872C7-A800-7F23-40FD-4729A07E2152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>
                <a:extLst>
                  <a:ext uri="{FF2B5EF4-FFF2-40B4-BE49-F238E27FC236}">
                    <a16:creationId xmlns:a16="http://schemas.microsoft.com/office/drawing/2014/main" id="{6D25418A-F53A-8E6F-C4F7-3FBF284040C2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>
                <a:extLst>
                  <a:ext uri="{FF2B5EF4-FFF2-40B4-BE49-F238E27FC236}">
                    <a16:creationId xmlns:a16="http://schemas.microsoft.com/office/drawing/2014/main" id="{CD1A45FC-FB2C-2579-CC24-4144016279C0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>
                <a:extLst>
                  <a:ext uri="{FF2B5EF4-FFF2-40B4-BE49-F238E27FC236}">
                    <a16:creationId xmlns:a16="http://schemas.microsoft.com/office/drawing/2014/main" id="{46EDAFDB-36C3-F017-604B-0ABA949EFBF9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>
                <a:extLst>
                  <a:ext uri="{FF2B5EF4-FFF2-40B4-BE49-F238E27FC236}">
                    <a16:creationId xmlns:a16="http://schemas.microsoft.com/office/drawing/2014/main" id="{62083604-F7BB-39EA-51AA-10D25B12D03E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>
                <a:extLst>
                  <a:ext uri="{FF2B5EF4-FFF2-40B4-BE49-F238E27FC236}">
                    <a16:creationId xmlns:a16="http://schemas.microsoft.com/office/drawing/2014/main" id="{F374EE4F-6E3F-3CBE-A7B4-06CA10CDB4B5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>
                <a:extLst>
                  <a:ext uri="{FF2B5EF4-FFF2-40B4-BE49-F238E27FC236}">
                    <a16:creationId xmlns:a16="http://schemas.microsoft.com/office/drawing/2014/main" id="{E5D78DF3-1FD4-274E-B5E1-B8CA1652A949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>
                <a:extLst>
                  <a:ext uri="{FF2B5EF4-FFF2-40B4-BE49-F238E27FC236}">
                    <a16:creationId xmlns:a16="http://schemas.microsoft.com/office/drawing/2014/main" id="{6B4964D1-2A1E-2E45-7530-AD5AD95F164F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>
                <a:extLst>
                  <a:ext uri="{FF2B5EF4-FFF2-40B4-BE49-F238E27FC236}">
                    <a16:creationId xmlns:a16="http://schemas.microsoft.com/office/drawing/2014/main" id="{32690F66-3920-604E-0C02-245ED4C8D925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>
                <a:extLst>
                  <a:ext uri="{FF2B5EF4-FFF2-40B4-BE49-F238E27FC236}">
                    <a16:creationId xmlns:a16="http://schemas.microsoft.com/office/drawing/2014/main" id="{30F6CB83-DBA0-B8B3-FD76-104A3E0F34E8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>
                <a:extLst>
                  <a:ext uri="{FF2B5EF4-FFF2-40B4-BE49-F238E27FC236}">
                    <a16:creationId xmlns:a16="http://schemas.microsoft.com/office/drawing/2014/main" id="{9262B335-A43B-6647-D984-6A442B658BCD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>
                <a:extLst>
                  <a:ext uri="{FF2B5EF4-FFF2-40B4-BE49-F238E27FC236}">
                    <a16:creationId xmlns:a16="http://schemas.microsoft.com/office/drawing/2014/main" id="{FCE77434-5371-A67C-FABF-5C0BB1549D79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>
                <a:extLst>
                  <a:ext uri="{FF2B5EF4-FFF2-40B4-BE49-F238E27FC236}">
                    <a16:creationId xmlns:a16="http://schemas.microsoft.com/office/drawing/2014/main" id="{56DBC425-41EC-FE20-1653-A3119E159B59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>
                <a:extLst>
                  <a:ext uri="{FF2B5EF4-FFF2-40B4-BE49-F238E27FC236}">
                    <a16:creationId xmlns:a16="http://schemas.microsoft.com/office/drawing/2014/main" id="{5063C308-F1AA-C528-F40F-69D748B72467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>
                <a:extLst>
                  <a:ext uri="{FF2B5EF4-FFF2-40B4-BE49-F238E27FC236}">
                    <a16:creationId xmlns:a16="http://schemas.microsoft.com/office/drawing/2014/main" id="{A66F172A-515E-9096-6E71-2C6F5DB92EB3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>
                <a:extLst>
                  <a:ext uri="{FF2B5EF4-FFF2-40B4-BE49-F238E27FC236}">
                    <a16:creationId xmlns:a16="http://schemas.microsoft.com/office/drawing/2014/main" id="{B0BDD324-A08D-69B6-C5C6-14226868ECEE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>
                <a:extLst>
                  <a:ext uri="{FF2B5EF4-FFF2-40B4-BE49-F238E27FC236}">
                    <a16:creationId xmlns:a16="http://schemas.microsoft.com/office/drawing/2014/main" id="{99E8227B-D82D-F41F-A0BB-5BF1E5F34A92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>
                <a:extLst>
                  <a:ext uri="{FF2B5EF4-FFF2-40B4-BE49-F238E27FC236}">
                    <a16:creationId xmlns:a16="http://schemas.microsoft.com/office/drawing/2014/main" id="{DAC17FEC-24E2-B7C7-6902-56763748B776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>
                <a:extLst>
                  <a:ext uri="{FF2B5EF4-FFF2-40B4-BE49-F238E27FC236}">
                    <a16:creationId xmlns:a16="http://schemas.microsoft.com/office/drawing/2014/main" id="{8AA7E31C-18B5-7461-14CB-E0F6754282EF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>
                <a:extLst>
                  <a:ext uri="{FF2B5EF4-FFF2-40B4-BE49-F238E27FC236}">
                    <a16:creationId xmlns:a16="http://schemas.microsoft.com/office/drawing/2014/main" id="{3E953BB5-1E8F-4A2C-F918-66B746BAE9DC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>
                <a:extLst>
                  <a:ext uri="{FF2B5EF4-FFF2-40B4-BE49-F238E27FC236}">
                    <a16:creationId xmlns:a16="http://schemas.microsoft.com/office/drawing/2014/main" id="{386A278D-2992-187D-E81C-40866C9514E0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>
                <a:extLst>
                  <a:ext uri="{FF2B5EF4-FFF2-40B4-BE49-F238E27FC236}">
                    <a16:creationId xmlns:a16="http://schemas.microsoft.com/office/drawing/2014/main" id="{5A65C700-9BD6-F45F-CC43-200632DC9E29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>
                <a:extLst>
                  <a:ext uri="{FF2B5EF4-FFF2-40B4-BE49-F238E27FC236}">
                    <a16:creationId xmlns:a16="http://schemas.microsoft.com/office/drawing/2014/main" id="{BD70ED5C-C794-9614-38C7-444E08536D55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>
                <a:extLst>
                  <a:ext uri="{FF2B5EF4-FFF2-40B4-BE49-F238E27FC236}">
                    <a16:creationId xmlns:a16="http://schemas.microsoft.com/office/drawing/2014/main" id="{E4EF90A0-4DF2-B9CE-7853-C3024BBC2A25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>
                <a:extLst>
                  <a:ext uri="{FF2B5EF4-FFF2-40B4-BE49-F238E27FC236}">
                    <a16:creationId xmlns:a16="http://schemas.microsoft.com/office/drawing/2014/main" id="{5831CEA8-0A34-B1E6-1589-C905AC997682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>
                <a:extLst>
                  <a:ext uri="{FF2B5EF4-FFF2-40B4-BE49-F238E27FC236}">
                    <a16:creationId xmlns:a16="http://schemas.microsoft.com/office/drawing/2014/main" id="{8A9D54A1-F027-7730-525D-AAF98FD180DF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>
                <a:extLst>
                  <a:ext uri="{FF2B5EF4-FFF2-40B4-BE49-F238E27FC236}">
                    <a16:creationId xmlns:a16="http://schemas.microsoft.com/office/drawing/2014/main" id="{DB994FB3-3F52-F268-BC9A-1040B245A042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>
                <a:extLst>
                  <a:ext uri="{FF2B5EF4-FFF2-40B4-BE49-F238E27FC236}">
                    <a16:creationId xmlns:a16="http://schemas.microsoft.com/office/drawing/2014/main" id="{B52AC6B1-3F44-4C9C-E90F-D2A000253DF6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41">
                <a:extLst>
                  <a:ext uri="{FF2B5EF4-FFF2-40B4-BE49-F238E27FC236}">
                    <a16:creationId xmlns:a16="http://schemas.microsoft.com/office/drawing/2014/main" id="{134665EA-EC0E-5928-094B-0562BB683AD6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41">
                <a:extLst>
                  <a:ext uri="{FF2B5EF4-FFF2-40B4-BE49-F238E27FC236}">
                    <a16:creationId xmlns:a16="http://schemas.microsoft.com/office/drawing/2014/main" id="{1B1A6468-AAE7-3AB0-F2A9-5842DFB3AA71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41">
                <a:extLst>
                  <a:ext uri="{FF2B5EF4-FFF2-40B4-BE49-F238E27FC236}">
                    <a16:creationId xmlns:a16="http://schemas.microsoft.com/office/drawing/2014/main" id="{83C2EBAA-91D7-AF56-6F46-3EB1A8E4DD26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41">
                <a:extLst>
                  <a:ext uri="{FF2B5EF4-FFF2-40B4-BE49-F238E27FC236}">
                    <a16:creationId xmlns:a16="http://schemas.microsoft.com/office/drawing/2014/main" id="{22383C8D-2712-4F1E-74A3-792D9543A8E4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41">
                <a:extLst>
                  <a:ext uri="{FF2B5EF4-FFF2-40B4-BE49-F238E27FC236}">
                    <a16:creationId xmlns:a16="http://schemas.microsoft.com/office/drawing/2014/main" id="{38190D2C-EEC7-CCE8-7A0F-255C97579BF4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41">
                <a:extLst>
                  <a:ext uri="{FF2B5EF4-FFF2-40B4-BE49-F238E27FC236}">
                    <a16:creationId xmlns:a16="http://schemas.microsoft.com/office/drawing/2014/main" id="{1C13C3A8-65F8-F2B4-A736-03A345C0C654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41">
                <a:extLst>
                  <a:ext uri="{FF2B5EF4-FFF2-40B4-BE49-F238E27FC236}">
                    <a16:creationId xmlns:a16="http://schemas.microsoft.com/office/drawing/2014/main" id="{682A90A5-96BE-C132-B024-50430F0F1AFC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41">
                <a:extLst>
                  <a:ext uri="{FF2B5EF4-FFF2-40B4-BE49-F238E27FC236}">
                    <a16:creationId xmlns:a16="http://schemas.microsoft.com/office/drawing/2014/main" id="{E2C58393-EC8D-3D1B-7400-0BEB54DE0512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41">
                <a:extLst>
                  <a:ext uri="{FF2B5EF4-FFF2-40B4-BE49-F238E27FC236}">
                    <a16:creationId xmlns:a16="http://schemas.microsoft.com/office/drawing/2014/main" id="{E1AA9B9A-9A26-330E-FD3D-084B4F35C13E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41">
                <a:extLst>
                  <a:ext uri="{FF2B5EF4-FFF2-40B4-BE49-F238E27FC236}">
                    <a16:creationId xmlns:a16="http://schemas.microsoft.com/office/drawing/2014/main" id="{E6C3C978-13FB-7939-2DD3-D3B16D4617F4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41">
                <a:extLst>
                  <a:ext uri="{FF2B5EF4-FFF2-40B4-BE49-F238E27FC236}">
                    <a16:creationId xmlns:a16="http://schemas.microsoft.com/office/drawing/2014/main" id="{DEB65A8A-29FF-88EE-E0C3-727687FD3B24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41">
                <a:extLst>
                  <a:ext uri="{FF2B5EF4-FFF2-40B4-BE49-F238E27FC236}">
                    <a16:creationId xmlns:a16="http://schemas.microsoft.com/office/drawing/2014/main" id="{3B8B448F-060F-AD49-6B99-27E9AE04454F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41">
                <a:extLst>
                  <a:ext uri="{FF2B5EF4-FFF2-40B4-BE49-F238E27FC236}">
                    <a16:creationId xmlns:a16="http://schemas.microsoft.com/office/drawing/2014/main" id="{83B2E585-0B2F-2952-49E3-BFF0FD930456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1">
                <a:extLst>
                  <a:ext uri="{FF2B5EF4-FFF2-40B4-BE49-F238E27FC236}">
                    <a16:creationId xmlns:a16="http://schemas.microsoft.com/office/drawing/2014/main" id="{D9A94F58-A367-FD76-8A9A-BE97C13E247F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1">
                <a:extLst>
                  <a:ext uri="{FF2B5EF4-FFF2-40B4-BE49-F238E27FC236}">
                    <a16:creationId xmlns:a16="http://schemas.microsoft.com/office/drawing/2014/main" id="{D7B2B9E0-56E8-DFA1-3328-A0179E1BBB57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1">
                <a:extLst>
                  <a:ext uri="{FF2B5EF4-FFF2-40B4-BE49-F238E27FC236}">
                    <a16:creationId xmlns:a16="http://schemas.microsoft.com/office/drawing/2014/main" id="{8F6CF0C3-9B19-20D6-AA77-7B8A9BEB5278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1">
                <a:extLst>
                  <a:ext uri="{FF2B5EF4-FFF2-40B4-BE49-F238E27FC236}">
                    <a16:creationId xmlns:a16="http://schemas.microsoft.com/office/drawing/2014/main" id="{2BB115AD-F863-A22A-7D6B-A94844925365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41">
                <a:extLst>
                  <a:ext uri="{FF2B5EF4-FFF2-40B4-BE49-F238E27FC236}">
                    <a16:creationId xmlns:a16="http://schemas.microsoft.com/office/drawing/2014/main" id="{AD559AE0-5361-8E57-010D-280BABB2904C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41">
                <a:extLst>
                  <a:ext uri="{FF2B5EF4-FFF2-40B4-BE49-F238E27FC236}">
                    <a16:creationId xmlns:a16="http://schemas.microsoft.com/office/drawing/2014/main" id="{042E9A50-CB64-C7E9-05DF-A7A1BDF3DD46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41">
                <a:extLst>
                  <a:ext uri="{FF2B5EF4-FFF2-40B4-BE49-F238E27FC236}">
                    <a16:creationId xmlns:a16="http://schemas.microsoft.com/office/drawing/2014/main" id="{0C87E33A-A9BE-21C0-4692-BA206573B21B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41">
                <a:extLst>
                  <a:ext uri="{FF2B5EF4-FFF2-40B4-BE49-F238E27FC236}">
                    <a16:creationId xmlns:a16="http://schemas.microsoft.com/office/drawing/2014/main" id="{FA2AF5BB-5D63-FB32-C6F5-5C4214FC23C1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41">
                <a:extLst>
                  <a:ext uri="{FF2B5EF4-FFF2-40B4-BE49-F238E27FC236}">
                    <a16:creationId xmlns:a16="http://schemas.microsoft.com/office/drawing/2014/main" id="{5ED13C95-5C07-8199-5D84-29890293E42E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41">
                <a:extLst>
                  <a:ext uri="{FF2B5EF4-FFF2-40B4-BE49-F238E27FC236}">
                    <a16:creationId xmlns:a16="http://schemas.microsoft.com/office/drawing/2014/main" id="{869900DA-0A26-A6CE-09A1-CAAF2AFA8E12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41">
                <a:extLst>
                  <a:ext uri="{FF2B5EF4-FFF2-40B4-BE49-F238E27FC236}">
                    <a16:creationId xmlns:a16="http://schemas.microsoft.com/office/drawing/2014/main" id="{E51512E1-EBB6-31E6-2481-3C44A3CF3806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41">
                <a:extLst>
                  <a:ext uri="{FF2B5EF4-FFF2-40B4-BE49-F238E27FC236}">
                    <a16:creationId xmlns:a16="http://schemas.microsoft.com/office/drawing/2014/main" id="{0A06512A-A26B-D3AF-8042-27B1C03135C8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41">
                <a:extLst>
                  <a:ext uri="{FF2B5EF4-FFF2-40B4-BE49-F238E27FC236}">
                    <a16:creationId xmlns:a16="http://schemas.microsoft.com/office/drawing/2014/main" id="{2E3789D3-30F5-3776-47D4-B0756441B6F9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41">
                <a:extLst>
                  <a:ext uri="{FF2B5EF4-FFF2-40B4-BE49-F238E27FC236}">
                    <a16:creationId xmlns:a16="http://schemas.microsoft.com/office/drawing/2014/main" id="{B5042489-F16D-6B36-5D31-2EC72DE10798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41">
                <a:extLst>
                  <a:ext uri="{FF2B5EF4-FFF2-40B4-BE49-F238E27FC236}">
                    <a16:creationId xmlns:a16="http://schemas.microsoft.com/office/drawing/2014/main" id="{43803A1C-A156-5B71-8B00-C6A403F01F8A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41">
                <a:extLst>
                  <a:ext uri="{FF2B5EF4-FFF2-40B4-BE49-F238E27FC236}">
                    <a16:creationId xmlns:a16="http://schemas.microsoft.com/office/drawing/2014/main" id="{C306699D-F707-884E-533A-718F96B6EBD5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41">
                <a:extLst>
                  <a:ext uri="{FF2B5EF4-FFF2-40B4-BE49-F238E27FC236}">
                    <a16:creationId xmlns:a16="http://schemas.microsoft.com/office/drawing/2014/main" id="{6FA6808A-E6C6-3D81-C7FC-CD67509AEDEA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41">
                <a:extLst>
                  <a:ext uri="{FF2B5EF4-FFF2-40B4-BE49-F238E27FC236}">
                    <a16:creationId xmlns:a16="http://schemas.microsoft.com/office/drawing/2014/main" id="{C8E2DCDE-02D4-5325-9A1F-286F618920D2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41">
                <a:extLst>
                  <a:ext uri="{FF2B5EF4-FFF2-40B4-BE49-F238E27FC236}">
                    <a16:creationId xmlns:a16="http://schemas.microsoft.com/office/drawing/2014/main" id="{9A27AB1F-B011-5CDF-EDDD-7B60B1468522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41">
                <a:extLst>
                  <a:ext uri="{FF2B5EF4-FFF2-40B4-BE49-F238E27FC236}">
                    <a16:creationId xmlns:a16="http://schemas.microsoft.com/office/drawing/2014/main" id="{7C61791B-922F-5185-6486-2387B9B384B4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41">
                <a:extLst>
                  <a:ext uri="{FF2B5EF4-FFF2-40B4-BE49-F238E27FC236}">
                    <a16:creationId xmlns:a16="http://schemas.microsoft.com/office/drawing/2014/main" id="{FCED8800-1CAB-F3F3-AA48-8B9CE3A3C40E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41">
                <a:extLst>
                  <a:ext uri="{FF2B5EF4-FFF2-40B4-BE49-F238E27FC236}">
                    <a16:creationId xmlns:a16="http://schemas.microsoft.com/office/drawing/2014/main" id="{8084D8CC-970D-2C43-C0F3-02C89E82D31A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41">
                <a:extLst>
                  <a:ext uri="{FF2B5EF4-FFF2-40B4-BE49-F238E27FC236}">
                    <a16:creationId xmlns:a16="http://schemas.microsoft.com/office/drawing/2014/main" id="{2DD624DC-9EE1-F3AA-E647-883210F8BF85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41">
                <a:extLst>
                  <a:ext uri="{FF2B5EF4-FFF2-40B4-BE49-F238E27FC236}">
                    <a16:creationId xmlns:a16="http://schemas.microsoft.com/office/drawing/2014/main" id="{32773371-B5B2-2494-AD11-3FB39D3C1F71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41">
                <a:extLst>
                  <a:ext uri="{FF2B5EF4-FFF2-40B4-BE49-F238E27FC236}">
                    <a16:creationId xmlns:a16="http://schemas.microsoft.com/office/drawing/2014/main" id="{0708184B-4A7A-0271-A821-25625626573A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41">
                <a:extLst>
                  <a:ext uri="{FF2B5EF4-FFF2-40B4-BE49-F238E27FC236}">
                    <a16:creationId xmlns:a16="http://schemas.microsoft.com/office/drawing/2014/main" id="{E73B305E-0384-65CB-AF51-C8B3BD5B69F5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41">
                <a:extLst>
                  <a:ext uri="{FF2B5EF4-FFF2-40B4-BE49-F238E27FC236}">
                    <a16:creationId xmlns:a16="http://schemas.microsoft.com/office/drawing/2014/main" id="{A5F14B49-DC36-8A74-63CC-D0F6087C5655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41">
                <a:extLst>
                  <a:ext uri="{FF2B5EF4-FFF2-40B4-BE49-F238E27FC236}">
                    <a16:creationId xmlns:a16="http://schemas.microsoft.com/office/drawing/2014/main" id="{0AE8A305-8353-6ED6-E495-A749524BA2FE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41">
                <a:extLst>
                  <a:ext uri="{FF2B5EF4-FFF2-40B4-BE49-F238E27FC236}">
                    <a16:creationId xmlns:a16="http://schemas.microsoft.com/office/drawing/2014/main" id="{E17DCB47-4E2E-F4FB-A77D-C46297FD8FE3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41">
                <a:extLst>
                  <a:ext uri="{FF2B5EF4-FFF2-40B4-BE49-F238E27FC236}">
                    <a16:creationId xmlns:a16="http://schemas.microsoft.com/office/drawing/2014/main" id="{03AFC445-695B-7E68-2FF8-AB2BD9D43933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41">
                <a:extLst>
                  <a:ext uri="{FF2B5EF4-FFF2-40B4-BE49-F238E27FC236}">
                    <a16:creationId xmlns:a16="http://schemas.microsoft.com/office/drawing/2014/main" id="{6F52360D-0FE7-0C00-0948-55544BE11F1A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41">
                <a:extLst>
                  <a:ext uri="{FF2B5EF4-FFF2-40B4-BE49-F238E27FC236}">
                    <a16:creationId xmlns:a16="http://schemas.microsoft.com/office/drawing/2014/main" id="{F8C0F3A8-6F37-0181-360E-E3A5E9E2ACBF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41">
                <a:extLst>
                  <a:ext uri="{FF2B5EF4-FFF2-40B4-BE49-F238E27FC236}">
                    <a16:creationId xmlns:a16="http://schemas.microsoft.com/office/drawing/2014/main" id="{FAB5D64D-43AE-61F7-2489-A7F75E943017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41">
                <a:extLst>
                  <a:ext uri="{FF2B5EF4-FFF2-40B4-BE49-F238E27FC236}">
                    <a16:creationId xmlns:a16="http://schemas.microsoft.com/office/drawing/2014/main" id="{2356CDF4-225F-F16A-EFD0-1C9BB04CC869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41">
                <a:extLst>
                  <a:ext uri="{FF2B5EF4-FFF2-40B4-BE49-F238E27FC236}">
                    <a16:creationId xmlns:a16="http://schemas.microsoft.com/office/drawing/2014/main" id="{EE869BE0-4C21-15D2-854D-1DC5955A3800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41">
                <a:extLst>
                  <a:ext uri="{FF2B5EF4-FFF2-40B4-BE49-F238E27FC236}">
                    <a16:creationId xmlns:a16="http://schemas.microsoft.com/office/drawing/2014/main" id="{AAD56740-6C5B-FECE-A31F-16EC754ECD59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41">
                <a:extLst>
                  <a:ext uri="{FF2B5EF4-FFF2-40B4-BE49-F238E27FC236}">
                    <a16:creationId xmlns:a16="http://schemas.microsoft.com/office/drawing/2014/main" id="{4CBE5880-C590-1250-7882-6BEE50391D57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41">
                <a:extLst>
                  <a:ext uri="{FF2B5EF4-FFF2-40B4-BE49-F238E27FC236}">
                    <a16:creationId xmlns:a16="http://schemas.microsoft.com/office/drawing/2014/main" id="{2A6C85DB-F44F-D926-0978-262DB347EBCF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41">
                <a:extLst>
                  <a:ext uri="{FF2B5EF4-FFF2-40B4-BE49-F238E27FC236}">
                    <a16:creationId xmlns:a16="http://schemas.microsoft.com/office/drawing/2014/main" id="{D5263C43-461F-EEB9-58B0-9E8D92C6D55C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41">
                <a:extLst>
                  <a:ext uri="{FF2B5EF4-FFF2-40B4-BE49-F238E27FC236}">
                    <a16:creationId xmlns:a16="http://schemas.microsoft.com/office/drawing/2014/main" id="{FDA1A964-F907-F6CF-0188-4ED42889E907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41">
                <a:extLst>
                  <a:ext uri="{FF2B5EF4-FFF2-40B4-BE49-F238E27FC236}">
                    <a16:creationId xmlns:a16="http://schemas.microsoft.com/office/drawing/2014/main" id="{A6E47364-F51F-E7D0-A0F7-A38C38192522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41">
                <a:extLst>
                  <a:ext uri="{FF2B5EF4-FFF2-40B4-BE49-F238E27FC236}">
                    <a16:creationId xmlns:a16="http://schemas.microsoft.com/office/drawing/2014/main" id="{8F8B9B6C-11C2-EA6B-FDE6-08A746E1CDA5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41">
                <a:extLst>
                  <a:ext uri="{FF2B5EF4-FFF2-40B4-BE49-F238E27FC236}">
                    <a16:creationId xmlns:a16="http://schemas.microsoft.com/office/drawing/2014/main" id="{83366B8B-633C-E5C3-C97B-040D04C8C532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41">
                <a:extLst>
                  <a:ext uri="{FF2B5EF4-FFF2-40B4-BE49-F238E27FC236}">
                    <a16:creationId xmlns:a16="http://schemas.microsoft.com/office/drawing/2014/main" id="{8DDC916A-460C-2538-7D2C-28D2D6310A12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41">
                <a:extLst>
                  <a:ext uri="{FF2B5EF4-FFF2-40B4-BE49-F238E27FC236}">
                    <a16:creationId xmlns:a16="http://schemas.microsoft.com/office/drawing/2014/main" id="{CFE80D76-FE00-7246-AF60-6E84E03DA81B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41">
                <a:extLst>
                  <a:ext uri="{FF2B5EF4-FFF2-40B4-BE49-F238E27FC236}">
                    <a16:creationId xmlns:a16="http://schemas.microsoft.com/office/drawing/2014/main" id="{4FA8B439-9AE8-7AF0-4954-852B5F0371C8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41">
                <a:extLst>
                  <a:ext uri="{FF2B5EF4-FFF2-40B4-BE49-F238E27FC236}">
                    <a16:creationId xmlns:a16="http://schemas.microsoft.com/office/drawing/2014/main" id="{6571F087-CD7F-D6EC-4176-92D2BF3FBBE4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41">
                <a:extLst>
                  <a:ext uri="{FF2B5EF4-FFF2-40B4-BE49-F238E27FC236}">
                    <a16:creationId xmlns:a16="http://schemas.microsoft.com/office/drawing/2014/main" id="{38F67C4C-BB76-5243-68AA-FA005C69E632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41">
                <a:extLst>
                  <a:ext uri="{FF2B5EF4-FFF2-40B4-BE49-F238E27FC236}">
                    <a16:creationId xmlns:a16="http://schemas.microsoft.com/office/drawing/2014/main" id="{DB62A7DD-5F3A-BF19-A9CA-A525A92F6031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41">
                <a:extLst>
                  <a:ext uri="{FF2B5EF4-FFF2-40B4-BE49-F238E27FC236}">
                    <a16:creationId xmlns:a16="http://schemas.microsoft.com/office/drawing/2014/main" id="{0DFFD4F2-B72D-A463-77DD-AA53718D18B3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41">
                <a:extLst>
                  <a:ext uri="{FF2B5EF4-FFF2-40B4-BE49-F238E27FC236}">
                    <a16:creationId xmlns:a16="http://schemas.microsoft.com/office/drawing/2014/main" id="{2E475DD8-A080-6772-42BF-CAAE040CA737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41">
                <a:extLst>
                  <a:ext uri="{FF2B5EF4-FFF2-40B4-BE49-F238E27FC236}">
                    <a16:creationId xmlns:a16="http://schemas.microsoft.com/office/drawing/2014/main" id="{CEFE66A6-06E6-7663-B8F6-298B3F972D6D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41">
                <a:extLst>
                  <a:ext uri="{FF2B5EF4-FFF2-40B4-BE49-F238E27FC236}">
                    <a16:creationId xmlns:a16="http://schemas.microsoft.com/office/drawing/2014/main" id="{1D20155A-17FE-89C8-6E79-38C205511E0F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41">
                <a:extLst>
                  <a:ext uri="{FF2B5EF4-FFF2-40B4-BE49-F238E27FC236}">
                    <a16:creationId xmlns:a16="http://schemas.microsoft.com/office/drawing/2014/main" id="{E2B2137E-82DC-CE76-CDF2-670886049AB9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41">
                <a:extLst>
                  <a:ext uri="{FF2B5EF4-FFF2-40B4-BE49-F238E27FC236}">
                    <a16:creationId xmlns:a16="http://schemas.microsoft.com/office/drawing/2014/main" id="{40F54526-E885-F817-46D3-1AE66DAD3746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41">
                <a:extLst>
                  <a:ext uri="{FF2B5EF4-FFF2-40B4-BE49-F238E27FC236}">
                    <a16:creationId xmlns:a16="http://schemas.microsoft.com/office/drawing/2014/main" id="{9D901739-AD43-F345-9D43-488CD6A39816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41">
                <a:extLst>
                  <a:ext uri="{FF2B5EF4-FFF2-40B4-BE49-F238E27FC236}">
                    <a16:creationId xmlns:a16="http://schemas.microsoft.com/office/drawing/2014/main" id="{2D3883B4-F5C7-714B-1696-7C2CA8108835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41">
                <a:extLst>
                  <a:ext uri="{FF2B5EF4-FFF2-40B4-BE49-F238E27FC236}">
                    <a16:creationId xmlns:a16="http://schemas.microsoft.com/office/drawing/2014/main" id="{0D42172D-3C3E-BA97-FD9D-3F4725E30ACD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41">
                <a:extLst>
                  <a:ext uri="{FF2B5EF4-FFF2-40B4-BE49-F238E27FC236}">
                    <a16:creationId xmlns:a16="http://schemas.microsoft.com/office/drawing/2014/main" id="{86FDD3CA-E21C-0722-AB54-26F8484ED23F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41">
                <a:extLst>
                  <a:ext uri="{FF2B5EF4-FFF2-40B4-BE49-F238E27FC236}">
                    <a16:creationId xmlns:a16="http://schemas.microsoft.com/office/drawing/2014/main" id="{5DC8C529-8847-C4C6-99AB-0EB2DC8221B2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41">
                <a:extLst>
                  <a:ext uri="{FF2B5EF4-FFF2-40B4-BE49-F238E27FC236}">
                    <a16:creationId xmlns:a16="http://schemas.microsoft.com/office/drawing/2014/main" id="{E154701C-3A20-BF31-1B08-0E47E3742A0F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41">
                <a:extLst>
                  <a:ext uri="{FF2B5EF4-FFF2-40B4-BE49-F238E27FC236}">
                    <a16:creationId xmlns:a16="http://schemas.microsoft.com/office/drawing/2014/main" id="{484F6F8D-ACCD-4389-7D53-2BC7B3F74A8E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41">
                <a:extLst>
                  <a:ext uri="{FF2B5EF4-FFF2-40B4-BE49-F238E27FC236}">
                    <a16:creationId xmlns:a16="http://schemas.microsoft.com/office/drawing/2014/main" id="{BFD5A360-3FB8-C1E1-B12B-EABF2DAAE42B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1">
                <a:extLst>
                  <a:ext uri="{FF2B5EF4-FFF2-40B4-BE49-F238E27FC236}">
                    <a16:creationId xmlns:a16="http://schemas.microsoft.com/office/drawing/2014/main" id="{EEBEF6E1-5E84-07BD-AEEF-E913C935E2D2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41">
                <a:extLst>
                  <a:ext uri="{FF2B5EF4-FFF2-40B4-BE49-F238E27FC236}">
                    <a16:creationId xmlns:a16="http://schemas.microsoft.com/office/drawing/2014/main" id="{3776D432-8FF0-30C8-4522-5DB3D7004CFA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41">
                <a:extLst>
                  <a:ext uri="{FF2B5EF4-FFF2-40B4-BE49-F238E27FC236}">
                    <a16:creationId xmlns:a16="http://schemas.microsoft.com/office/drawing/2014/main" id="{4D9C706A-CA05-82AC-E0C6-0761AFB6E6E7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1">
                <a:extLst>
                  <a:ext uri="{FF2B5EF4-FFF2-40B4-BE49-F238E27FC236}">
                    <a16:creationId xmlns:a16="http://schemas.microsoft.com/office/drawing/2014/main" id="{5A8402EE-D8C9-C33F-0B70-EA8069A2FBBE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41">
                <a:extLst>
                  <a:ext uri="{FF2B5EF4-FFF2-40B4-BE49-F238E27FC236}">
                    <a16:creationId xmlns:a16="http://schemas.microsoft.com/office/drawing/2014/main" id="{883C0C60-C30B-5979-5C91-A81229AE1AA6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41">
                <a:extLst>
                  <a:ext uri="{FF2B5EF4-FFF2-40B4-BE49-F238E27FC236}">
                    <a16:creationId xmlns:a16="http://schemas.microsoft.com/office/drawing/2014/main" id="{51B17266-595A-2AE0-2516-6185412B31FE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1">
                <a:extLst>
                  <a:ext uri="{FF2B5EF4-FFF2-40B4-BE49-F238E27FC236}">
                    <a16:creationId xmlns:a16="http://schemas.microsoft.com/office/drawing/2014/main" id="{629A124E-D34E-7CF3-06D8-BA8298F79F77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41">
                <a:extLst>
                  <a:ext uri="{FF2B5EF4-FFF2-40B4-BE49-F238E27FC236}">
                    <a16:creationId xmlns:a16="http://schemas.microsoft.com/office/drawing/2014/main" id="{477A99F4-E4DC-8A04-0B4A-7FDF736F44F2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41">
                <a:extLst>
                  <a:ext uri="{FF2B5EF4-FFF2-40B4-BE49-F238E27FC236}">
                    <a16:creationId xmlns:a16="http://schemas.microsoft.com/office/drawing/2014/main" id="{44FD47C4-3110-2A10-02E4-0C09D0A2D85F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41">
                <a:extLst>
                  <a:ext uri="{FF2B5EF4-FFF2-40B4-BE49-F238E27FC236}">
                    <a16:creationId xmlns:a16="http://schemas.microsoft.com/office/drawing/2014/main" id="{F9011B06-BE4A-6EBD-E79F-3D60E7932828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41">
                <a:extLst>
                  <a:ext uri="{FF2B5EF4-FFF2-40B4-BE49-F238E27FC236}">
                    <a16:creationId xmlns:a16="http://schemas.microsoft.com/office/drawing/2014/main" id="{0785E2D9-3069-BDA0-9E25-5C56DAFA4EC3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41">
                <a:extLst>
                  <a:ext uri="{FF2B5EF4-FFF2-40B4-BE49-F238E27FC236}">
                    <a16:creationId xmlns:a16="http://schemas.microsoft.com/office/drawing/2014/main" id="{0E0321CD-01C2-51F3-F70C-BA7BE1FA34E5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41">
                <a:extLst>
                  <a:ext uri="{FF2B5EF4-FFF2-40B4-BE49-F238E27FC236}">
                    <a16:creationId xmlns:a16="http://schemas.microsoft.com/office/drawing/2014/main" id="{F7AF2794-16E8-9D01-8D75-39E2342BFF67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41">
                <a:extLst>
                  <a:ext uri="{FF2B5EF4-FFF2-40B4-BE49-F238E27FC236}">
                    <a16:creationId xmlns:a16="http://schemas.microsoft.com/office/drawing/2014/main" id="{F7E84123-38B2-B449-01E3-ECD6FFFDAD6F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41">
                <a:extLst>
                  <a:ext uri="{FF2B5EF4-FFF2-40B4-BE49-F238E27FC236}">
                    <a16:creationId xmlns:a16="http://schemas.microsoft.com/office/drawing/2014/main" id="{CCBF626A-EFF8-BA44-BE41-D117382E5F0E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41">
                <a:extLst>
                  <a:ext uri="{FF2B5EF4-FFF2-40B4-BE49-F238E27FC236}">
                    <a16:creationId xmlns:a16="http://schemas.microsoft.com/office/drawing/2014/main" id="{F985EC23-72B5-53F0-00F8-28FAC287B67E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41">
                <a:extLst>
                  <a:ext uri="{FF2B5EF4-FFF2-40B4-BE49-F238E27FC236}">
                    <a16:creationId xmlns:a16="http://schemas.microsoft.com/office/drawing/2014/main" id="{AAE03F09-A14A-A069-72BD-C8B5B74724EF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41">
                <a:extLst>
                  <a:ext uri="{FF2B5EF4-FFF2-40B4-BE49-F238E27FC236}">
                    <a16:creationId xmlns:a16="http://schemas.microsoft.com/office/drawing/2014/main" id="{3670CD5A-95C3-6695-7C12-27A47AB1340F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41">
                <a:extLst>
                  <a:ext uri="{FF2B5EF4-FFF2-40B4-BE49-F238E27FC236}">
                    <a16:creationId xmlns:a16="http://schemas.microsoft.com/office/drawing/2014/main" id="{7DCAF2F9-0423-2774-1DC4-C2B7C0ECAC2C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41">
                <a:extLst>
                  <a:ext uri="{FF2B5EF4-FFF2-40B4-BE49-F238E27FC236}">
                    <a16:creationId xmlns:a16="http://schemas.microsoft.com/office/drawing/2014/main" id="{3D417294-3417-261D-CAC8-55015A2663A2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41">
                <a:extLst>
                  <a:ext uri="{FF2B5EF4-FFF2-40B4-BE49-F238E27FC236}">
                    <a16:creationId xmlns:a16="http://schemas.microsoft.com/office/drawing/2014/main" id="{B35420F5-7BD4-4FBC-1276-16FCE72EC8BC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41">
                <a:extLst>
                  <a:ext uri="{FF2B5EF4-FFF2-40B4-BE49-F238E27FC236}">
                    <a16:creationId xmlns:a16="http://schemas.microsoft.com/office/drawing/2014/main" id="{7584B731-A7C3-5E0C-8A28-8F1FE76A146B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41">
                <a:extLst>
                  <a:ext uri="{FF2B5EF4-FFF2-40B4-BE49-F238E27FC236}">
                    <a16:creationId xmlns:a16="http://schemas.microsoft.com/office/drawing/2014/main" id="{8F936F79-7DBE-D643-686E-627427B49F95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41">
                <a:extLst>
                  <a:ext uri="{FF2B5EF4-FFF2-40B4-BE49-F238E27FC236}">
                    <a16:creationId xmlns:a16="http://schemas.microsoft.com/office/drawing/2014/main" id="{F7368CC2-8682-4F8F-897A-E72472AF20C4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41">
                <a:extLst>
                  <a:ext uri="{FF2B5EF4-FFF2-40B4-BE49-F238E27FC236}">
                    <a16:creationId xmlns:a16="http://schemas.microsoft.com/office/drawing/2014/main" id="{B9F6F911-85F4-8477-C5FB-700518190DCE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41">
                <a:extLst>
                  <a:ext uri="{FF2B5EF4-FFF2-40B4-BE49-F238E27FC236}">
                    <a16:creationId xmlns:a16="http://schemas.microsoft.com/office/drawing/2014/main" id="{34BDEED1-7CA5-A906-4862-8D4665FCFFF9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41">
                <a:extLst>
                  <a:ext uri="{FF2B5EF4-FFF2-40B4-BE49-F238E27FC236}">
                    <a16:creationId xmlns:a16="http://schemas.microsoft.com/office/drawing/2014/main" id="{80158131-D319-1F19-4273-90EE05C75957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41">
                <a:extLst>
                  <a:ext uri="{FF2B5EF4-FFF2-40B4-BE49-F238E27FC236}">
                    <a16:creationId xmlns:a16="http://schemas.microsoft.com/office/drawing/2014/main" id="{CF95E5B3-FA38-08E2-2FF1-427B096D850A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41">
                <a:extLst>
                  <a:ext uri="{FF2B5EF4-FFF2-40B4-BE49-F238E27FC236}">
                    <a16:creationId xmlns:a16="http://schemas.microsoft.com/office/drawing/2014/main" id="{BDDCB8E9-7EDC-017C-7A19-E568051C3AA1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41">
                <a:extLst>
                  <a:ext uri="{FF2B5EF4-FFF2-40B4-BE49-F238E27FC236}">
                    <a16:creationId xmlns:a16="http://schemas.microsoft.com/office/drawing/2014/main" id="{B9F3C748-04C9-3EBD-0BC1-78E4A13C28A1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41">
                <a:extLst>
                  <a:ext uri="{FF2B5EF4-FFF2-40B4-BE49-F238E27FC236}">
                    <a16:creationId xmlns:a16="http://schemas.microsoft.com/office/drawing/2014/main" id="{79590935-49E8-F676-11D4-7FD2267CD9B9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41">
                <a:extLst>
                  <a:ext uri="{FF2B5EF4-FFF2-40B4-BE49-F238E27FC236}">
                    <a16:creationId xmlns:a16="http://schemas.microsoft.com/office/drawing/2014/main" id="{1A007E43-0D3C-F4A5-77C5-0CCFD0B94CB0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41">
                <a:extLst>
                  <a:ext uri="{FF2B5EF4-FFF2-40B4-BE49-F238E27FC236}">
                    <a16:creationId xmlns:a16="http://schemas.microsoft.com/office/drawing/2014/main" id="{006526B8-A457-8A55-745B-42F06873BC46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1">
                <a:extLst>
                  <a:ext uri="{FF2B5EF4-FFF2-40B4-BE49-F238E27FC236}">
                    <a16:creationId xmlns:a16="http://schemas.microsoft.com/office/drawing/2014/main" id="{9EB6B9C4-47BA-D36C-624E-E30499781FB2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1">
                <a:extLst>
                  <a:ext uri="{FF2B5EF4-FFF2-40B4-BE49-F238E27FC236}">
                    <a16:creationId xmlns:a16="http://schemas.microsoft.com/office/drawing/2014/main" id="{246550AC-F660-B1A4-8C46-1846F338CCB7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1">
                <a:extLst>
                  <a:ext uri="{FF2B5EF4-FFF2-40B4-BE49-F238E27FC236}">
                    <a16:creationId xmlns:a16="http://schemas.microsoft.com/office/drawing/2014/main" id="{4CC8B8F6-CCEC-FB3F-1868-A9D73B71055A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1">
                <a:extLst>
                  <a:ext uri="{FF2B5EF4-FFF2-40B4-BE49-F238E27FC236}">
                    <a16:creationId xmlns:a16="http://schemas.microsoft.com/office/drawing/2014/main" id="{E6D277CA-B85A-6F2D-8ABB-8730D18A74A9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1">
                <a:extLst>
                  <a:ext uri="{FF2B5EF4-FFF2-40B4-BE49-F238E27FC236}">
                    <a16:creationId xmlns:a16="http://schemas.microsoft.com/office/drawing/2014/main" id="{AEA3CDDE-87D0-6EF6-A5E8-6CE0760D3CB2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41">
                <a:extLst>
                  <a:ext uri="{FF2B5EF4-FFF2-40B4-BE49-F238E27FC236}">
                    <a16:creationId xmlns:a16="http://schemas.microsoft.com/office/drawing/2014/main" id="{5533AB68-608C-CE89-5389-42052DB6A2BF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41">
                <a:extLst>
                  <a:ext uri="{FF2B5EF4-FFF2-40B4-BE49-F238E27FC236}">
                    <a16:creationId xmlns:a16="http://schemas.microsoft.com/office/drawing/2014/main" id="{1102A837-2024-D6B1-700A-22A9C401F5C9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41">
                <a:extLst>
                  <a:ext uri="{FF2B5EF4-FFF2-40B4-BE49-F238E27FC236}">
                    <a16:creationId xmlns:a16="http://schemas.microsoft.com/office/drawing/2014/main" id="{1BA36384-8040-ED8D-CA24-3EB7AE83DC57}"/>
                  </a:ext>
                </a:extLst>
              </p:cNvPr>
              <p:cNvSpPr/>
              <p:nvPr/>
            </p:nvSpPr>
            <p:spPr>
              <a:xfrm>
                <a:off x="1857636" y="3739819"/>
                <a:ext cx="79589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24" extrusionOk="0">
                    <a:moveTo>
                      <a:pt x="384" y="0"/>
                    </a:moveTo>
                    <a:cubicBezTo>
                      <a:pt x="351" y="0"/>
                      <a:pt x="317" y="7"/>
                      <a:pt x="288" y="22"/>
                    </a:cubicBezTo>
                    <a:lnTo>
                      <a:pt x="50" y="165"/>
                    </a:lnTo>
                    <a:cubicBezTo>
                      <a:pt x="0" y="195"/>
                      <a:pt x="0" y="245"/>
                      <a:pt x="50" y="274"/>
                    </a:cubicBezTo>
                    <a:lnTo>
                      <a:pt x="266" y="396"/>
                    </a:lnTo>
                    <a:cubicBezTo>
                      <a:pt x="292" y="415"/>
                      <a:pt x="329" y="423"/>
                      <a:pt x="365" y="423"/>
                    </a:cubicBezTo>
                    <a:cubicBezTo>
                      <a:pt x="397" y="423"/>
                      <a:pt x="429" y="416"/>
                      <a:pt x="452" y="403"/>
                    </a:cubicBezTo>
                    <a:lnTo>
                      <a:pt x="697" y="258"/>
                    </a:lnTo>
                    <a:cubicBezTo>
                      <a:pt x="747" y="231"/>
                      <a:pt x="747" y="181"/>
                      <a:pt x="697" y="151"/>
                    </a:cubicBezTo>
                    <a:lnTo>
                      <a:pt x="475" y="22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41">
                <a:extLst>
                  <a:ext uri="{FF2B5EF4-FFF2-40B4-BE49-F238E27FC236}">
                    <a16:creationId xmlns:a16="http://schemas.microsoft.com/office/drawing/2014/main" id="{5BD6602A-C5EA-DBF3-03D7-8E44ED3B9890}"/>
                  </a:ext>
                </a:extLst>
              </p:cNvPr>
              <p:cNvSpPr/>
              <p:nvPr/>
            </p:nvSpPr>
            <p:spPr>
              <a:xfrm>
                <a:off x="1751339" y="3741415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84" y="0"/>
                    </a:moveTo>
                    <a:cubicBezTo>
                      <a:pt x="351" y="0"/>
                      <a:pt x="316" y="7"/>
                      <a:pt x="287" y="21"/>
                    </a:cubicBezTo>
                    <a:lnTo>
                      <a:pt x="57" y="157"/>
                    </a:lnTo>
                    <a:cubicBezTo>
                      <a:pt x="0" y="187"/>
                      <a:pt x="0" y="237"/>
                      <a:pt x="50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0" y="417"/>
                      <a:pt x="434" y="410"/>
                      <a:pt x="459" y="395"/>
                    </a:cubicBezTo>
                    <a:lnTo>
                      <a:pt x="697" y="259"/>
                    </a:lnTo>
                    <a:cubicBezTo>
                      <a:pt x="747" y="230"/>
                      <a:pt x="747" y="180"/>
                      <a:pt x="697" y="150"/>
                    </a:cubicBezTo>
                    <a:lnTo>
                      <a:pt x="475" y="21"/>
                    </a:lnTo>
                    <a:cubicBezTo>
                      <a:pt x="450" y="7"/>
                      <a:pt x="417" y="0"/>
                      <a:pt x="3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41">
                <a:extLst>
                  <a:ext uri="{FF2B5EF4-FFF2-40B4-BE49-F238E27FC236}">
                    <a16:creationId xmlns:a16="http://schemas.microsoft.com/office/drawing/2014/main" id="{C4A96F2C-6413-4314-310B-C9E428E25528}"/>
                  </a:ext>
                </a:extLst>
              </p:cNvPr>
              <p:cNvSpPr/>
              <p:nvPr/>
            </p:nvSpPr>
            <p:spPr>
              <a:xfrm>
                <a:off x="1803263" y="3771207"/>
                <a:ext cx="79589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7" extrusionOk="0">
                    <a:moveTo>
                      <a:pt x="387" y="1"/>
                    </a:moveTo>
                    <a:cubicBezTo>
                      <a:pt x="351" y="1"/>
                      <a:pt x="315" y="10"/>
                      <a:pt x="289" y="29"/>
                    </a:cubicBezTo>
                    <a:lnTo>
                      <a:pt x="58" y="158"/>
                    </a:lnTo>
                    <a:cubicBezTo>
                      <a:pt x="1" y="188"/>
                      <a:pt x="1" y="238"/>
                      <a:pt x="51" y="265"/>
                    </a:cubicBezTo>
                    <a:lnTo>
                      <a:pt x="273" y="395"/>
                    </a:lnTo>
                    <a:cubicBezTo>
                      <a:pt x="299" y="409"/>
                      <a:pt x="334" y="417"/>
                      <a:pt x="368" y="417"/>
                    </a:cubicBezTo>
                    <a:cubicBezTo>
                      <a:pt x="402" y="417"/>
                      <a:pt x="436" y="409"/>
                      <a:pt x="461" y="395"/>
                    </a:cubicBezTo>
                    <a:lnTo>
                      <a:pt x="698" y="258"/>
                    </a:lnTo>
                    <a:cubicBezTo>
                      <a:pt x="748" y="231"/>
                      <a:pt x="748" y="179"/>
                      <a:pt x="698" y="151"/>
                    </a:cubicBezTo>
                    <a:lnTo>
                      <a:pt x="475" y="22"/>
                    </a:lnTo>
                    <a:cubicBezTo>
                      <a:pt x="451" y="8"/>
                      <a:pt x="420" y="1"/>
                      <a:pt x="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41">
                <a:extLst>
                  <a:ext uri="{FF2B5EF4-FFF2-40B4-BE49-F238E27FC236}">
                    <a16:creationId xmlns:a16="http://schemas.microsoft.com/office/drawing/2014/main" id="{EC9B46EF-FB2D-8F7F-C1AF-0FDB9BD27035}"/>
                  </a:ext>
                </a:extLst>
              </p:cNvPr>
              <p:cNvSpPr/>
              <p:nvPr/>
            </p:nvSpPr>
            <p:spPr>
              <a:xfrm>
                <a:off x="1805711" y="3681722"/>
                <a:ext cx="128534" cy="72779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684" extrusionOk="0">
                    <a:moveTo>
                      <a:pt x="845" y="1"/>
                    </a:moveTo>
                    <a:cubicBezTo>
                      <a:pt x="811" y="1"/>
                      <a:pt x="779" y="7"/>
                      <a:pt x="754" y="21"/>
                    </a:cubicBezTo>
                    <a:lnTo>
                      <a:pt x="50" y="425"/>
                    </a:lnTo>
                    <a:cubicBezTo>
                      <a:pt x="0" y="453"/>
                      <a:pt x="0" y="503"/>
                      <a:pt x="50" y="532"/>
                    </a:cubicBezTo>
                    <a:lnTo>
                      <a:pt x="266" y="661"/>
                    </a:lnTo>
                    <a:cubicBezTo>
                      <a:pt x="294" y="676"/>
                      <a:pt x="328" y="683"/>
                      <a:pt x="361" y="683"/>
                    </a:cubicBezTo>
                    <a:cubicBezTo>
                      <a:pt x="395" y="683"/>
                      <a:pt x="427" y="676"/>
                      <a:pt x="452" y="661"/>
                    </a:cubicBezTo>
                    <a:lnTo>
                      <a:pt x="1156" y="259"/>
                    </a:lnTo>
                    <a:cubicBezTo>
                      <a:pt x="1208" y="230"/>
                      <a:pt x="1208" y="180"/>
                      <a:pt x="1156" y="151"/>
                    </a:cubicBezTo>
                    <a:lnTo>
                      <a:pt x="940" y="21"/>
                    </a:lnTo>
                    <a:cubicBezTo>
                      <a:pt x="912" y="7"/>
                      <a:pt x="878" y="1"/>
                      <a:pt x="8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41">
                <a:extLst>
                  <a:ext uri="{FF2B5EF4-FFF2-40B4-BE49-F238E27FC236}">
                    <a16:creationId xmlns:a16="http://schemas.microsoft.com/office/drawing/2014/main" id="{CF07E677-E845-CF98-0822-F3B5694B5CAA}"/>
                  </a:ext>
                </a:extLst>
              </p:cNvPr>
              <p:cNvSpPr/>
              <p:nvPr/>
            </p:nvSpPr>
            <p:spPr>
              <a:xfrm>
                <a:off x="1908816" y="3651823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60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1" y="145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73" y="382"/>
                    </a:lnTo>
                    <a:cubicBezTo>
                      <a:pt x="299" y="396"/>
                      <a:pt x="334" y="404"/>
                      <a:pt x="368" y="404"/>
                    </a:cubicBezTo>
                    <a:cubicBezTo>
                      <a:pt x="402" y="404"/>
                      <a:pt x="436" y="396"/>
                      <a:pt x="461" y="382"/>
                    </a:cubicBezTo>
                    <a:lnTo>
                      <a:pt x="670" y="259"/>
                    </a:lnTo>
                    <a:cubicBezTo>
                      <a:pt x="720" y="232"/>
                      <a:pt x="720" y="180"/>
                      <a:pt x="670" y="152"/>
                    </a:cubicBezTo>
                    <a:lnTo>
                      <a:pt x="454" y="23"/>
                    </a:lnTo>
                    <a:cubicBezTo>
                      <a:pt x="428" y="8"/>
                      <a:pt x="394" y="1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41">
                <a:extLst>
                  <a:ext uri="{FF2B5EF4-FFF2-40B4-BE49-F238E27FC236}">
                    <a16:creationId xmlns:a16="http://schemas.microsoft.com/office/drawing/2014/main" id="{7C97FFED-3783-ED9D-ED0F-881AE61802E4}"/>
                  </a:ext>
                </a:extLst>
              </p:cNvPr>
              <p:cNvSpPr/>
              <p:nvPr/>
            </p:nvSpPr>
            <p:spPr>
              <a:xfrm>
                <a:off x="1843803" y="3567764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96" y="395"/>
                    </a:lnTo>
                    <a:cubicBezTo>
                      <a:pt x="321" y="410"/>
                      <a:pt x="353" y="417"/>
                      <a:pt x="386" y="417"/>
                    </a:cubicBezTo>
                    <a:cubicBezTo>
                      <a:pt x="420" y="417"/>
                      <a:pt x="454" y="410"/>
                      <a:pt x="482" y="395"/>
                    </a:cubicBezTo>
                    <a:lnTo>
                      <a:pt x="691" y="273"/>
                    </a:lnTo>
                    <a:cubicBezTo>
                      <a:pt x="741" y="237"/>
                      <a:pt x="741" y="193"/>
                      <a:pt x="691" y="159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41">
                <a:extLst>
                  <a:ext uri="{FF2B5EF4-FFF2-40B4-BE49-F238E27FC236}">
                    <a16:creationId xmlns:a16="http://schemas.microsoft.com/office/drawing/2014/main" id="{CBB5ECEB-C6DC-9EF1-BA71-64E030E900BB}"/>
                  </a:ext>
                </a:extLst>
              </p:cNvPr>
              <p:cNvSpPr/>
              <p:nvPr/>
            </p:nvSpPr>
            <p:spPr>
              <a:xfrm>
                <a:off x="1791878" y="3597557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58"/>
                    </a:cubicBezTo>
                    <a:lnTo>
                      <a:pt x="287" y="396"/>
                    </a:lnTo>
                    <a:cubicBezTo>
                      <a:pt x="312" y="410"/>
                      <a:pt x="346" y="417"/>
                      <a:pt x="380" y="417"/>
                    </a:cubicBezTo>
                    <a:cubicBezTo>
                      <a:pt x="415" y="417"/>
                      <a:pt x="449" y="410"/>
                      <a:pt x="475" y="396"/>
                    </a:cubicBezTo>
                    <a:lnTo>
                      <a:pt x="698" y="267"/>
                    </a:lnTo>
                    <a:cubicBezTo>
                      <a:pt x="748" y="238"/>
                      <a:pt x="748" y="188"/>
                      <a:pt x="698" y="158"/>
                    </a:cubicBezTo>
                    <a:lnTo>
                      <a:pt x="460" y="22"/>
                    </a:lnTo>
                    <a:cubicBezTo>
                      <a:pt x="435" y="7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41">
                <a:extLst>
                  <a:ext uri="{FF2B5EF4-FFF2-40B4-BE49-F238E27FC236}">
                    <a16:creationId xmlns:a16="http://schemas.microsoft.com/office/drawing/2014/main" id="{09B96C3F-09CB-70F1-A81F-A1D22F56BA59}"/>
                  </a:ext>
                </a:extLst>
              </p:cNvPr>
              <p:cNvSpPr/>
              <p:nvPr/>
            </p:nvSpPr>
            <p:spPr>
              <a:xfrm>
                <a:off x="1879874" y="3451359"/>
                <a:ext cx="54372" cy="30006"/>
              </a:xfrm>
              <a:custGeom>
                <a:avLst/>
                <a:gdLst/>
                <a:ahLst/>
                <a:cxnLst/>
                <a:rect l="l" t="t" r="r" b="b"/>
                <a:pathLst>
                  <a:path w="511" h="282" extrusionOk="0">
                    <a:moveTo>
                      <a:pt x="327" y="1"/>
                    </a:moveTo>
                    <a:cubicBezTo>
                      <a:pt x="294" y="1"/>
                      <a:pt x="261" y="8"/>
                      <a:pt x="236" y="23"/>
                    </a:cubicBezTo>
                    <a:lnTo>
                      <a:pt x="50" y="132"/>
                    </a:lnTo>
                    <a:cubicBezTo>
                      <a:pt x="0" y="159"/>
                      <a:pt x="0" y="209"/>
                      <a:pt x="50" y="239"/>
                    </a:cubicBezTo>
                    <a:lnTo>
                      <a:pt x="86" y="261"/>
                    </a:lnTo>
                    <a:cubicBezTo>
                      <a:pt x="111" y="275"/>
                      <a:pt x="144" y="282"/>
                      <a:pt x="177" y="282"/>
                    </a:cubicBezTo>
                    <a:cubicBezTo>
                      <a:pt x="210" y="282"/>
                      <a:pt x="244" y="275"/>
                      <a:pt x="273" y="261"/>
                    </a:cubicBezTo>
                    <a:lnTo>
                      <a:pt x="452" y="152"/>
                    </a:lnTo>
                    <a:cubicBezTo>
                      <a:pt x="511" y="123"/>
                      <a:pt x="511" y="73"/>
                      <a:pt x="452" y="45"/>
                    </a:cubicBezTo>
                    <a:lnTo>
                      <a:pt x="424" y="23"/>
                    </a:lnTo>
                    <a:cubicBezTo>
                      <a:pt x="395" y="8"/>
                      <a:pt x="361" y="1"/>
                      <a:pt x="3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41">
                <a:extLst>
                  <a:ext uri="{FF2B5EF4-FFF2-40B4-BE49-F238E27FC236}">
                    <a16:creationId xmlns:a16="http://schemas.microsoft.com/office/drawing/2014/main" id="{B3009FE2-7EFB-74C4-95EC-05E4811275C6}"/>
                  </a:ext>
                </a:extLst>
              </p:cNvPr>
              <p:cNvSpPr/>
              <p:nvPr/>
            </p:nvSpPr>
            <p:spPr>
              <a:xfrm>
                <a:off x="1825502" y="3479769"/>
                <a:ext cx="59798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0" extrusionOk="0">
                    <a:moveTo>
                      <a:pt x="382" y="1"/>
                    </a:moveTo>
                    <a:cubicBezTo>
                      <a:pt x="348" y="1"/>
                      <a:pt x="313" y="8"/>
                      <a:pt x="288" y="22"/>
                    </a:cubicBezTo>
                    <a:lnTo>
                      <a:pt x="50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87" y="287"/>
                    </a:lnTo>
                    <a:cubicBezTo>
                      <a:pt x="112" y="302"/>
                      <a:pt x="144" y="309"/>
                      <a:pt x="177" y="309"/>
                    </a:cubicBezTo>
                    <a:cubicBezTo>
                      <a:pt x="210" y="309"/>
                      <a:pt x="244" y="302"/>
                      <a:pt x="273" y="287"/>
                    </a:cubicBezTo>
                    <a:lnTo>
                      <a:pt x="511" y="151"/>
                    </a:lnTo>
                    <a:cubicBezTo>
                      <a:pt x="561" y="123"/>
                      <a:pt x="561" y="72"/>
                      <a:pt x="511" y="44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41">
                <a:extLst>
                  <a:ext uri="{FF2B5EF4-FFF2-40B4-BE49-F238E27FC236}">
                    <a16:creationId xmlns:a16="http://schemas.microsoft.com/office/drawing/2014/main" id="{0E0F910B-9500-0B1B-2A26-B62E6C90539E}"/>
                  </a:ext>
                </a:extLst>
              </p:cNvPr>
              <p:cNvSpPr/>
              <p:nvPr/>
            </p:nvSpPr>
            <p:spPr>
              <a:xfrm>
                <a:off x="1857636" y="3498921"/>
                <a:ext cx="79589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6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7" y="159"/>
                    </a:lnTo>
                    <a:cubicBezTo>
                      <a:pt x="7" y="187"/>
                      <a:pt x="0" y="237"/>
                      <a:pt x="57" y="266"/>
                    </a:cubicBezTo>
                    <a:lnTo>
                      <a:pt x="266" y="388"/>
                    </a:lnTo>
                    <a:cubicBezTo>
                      <a:pt x="291" y="407"/>
                      <a:pt x="325" y="416"/>
                      <a:pt x="359" y="416"/>
                    </a:cubicBezTo>
                    <a:cubicBezTo>
                      <a:pt x="393" y="416"/>
                      <a:pt x="427" y="407"/>
                      <a:pt x="452" y="388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7" y="144"/>
                    </a:cubicBezTo>
                    <a:lnTo>
                      <a:pt x="482" y="21"/>
                    </a:lnTo>
                    <a:cubicBezTo>
                      <a:pt x="457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41">
                <a:extLst>
                  <a:ext uri="{FF2B5EF4-FFF2-40B4-BE49-F238E27FC236}">
                    <a16:creationId xmlns:a16="http://schemas.microsoft.com/office/drawing/2014/main" id="{D87EAA83-A3B7-6AEF-362F-540F7612D889}"/>
                  </a:ext>
                </a:extLst>
              </p:cNvPr>
              <p:cNvSpPr/>
              <p:nvPr/>
            </p:nvSpPr>
            <p:spPr>
              <a:xfrm>
                <a:off x="2012878" y="3411032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1" y="143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6" y="373"/>
                    </a:lnTo>
                    <a:cubicBezTo>
                      <a:pt x="291" y="387"/>
                      <a:pt x="325" y="395"/>
                      <a:pt x="360" y="395"/>
                    </a:cubicBezTo>
                    <a:cubicBezTo>
                      <a:pt x="394" y="395"/>
                      <a:pt x="428" y="387"/>
                      <a:pt x="453" y="373"/>
                    </a:cubicBezTo>
                    <a:lnTo>
                      <a:pt x="661" y="252"/>
                    </a:lnTo>
                    <a:cubicBezTo>
                      <a:pt x="718" y="223"/>
                      <a:pt x="718" y="173"/>
                      <a:pt x="661" y="143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41">
                <a:extLst>
                  <a:ext uri="{FF2B5EF4-FFF2-40B4-BE49-F238E27FC236}">
                    <a16:creationId xmlns:a16="http://schemas.microsoft.com/office/drawing/2014/main" id="{0CB2C051-B0D5-34B1-9E0E-DDFAC01B033E}"/>
                  </a:ext>
                </a:extLst>
              </p:cNvPr>
              <p:cNvSpPr/>
              <p:nvPr/>
            </p:nvSpPr>
            <p:spPr>
              <a:xfrm>
                <a:off x="1960740" y="3440719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3" y="152"/>
                    </a:lnTo>
                    <a:cubicBezTo>
                      <a:pt x="1" y="180"/>
                      <a:pt x="1" y="232"/>
                      <a:pt x="53" y="259"/>
                    </a:cubicBezTo>
                    <a:lnTo>
                      <a:pt x="260" y="382"/>
                    </a:lnTo>
                    <a:cubicBezTo>
                      <a:pt x="289" y="396"/>
                      <a:pt x="323" y="404"/>
                      <a:pt x="357" y="404"/>
                    </a:cubicBezTo>
                    <a:cubicBezTo>
                      <a:pt x="390" y="404"/>
                      <a:pt x="423" y="396"/>
                      <a:pt x="448" y="382"/>
                    </a:cubicBezTo>
                    <a:lnTo>
                      <a:pt x="670" y="252"/>
                    </a:lnTo>
                    <a:cubicBezTo>
                      <a:pt x="720" y="223"/>
                      <a:pt x="727" y="173"/>
                      <a:pt x="670" y="145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41">
                <a:extLst>
                  <a:ext uri="{FF2B5EF4-FFF2-40B4-BE49-F238E27FC236}">
                    <a16:creationId xmlns:a16="http://schemas.microsoft.com/office/drawing/2014/main" id="{28228D37-4B3D-66F0-DF0F-9BD6A3DC9AE3}"/>
                  </a:ext>
                </a:extLst>
              </p:cNvPr>
              <p:cNvSpPr/>
              <p:nvPr/>
            </p:nvSpPr>
            <p:spPr>
              <a:xfrm>
                <a:off x="2260691" y="3327506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53" y="1"/>
                    </a:moveTo>
                    <a:cubicBezTo>
                      <a:pt x="318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4"/>
                      <a:pt x="1" y="224"/>
                      <a:pt x="51" y="252"/>
                    </a:cubicBezTo>
                    <a:lnTo>
                      <a:pt x="287" y="390"/>
                    </a:lnTo>
                    <a:cubicBezTo>
                      <a:pt x="313" y="404"/>
                      <a:pt x="347" y="411"/>
                      <a:pt x="382" y="411"/>
                    </a:cubicBezTo>
                    <a:cubicBezTo>
                      <a:pt x="416" y="411"/>
                      <a:pt x="450" y="404"/>
                      <a:pt x="475" y="390"/>
                    </a:cubicBezTo>
                    <a:lnTo>
                      <a:pt x="684" y="267"/>
                    </a:lnTo>
                    <a:cubicBezTo>
                      <a:pt x="741" y="238"/>
                      <a:pt x="741" y="188"/>
                      <a:pt x="684" y="159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41">
                <a:extLst>
                  <a:ext uri="{FF2B5EF4-FFF2-40B4-BE49-F238E27FC236}">
                    <a16:creationId xmlns:a16="http://schemas.microsoft.com/office/drawing/2014/main" id="{0209E62B-C094-48FC-1FA4-1BADB8E47BC7}"/>
                  </a:ext>
                </a:extLst>
              </p:cNvPr>
              <p:cNvSpPr/>
              <p:nvPr/>
            </p:nvSpPr>
            <p:spPr>
              <a:xfrm>
                <a:off x="2223237" y="3290052"/>
                <a:ext cx="75759" cy="42242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7" extrusionOk="0">
                    <a:moveTo>
                      <a:pt x="353" y="1"/>
                    </a:moveTo>
                    <a:cubicBezTo>
                      <a:pt x="319" y="1"/>
                      <a:pt x="284" y="8"/>
                      <a:pt x="259" y="23"/>
                    </a:cubicBezTo>
                    <a:lnTo>
                      <a:pt x="51" y="145"/>
                    </a:lnTo>
                    <a:cubicBezTo>
                      <a:pt x="1" y="173"/>
                      <a:pt x="1" y="224"/>
                      <a:pt x="51" y="252"/>
                    </a:cubicBezTo>
                    <a:lnTo>
                      <a:pt x="259" y="375"/>
                    </a:lnTo>
                    <a:cubicBezTo>
                      <a:pt x="284" y="389"/>
                      <a:pt x="319" y="396"/>
                      <a:pt x="353" y="396"/>
                    </a:cubicBezTo>
                    <a:cubicBezTo>
                      <a:pt x="387" y="396"/>
                      <a:pt x="421" y="389"/>
                      <a:pt x="446" y="375"/>
                    </a:cubicBezTo>
                    <a:lnTo>
                      <a:pt x="661" y="252"/>
                    </a:lnTo>
                    <a:cubicBezTo>
                      <a:pt x="711" y="224"/>
                      <a:pt x="711" y="173"/>
                      <a:pt x="661" y="145"/>
                    </a:cubicBezTo>
                    <a:lnTo>
                      <a:pt x="446" y="23"/>
                    </a:lnTo>
                    <a:cubicBezTo>
                      <a:pt x="421" y="8"/>
                      <a:pt x="387" y="1"/>
                      <a:pt x="3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41">
                <a:extLst>
                  <a:ext uri="{FF2B5EF4-FFF2-40B4-BE49-F238E27FC236}">
                    <a16:creationId xmlns:a16="http://schemas.microsoft.com/office/drawing/2014/main" id="{44A50617-4371-39C3-1033-09EFF56C2637}"/>
                  </a:ext>
                </a:extLst>
              </p:cNvPr>
              <p:cNvSpPr/>
              <p:nvPr/>
            </p:nvSpPr>
            <p:spPr>
              <a:xfrm>
                <a:off x="2190252" y="3271006"/>
                <a:ext cx="57564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41" h="295" extrusionOk="0">
                    <a:moveTo>
                      <a:pt x="356" y="0"/>
                    </a:moveTo>
                    <a:cubicBezTo>
                      <a:pt x="323" y="0"/>
                      <a:pt x="288" y="8"/>
                      <a:pt x="259" y="22"/>
                    </a:cubicBezTo>
                    <a:lnTo>
                      <a:pt x="52" y="145"/>
                    </a:lnTo>
                    <a:cubicBezTo>
                      <a:pt x="0" y="172"/>
                      <a:pt x="0" y="222"/>
                      <a:pt x="52" y="252"/>
                    </a:cubicBezTo>
                    <a:lnTo>
                      <a:pt x="86" y="274"/>
                    </a:lnTo>
                    <a:cubicBezTo>
                      <a:pt x="112" y="288"/>
                      <a:pt x="147" y="295"/>
                      <a:pt x="181" y="295"/>
                    </a:cubicBezTo>
                    <a:cubicBezTo>
                      <a:pt x="215" y="295"/>
                      <a:pt x="249" y="288"/>
                      <a:pt x="274" y="274"/>
                    </a:cubicBezTo>
                    <a:lnTo>
                      <a:pt x="483" y="152"/>
                    </a:lnTo>
                    <a:cubicBezTo>
                      <a:pt x="533" y="122"/>
                      <a:pt x="540" y="72"/>
                      <a:pt x="483" y="43"/>
                    </a:cubicBezTo>
                    <a:lnTo>
                      <a:pt x="447" y="22"/>
                    </a:lnTo>
                    <a:cubicBezTo>
                      <a:pt x="422" y="8"/>
                      <a:pt x="390" y="0"/>
                      <a:pt x="3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41">
                <a:extLst>
                  <a:ext uri="{FF2B5EF4-FFF2-40B4-BE49-F238E27FC236}">
                    <a16:creationId xmlns:a16="http://schemas.microsoft.com/office/drawing/2014/main" id="{BF85F298-57CD-0075-A7D7-5ACC58F364EF}"/>
                  </a:ext>
                </a:extLst>
              </p:cNvPr>
              <p:cNvSpPr/>
              <p:nvPr/>
            </p:nvSpPr>
            <p:spPr>
              <a:xfrm>
                <a:off x="2137583" y="3300160"/>
                <a:ext cx="58202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02" extrusionOk="0">
                    <a:moveTo>
                      <a:pt x="366" y="0"/>
                    </a:moveTo>
                    <a:cubicBezTo>
                      <a:pt x="332" y="0"/>
                      <a:pt x="298" y="10"/>
                      <a:pt x="273" y="28"/>
                    </a:cubicBezTo>
                    <a:lnTo>
                      <a:pt x="57" y="150"/>
                    </a:lnTo>
                    <a:cubicBezTo>
                      <a:pt x="0" y="179"/>
                      <a:pt x="0" y="229"/>
                      <a:pt x="57" y="259"/>
                    </a:cubicBezTo>
                    <a:lnTo>
                      <a:pt x="86" y="280"/>
                    </a:lnTo>
                    <a:cubicBezTo>
                      <a:pt x="111" y="294"/>
                      <a:pt x="145" y="301"/>
                      <a:pt x="179" y="301"/>
                    </a:cubicBezTo>
                    <a:cubicBezTo>
                      <a:pt x="214" y="301"/>
                      <a:pt x="248" y="294"/>
                      <a:pt x="273" y="280"/>
                    </a:cubicBezTo>
                    <a:lnTo>
                      <a:pt x="495" y="150"/>
                    </a:lnTo>
                    <a:cubicBezTo>
                      <a:pt x="547" y="121"/>
                      <a:pt x="547" y="71"/>
                      <a:pt x="495" y="43"/>
                    </a:cubicBezTo>
                    <a:lnTo>
                      <a:pt x="461" y="28"/>
                    </a:lnTo>
                    <a:cubicBezTo>
                      <a:pt x="435" y="10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41">
                <a:extLst>
                  <a:ext uri="{FF2B5EF4-FFF2-40B4-BE49-F238E27FC236}">
                    <a16:creationId xmlns:a16="http://schemas.microsoft.com/office/drawing/2014/main" id="{632B8DD5-2B52-CB26-8EFA-E9752F0F0F0E}"/>
                  </a:ext>
                </a:extLst>
              </p:cNvPr>
              <p:cNvSpPr/>
              <p:nvPr/>
            </p:nvSpPr>
            <p:spPr>
              <a:xfrm>
                <a:off x="1979999" y="3391773"/>
                <a:ext cx="57457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40" h="297" extrusionOk="0">
                    <a:moveTo>
                      <a:pt x="360" y="0"/>
                    </a:moveTo>
                    <a:cubicBezTo>
                      <a:pt x="326" y="0"/>
                      <a:pt x="292" y="8"/>
                      <a:pt x="267" y="22"/>
                    </a:cubicBezTo>
                    <a:lnTo>
                      <a:pt x="58" y="145"/>
                    </a:lnTo>
                    <a:cubicBezTo>
                      <a:pt x="1" y="174"/>
                      <a:pt x="1" y="224"/>
                      <a:pt x="58" y="252"/>
                    </a:cubicBezTo>
                    <a:lnTo>
                      <a:pt x="87" y="274"/>
                    </a:lnTo>
                    <a:cubicBezTo>
                      <a:pt x="112" y="289"/>
                      <a:pt x="146" y="296"/>
                      <a:pt x="180" y="296"/>
                    </a:cubicBezTo>
                    <a:cubicBezTo>
                      <a:pt x="214" y="296"/>
                      <a:pt x="248" y="289"/>
                      <a:pt x="273" y="274"/>
                    </a:cubicBezTo>
                    <a:lnTo>
                      <a:pt x="489" y="152"/>
                    </a:lnTo>
                    <a:cubicBezTo>
                      <a:pt x="539" y="122"/>
                      <a:pt x="539" y="72"/>
                      <a:pt x="489" y="45"/>
                    </a:cubicBezTo>
                    <a:lnTo>
                      <a:pt x="453" y="22"/>
                    </a:lnTo>
                    <a:cubicBezTo>
                      <a:pt x="428" y="8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41">
                <a:extLst>
                  <a:ext uri="{FF2B5EF4-FFF2-40B4-BE49-F238E27FC236}">
                    <a16:creationId xmlns:a16="http://schemas.microsoft.com/office/drawing/2014/main" id="{410F2330-8DA8-F28E-B10A-D50EC65EC8C3}"/>
                  </a:ext>
                </a:extLst>
              </p:cNvPr>
              <p:cNvSpPr/>
              <p:nvPr/>
            </p:nvSpPr>
            <p:spPr>
              <a:xfrm>
                <a:off x="2085551" y="3330591"/>
                <a:ext cx="58096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301" extrusionOk="0">
                    <a:moveTo>
                      <a:pt x="367" y="1"/>
                    </a:moveTo>
                    <a:cubicBezTo>
                      <a:pt x="333" y="1"/>
                      <a:pt x="298" y="8"/>
                      <a:pt x="273" y="23"/>
                    </a:cubicBezTo>
                    <a:lnTo>
                      <a:pt x="58" y="152"/>
                    </a:lnTo>
                    <a:cubicBezTo>
                      <a:pt x="1" y="180"/>
                      <a:pt x="1" y="223"/>
                      <a:pt x="58" y="259"/>
                    </a:cubicBezTo>
                    <a:lnTo>
                      <a:pt x="87" y="275"/>
                    </a:lnTo>
                    <a:cubicBezTo>
                      <a:pt x="116" y="292"/>
                      <a:pt x="150" y="301"/>
                      <a:pt x="183" y="301"/>
                    </a:cubicBezTo>
                    <a:cubicBezTo>
                      <a:pt x="216" y="301"/>
                      <a:pt x="248" y="292"/>
                      <a:pt x="273" y="275"/>
                    </a:cubicBezTo>
                    <a:lnTo>
                      <a:pt x="496" y="152"/>
                    </a:lnTo>
                    <a:cubicBezTo>
                      <a:pt x="546" y="123"/>
                      <a:pt x="546" y="73"/>
                      <a:pt x="496" y="44"/>
                    </a:cubicBezTo>
                    <a:lnTo>
                      <a:pt x="460" y="23"/>
                    </a:lnTo>
                    <a:cubicBezTo>
                      <a:pt x="435" y="8"/>
                      <a:pt x="401" y="1"/>
                      <a:pt x="3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41">
                <a:extLst>
                  <a:ext uri="{FF2B5EF4-FFF2-40B4-BE49-F238E27FC236}">
                    <a16:creationId xmlns:a16="http://schemas.microsoft.com/office/drawing/2014/main" id="{B0160E25-878C-6053-A560-92A212316618}"/>
                  </a:ext>
                </a:extLst>
              </p:cNvPr>
              <p:cNvSpPr/>
              <p:nvPr/>
            </p:nvSpPr>
            <p:spPr>
              <a:xfrm>
                <a:off x="2170355" y="3319206"/>
                <a:ext cx="77461" cy="4341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8" extrusionOk="0">
                    <a:moveTo>
                      <a:pt x="368" y="0"/>
                    </a:moveTo>
                    <a:cubicBezTo>
                      <a:pt x="334" y="0"/>
                      <a:pt x="299" y="7"/>
                      <a:pt x="273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7" y="382"/>
                    </a:lnTo>
                    <a:cubicBezTo>
                      <a:pt x="292" y="399"/>
                      <a:pt x="326" y="408"/>
                      <a:pt x="360" y="408"/>
                    </a:cubicBezTo>
                    <a:cubicBezTo>
                      <a:pt x="394" y="408"/>
                      <a:pt x="429" y="399"/>
                      <a:pt x="455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1" y="21"/>
                    </a:lnTo>
                    <a:cubicBezTo>
                      <a:pt x="436" y="7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41">
                <a:extLst>
                  <a:ext uri="{FF2B5EF4-FFF2-40B4-BE49-F238E27FC236}">
                    <a16:creationId xmlns:a16="http://schemas.microsoft.com/office/drawing/2014/main" id="{090CFC45-9CF0-213B-5EDD-E767C5DB79DA}"/>
                  </a:ext>
                </a:extLst>
              </p:cNvPr>
              <p:cNvSpPr/>
              <p:nvPr/>
            </p:nvSpPr>
            <p:spPr>
              <a:xfrm>
                <a:off x="2118430" y="3349744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6" y="0"/>
                    </a:moveTo>
                    <a:cubicBezTo>
                      <a:pt x="332" y="0"/>
                      <a:pt x="298" y="8"/>
                      <a:pt x="273" y="22"/>
                    </a:cubicBezTo>
                    <a:lnTo>
                      <a:pt x="58" y="145"/>
                    </a:lnTo>
                    <a:cubicBezTo>
                      <a:pt x="1" y="181"/>
                      <a:pt x="1" y="224"/>
                      <a:pt x="51" y="259"/>
                    </a:cubicBezTo>
                    <a:lnTo>
                      <a:pt x="266" y="381"/>
                    </a:lnTo>
                    <a:cubicBezTo>
                      <a:pt x="291" y="396"/>
                      <a:pt x="325" y="403"/>
                      <a:pt x="359" y="403"/>
                    </a:cubicBezTo>
                    <a:cubicBezTo>
                      <a:pt x="394" y="403"/>
                      <a:pt x="428" y="396"/>
                      <a:pt x="453" y="381"/>
                    </a:cubicBezTo>
                    <a:lnTo>
                      <a:pt x="668" y="252"/>
                    </a:lnTo>
                    <a:cubicBezTo>
                      <a:pt x="718" y="224"/>
                      <a:pt x="727" y="172"/>
                      <a:pt x="668" y="145"/>
                    </a:cubicBezTo>
                    <a:lnTo>
                      <a:pt x="460" y="22"/>
                    </a:lnTo>
                    <a:cubicBezTo>
                      <a:pt x="435" y="8"/>
                      <a:pt x="400" y="0"/>
                      <a:pt x="3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41">
                <a:extLst>
                  <a:ext uri="{FF2B5EF4-FFF2-40B4-BE49-F238E27FC236}">
                    <a16:creationId xmlns:a16="http://schemas.microsoft.com/office/drawing/2014/main" id="{8F047952-D19E-91A3-0B9D-1C5A8054CE54}"/>
                  </a:ext>
                </a:extLst>
              </p:cNvPr>
              <p:cNvSpPr/>
              <p:nvPr/>
            </p:nvSpPr>
            <p:spPr>
              <a:xfrm>
                <a:off x="2031286" y="3360491"/>
                <a:ext cx="60437" cy="3351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315" extrusionOk="0">
                    <a:moveTo>
                      <a:pt x="388" y="1"/>
                    </a:moveTo>
                    <a:cubicBezTo>
                      <a:pt x="354" y="1"/>
                      <a:pt x="320" y="7"/>
                      <a:pt x="295" y="21"/>
                    </a:cubicBezTo>
                    <a:lnTo>
                      <a:pt x="57" y="166"/>
                    </a:lnTo>
                    <a:cubicBezTo>
                      <a:pt x="7" y="194"/>
                      <a:pt x="0" y="237"/>
                      <a:pt x="57" y="273"/>
                    </a:cubicBezTo>
                    <a:lnTo>
                      <a:pt x="86" y="287"/>
                    </a:lnTo>
                    <a:cubicBezTo>
                      <a:pt x="115" y="305"/>
                      <a:pt x="149" y="314"/>
                      <a:pt x="182" y="314"/>
                    </a:cubicBezTo>
                    <a:cubicBezTo>
                      <a:pt x="215" y="314"/>
                      <a:pt x="248" y="305"/>
                      <a:pt x="273" y="287"/>
                    </a:cubicBezTo>
                    <a:lnTo>
                      <a:pt x="518" y="151"/>
                    </a:lnTo>
                    <a:cubicBezTo>
                      <a:pt x="568" y="123"/>
                      <a:pt x="568" y="71"/>
                      <a:pt x="518" y="44"/>
                    </a:cubicBezTo>
                    <a:lnTo>
                      <a:pt x="482" y="21"/>
                    </a:lnTo>
                    <a:cubicBezTo>
                      <a:pt x="457" y="7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1">
                <a:extLst>
                  <a:ext uri="{FF2B5EF4-FFF2-40B4-BE49-F238E27FC236}">
                    <a16:creationId xmlns:a16="http://schemas.microsoft.com/office/drawing/2014/main" id="{CAD064F9-0092-B791-AFDF-BB70E9FE1E6B}"/>
                  </a:ext>
                </a:extLst>
              </p:cNvPr>
              <p:cNvSpPr/>
              <p:nvPr/>
            </p:nvSpPr>
            <p:spPr>
              <a:xfrm>
                <a:off x="2064164" y="3379643"/>
                <a:ext cx="79483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7" h="418" extrusionOk="0">
                    <a:moveTo>
                      <a:pt x="388" y="0"/>
                    </a:moveTo>
                    <a:cubicBezTo>
                      <a:pt x="354" y="0"/>
                      <a:pt x="320" y="7"/>
                      <a:pt x="295" y="21"/>
                    </a:cubicBezTo>
                    <a:lnTo>
                      <a:pt x="50" y="159"/>
                    </a:lnTo>
                    <a:cubicBezTo>
                      <a:pt x="0" y="193"/>
                      <a:pt x="0" y="236"/>
                      <a:pt x="50" y="266"/>
                    </a:cubicBezTo>
                    <a:lnTo>
                      <a:pt x="266" y="395"/>
                    </a:lnTo>
                    <a:cubicBezTo>
                      <a:pt x="291" y="410"/>
                      <a:pt x="325" y="417"/>
                      <a:pt x="359" y="417"/>
                    </a:cubicBezTo>
                    <a:cubicBezTo>
                      <a:pt x="393" y="417"/>
                      <a:pt x="427" y="410"/>
                      <a:pt x="452" y="395"/>
                    </a:cubicBezTo>
                    <a:lnTo>
                      <a:pt x="690" y="252"/>
                    </a:lnTo>
                    <a:cubicBezTo>
                      <a:pt x="747" y="223"/>
                      <a:pt x="747" y="173"/>
                      <a:pt x="690" y="143"/>
                    </a:cubicBezTo>
                    <a:lnTo>
                      <a:pt x="481" y="21"/>
                    </a:lnTo>
                    <a:cubicBezTo>
                      <a:pt x="456" y="7"/>
                      <a:pt x="422" y="0"/>
                      <a:pt x="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1">
                <a:extLst>
                  <a:ext uri="{FF2B5EF4-FFF2-40B4-BE49-F238E27FC236}">
                    <a16:creationId xmlns:a16="http://schemas.microsoft.com/office/drawing/2014/main" id="{A21A9C29-37CE-58A7-22E6-962450E099DF}"/>
                  </a:ext>
                </a:extLst>
              </p:cNvPr>
              <p:cNvSpPr/>
              <p:nvPr/>
            </p:nvSpPr>
            <p:spPr>
              <a:xfrm>
                <a:off x="2347197" y="3337720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8" y="1"/>
                    </a:moveTo>
                    <a:cubicBezTo>
                      <a:pt x="354" y="1"/>
                      <a:pt x="319" y="9"/>
                      <a:pt x="293" y="27"/>
                    </a:cubicBezTo>
                    <a:lnTo>
                      <a:pt x="57" y="165"/>
                    </a:lnTo>
                    <a:cubicBezTo>
                      <a:pt x="0" y="192"/>
                      <a:pt x="0" y="242"/>
                      <a:pt x="57" y="272"/>
                    </a:cubicBezTo>
                    <a:lnTo>
                      <a:pt x="266" y="394"/>
                    </a:lnTo>
                    <a:cubicBezTo>
                      <a:pt x="291" y="409"/>
                      <a:pt x="325" y="416"/>
                      <a:pt x="359" y="416"/>
                    </a:cubicBezTo>
                    <a:cubicBezTo>
                      <a:pt x="393" y="416"/>
                      <a:pt x="427" y="409"/>
                      <a:pt x="452" y="394"/>
                    </a:cubicBezTo>
                    <a:lnTo>
                      <a:pt x="690" y="258"/>
                    </a:lnTo>
                    <a:cubicBezTo>
                      <a:pt x="740" y="228"/>
                      <a:pt x="740" y="178"/>
                      <a:pt x="690" y="149"/>
                    </a:cubicBezTo>
                    <a:lnTo>
                      <a:pt x="481" y="27"/>
                    </a:lnTo>
                    <a:cubicBezTo>
                      <a:pt x="456" y="9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41">
                <a:extLst>
                  <a:ext uri="{FF2B5EF4-FFF2-40B4-BE49-F238E27FC236}">
                    <a16:creationId xmlns:a16="http://schemas.microsoft.com/office/drawing/2014/main" id="{95AB0D94-6266-1B35-D914-8DAC6127DD50}"/>
                  </a:ext>
                </a:extLst>
              </p:cNvPr>
              <p:cNvSpPr/>
              <p:nvPr/>
            </p:nvSpPr>
            <p:spPr>
              <a:xfrm>
                <a:off x="2295804" y="3369003"/>
                <a:ext cx="7586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02" extrusionOk="0">
                    <a:moveTo>
                      <a:pt x="361" y="0"/>
                    </a:moveTo>
                    <a:cubicBezTo>
                      <a:pt x="327" y="0"/>
                      <a:pt x="293" y="9"/>
                      <a:pt x="268" y="28"/>
                    </a:cubicBezTo>
                    <a:lnTo>
                      <a:pt x="59" y="150"/>
                    </a:lnTo>
                    <a:cubicBezTo>
                      <a:pt x="0" y="179"/>
                      <a:pt x="0" y="229"/>
                      <a:pt x="52" y="259"/>
                    </a:cubicBezTo>
                    <a:lnTo>
                      <a:pt x="268" y="379"/>
                    </a:lnTo>
                    <a:cubicBezTo>
                      <a:pt x="293" y="394"/>
                      <a:pt x="327" y="401"/>
                      <a:pt x="361" y="401"/>
                    </a:cubicBezTo>
                    <a:cubicBezTo>
                      <a:pt x="395" y="401"/>
                      <a:pt x="429" y="394"/>
                      <a:pt x="454" y="379"/>
                    </a:cubicBezTo>
                    <a:lnTo>
                      <a:pt x="663" y="259"/>
                    </a:lnTo>
                    <a:cubicBezTo>
                      <a:pt x="713" y="229"/>
                      <a:pt x="713" y="179"/>
                      <a:pt x="663" y="150"/>
                    </a:cubicBezTo>
                    <a:lnTo>
                      <a:pt x="454" y="28"/>
                    </a:lnTo>
                    <a:cubicBezTo>
                      <a:pt x="429" y="9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41">
                <a:extLst>
                  <a:ext uri="{FF2B5EF4-FFF2-40B4-BE49-F238E27FC236}">
                    <a16:creationId xmlns:a16="http://schemas.microsoft.com/office/drawing/2014/main" id="{73D39765-C570-488A-30C6-F51967EE6E63}"/>
                  </a:ext>
                </a:extLst>
              </p:cNvPr>
              <p:cNvSpPr/>
              <p:nvPr/>
            </p:nvSpPr>
            <p:spPr>
              <a:xfrm>
                <a:off x="2207809" y="3357405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1" y="143"/>
                    </a:lnTo>
                    <a:cubicBezTo>
                      <a:pt x="1" y="180"/>
                      <a:pt x="1" y="223"/>
                      <a:pt x="51" y="259"/>
                    </a:cubicBezTo>
                    <a:lnTo>
                      <a:pt x="289" y="395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8" y="417"/>
                      <a:pt x="450" y="410"/>
                      <a:pt x="475" y="395"/>
                    </a:cubicBezTo>
                    <a:lnTo>
                      <a:pt x="698" y="266"/>
                    </a:lnTo>
                    <a:cubicBezTo>
                      <a:pt x="749" y="238"/>
                      <a:pt x="749" y="187"/>
                      <a:pt x="698" y="159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41">
                <a:extLst>
                  <a:ext uri="{FF2B5EF4-FFF2-40B4-BE49-F238E27FC236}">
                    <a16:creationId xmlns:a16="http://schemas.microsoft.com/office/drawing/2014/main" id="{0C4AB980-E3CE-12C6-495D-96330373FDB2}"/>
                  </a:ext>
                </a:extLst>
              </p:cNvPr>
              <p:cNvSpPr/>
              <p:nvPr/>
            </p:nvSpPr>
            <p:spPr>
              <a:xfrm>
                <a:off x="2155884" y="3387198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7" y="0"/>
                    </a:moveTo>
                    <a:cubicBezTo>
                      <a:pt x="332" y="0"/>
                      <a:pt x="298" y="7"/>
                      <a:pt x="273" y="22"/>
                    </a:cubicBezTo>
                    <a:lnTo>
                      <a:pt x="51" y="152"/>
                    </a:lnTo>
                    <a:cubicBezTo>
                      <a:pt x="1" y="181"/>
                      <a:pt x="1" y="231"/>
                      <a:pt x="51" y="260"/>
                    </a:cubicBezTo>
                    <a:lnTo>
                      <a:pt x="289" y="397"/>
                    </a:lnTo>
                    <a:cubicBezTo>
                      <a:pt x="317" y="410"/>
                      <a:pt x="351" y="417"/>
                      <a:pt x="385" y="417"/>
                    </a:cubicBezTo>
                    <a:cubicBezTo>
                      <a:pt x="419" y="417"/>
                      <a:pt x="453" y="410"/>
                      <a:pt x="482" y="397"/>
                    </a:cubicBezTo>
                    <a:lnTo>
                      <a:pt x="698" y="267"/>
                    </a:lnTo>
                    <a:cubicBezTo>
                      <a:pt x="748" y="238"/>
                      <a:pt x="748" y="195"/>
                      <a:pt x="698" y="158"/>
                    </a:cubicBezTo>
                    <a:lnTo>
                      <a:pt x="461" y="22"/>
                    </a:lnTo>
                    <a:cubicBezTo>
                      <a:pt x="435" y="7"/>
                      <a:pt x="401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1">
                <a:extLst>
                  <a:ext uri="{FF2B5EF4-FFF2-40B4-BE49-F238E27FC236}">
                    <a16:creationId xmlns:a16="http://schemas.microsoft.com/office/drawing/2014/main" id="{0089F521-808C-E37F-9DF6-27391A4D40D9}"/>
                  </a:ext>
                </a:extLst>
              </p:cNvPr>
              <p:cNvSpPr/>
              <p:nvPr/>
            </p:nvSpPr>
            <p:spPr>
              <a:xfrm>
                <a:off x="2101512" y="3417097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66"/>
                    </a:lnTo>
                    <a:cubicBezTo>
                      <a:pt x="1" y="195"/>
                      <a:pt x="1" y="245"/>
                      <a:pt x="51" y="272"/>
                    </a:cubicBezTo>
                    <a:lnTo>
                      <a:pt x="289" y="411"/>
                    </a:lnTo>
                    <a:cubicBezTo>
                      <a:pt x="318" y="424"/>
                      <a:pt x="352" y="431"/>
                      <a:pt x="386" y="431"/>
                    </a:cubicBezTo>
                    <a:cubicBezTo>
                      <a:pt x="420" y="431"/>
                      <a:pt x="454" y="424"/>
                      <a:pt x="482" y="411"/>
                    </a:cubicBezTo>
                    <a:lnTo>
                      <a:pt x="720" y="272"/>
                    </a:lnTo>
                    <a:cubicBezTo>
                      <a:pt x="770" y="245"/>
                      <a:pt x="770" y="195"/>
                      <a:pt x="720" y="166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41">
                <a:extLst>
                  <a:ext uri="{FF2B5EF4-FFF2-40B4-BE49-F238E27FC236}">
                    <a16:creationId xmlns:a16="http://schemas.microsoft.com/office/drawing/2014/main" id="{56F90E17-61C2-E16D-8CC6-93F742E62782}"/>
                  </a:ext>
                </a:extLst>
              </p:cNvPr>
              <p:cNvSpPr/>
              <p:nvPr/>
            </p:nvSpPr>
            <p:spPr>
              <a:xfrm>
                <a:off x="2191848" y="3429334"/>
                <a:ext cx="76503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19" h="401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59" y="373"/>
                    </a:lnTo>
                    <a:cubicBezTo>
                      <a:pt x="284" y="391"/>
                      <a:pt x="319" y="400"/>
                      <a:pt x="353" y="400"/>
                    </a:cubicBezTo>
                    <a:cubicBezTo>
                      <a:pt x="387" y="400"/>
                      <a:pt x="421" y="391"/>
                      <a:pt x="446" y="373"/>
                    </a:cubicBezTo>
                    <a:lnTo>
                      <a:pt x="668" y="252"/>
                    </a:lnTo>
                    <a:cubicBezTo>
                      <a:pt x="718" y="223"/>
                      <a:pt x="718" y="173"/>
                      <a:pt x="668" y="144"/>
                    </a:cubicBezTo>
                    <a:lnTo>
                      <a:pt x="460" y="21"/>
                    </a:lnTo>
                    <a:cubicBezTo>
                      <a:pt x="431" y="7"/>
                      <a:pt x="397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41">
                <a:extLst>
                  <a:ext uri="{FF2B5EF4-FFF2-40B4-BE49-F238E27FC236}">
                    <a16:creationId xmlns:a16="http://schemas.microsoft.com/office/drawing/2014/main" id="{EB8FC45C-2D93-2A4F-082C-D0DAE3A5868D}"/>
                  </a:ext>
                </a:extLst>
              </p:cNvPr>
              <p:cNvSpPr/>
              <p:nvPr/>
            </p:nvSpPr>
            <p:spPr>
              <a:xfrm>
                <a:off x="2050332" y="3448380"/>
                <a:ext cx="7884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8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1" y="144"/>
                    </a:lnTo>
                    <a:cubicBezTo>
                      <a:pt x="1" y="173"/>
                      <a:pt x="1" y="223"/>
                      <a:pt x="51" y="253"/>
                    </a:cubicBezTo>
                    <a:lnTo>
                      <a:pt x="289" y="396"/>
                    </a:lnTo>
                    <a:cubicBezTo>
                      <a:pt x="317" y="411"/>
                      <a:pt x="351" y="418"/>
                      <a:pt x="384" y="418"/>
                    </a:cubicBezTo>
                    <a:cubicBezTo>
                      <a:pt x="418" y="418"/>
                      <a:pt x="450" y="411"/>
                      <a:pt x="475" y="396"/>
                    </a:cubicBezTo>
                    <a:lnTo>
                      <a:pt x="691" y="273"/>
                    </a:lnTo>
                    <a:cubicBezTo>
                      <a:pt x="741" y="237"/>
                      <a:pt x="741" y="194"/>
                      <a:pt x="691" y="167"/>
                    </a:cubicBezTo>
                    <a:lnTo>
                      <a:pt x="453" y="22"/>
                    </a:lnTo>
                    <a:cubicBezTo>
                      <a:pt x="428" y="8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41">
                <a:extLst>
                  <a:ext uri="{FF2B5EF4-FFF2-40B4-BE49-F238E27FC236}">
                    <a16:creationId xmlns:a16="http://schemas.microsoft.com/office/drawing/2014/main" id="{078AA169-B0BF-C977-D01A-D62D6E47CDED}"/>
                  </a:ext>
                </a:extLst>
              </p:cNvPr>
              <p:cNvSpPr/>
              <p:nvPr/>
            </p:nvSpPr>
            <p:spPr>
              <a:xfrm>
                <a:off x="2137583" y="3459127"/>
                <a:ext cx="78844" cy="44263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6" extrusionOk="0">
                    <a:moveTo>
                      <a:pt x="386" y="0"/>
                    </a:moveTo>
                    <a:cubicBezTo>
                      <a:pt x="352" y="0"/>
                      <a:pt x="320" y="8"/>
                      <a:pt x="295" y="22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59" y="388"/>
                    </a:lnTo>
                    <a:cubicBezTo>
                      <a:pt x="287" y="406"/>
                      <a:pt x="321" y="415"/>
                      <a:pt x="355" y="415"/>
                    </a:cubicBezTo>
                    <a:cubicBezTo>
                      <a:pt x="388" y="415"/>
                      <a:pt x="420" y="406"/>
                      <a:pt x="445" y="388"/>
                    </a:cubicBezTo>
                    <a:lnTo>
                      <a:pt x="690" y="252"/>
                    </a:lnTo>
                    <a:cubicBezTo>
                      <a:pt x="740" y="223"/>
                      <a:pt x="740" y="172"/>
                      <a:pt x="690" y="145"/>
                    </a:cubicBezTo>
                    <a:lnTo>
                      <a:pt x="481" y="22"/>
                    </a:lnTo>
                    <a:cubicBezTo>
                      <a:pt x="453" y="8"/>
                      <a:pt x="419" y="0"/>
                      <a:pt x="3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41">
                <a:extLst>
                  <a:ext uri="{FF2B5EF4-FFF2-40B4-BE49-F238E27FC236}">
                    <a16:creationId xmlns:a16="http://schemas.microsoft.com/office/drawing/2014/main" id="{98C1F21B-7C53-6B43-4764-226C02C1294E}"/>
                  </a:ext>
                </a:extLst>
              </p:cNvPr>
              <p:cNvSpPr/>
              <p:nvPr/>
            </p:nvSpPr>
            <p:spPr>
              <a:xfrm>
                <a:off x="2220896" y="3471363"/>
                <a:ext cx="77355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10" extrusionOk="0">
                    <a:moveTo>
                      <a:pt x="363" y="1"/>
                    </a:moveTo>
                    <a:cubicBezTo>
                      <a:pt x="329" y="1"/>
                      <a:pt x="295" y="7"/>
                      <a:pt x="266" y="21"/>
                    </a:cubicBezTo>
                    <a:lnTo>
                      <a:pt x="50" y="151"/>
                    </a:lnTo>
                    <a:cubicBezTo>
                      <a:pt x="0" y="180"/>
                      <a:pt x="0" y="230"/>
                      <a:pt x="50" y="259"/>
                    </a:cubicBezTo>
                    <a:lnTo>
                      <a:pt x="273" y="389"/>
                    </a:lnTo>
                    <a:cubicBezTo>
                      <a:pt x="297" y="403"/>
                      <a:pt x="328" y="410"/>
                      <a:pt x="359" y="410"/>
                    </a:cubicBezTo>
                    <a:cubicBezTo>
                      <a:pt x="394" y="410"/>
                      <a:pt x="430" y="401"/>
                      <a:pt x="461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54" y="21"/>
                    </a:lnTo>
                    <a:cubicBezTo>
                      <a:pt x="428" y="7"/>
                      <a:pt x="396" y="1"/>
                      <a:pt x="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1">
                <a:extLst>
                  <a:ext uri="{FF2B5EF4-FFF2-40B4-BE49-F238E27FC236}">
                    <a16:creationId xmlns:a16="http://schemas.microsoft.com/office/drawing/2014/main" id="{2B143F67-DDD3-CC56-1B1C-EBD316794A4B}"/>
                  </a:ext>
                </a:extLst>
              </p:cNvPr>
              <p:cNvSpPr/>
              <p:nvPr/>
            </p:nvSpPr>
            <p:spPr>
              <a:xfrm>
                <a:off x="2317191" y="3475938"/>
                <a:ext cx="77461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3" extrusionOk="0">
                    <a:moveTo>
                      <a:pt x="365" y="1"/>
                    </a:moveTo>
                    <a:cubicBezTo>
                      <a:pt x="332" y="1"/>
                      <a:pt x="299" y="8"/>
                      <a:pt x="274" y="21"/>
                    </a:cubicBezTo>
                    <a:lnTo>
                      <a:pt x="51" y="151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74" y="382"/>
                    </a:lnTo>
                    <a:cubicBezTo>
                      <a:pt x="299" y="396"/>
                      <a:pt x="332" y="403"/>
                      <a:pt x="365" y="403"/>
                    </a:cubicBezTo>
                    <a:cubicBezTo>
                      <a:pt x="398" y="403"/>
                      <a:pt x="432" y="396"/>
                      <a:pt x="462" y="382"/>
                    </a:cubicBezTo>
                    <a:lnTo>
                      <a:pt x="677" y="259"/>
                    </a:lnTo>
                    <a:cubicBezTo>
                      <a:pt x="727" y="230"/>
                      <a:pt x="727" y="180"/>
                      <a:pt x="677" y="151"/>
                    </a:cubicBezTo>
                    <a:lnTo>
                      <a:pt x="462" y="21"/>
                    </a:lnTo>
                    <a:cubicBezTo>
                      <a:pt x="432" y="8"/>
                      <a:pt x="398" y="1"/>
                      <a:pt x="3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41">
                <a:extLst>
                  <a:ext uri="{FF2B5EF4-FFF2-40B4-BE49-F238E27FC236}">
                    <a16:creationId xmlns:a16="http://schemas.microsoft.com/office/drawing/2014/main" id="{98F5AB6F-EED5-F367-F78D-EEE1B696A412}"/>
                  </a:ext>
                </a:extLst>
              </p:cNvPr>
              <p:cNvSpPr/>
              <p:nvPr/>
            </p:nvSpPr>
            <p:spPr>
              <a:xfrm>
                <a:off x="1998407" y="3478173"/>
                <a:ext cx="79589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48" h="418" extrusionOk="0">
                    <a:moveTo>
                      <a:pt x="366" y="1"/>
                    </a:moveTo>
                    <a:cubicBezTo>
                      <a:pt x="332" y="1"/>
                      <a:pt x="298" y="8"/>
                      <a:pt x="273" y="23"/>
                    </a:cubicBezTo>
                    <a:lnTo>
                      <a:pt x="50" y="152"/>
                    </a:lnTo>
                    <a:cubicBezTo>
                      <a:pt x="0" y="182"/>
                      <a:pt x="0" y="232"/>
                      <a:pt x="50" y="259"/>
                    </a:cubicBezTo>
                    <a:lnTo>
                      <a:pt x="287" y="397"/>
                    </a:lnTo>
                    <a:cubicBezTo>
                      <a:pt x="312" y="411"/>
                      <a:pt x="346" y="418"/>
                      <a:pt x="380" y="418"/>
                    </a:cubicBezTo>
                    <a:cubicBezTo>
                      <a:pt x="414" y="418"/>
                      <a:pt x="449" y="411"/>
                      <a:pt x="475" y="397"/>
                    </a:cubicBezTo>
                    <a:lnTo>
                      <a:pt x="697" y="268"/>
                    </a:lnTo>
                    <a:cubicBezTo>
                      <a:pt x="747" y="238"/>
                      <a:pt x="747" y="188"/>
                      <a:pt x="697" y="159"/>
                    </a:cubicBezTo>
                    <a:lnTo>
                      <a:pt x="459" y="23"/>
                    </a:lnTo>
                    <a:cubicBezTo>
                      <a:pt x="434" y="8"/>
                      <a:pt x="400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41">
                <a:extLst>
                  <a:ext uri="{FF2B5EF4-FFF2-40B4-BE49-F238E27FC236}">
                    <a16:creationId xmlns:a16="http://schemas.microsoft.com/office/drawing/2014/main" id="{7B8D17CD-AE85-6350-D43A-B45973122316}"/>
                  </a:ext>
                </a:extLst>
              </p:cNvPr>
              <p:cNvSpPr/>
              <p:nvPr/>
            </p:nvSpPr>
            <p:spPr>
              <a:xfrm>
                <a:off x="2086296" y="3490516"/>
                <a:ext cx="75759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96" extrusionOk="0">
                    <a:moveTo>
                      <a:pt x="357" y="0"/>
                    </a:moveTo>
                    <a:cubicBezTo>
                      <a:pt x="324" y="0"/>
                      <a:pt x="291" y="8"/>
                      <a:pt x="266" y="22"/>
                    </a:cubicBezTo>
                    <a:lnTo>
                      <a:pt x="51" y="143"/>
                    </a:lnTo>
                    <a:cubicBezTo>
                      <a:pt x="1" y="172"/>
                      <a:pt x="1" y="223"/>
                      <a:pt x="51" y="252"/>
                    </a:cubicBezTo>
                    <a:lnTo>
                      <a:pt x="260" y="374"/>
                    </a:lnTo>
                    <a:cubicBezTo>
                      <a:pt x="285" y="388"/>
                      <a:pt x="319" y="395"/>
                      <a:pt x="353" y="395"/>
                    </a:cubicBezTo>
                    <a:cubicBezTo>
                      <a:pt x="387" y="395"/>
                      <a:pt x="421" y="388"/>
                      <a:pt x="446" y="374"/>
                    </a:cubicBezTo>
                    <a:lnTo>
                      <a:pt x="661" y="252"/>
                    </a:lnTo>
                    <a:cubicBezTo>
                      <a:pt x="712" y="223"/>
                      <a:pt x="712" y="172"/>
                      <a:pt x="661" y="143"/>
                    </a:cubicBezTo>
                    <a:lnTo>
                      <a:pt x="453" y="22"/>
                    </a:lnTo>
                    <a:cubicBezTo>
                      <a:pt x="424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41">
                <a:extLst>
                  <a:ext uri="{FF2B5EF4-FFF2-40B4-BE49-F238E27FC236}">
                    <a16:creationId xmlns:a16="http://schemas.microsoft.com/office/drawing/2014/main" id="{C7EE4456-85CF-2917-7AB5-C8F48DA8D242}"/>
                  </a:ext>
                </a:extLst>
              </p:cNvPr>
              <p:cNvSpPr/>
              <p:nvPr/>
            </p:nvSpPr>
            <p:spPr>
              <a:xfrm>
                <a:off x="2166524" y="3501156"/>
                <a:ext cx="79802" cy="45008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23" extrusionOk="0">
                    <a:moveTo>
                      <a:pt x="385" y="0"/>
                    </a:moveTo>
                    <a:cubicBezTo>
                      <a:pt x="353" y="0"/>
                      <a:pt x="321" y="8"/>
                      <a:pt x="296" y="22"/>
                    </a:cubicBezTo>
                    <a:lnTo>
                      <a:pt x="51" y="166"/>
                    </a:lnTo>
                    <a:cubicBezTo>
                      <a:pt x="1" y="195"/>
                      <a:pt x="1" y="245"/>
                      <a:pt x="51" y="274"/>
                    </a:cubicBezTo>
                    <a:lnTo>
                      <a:pt x="275" y="397"/>
                    </a:lnTo>
                    <a:cubicBezTo>
                      <a:pt x="300" y="414"/>
                      <a:pt x="334" y="423"/>
                      <a:pt x="368" y="423"/>
                    </a:cubicBezTo>
                    <a:cubicBezTo>
                      <a:pt x="402" y="423"/>
                      <a:pt x="436" y="414"/>
                      <a:pt x="461" y="397"/>
                    </a:cubicBezTo>
                    <a:lnTo>
                      <a:pt x="698" y="259"/>
                    </a:lnTo>
                    <a:cubicBezTo>
                      <a:pt x="749" y="231"/>
                      <a:pt x="749" y="181"/>
                      <a:pt x="698" y="152"/>
                    </a:cubicBezTo>
                    <a:lnTo>
                      <a:pt x="475" y="22"/>
                    </a:lnTo>
                    <a:cubicBezTo>
                      <a:pt x="450" y="8"/>
                      <a:pt x="418" y="0"/>
                      <a:pt x="3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41">
                <a:extLst>
                  <a:ext uri="{FF2B5EF4-FFF2-40B4-BE49-F238E27FC236}">
                    <a16:creationId xmlns:a16="http://schemas.microsoft.com/office/drawing/2014/main" id="{C84FE20E-0329-971D-7147-EE54EB59EE87}"/>
                  </a:ext>
                </a:extLst>
              </p:cNvPr>
              <p:cNvSpPr/>
              <p:nvPr/>
            </p:nvSpPr>
            <p:spPr>
              <a:xfrm>
                <a:off x="1949355" y="3508285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34" y="1"/>
                    </a:moveTo>
                    <a:cubicBezTo>
                      <a:pt x="301" y="1"/>
                      <a:pt x="266" y="10"/>
                      <a:pt x="237" y="28"/>
                    </a:cubicBezTo>
                    <a:lnTo>
                      <a:pt x="58" y="128"/>
                    </a:lnTo>
                    <a:cubicBezTo>
                      <a:pt x="1" y="164"/>
                      <a:pt x="1" y="207"/>
                      <a:pt x="58" y="244"/>
                    </a:cubicBezTo>
                    <a:lnTo>
                      <a:pt x="296" y="380"/>
                    </a:lnTo>
                    <a:cubicBezTo>
                      <a:pt x="321" y="394"/>
                      <a:pt x="353" y="401"/>
                      <a:pt x="386" y="401"/>
                    </a:cubicBezTo>
                    <a:cubicBezTo>
                      <a:pt x="420" y="401"/>
                      <a:pt x="454" y="394"/>
                      <a:pt x="482" y="380"/>
                    </a:cubicBezTo>
                    <a:lnTo>
                      <a:pt x="662" y="271"/>
                    </a:lnTo>
                    <a:cubicBezTo>
                      <a:pt x="720" y="244"/>
                      <a:pt x="720" y="192"/>
                      <a:pt x="668" y="164"/>
                    </a:cubicBezTo>
                    <a:lnTo>
                      <a:pt x="425" y="28"/>
                    </a:lnTo>
                    <a:cubicBezTo>
                      <a:pt x="400" y="10"/>
                      <a:pt x="36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41">
                <a:extLst>
                  <a:ext uri="{FF2B5EF4-FFF2-40B4-BE49-F238E27FC236}">
                    <a16:creationId xmlns:a16="http://schemas.microsoft.com/office/drawing/2014/main" id="{1EB7AF93-D852-E037-6922-9D377A826578}"/>
                  </a:ext>
                </a:extLst>
              </p:cNvPr>
              <p:cNvSpPr/>
              <p:nvPr/>
            </p:nvSpPr>
            <p:spPr>
              <a:xfrm>
                <a:off x="2033414" y="3520202"/>
                <a:ext cx="77461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8" h="404" extrusionOk="0">
                    <a:moveTo>
                      <a:pt x="372" y="1"/>
                    </a:moveTo>
                    <a:cubicBezTo>
                      <a:pt x="338" y="1"/>
                      <a:pt x="304" y="8"/>
                      <a:pt x="275" y="23"/>
                    </a:cubicBezTo>
                    <a:lnTo>
                      <a:pt x="60" y="152"/>
                    </a:lnTo>
                    <a:cubicBezTo>
                      <a:pt x="8" y="182"/>
                      <a:pt x="1" y="232"/>
                      <a:pt x="60" y="261"/>
                    </a:cubicBezTo>
                    <a:lnTo>
                      <a:pt x="267" y="382"/>
                    </a:lnTo>
                    <a:cubicBezTo>
                      <a:pt x="292" y="396"/>
                      <a:pt x="327" y="404"/>
                      <a:pt x="361" y="404"/>
                    </a:cubicBezTo>
                    <a:cubicBezTo>
                      <a:pt x="396" y="404"/>
                      <a:pt x="430" y="396"/>
                      <a:pt x="455" y="382"/>
                    </a:cubicBezTo>
                    <a:lnTo>
                      <a:pt x="677" y="252"/>
                    </a:lnTo>
                    <a:cubicBezTo>
                      <a:pt x="727" y="225"/>
                      <a:pt x="727" y="175"/>
                      <a:pt x="677" y="145"/>
                    </a:cubicBezTo>
                    <a:lnTo>
                      <a:pt x="468" y="23"/>
                    </a:lnTo>
                    <a:cubicBezTo>
                      <a:pt x="440" y="8"/>
                      <a:pt x="406" y="1"/>
                      <a:pt x="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41">
                <a:extLst>
                  <a:ext uri="{FF2B5EF4-FFF2-40B4-BE49-F238E27FC236}">
                    <a16:creationId xmlns:a16="http://schemas.microsoft.com/office/drawing/2014/main" id="{A739BA61-F319-053C-A2CF-B348D3150E0C}"/>
                  </a:ext>
                </a:extLst>
              </p:cNvPr>
              <p:cNvSpPr/>
              <p:nvPr/>
            </p:nvSpPr>
            <p:spPr>
              <a:xfrm>
                <a:off x="2115344" y="3532545"/>
                <a:ext cx="76610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4" extrusionOk="0">
                    <a:moveTo>
                      <a:pt x="357" y="0"/>
                    </a:moveTo>
                    <a:cubicBezTo>
                      <a:pt x="323" y="0"/>
                      <a:pt x="291" y="8"/>
                      <a:pt x="266" y="22"/>
                    </a:cubicBezTo>
                    <a:lnTo>
                      <a:pt x="50" y="145"/>
                    </a:lnTo>
                    <a:cubicBezTo>
                      <a:pt x="0" y="179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9" y="396"/>
                      <a:pt x="331" y="403"/>
                      <a:pt x="364" y="403"/>
                    </a:cubicBezTo>
                    <a:cubicBezTo>
                      <a:pt x="398" y="403"/>
                      <a:pt x="432" y="396"/>
                      <a:pt x="461" y="381"/>
                    </a:cubicBezTo>
                    <a:lnTo>
                      <a:pt x="670" y="259"/>
                    </a:lnTo>
                    <a:cubicBezTo>
                      <a:pt x="720" y="231"/>
                      <a:pt x="720" y="179"/>
                      <a:pt x="670" y="152"/>
                    </a:cubicBezTo>
                    <a:lnTo>
                      <a:pt x="454" y="22"/>
                    </a:lnTo>
                    <a:cubicBezTo>
                      <a:pt x="425" y="8"/>
                      <a:pt x="390" y="0"/>
                      <a:pt x="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41">
                <a:extLst>
                  <a:ext uri="{FF2B5EF4-FFF2-40B4-BE49-F238E27FC236}">
                    <a16:creationId xmlns:a16="http://schemas.microsoft.com/office/drawing/2014/main" id="{921F8839-9EA9-F07C-9613-BBC7971DC884}"/>
                  </a:ext>
                </a:extLst>
              </p:cNvPr>
              <p:cNvSpPr/>
              <p:nvPr/>
            </p:nvSpPr>
            <p:spPr>
              <a:xfrm>
                <a:off x="1895089" y="3536375"/>
                <a:ext cx="81930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2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7" y="159"/>
                    </a:lnTo>
                    <a:cubicBezTo>
                      <a:pt x="0" y="195"/>
                      <a:pt x="0" y="238"/>
                      <a:pt x="57" y="273"/>
                    </a:cubicBezTo>
                    <a:lnTo>
                      <a:pt x="295" y="411"/>
                    </a:lnTo>
                    <a:cubicBezTo>
                      <a:pt x="320" y="425"/>
                      <a:pt x="354" y="432"/>
                      <a:pt x="388" y="432"/>
                    </a:cubicBezTo>
                    <a:cubicBezTo>
                      <a:pt x="422" y="432"/>
                      <a:pt x="456" y="425"/>
                      <a:pt x="482" y="411"/>
                    </a:cubicBezTo>
                    <a:lnTo>
                      <a:pt x="720" y="273"/>
                    </a:lnTo>
                    <a:cubicBezTo>
                      <a:pt x="770" y="238"/>
                      <a:pt x="770" y="195"/>
                      <a:pt x="720" y="159"/>
                    </a:cubicBezTo>
                    <a:lnTo>
                      <a:pt x="482" y="23"/>
                    </a:lnTo>
                    <a:cubicBezTo>
                      <a:pt x="456" y="8"/>
                      <a:pt x="422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1">
                <a:extLst>
                  <a:ext uri="{FF2B5EF4-FFF2-40B4-BE49-F238E27FC236}">
                    <a16:creationId xmlns:a16="http://schemas.microsoft.com/office/drawing/2014/main" id="{F0BA451C-26CC-2711-F7E1-9C614BFC61FB}"/>
                  </a:ext>
                </a:extLst>
              </p:cNvPr>
              <p:cNvSpPr/>
              <p:nvPr/>
            </p:nvSpPr>
            <p:spPr>
              <a:xfrm>
                <a:off x="1985319" y="3550208"/>
                <a:ext cx="73524" cy="4053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1" extrusionOk="0">
                    <a:moveTo>
                      <a:pt x="331" y="0"/>
                    </a:moveTo>
                    <a:cubicBezTo>
                      <a:pt x="296" y="0"/>
                      <a:pt x="262" y="7"/>
                      <a:pt x="237" y="22"/>
                    </a:cubicBezTo>
                    <a:lnTo>
                      <a:pt x="51" y="129"/>
                    </a:lnTo>
                    <a:cubicBezTo>
                      <a:pt x="1" y="158"/>
                      <a:pt x="1" y="208"/>
                      <a:pt x="51" y="238"/>
                    </a:cubicBezTo>
                    <a:lnTo>
                      <a:pt x="260" y="358"/>
                    </a:lnTo>
                    <a:cubicBezTo>
                      <a:pt x="288" y="373"/>
                      <a:pt x="322" y="380"/>
                      <a:pt x="356" y="380"/>
                    </a:cubicBezTo>
                    <a:cubicBezTo>
                      <a:pt x="390" y="380"/>
                      <a:pt x="424" y="373"/>
                      <a:pt x="453" y="358"/>
                    </a:cubicBezTo>
                    <a:lnTo>
                      <a:pt x="632" y="251"/>
                    </a:lnTo>
                    <a:cubicBezTo>
                      <a:pt x="691" y="222"/>
                      <a:pt x="691" y="172"/>
                      <a:pt x="632" y="143"/>
                    </a:cubicBezTo>
                    <a:lnTo>
                      <a:pt x="425" y="22"/>
                    </a:lnTo>
                    <a:cubicBezTo>
                      <a:pt x="399" y="7"/>
                      <a:pt x="365" y="0"/>
                      <a:pt x="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41">
                <a:extLst>
                  <a:ext uri="{FF2B5EF4-FFF2-40B4-BE49-F238E27FC236}">
                    <a16:creationId xmlns:a16="http://schemas.microsoft.com/office/drawing/2014/main" id="{8E84FD96-29EC-C9C6-1738-F8C96034CA7F}"/>
                  </a:ext>
                </a:extLst>
              </p:cNvPr>
              <p:cNvSpPr/>
              <p:nvPr/>
            </p:nvSpPr>
            <p:spPr>
              <a:xfrm>
                <a:off x="2062675" y="3562444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69" y="0"/>
                    </a:moveTo>
                    <a:cubicBezTo>
                      <a:pt x="335" y="0"/>
                      <a:pt x="301" y="7"/>
                      <a:pt x="273" y="21"/>
                    </a:cubicBezTo>
                    <a:lnTo>
                      <a:pt x="57" y="150"/>
                    </a:lnTo>
                    <a:cubicBezTo>
                      <a:pt x="0" y="180"/>
                      <a:pt x="0" y="230"/>
                      <a:pt x="57" y="259"/>
                    </a:cubicBezTo>
                    <a:lnTo>
                      <a:pt x="273" y="388"/>
                    </a:lnTo>
                    <a:cubicBezTo>
                      <a:pt x="298" y="402"/>
                      <a:pt x="332" y="409"/>
                      <a:pt x="366" y="409"/>
                    </a:cubicBezTo>
                    <a:cubicBezTo>
                      <a:pt x="400" y="409"/>
                      <a:pt x="434" y="402"/>
                      <a:pt x="459" y="388"/>
                    </a:cubicBezTo>
                    <a:lnTo>
                      <a:pt x="682" y="259"/>
                    </a:lnTo>
                    <a:cubicBezTo>
                      <a:pt x="733" y="230"/>
                      <a:pt x="733" y="180"/>
                      <a:pt x="682" y="150"/>
                    </a:cubicBezTo>
                    <a:lnTo>
                      <a:pt x="459" y="21"/>
                    </a:lnTo>
                    <a:cubicBezTo>
                      <a:pt x="434" y="7"/>
                      <a:pt x="402" y="0"/>
                      <a:pt x="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41">
                <a:extLst>
                  <a:ext uri="{FF2B5EF4-FFF2-40B4-BE49-F238E27FC236}">
                    <a16:creationId xmlns:a16="http://schemas.microsoft.com/office/drawing/2014/main" id="{47656FED-F4B2-14C7-12DF-1599DF69EE4A}"/>
                  </a:ext>
                </a:extLst>
              </p:cNvPr>
              <p:cNvSpPr/>
              <p:nvPr/>
            </p:nvSpPr>
            <p:spPr>
              <a:xfrm>
                <a:off x="1931054" y="3578405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8" y="1"/>
                    </a:moveTo>
                    <a:cubicBezTo>
                      <a:pt x="354" y="1"/>
                      <a:pt x="320" y="8"/>
                      <a:pt x="295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6"/>
                    </a:cubicBezTo>
                    <a:lnTo>
                      <a:pt x="266" y="388"/>
                    </a:lnTo>
                    <a:cubicBezTo>
                      <a:pt x="291" y="403"/>
                      <a:pt x="323" y="410"/>
                      <a:pt x="357" y="410"/>
                    </a:cubicBezTo>
                    <a:cubicBezTo>
                      <a:pt x="390" y="410"/>
                      <a:pt x="424" y="403"/>
                      <a:pt x="452" y="388"/>
                    </a:cubicBezTo>
                    <a:lnTo>
                      <a:pt x="690" y="252"/>
                    </a:lnTo>
                    <a:cubicBezTo>
                      <a:pt x="740" y="223"/>
                      <a:pt x="740" y="173"/>
                      <a:pt x="690" y="145"/>
                    </a:cubicBezTo>
                    <a:lnTo>
                      <a:pt x="482" y="23"/>
                    </a:lnTo>
                    <a:cubicBezTo>
                      <a:pt x="457" y="8"/>
                      <a:pt x="423" y="1"/>
                      <a:pt x="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1">
                <a:extLst>
                  <a:ext uri="{FF2B5EF4-FFF2-40B4-BE49-F238E27FC236}">
                    <a16:creationId xmlns:a16="http://schemas.microsoft.com/office/drawing/2014/main" id="{A6B3C213-B482-B10E-2346-6BE72BBD4533}"/>
                  </a:ext>
                </a:extLst>
              </p:cNvPr>
              <p:cNvSpPr/>
              <p:nvPr/>
            </p:nvSpPr>
            <p:spPr>
              <a:xfrm>
                <a:off x="2014368" y="3592344"/>
                <a:ext cx="74269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87" extrusionOk="0">
                    <a:moveTo>
                      <a:pt x="332" y="1"/>
                    </a:moveTo>
                    <a:cubicBezTo>
                      <a:pt x="298" y="1"/>
                      <a:pt x="264" y="10"/>
                      <a:pt x="239" y="28"/>
                    </a:cubicBezTo>
                    <a:lnTo>
                      <a:pt x="51" y="135"/>
                    </a:lnTo>
                    <a:cubicBezTo>
                      <a:pt x="1" y="164"/>
                      <a:pt x="1" y="207"/>
                      <a:pt x="51" y="244"/>
                    </a:cubicBezTo>
                    <a:lnTo>
                      <a:pt x="273" y="366"/>
                    </a:lnTo>
                    <a:cubicBezTo>
                      <a:pt x="299" y="380"/>
                      <a:pt x="333" y="387"/>
                      <a:pt x="368" y="387"/>
                    </a:cubicBezTo>
                    <a:cubicBezTo>
                      <a:pt x="402" y="387"/>
                      <a:pt x="436" y="380"/>
                      <a:pt x="461" y="366"/>
                    </a:cubicBezTo>
                    <a:lnTo>
                      <a:pt x="647" y="257"/>
                    </a:lnTo>
                    <a:cubicBezTo>
                      <a:pt x="697" y="230"/>
                      <a:pt x="697" y="178"/>
                      <a:pt x="647" y="150"/>
                    </a:cubicBezTo>
                    <a:lnTo>
                      <a:pt x="425" y="28"/>
                    </a:lnTo>
                    <a:cubicBezTo>
                      <a:pt x="400" y="10"/>
                      <a:pt x="366" y="1"/>
                      <a:pt x="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1">
                <a:extLst>
                  <a:ext uri="{FF2B5EF4-FFF2-40B4-BE49-F238E27FC236}">
                    <a16:creationId xmlns:a16="http://schemas.microsoft.com/office/drawing/2014/main" id="{FB5622A3-15D2-EF10-EB78-90F4F782BAB1}"/>
                  </a:ext>
                </a:extLst>
              </p:cNvPr>
              <p:cNvSpPr/>
              <p:nvPr/>
            </p:nvSpPr>
            <p:spPr>
              <a:xfrm>
                <a:off x="1879874" y="3609794"/>
                <a:ext cx="75652" cy="4213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96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0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59" y="375"/>
                    </a:lnTo>
                    <a:cubicBezTo>
                      <a:pt x="287" y="388"/>
                      <a:pt x="321" y="395"/>
                      <a:pt x="355" y="395"/>
                    </a:cubicBezTo>
                    <a:cubicBezTo>
                      <a:pt x="388" y="395"/>
                      <a:pt x="420" y="388"/>
                      <a:pt x="445" y="375"/>
                    </a:cubicBezTo>
                    <a:lnTo>
                      <a:pt x="661" y="252"/>
                    </a:lnTo>
                    <a:cubicBezTo>
                      <a:pt x="711" y="223"/>
                      <a:pt x="711" y="173"/>
                      <a:pt x="661" y="143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1">
                <a:extLst>
                  <a:ext uri="{FF2B5EF4-FFF2-40B4-BE49-F238E27FC236}">
                    <a16:creationId xmlns:a16="http://schemas.microsoft.com/office/drawing/2014/main" id="{C0E4F333-2234-6A02-48E7-A5C004A7751B}"/>
                  </a:ext>
                </a:extLst>
              </p:cNvPr>
              <p:cNvSpPr/>
              <p:nvPr/>
            </p:nvSpPr>
            <p:spPr>
              <a:xfrm>
                <a:off x="1959995" y="3620434"/>
                <a:ext cx="79802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418" extrusionOk="0">
                    <a:moveTo>
                      <a:pt x="386" y="1"/>
                    </a:moveTo>
                    <a:cubicBezTo>
                      <a:pt x="353" y="1"/>
                      <a:pt x="321" y="8"/>
                      <a:pt x="296" y="23"/>
                    </a:cubicBezTo>
                    <a:lnTo>
                      <a:pt x="51" y="159"/>
                    </a:lnTo>
                    <a:cubicBezTo>
                      <a:pt x="1" y="195"/>
                      <a:pt x="1" y="238"/>
                      <a:pt x="51" y="275"/>
                    </a:cubicBezTo>
                    <a:lnTo>
                      <a:pt x="275" y="397"/>
                    </a:lnTo>
                    <a:cubicBezTo>
                      <a:pt x="300" y="411"/>
                      <a:pt x="334" y="418"/>
                      <a:pt x="368" y="418"/>
                    </a:cubicBezTo>
                    <a:cubicBezTo>
                      <a:pt x="402" y="418"/>
                      <a:pt x="436" y="411"/>
                      <a:pt x="461" y="397"/>
                    </a:cubicBezTo>
                    <a:lnTo>
                      <a:pt x="698" y="259"/>
                    </a:lnTo>
                    <a:cubicBezTo>
                      <a:pt x="750" y="232"/>
                      <a:pt x="750" y="181"/>
                      <a:pt x="698" y="152"/>
                    </a:cubicBezTo>
                    <a:lnTo>
                      <a:pt x="482" y="23"/>
                    </a:lnTo>
                    <a:cubicBezTo>
                      <a:pt x="454" y="8"/>
                      <a:pt x="420" y="1"/>
                      <a:pt x="3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41">
                <a:extLst>
                  <a:ext uri="{FF2B5EF4-FFF2-40B4-BE49-F238E27FC236}">
                    <a16:creationId xmlns:a16="http://schemas.microsoft.com/office/drawing/2014/main" id="{DCA84DE8-9068-7EDE-B827-71A4A7E18052}"/>
                  </a:ext>
                </a:extLst>
              </p:cNvPr>
              <p:cNvSpPr/>
              <p:nvPr/>
            </p:nvSpPr>
            <p:spPr>
              <a:xfrm>
                <a:off x="2012133" y="3505731"/>
                <a:ext cx="330593" cy="18982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1784" extrusionOk="0">
                    <a:moveTo>
                      <a:pt x="2745" y="1"/>
                    </a:moveTo>
                    <a:cubicBezTo>
                      <a:pt x="2711" y="1"/>
                      <a:pt x="2677" y="8"/>
                      <a:pt x="2652" y="23"/>
                    </a:cubicBezTo>
                    <a:lnTo>
                      <a:pt x="51" y="1525"/>
                    </a:lnTo>
                    <a:cubicBezTo>
                      <a:pt x="1" y="1553"/>
                      <a:pt x="1" y="1605"/>
                      <a:pt x="51" y="1632"/>
                    </a:cubicBezTo>
                    <a:lnTo>
                      <a:pt x="273" y="1761"/>
                    </a:lnTo>
                    <a:cubicBezTo>
                      <a:pt x="298" y="1776"/>
                      <a:pt x="331" y="1783"/>
                      <a:pt x="364" y="1783"/>
                    </a:cubicBezTo>
                    <a:cubicBezTo>
                      <a:pt x="397" y="1783"/>
                      <a:pt x="431" y="1776"/>
                      <a:pt x="460" y="1761"/>
                    </a:cubicBezTo>
                    <a:lnTo>
                      <a:pt x="3054" y="259"/>
                    </a:lnTo>
                    <a:cubicBezTo>
                      <a:pt x="3106" y="231"/>
                      <a:pt x="3106" y="181"/>
                      <a:pt x="3054" y="152"/>
                    </a:cubicBezTo>
                    <a:lnTo>
                      <a:pt x="2839" y="23"/>
                    </a:lnTo>
                    <a:cubicBezTo>
                      <a:pt x="2814" y="8"/>
                      <a:pt x="2780" y="1"/>
                      <a:pt x="27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41">
                <a:extLst>
                  <a:ext uri="{FF2B5EF4-FFF2-40B4-BE49-F238E27FC236}">
                    <a16:creationId xmlns:a16="http://schemas.microsoft.com/office/drawing/2014/main" id="{014F7113-EA82-2E07-D669-B98F40165278}"/>
                  </a:ext>
                </a:extLst>
              </p:cNvPr>
              <p:cNvSpPr/>
              <p:nvPr/>
            </p:nvSpPr>
            <p:spPr>
              <a:xfrm>
                <a:off x="1960740" y="3682467"/>
                <a:ext cx="76716" cy="4266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1" extrusionOk="0">
                    <a:moveTo>
                      <a:pt x="361" y="0"/>
                    </a:moveTo>
                    <a:cubicBezTo>
                      <a:pt x="327" y="0"/>
                      <a:pt x="293" y="7"/>
                      <a:pt x="268" y="21"/>
                    </a:cubicBezTo>
                    <a:lnTo>
                      <a:pt x="53" y="144"/>
                    </a:lnTo>
                    <a:cubicBezTo>
                      <a:pt x="1" y="173"/>
                      <a:pt x="1" y="223"/>
                      <a:pt x="53" y="252"/>
                    </a:cubicBezTo>
                    <a:lnTo>
                      <a:pt x="268" y="375"/>
                    </a:lnTo>
                    <a:cubicBezTo>
                      <a:pt x="297" y="392"/>
                      <a:pt x="331" y="401"/>
                      <a:pt x="364" y="401"/>
                    </a:cubicBezTo>
                    <a:cubicBezTo>
                      <a:pt x="397" y="401"/>
                      <a:pt x="429" y="392"/>
                      <a:pt x="454" y="375"/>
                    </a:cubicBezTo>
                    <a:lnTo>
                      <a:pt x="670" y="252"/>
                    </a:lnTo>
                    <a:cubicBezTo>
                      <a:pt x="720" y="223"/>
                      <a:pt x="720" y="173"/>
                      <a:pt x="670" y="144"/>
                    </a:cubicBezTo>
                    <a:lnTo>
                      <a:pt x="454" y="21"/>
                    </a:lnTo>
                    <a:cubicBezTo>
                      <a:pt x="429" y="7"/>
                      <a:pt x="395" y="0"/>
                      <a:pt x="3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41">
                <a:extLst>
                  <a:ext uri="{FF2B5EF4-FFF2-40B4-BE49-F238E27FC236}">
                    <a16:creationId xmlns:a16="http://schemas.microsoft.com/office/drawing/2014/main" id="{A6726812-35DF-B68A-3C50-B420FD9A7886}"/>
                  </a:ext>
                </a:extLst>
              </p:cNvPr>
              <p:cNvSpPr/>
              <p:nvPr/>
            </p:nvSpPr>
            <p:spPr>
              <a:xfrm>
                <a:off x="2044267" y="3518606"/>
                <a:ext cx="526905" cy="272603"/>
              </a:xfrm>
              <a:custGeom>
                <a:avLst/>
                <a:gdLst/>
                <a:ahLst/>
                <a:cxnLst/>
                <a:rect l="l" t="t" r="r" b="b"/>
                <a:pathLst>
                  <a:path w="4952" h="2562" extrusionOk="0">
                    <a:moveTo>
                      <a:pt x="3332" y="0"/>
                    </a:moveTo>
                    <a:cubicBezTo>
                      <a:pt x="3306" y="0"/>
                      <a:pt x="3281" y="6"/>
                      <a:pt x="3263" y="17"/>
                    </a:cubicBezTo>
                    <a:lnTo>
                      <a:pt x="44" y="1879"/>
                    </a:lnTo>
                    <a:cubicBezTo>
                      <a:pt x="1" y="1899"/>
                      <a:pt x="1" y="1935"/>
                      <a:pt x="35" y="1958"/>
                    </a:cubicBezTo>
                    <a:lnTo>
                      <a:pt x="1079" y="2562"/>
                    </a:lnTo>
                    <a:lnTo>
                      <a:pt x="2882" y="1518"/>
                    </a:lnTo>
                    <a:lnTo>
                      <a:pt x="3422" y="1835"/>
                    </a:lnTo>
                    <a:lnTo>
                      <a:pt x="4909" y="980"/>
                    </a:lnTo>
                    <a:cubicBezTo>
                      <a:pt x="4952" y="950"/>
                      <a:pt x="4952" y="914"/>
                      <a:pt x="4909" y="894"/>
                    </a:cubicBezTo>
                    <a:lnTo>
                      <a:pt x="3399" y="17"/>
                    </a:lnTo>
                    <a:cubicBezTo>
                      <a:pt x="3382" y="6"/>
                      <a:pt x="3357" y="0"/>
                      <a:pt x="33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41">
                <a:extLst>
                  <a:ext uri="{FF2B5EF4-FFF2-40B4-BE49-F238E27FC236}">
                    <a16:creationId xmlns:a16="http://schemas.microsoft.com/office/drawing/2014/main" id="{B0223C12-C134-2C49-AD6A-B5136B9B45DF}"/>
                  </a:ext>
                </a:extLst>
              </p:cNvPr>
              <p:cNvSpPr/>
              <p:nvPr/>
            </p:nvSpPr>
            <p:spPr>
              <a:xfrm>
                <a:off x="2158970" y="3680126"/>
                <a:ext cx="249407" cy="141728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1332" extrusionOk="0">
                    <a:moveTo>
                      <a:pt x="1804" y="0"/>
                    </a:moveTo>
                    <a:lnTo>
                      <a:pt x="1" y="1044"/>
                    </a:lnTo>
                    <a:lnTo>
                      <a:pt x="475" y="1316"/>
                    </a:lnTo>
                    <a:cubicBezTo>
                      <a:pt x="493" y="1327"/>
                      <a:pt x="518" y="1332"/>
                      <a:pt x="543" y="1332"/>
                    </a:cubicBezTo>
                    <a:cubicBezTo>
                      <a:pt x="568" y="1332"/>
                      <a:pt x="593" y="1327"/>
                      <a:pt x="612" y="1316"/>
                    </a:cubicBezTo>
                    <a:lnTo>
                      <a:pt x="2344" y="317"/>
                    </a:lnTo>
                    <a:lnTo>
                      <a:pt x="180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41">
                <a:extLst>
                  <a:ext uri="{FF2B5EF4-FFF2-40B4-BE49-F238E27FC236}">
                    <a16:creationId xmlns:a16="http://schemas.microsoft.com/office/drawing/2014/main" id="{BEAE28DC-883F-5B6E-4ACC-E1D1D861E965}"/>
                  </a:ext>
                </a:extLst>
              </p:cNvPr>
              <p:cNvSpPr/>
              <p:nvPr/>
            </p:nvSpPr>
            <p:spPr>
              <a:xfrm>
                <a:off x="1911901" y="3711515"/>
                <a:ext cx="74269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5" extrusionOk="0">
                    <a:moveTo>
                      <a:pt x="335" y="0"/>
                    </a:moveTo>
                    <a:cubicBezTo>
                      <a:pt x="301" y="0"/>
                      <a:pt x="267" y="8"/>
                      <a:pt x="237" y="22"/>
                    </a:cubicBezTo>
                    <a:lnTo>
                      <a:pt x="51" y="136"/>
                    </a:lnTo>
                    <a:cubicBezTo>
                      <a:pt x="1" y="166"/>
                      <a:pt x="1" y="216"/>
                      <a:pt x="51" y="245"/>
                    </a:cubicBezTo>
                    <a:lnTo>
                      <a:pt x="267" y="367"/>
                    </a:lnTo>
                    <a:cubicBezTo>
                      <a:pt x="295" y="386"/>
                      <a:pt x="329" y="395"/>
                      <a:pt x="362" y="395"/>
                    </a:cubicBezTo>
                    <a:cubicBezTo>
                      <a:pt x="396" y="395"/>
                      <a:pt x="428" y="386"/>
                      <a:pt x="453" y="367"/>
                    </a:cubicBezTo>
                    <a:lnTo>
                      <a:pt x="648" y="259"/>
                    </a:lnTo>
                    <a:cubicBezTo>
                      <a:pt x="698" y="231"/>
                      <a:pt x="698" y="179"/>
                      <a:pt x="648" y="152"/>
                    </a:cubicBezTo>
                    <a:lnTo>
                      <a:pt x="432" y="22"/>
                    </a:lnTo>
                    <a:cubicBezTo>
                      <a:pt x="403" y="8"/>
                      <a:pt x="369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41">
                <a:extLst>
                  <a:ext uri="{FF2B5EF4-FFF2-40B4-BE49-F238E27FC236}">
                    <a16:creationId xmlns:a16="http://schemas.microsoft.com/office/drawing/2014/main" id="{380E0A70-5A05-36F9-8ABD-FDCECBDF62E9}"/>
                  </a:ext>
                </a:extLst>
              </p:cNvPr>
              <p:cNvSpPr/>
              <p:nvPr/>
            </p:nvSpPr>
            <p:spPr>
              <a:xfrm>
                <a:off x="2369223" y="3445507"/>
                <a:ext cx="77355" cy="43519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9" extrusionOk="0">
                    <a:moveTo>
                      <a:pt x="368" y="1"/>
                    </a:moveTo>
                    <a:cubicBezTo>
                      <a:pt x="334" y="1"/>
                      <a:pt x="299" y="10"/>
                      <a:pt x="274" y="28"/>
                    </a:cubicBezTo>
                    <a:lnTo>
                      <a:pt x="52" y="150"/>
                    </a:lnTo>
                    <a:cubicBezTo>
                      <a:pt x="0" y="178"/>
                      <a:pt x="0" y="230"/>
                      <a:pt x="52" y="257"/>
                    </a:cubicBezTo>
                    <a:lnTo>
                      <a:pt x="268" y="387"/>
                    </a:lnTo>
                    <a:cubicBezTo>
                      <a:pt x="296" y="401"/>
                      <a:pt x="330" y="409"/>
                      <a:pt x="364" y="409"/>
                    </a:cubicBezTo>
                    <a:cubicBezTo>
                      <a:pt x="398" y="409"/>
                      <a:pt x="432" y="401"/>
                      <a:pt x="461" y="387"/>
                    </a:cubicBezTo>
                    <a:lnTo>
                      <a:pt x="676" y="257"/>
                    </a:lnTo>
                    <a:cubicBezTo>
                      <a:pt x="726" y="230"/>
                      <a:pt x="726" y="178"/>
                      <a:pt x="676" y="150"/>
                    </a:cubicBezTo>
                    <a:lnTo>
                      <a:pt x="461" y="28"/>
                    </a:lnTo>
                    <a:cubicBezTo>
                      <a:pt x="436" y="10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41">
                <a:extLst>
                  <a:ext uri="{FF2B5EF4-FFF2-40B4-BE49-F238E27FC236}">
                    <a16:creationId xmlns:a16="http://schemas.microsoft.com/office/drawing/2014/main" id="{52F91071-F0D3-40D8-3D2A-171611534B15}"/>
                  </a:ext>
                </a:extLst>
              </p:cNvPr>
              <p:cNvSpPr/>
              <p:nvPr/>
            </p:nvSpPr>
            <p:spPr>
              <a:xfrm>
                <a:off x="2421360" y="3416352"/>
                <a:ext cx="77355" cy="42774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2" extrusionOk="0">
                    <a:moveTo>
                      <a:pt x="359" y="0"/>
                    </a:moveTo>
                    <a:cubicBezTo>
                      <a:pt x="325" y="0"/>
                      <a:pt x="291" y="7"/>
                      <a:pt x="266" y="21"/>
                    </a:cubicBezTo>
                    <a:lnTo>
                      <a:pt x="57" y="143"/>
                    </a:lnTo>
                    <a:cubicBezTo>
                      <a:pt x="0" y="173"/>
                      <a:pt x="0" y="223"/>
                      <a:pt x="50" y="252"/>
                    </a:cubicBezTo>
                    <a:lnTo>
                      <a:pt x="273" y="381"/>
                    </a:lnTo>
                    <a:cubicBezTo>
                      <a:pt x="298" y="395"/>
                      <a:pt x="332" y="402"/>
                      <a:pt x="366" y="402"/>
                    </a:cubicBezTo>
                    <a:cubicBezTo>
                      <a:pt x="400" y="402"/>
                      <a:pt x="434" y="395"/>
                      <a:pt x="459" y="381"/>
                    </a:cubicBezTo>
                    <a:lnTo>
                      <a:pt x="668" y="259"/>
                    </a:lnTo>
                    <a:cubicBezTo>
                      <a:pt x="726" y="223"/>
                      <a:pt x="726" y="179"/>
                      <a:pt x="675" y="150"/>
                    </a:cubicBezTo>
                    <a:lnTo>
                      <a:pt x="452" y="21"/>
                    </a:lnTo>
                    <a:cubicBezTo>
                      <a:pt x="427" y="7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41">
                <a:extLst>
                  <a:ext uri="{FF2B5EF4-FFF2-40B4-BE49-F238E27FC236}">
                    <a16:creationId xmlns:a16="http://schemas.microsoft.com/office/drawing/2014/main" id="{FAD25F95-DB61-C2D2-AD77-88BF359D0B26}"/>
                  </a:ext>
                </a:extLst>
              </p:cNvPr>
              <p:cNvSpPr/>
              <p:nvPr/>
            </p:nvSpPr>
            <p:spPr>
              <a:xfrm>
                <a:off x="2472540" y="3384964"/>
                <a:ext cx="80334" cy="44476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389" y="0"/>
                    </a:moveTo>
                    <a:cubicBezTo>
                      <a:pt x="354" y="0"/>
                      <a:pt x="320" y="8"/>
                      <a:pt x="295" y="22"/>
                    </a:cubicBezTo>
                    <a:lnTo>
                      <a:pt x="57" y="159"/>
                    </a:lnTo>
                    <a:cubicBezTo>
                      <a:pt x="0" y="186"/>
                      <a:pt x="0" y="238"/>
                      <a:pt x="57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6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7" y="259"/>
                    </a:lnTo>
                    <a:cubicBezTo>
                      <a:pt x="754" y="223"/>
                      <a:pt x="754" y="179"/>
                      <a:pt x="697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41">
                <a:extLst>
                  <a:ext uri="{FF2B5EF4-FFF2-40B4-BE49-F238E27FC236}">
                    <a16:creationId xmlns:a16="http://schemas.microsoft.com/office/drawing/2014/main" id="{62EC6294-60EB-8BF8-7567-94EA7C38E27D}"/>
                  </a:ext>
                </a:extLst>
              </p:cNvPr>
              <p:cNvSpPr/>
              <p:nvPr/>
            </p:nvSpPr>
            <p:spPr>
              <a:xfrm>
                <a:off x="1643446" y="3742904"/>
                <a:ext cx="81930" cy="4511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4" extrusionOk="0">
                    <a:moveTo>
                      <a:pt x="411" y="0"/>
                    </a:moveTo>
                    <a:cubicBezTo>
                      <a:pt x="377" y="0"/>
                      <a:pt x="342" y="8"/>
                      <a:pt x="317" y="22"/>
                    </a:cubicBezTo>
                    <a:lnTo>
                      <a:pt x="59" y="173"/>
                    </a:lnTo>
                    <a:cubicBezTo>
                      <a:pt x="7" y="202"/>
                      <a:pt x="0" y="252"/>
                      <a:pt x="59" y="281"/>
                    </a:cubicBezTo>
                    <a:lnTo>
                      <a:pt x="266" y="402"/>
                    </a:lnTo>
                    <a:cubicBezTo>
                      <a:pt x="292" y="417"/>
                      <a:pt x="326" y="424"/>
                      <a:pt x="360" y="424"/>
                    </a:cubicBezTo>
                    <a:cubicBezTo>
                      <a:pt x="395" y="424"/>
                      <a:pt x="429" y="417"/>
                      <a:pt x="454" y="402"/>
                    </a:cubicBezTo>
                    <a:lnTo>
                      <a:pt x="719" y="252"/>
                    </a:lnTo>
                    <a:cubicBezTo>
                      <a:pt x="769" y="223"/>
                      <a:pt x="769" y="173"/>
                      <a:pt x="719" y="143"/>
                    </a:cubicBezTo>
                    <a:lnTo>
                      <a:pt x="504" y="22"/>
                    </a:lnTo>
                    <a:cubicBezTo>
                      <a:pt x="479" y="8"/>
                      <a:pt x="445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41">
                <a:extLst>
                  <a:ext uri="{FF2B5EF4-FFF2-40B4-BE49-F238E27FC236}">
                    <a16:creationId xmlns:a16="http://schemas.microsoft.com/office/drawing/2014/main" id="{08288FC4-53A5-DC62-F51A-9195F1D9A2A9}"/>
                  </a:ext>
                </a:extLst>
              </p:cNvPr>
              <p:cNvSpPr/>
              <p:nvPr/>
            </p:nvSpPr>
            <p:spPr>
              <a:xfrm>
                <a:off x="1694626" y="3772059"/>
                <a:ext cx="82675" cy="4671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9" extrusionOk="0">
                    <a:moveTo>
                      <a:pt x="411" y="1"/>
                    </a:moveTo>
                    <a:cubicBezTo>
                      <a:pt x="377" y="1"/>
                      <a:pt x="343" y="10"/>
                      <a:pt x="318" y="28"/>
                    </a:cubicBezTo>
                    <a:lnTo>
                      <a:pt x="52" y="180"/>
                    </a:lnTo>
                    <a:cubicBezTo>
                      <a:pt x="0" y="207"/>
                      <a:pt x="0" y="257"/>
                      <a:pt x="52" y="287"/>
                    </a:cubicBezTo>
                    <a:lnTo>
                      <a:pt x="275" y="416"/>
                    </a:lnTo>
                    <a:cubicBezTo>
                      <a:pt x="300" y="431"/>
                      <a:pt x="334" y="438"/>
                      <a:pt x="368" y="438"/>
                    </a:cubicBezTo>
                    <a:cubicBezTo>
                      <a:pt x="402" y="438"/>
                      <a:pt x="436" y="431"/>
                      <a:pt x="461" y="416"/>
                    </a:cubicBezTo>
                    <a:lnTo>
                      <a:pt x="720" y="257"/>
                    </a:lnTo>
                    <a:cubicBezTo>
                      <a:pt x="777" y="230"/>
                      <a:pt x="777" y="180"/>
                      <a:pt x="727" y="150"/>
                    </a:cubicBezTo>
                    <a:lnTo>
                      <a:pt x="504" y="28"/>
                    </a:lnTo>
                    <a:cubicBezTo>
                      <a:pt x="479" y="10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41">
                <a:extLst>
                  <a:ext uri="{FF2B5EF4-FFF2-40B4-BE49-F238E27FC236}">
                    <a16:creationId xmlns:a16="http://schemas.microsoft.com/office/drawing/2014/main" id="{02187A22-3F78-B628-007E-2CF53492C33B}"/>
                  </a:ext>
                </a:extLst>
              </p:cNvPr>
              <p:cNvSpPr/>
              <p:nvPr/>
            </p:nvSpPr>
            <p:spPr>
              <a:xfrm>
                <a:off x="2272821" y="3441251"/>
                <a:ext cx="78099" cy="43199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06" extrusionOk="0">
                    <a:moveTo>
                      <a:pt x="373" y="0"/>
                    </a:moveTo>
                    <a:cubicBezTo>
                      <a:pt x="337" y="0"/>
                      <a:pt x="301" y="9"/>
                      <a:pt x="275" y="25"/>
                    </a:cubicBezTo>
                    <a:lnTo>
                      <a:pt x="52" y="147"/>
                    </a:lnTo>
                    <a:cubicBezTo>
                      <a:pt x="0" y="184"/>
                      <a:pt x="0" y="227"/>
                      <a:pt x="52" y="261"/>
                    </a:cubicBezTo>
                    <a:lnTo>
                      <a:pt x="275" y="384"/>
                    </a:lnTo>
                    <a:cubicBezTo>
                      <a:pt x="300" y="398"/>
                      <a:pt x="332" y="406"/>
                      <a:pt x="365" y="406"/>
                    </a:cubicBezTo>
                    <a:cubicBezTo>
                      <a:pt x="399" y="406"/>
                      <a:pt x="433" y="398"/>
                      <a:pt x="461" y="384"/>
                    </a:cubicBezTo>
                    <a:lnTo>
                      <a:pt x="677" y="261"/>
                    </a:lnTo>
                    <a:cubicBezTo>
                      <a:pt x="727" y="227"/>
                      <a:pt x="734" y="184"/>
                      <a:pt x="677" y="147"/>
                    </a:cubicBezTo>
                    <a:lnTo>
                      <a:pt x="461" y="25"/>
                    </a:lnTo>
                    <a:cubicBezTo>
                      <a:pt x="437" y="8"/>
                      <a:pt x="406" y="0"/>
                      <a:pt x="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41">
                <a:extLst>
                  <a:ext uri="{FF2B5EF4-FFF2-40B4-BE49-F238E27FC236}">
                    <a16:creationId xmlns:a16="http://schemas.microsoft.com/office/drawing/2014/main" id="{254A7181-7719-456D-5C1B-931BF4EBC9C2}"/>
                  </a:ext>
                </a:extLst>
              </p:cNvPr>
              <p:cNvSpPr/>
              <p:nvPr/>
            </p:nvSpPr>
            <p:spPr>
              <a:xfrm>
                <a:off x="2241645" y="3239617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3" y="0"/>
                    </a:moveTo>
                    <a:cubicBezTo>
                      <a:pt x="350" y="0"/>
                      <a:pt x="316" y="8"/>
                      <a:pt x="287" y="22"/>
                    </a:cubicBezTo>
                    <a:lnTo>
                      <a:pt x="50" y="158"/>
                    </a:lnTo>
                    <a:cubicBezTo>
                      <a:pt x="0" y="188"/>
                      <a:pt x="0" y="238"/>
                      <a:pt x="50" y="267"/>
                    </a:cubicBezTo>
                    <a:lnTo>
                      <a:pt x="86" y="288"/>
                    </a:lnTo>
                    <a:cubicBezTo>
                      <a:pt x="111" y="303"/>
                      <a:pt x="146" y="310"/>
                      <a:pt x="180" y="310"/>
                    </a:cubicBezTo>
                    <a:cubicBezTo>
                      <a:pt x="214" y="310"/>
                      <a:pt x="248" y="303"/>
                      <a:pt x="273" y="288"/>
                    </a:cubicBezTo>
                    <a:lnTo>
                      <a:pt x="509" y="152"/>
                    </a:lnTo>
                    <a:cubicBezTo>
                      <a:pt x="561" y="122"/>
                      <a:pt x="561" y="72"/>
                      <a:pt x="509" y="43"/>
                    </a:cubicBezTo>
                    <a:lnTo>
                      <a:pt x="475" y="22"/>
                    </a:lnTo>
                    <a:cubicBezTo>
                      <a:pt x="449" y="8"/>
                      <a:pt x="416" y="0"/>
                      <a:pt x="3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41">
                <a:extLst>
                  <a:ext uri="{FF2B5EF4-FFF2-40B4-BE49-F238E27FC236}">
                    <a16:creationId xmlns:a16="http://schemas.microsoft.com/office/drawing/2014/main" id="{34155091-0904-0D78-CFB5-DC5FE0D74823}"/>
                  </a:ext>
                </a:extLst>
              </p:cNvPr>
              <p:cNvSpPr/>
              <p:nvPr/>
            </p:nvSpPr>
            <p:spPr>
              <a:xfrm>
                <a:off x="2295804" y="3206738"/>
                <a:ext cx="62139" cy="34474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24" extrusionOk="0">
                    <a:moveTo>
                      <a:pt x="404" y="0"/>
                    </a:moveTo>
                    <a:cubicBezTo>
                      <a:pt x="370" y="0"/>
                      <a:pt x="336" y="8"/>
                      <a:pt x="311" y="22"/>
                    </a:cubicBezTo>
                    <a:lnTo>
                      <a:pt x="52" y="172"/>
                    </a:lnTo>
                    <a:cubicBezTo>
                      <a:pt x="0" y="202"/>
                      <a:pt x="0" y="252"/>
                      <a:pt x="52" y="281"/>
                    </a:cubicBezTo>
                    <a:lnTo>
                      <a:pt x="86" y="302"/>
                    </a:lnTo>
                    <a:cubicBezTo>
                      <a:pt x="112" y="317"/>
                      <a:pt x="147" y="324"/>
                      <a:pt x="181" y="324"/>
                    </a:cubicBezTo>
                    <a:cubicBezTo>
                      <a:pt x="215" y="324"/>
                      <a:pt x="249" y="317"/>
                      <a:pt x="274" y="302"/>
                    </a:cubicBezTo>
                    <a:lnTo>
                      <a:pt x="533" y="152"/>
                    </a:lnTo>
                    <a:cubicBezTo>
                      <a:pt x="583" y="122"/>
                      <a:pt x="583" y="72"/>
                      <a:pt x="533" y="43"/>
                    </a:cubicBezTo>
                    <a:lnTo>
                      <a:pt x="497" y="22"/>
                    </a:lnTo>
                    <a:cubicBezTo>
                      <a:pt x="472" y="8"/>
                      <a:pt x="438" y="0"/>
                      <a:pt x="4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41">
                <a:extLst>
                  <a:ext uri="{FF2B5EF4-FFF2-40B4-BE49-F238E27FC236}">
                    <a16:creationId xmlns:a16="http://schemas.microsoft.com/office/drawing/2014/main" id="{247C42CB-1C6F-8C6A-0333-F4C8DD2292A5}"/>
                  </a:ext>
                </a:extLst>
              </p:cNvPr>
              <p:cNvSpPr/>
              <p:nvPr/>
            </p:nvSpPr>
            <p:spPr>
              <a:xfrm>
                <a:off x="2328789" y="3225784"/>
                <a:ext cx="81079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2" h="425" extrusionOk="0">
                    <a:moveTo>
                      <a:pt x="403" y="1"/>
                    </a:moveTo>
                    <a:cubicBezTo>
                      <a:pt x="369" y="1"/>
                      <a:pt x="334" y="8"/>
                      <a:pt x="309" y="23"/>
                    </a:cubicBezTo>
                    <a:lnTo>
                      <a:pt x="51" y="173"/>
                    </a:lnTo>
                    <a:cubicBezTo>
                      <a:pt x="1" y="202"/>
                      <a:pt x="1" y="252"/>
                      <a:pt x="51" y="282"/>
                    </a:cubicBezTo>
                    <a:lnTo>
                      <a:pt x="259" y="404"/>
                    </a:lnTo>
                    <a:cubicBezTo>
                      <a:pt x="284" y="418"/>
                      <a:pt x="318" y="425"/>
                      <a:pt x="353" y="425"/>
                    </a:cubicBezTo>
                    <a:cubicBezTo>
                      <a:pt x="387" y="425"/>
                      <a:pt x="421" y="418"/>
                      <a:pt x="446" y="404"/>
                    </a:cubicBezTo>
                    <a:lnTo>
                      <a:pt x="704" y="252"/>
                    </a:lnTo>
                    <a:cubicBezTo>
                      <a:pt x="761" y="225"/>
                      <a:pt x="761" y="182"/>
                      <a:pt x="711" y="145"/>
                    </a:cubicBezTo>
                    <a:lnTo>
                      <a:pt x="496" y="23"/>
                    </a:lnTo>
                    <a:cubicBezTo>
                      <a:pt x="471" y="8"/>
                      <a:pt x="437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41">
                <a:extLst>
                  <a:ext uri="{FF2B5EF4-FFF2-40B4-BE49-F238E27FC236}">
                    <a16:creationId xmlns:a16="http://schemas.microsoft.com/office/drawing/2014/main" id="{F57AE028-60B3-9274-1876-D9B6110C08EE}"/>
                  </a:ext>
                </a:extLst>
              </p:cNvPr>
              <p:cNvSpPr/>
              <p:nvPr/>
            </p:nvSpPr>
            <p:spPr>
              <a:xfrm>
                <a:off x="2274524" y="3258663"/>
                <a:ext cx="78844" cy="437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411" extrusionOk="0">
                    <a:moveTo>
                      <a:pt x="381" y="1"/>
                    </a:moveTo>
                    <a:cubicBezTo>
                      <a:pt x="347" y="1"/>
                      <a:pt x="312" y="8"/>
                      <a:pt x="286" y="23"/>
                    </a:cubicBezTo>
                    <a:lnTo>
                      <a:pt x="50" y="159"/>
                    </a:lnTo>
                    <a:cubicBezTo>
                      <a:pt x="0" y="188"/>
                      <a:pt x="0" y="238"/>
                      <a:pt x="50" y="268"/>
                    </a:cubicBezTo>
                    <a:lnTo>
                      <a:pt x="259" y="390"/>
                    </a:lnTo>
                    <a:cubicBezTo>
                      <a:pt x="284" y="404"/>
                      <a:pt x="318" y="411"/>
                      <a:pt x="352" y="411"/>
                    </a:cubicBezTo>
                    <a:cubicBezTo>
                      <a:pt x="386" y="411"/>
                      <a:pt x="420" y="404"/>
                      <a:pt x="445" y="390"/>
                    </a:cubicBezTo>
                    <a:lnTo>
                      <a:pt x="690" y="252"/>
                    </a:lnTo>
                    <a:cubicBezTo>
                      <a:pt x="740" y="224"/>
                      <a:pt x="740" y="174"/>
                      <a:pt x="690" y="145"/>
                    </a:cubicBezTo>
                    <a:lnTo>
                      <a:pt x="474" y="23"/>
                    </a:lnTo>
                    <a:cubicBezTo>
                      <a:pt x="449" y="8"/>
                      <a:pt x="415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41">
                <a:extLst>
                  <a:ext uri="{FF2B5EF4-FFF2-40B4-BE49-F238E27FC236}">
                    <a16:creationId xmlns:a16="http://schemas.microsoft.com/office/drawing/2014/main" id="{8EAE584E-D4F1-344D-4FDA-C8083EE91998}"/>
                  </a:ext>
                </a:extLst>
              </p:cNvPr>
              <p:cNvSpPr/>
              <p:nvPr/>
            </p:nvSpPr>
            <p:spPr>
              <a:xfrm>
                <a:off x="2366243" y="3255684"/>
                <a:ext cx="97252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14" h="518" extrusionOk="0">
                    <a:moveTo>
                      <a:pt x="532" y="1"/>
                    </a:moveTo>
                    <a:cubicBezTo>
                      <a:pt x="498" y="1"/>
                      <a:pt x="464" y="7"/>
                      <a:pt x="439" y="21"/>
                    </a:cubicBezTo>
                    <a:lnTo>
                      <a:pt x="51" y="246"/>
                    </a:lnTo>
                    <a:cubicBezTo>
                      <a:pt x="1" y="273"/>
                      <a:pt x="1" y="323"/>
                      <a:pt x="51" y="352"/>
                    </a:cubicBezTo>
                    <a:lnTo>
                      <a:pt x="287" y="496"/>
                    </a:lnTo>
                    <a:cubicBezTo>
                      <a:pt x="313" y="510"/>
                      <a:pt x="347" y="518"/>
                      <a:pt x="382" y="518"/>
                    </a:cubicBezTo>
                    <a:cubicBezTo>
                      <a:pt x="416" y="518"/>
                      <a:pt x="450" y="510"/>
                      <a:pt x="475" y="496"/>
                    </a:cubicBezTo>
                    <a:lnTo>
                      <a:pt x="863" y="266"/>
                    </a:lnTo>
                    <a:cubicBezTo>
                      <a:pt x="913" y="237"/>
                      <a:pt x="913" y="187"/>
                      <a:pt x="863" y="159"/>
                    </a:cubicBezTo>
                    <a:lnTo>
                      <a:pt x="625" y="21"/>
                    </a:lnTo>
                    <a:cubicBezTo>
                      <a:pt x="600" y="7"/>
                      <a:pt x="566" y="1"/>
                      <a:pt x="5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41">
                <a:extLst>
                  <a:ext uri="{FF2B5EF4-FFF2-40B4-BE49-F238E27FC236}">
                    <a16:creationId xmlns:a16="http://schemas.microsoft.com/office/drawing/2014/main" id="{0E2194E0-3462-3F15-0753-81E422720664}"/>
                  </a:ext>
                </a:extLst>
              </p:cNvPr>
              <p:cNvSpPr/>
              <p:nvPr/>
            </p:nvSpPr>
            <p:spPr>
              <a:xfrm>
                <a:off x="2311871" y="3296223"/>
                <a:ext cx="82036" cy="45966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32" extrusionOk="0">
                    <a:moveTo>
                      <a:pt x="382" y="1"/>
                    </a:moveTo>
                    <a:cubicBezTo>
                      <a:pt x="348" y="1"/>
                      <a:pt x="314" y="8"/>
                      <a:pt x="289" y="22"/>
                    </a:cubicBezTo>
                    <a:lnTo>
                      <a:pt x="51" y="158"/>
                    </a:lnTo>
                    <a:cubicBezTo>
                      <a:pt x="1" y="187"/>
                      <a:pt x="1" y="237"/>
                      <a:pt x="51" y="266"/>
                    </a:cubicBezTo>
                    <a:lnTo>
                      <a:pt x="289" y="410"/>
                    </a:lnTo>
                    <a:cubicBezTo>
                      <a:pt x="314" y="424"/>
                      <a:pt x="348" y="432"/>
                      <a:pt x="382" y="432"/>
                    </a:cubicBezTo>
                    <a:cubicBezTo>
                      <a:pt x="416" y="432"/>
                      <a:pt x="450" y="424"/>
                      <a:pt x="475" y="410"/>
                    </a:cubicBezTo>
                    <a:lnTo>
                      <a:pt x="712" y="266"/>
                    </a:lnTo>
                    <a:cubicBezTo>
                      <a:pt x="763" y="237"/>
                      <a:pt x="770" y="187"/>
                      <a:pt x="712" y="158"/>
                    </a:cubicBezTo>
                    <a:lnTo>
                      <a:pt x="475" y="22"/>
                    </a:lnTo>
                    <a:cubicBezTo>
                      <a:pt x="450" y="8"/>
                      <a:pt x="416" y="1"/>
                      <a:pt x="3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41">
                <a:extLst>
                  <a:ext uri="{FF2B5EF4-FFF2-40B4-BE49-F238E27FC236}">
                    <a16:creationId xmlns:a16="http://schemas.microsoft.com/office/drawing/2014/main" id="{8CA65C17-46C4-64A1-DF5D-F9C1FA7D8758}"/>
                  </a:ext>
                </a:extLst>
              </p:cNvPr>
              <p:cNvSpPr/>
              <p:nvPr/>
            </p:nvSpPr>
            <p:spPr>
              <a:xfrm>
                <a:off x="2401356" y="3287072"/>
                <a:ext cx="113319" cy="63629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98" extrusionOk="0">
                    <a:moveTo>
                      <a:pt x="708" y="1"/>
                    </a:moveTo>
                    <a:cubicBezTo>
                      <a:pt x="675" y="1"/>
                      <a:pt x="641" y="7"/>
                      <a:pt x="612" y="21"/>
                    </a:cubicBezTo>
                    <a:lnTo>
                      <a:pt x="59" y="346"/>
                    </a:lnTo>
                    <a:cubicBezTo>
                      <a:pt x="0" y="373"/>
                      <a:pt x="0" y="425"/>
                      <a:pt x="52" y="453"/>
                    </a:cubicBezTo>
                    <a:lnTo>
                      <a:pt x="267" y="575"/>
                    </a:lnTo>
                    <a:cubicBezTo>
                      <a:pt x="292" y="590"/>
                      <a:pt x="327" y="597"/>
                      <a:pt x="361" y="597"/>
                    </a:cubicBezTo>
                    <a:cubicBezTo>
                      <a:pt x="395" y="597"/>
                      <a:pt x="429" y="590"/>
                      <a:pt x="454" y="575"/>
                    </a:cubicBezTo>
                    <a:lnTo>
                      <a:pt x="1014" y="252"/>
                    </a:lnTo>
                    <a:cubicBezTo>
                      <a:pt x="1064" y="223"/>
                      <a:pt x="1064" y="173"/>
                      <a:pt x="1014" y="144"/>
                    </a:cubicBezTo>
                    <a:lnTo>
                      <a:pt x="799" y="21"/>
                    </a:lnTo>
                    <a:cubicBezTo>
                      <a:pt x="774" y="7"/>
                      <a:pt x="741" y="1"/>
                      <a:pt x="7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41">
                <a:extLst>
                  <a:ext uri="{FF2B5EF4-FFF2-40B4-BE49-F238E27FC236}">
                    <a16:creationId xmlns:a16="http://schemas.microsoft.com/office/drawing/2014/main" id="{6E9EEF08-3000-C596-3881-4849634DB9E8}"/>
                  </a:ext>
                </a:extLst>
              </p:cNvPr>
              <p:cNvSpPr/>
              <p:nvPr/>
            </p:nvSpPr>
            <p:spPr>
              <a:xfrm>
                <a:off x="2526912" y="3346765"/>
                <a:ext cx="91825" cy="5128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2" extrusionOk="0">
                    <a:moveTo>
                      <a:pt x="495" y="0"/>
                    </a:moveTo>
                    <a:cubicBezTo>
                      <a:pt x="461" y="0"/>
                      <a:pt x="427" y="7"/>
                      <a:pt x="402" y="21"/>
                    </a:cubicBezTo>
                    <a:lnTo>
                      <a:pt x="57" y="223"/>
                    </a:lnTo>
                    <a:cubicBezTo>
                      <a:pt x="0" y="252"/>
                      <a:pt x="0" y="302"/>
                      <a:pt x="57" y="330"/>
                    </a:cubicBezTo>
                    <a:lnTo>
                      <a:pt x="273" y="459"/>
                    </a:lnTo>
                    <a:cubicBezTo>
                      <a:pt x="298" y="474"/>
                      <a:pt x="332" y="481"/>
                      <a:pt x="366" y="481"/>
                    </a:cubicBezTo>
                    <a:cubicBezTo>
                      <a:pt x="400" y="481"/>
                      <a:pt x="434" y="474"/>
                      <a:pt x="459" y="459"/>
                    </a:cubicBezTo>
                    <a:lnTo>
                      <a:pt x="804" y="259"/>
                    </a:lnTo>
                    <a:cubicBezTo>
                      <a:pt x="863" y="230"/>
                      <a:pt x="863" y="180"/>
                      <a:pt x="804" y="150"/>
                    </a:cubicBezTo>
                    <a:lnTo>
                      <a:pt x="588" y="21"/>
                    </a:lnTo>
                    <a:cubicBezTo>
                      <a:pt x="563" y="7"/>
                      <a:pt x="529" y="0"/>
                      <a:pt x="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41">
                <a:extLst>
                  <a:ext uri="{FF2B5EF4-FFF2-40B4-BE49-F238E27FC236}">
                    <a16:creationId xmlns:a16="http://schemas.microsoft.com/office/drawing/2014/main" id="{94A4BAC9-3465-6F7B-91F1-14A0EA4F3786}"/>
                  </a:ext>
                </a:extLst>
              </p:cNvPr>
              <p:cNvSpPr/>
              <p:nvPr/>
            </p:nvSpPr>
            <p:spPr>
              <a:xfrm>
                <a:off x="2430511" y="3316865"/>
                <a:ext cx="136089" cy="76503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719" extrusionOk="0">
                    <a:moveTo>
                      <a:pt x="913" y="0"/>
                    </a:moveTo>
                    <a:cubicBezTo>
                      <a:pt x="879" y="0"/>
                      <a:pt x="845" y="8"/>
                      <a:pt x="820" y="22"/>
                    </a:cubicBezTo>
                    <a:lnTo>
                      <a:pt x="50" y="461"/>
                    </a:lnTo>
                    <a:cubicBezTo>
                      <a:pt x="0" y="490"/>
                      <a:pt x="0" y="540"/>
                      <a:pt x="50" y="568"/>
                    </a:cubicBezTo>
                    <a:lnTo>
                      <a:pt x="273" y="697"/>
                    </a:lnTo>
                    <a:cubicBezTo>
                      <a:pt x="298" y="712"/>
                      <a:pt x="332" y="719"/>
                      <a:pt x="366" y="719"/>
                    </a:cubicBezTo>
                    <a:cubicBezTo>
                      <a:pt x="400" y="719"/>
                      <a:pt x="434" y="712"/>
                      <a:pt x="459" y="697"/>
                    </a:cubicBezTo>
                    <a:lnTo>
                      <a:pt x="1229" y="259"/>
                    </a:lnTo>
                    <a:cubicBezTo>
                      <a:pt x="1279" y="223"/>
                      <a:pt x="1279" y="179"/>
                      <a:pt x="1229" y="152"/>
                    </a:cubicBezTo>
                    <a:lnTo>
                      <a:pt x="1006" y="22"/>
                    </a:lnTo>
                    <a:cubicBezTo>
                      <a:pt x="981" y="8"/>
                      <a:pt x="947" y="0"/>
                      <a:pt x="9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41">
                <a:extLst>
                  <a:ext uri="{FF2B5EF4-FFF2-40B4-BE49-F238E27FC236}">
                    <a16:creationId xmlns:a16="http://schemas.microsoft.com/office/drawing/2014/main" id="{1F1948B8-7950-29DA-BA72-FC6D3A87064A}"/>
                  </a:ext>
                </a:extLst>
              </p:cNvPr>
              <p:cNvSpPr/>
              <p:nvPr/>
            </p:nvSpPr>
            <p:spPr>
              <a:xfrm>
                <a:off x="2376139" y="3380388"/>
                <a:ext cx="80334" cy="44370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7" extrusionOk="0">
                    <a:moveTo>
                      <a:pt x="389" y="0"/>
                    </a:moveTo>
                    <a:cubicBezTo>
                      <a:pt x="355" y="0"/>
                      <a:pt x="321" y="8"/>
                      <a:pt x="296" y="22"/>
                    </a:cubicBezTo>
                    <a:lnTo>
                      <a:pt x="58" y="159"/>
                    </a:lnTo>
                    <a:cubicBezTo>
                      <a:pt x="1" y="186"/>
                      <a:pt x="1" y="238"/>
                      <a:pt x="51" y="266"/>
                    </a:cubicBezTo>
                    <a:lnTo>
                      <a:pt x="273" y="395"/>
                    </a:lnTo>
                    <a:cubicBezTo>
                      <a:pt x="298" y="410"/>
                      <a:pt x="332" y="417"/>
                      <a:pt x="367" y="417"/>
                    </a:cubicBezTo>
                    <a:cubicBezTo>
                      <a:pt x="401" y="417"/>
                      <a:pt x="435" y="410"/>
                      <a:pt x="461" y="395"/>
                    </a:cubicBezTo>
                    <a:lnTo>
                      <a:pt x="698" y="259"/>
                    </a:lnTo>
                    <a:cubicBezTo>
                      <a:pt x="755" y="229"/>
                      <a:pt x="755" y="179"/>
                      <a:pt x="698" y="152"/>
                    </a:cubicBezTo>
                    <a:lnTo>
                      <a:pt x="482" y="22"/>
                    </a:lnTo>
                    <a:cubicBezTo>
                      <a:pt x="457" y="8"/>
                      <a:pt x="423" y="0"/>
                      <a:pt x="3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41">
                <a:extLst>
                  <a:ext uri="{FF2B5EF4-FFF2-40B4-BE49-F238E27FC236}">
                    <a16:creationId xmlns:a16="http://schemas.microsoft.com/office/drawing/2014/main" id="{31AEEB89-B467-E3DD-5A9D-EF5DDC1E4F90}"/>
                  </a:ext>
                </a:extLst>
              </p:cNvPr>
              <p:cNvSpPr/>
              <p:nvPr/>
            </p:nvSpPr>
            <p:spPr>
              <a:xfrm>
                <a:off x="2324959" y="3411671"/>
                <a:ext cx="77355" cy="428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3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2"/>
                    </a:cubicBezTo>
                    <a:lnTo>
                      <a:pt x="50" y="144"/>
                    </a:lnTo>
                    <a:cubicBezTo>
                      <a:pt x="0" y="173"/>
                      <a:pt x="0" y="223"/>
                      <a:pt x="50" y="253"/>
                    </a:cubicBezTo>
                    <a:lnTo>
                      <a:pt x="273" y="382"/>
                    </a:lnTo>
                    <a:cubicBezTo>
                      <a:pt x="298" y="396"/>
                      <a:pt x="332" y="403"/>
                      <a:pt x="366" y="403"/>
                    </a:cubicBezTo>
                    <a:cubicBezTo>
                      <a:pt x="400" y="403"/>
                      <a:pt x="434" y="396"/>
                      <a:pt x="459" y="382"/>
                    </a:cubicBezTo>
                    <a:lnTo>
                      <a:pt x="668" y="260"/>
                    </a:lnTo>
                    <a:cubicBezTo>
                      <a:pt x="727" y="230"/>
                      <a:pt x="727" y="180"/>
                      <a:pt x="675" y="151"/>
                    </a:cubicBezTo>
                    <a:lnTo>
                      <a:pt x="452" y="22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41">
                <a:extLst>
                  <a:ext uri="{FF2B5EF4-FFF2-40B4-BE49-F238E27FC236}">
                    <a16:creationId xmlns:a16="http://schemas.microsoft.com/office/drawing/2014/main" id="{8992D08D-6CB2-6E0B-0133-F26005632D66}"/>
                  </a:ext>
                </a:extLst>
              </p:cNvPr>
              <p:cNvSpPr/>
              <p:nvPr/>
            </p:nvSpPr>
            <p:spPr>
              <a:xfrm>
                <a:off x="1646531" y="3658101"/>
                <a:ext cx="119384" cy="6788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38" extrusionOk="0">
                    <a:moveTo>
                      <a:pt x="740" y="0"/>
                    </a:moveTo>
                    <a:cubicBezTo>
                      <a:pt x="706" y="0"/>
                      <a:pt x="672" y="9"/>
                      <a:pt x="647" y="28"/>
                    </a:cubicBezTo>
                    <a:lnTo>
                      <a:pt x="50" y="366"/>
                    </a:lnTo>
                    <a:cubicBezTo>
                      <a:pt x="0" y="395"/>
                      <a:pt x="0" y="445"/>
                      <a:pt x="50" y="474"/>
                    </a:cubicBezTo>
                    <a:lnTo>
                      <a:pt x="288" y="611"/>
                    </a:lnTo>
                    <a:cubicBezTo>
                      <a:pt x="317" y="629"/>
                      <a:pt x="351" y="638"/>
                      <a:pt x="385" y="638"/>
                    </a:cubicBezTo>
                    <a:cubicBezTo>
                      <a:pt x="419" y="638"/>
                      <a:pt x="453" y="629"/>
                      <a:pt x="482" y="611"/>
                    </a:cubicBezTo>
                    <a:lnTo>
                      <a:pt x="1072" y="273"/>
                    </a:lnTo>
                    <a:cubicBezTo>
                      <a:pt x="1122" y="243"/>
                      <a:pt x="1122" y="193"/>
                      <a:pt x="1072" y="164"/>
                    </a:cubicBezTo>
                    <a:lnTo>
                      <a:pt x="834" y="28"/>
                    </a:lnTo>
                    <a:cubicBezTo>
                      <a:pt x="809" y="9"/>
                      <a:pt x="775" y="0"/>
                      <a:pt x="7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41">
                <a:extLst>
                  <a:ext uri="{FF2B5EF4-FFF2-40B4-BE49-F238E27FC236}">
                    <a16:creationId xmlns:a16="http://schemas.microsoft.com/office/drawing/2014/main" id="{91E4D973-AFA1-4B5D-5DF5-68012E788D07}"/>
                  </a:ext>
                </a:extLst>
              </p:cNvPr>
              <p:cNvSpPr/>
              <p:nvPr/>
            </p:nvSpPr>
            <p:spPr>
              <a:xfrm>
                <a:off x="1738251" y="3627350"/>
                <a:ext cx="81292" cy="45221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25" extrusionOk="0">
                    <a:moveTo>
                      <a:pt x="380" y="1"/>
                    </a:moveTo>
                    <a:cubicBezTo>
                      <a:pt x="346" y="1"/>
                      <a:pt x="314" y="8"/>
                      <a:pt x="289" y="22"/>
                    </a:cubicBezTo>
                    <a:lnTo>
                      <a:pt x="58" y="160"/>
                    </a:lnTo>
                    <a:cubicBezTo>
                      <a:pt x="1" y="187"/>
                      <a:pt x="1" y="237"/>
                      <a:pt x="51" y="267"/>
                    </a:cubicBezTo>
                    <a:lnTo>
                      <a:pt x="296" y="403"/>
                    </a:lnTo>
                    <a:cubicBezTo>
                      <a:pt x="321" y="418"/>
                      <a:pt x="353" y="425"/>
                      <a:pt x="387" y="425"/>
                    </a:cubicBezTo>
                    <a:cubicBezTo>
                      <a:pt x="420" y="425"/>
                      <a:pt x="454" y="418"/>
                      <a:pt x="482" y="403"/>
                    </a:cubicBezTo>
                    <a:lnTo>
                      <a:pt x="712" y="273"/>
                    </a:lnTo>
                    <a:cubicBezTo>
                      <a:pt x="763" y="246"/>
                      <a:pt x="763" y="194"/>
                      <a:pt x="712" y="167"/>
                    </a:cubicBezTo>
                    <a:lnTo>
                      <a:pt x="475" y="22"/>
                    </a:lnTo>
                    <a:cubicBezTo>
                      <a:pt x="447" y="8"/>
                      <a:pt x="413" y="1"/>
                      <a:pt x="3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41">
                <a:extLst>
                  <a:ext uri="{FF2B5EF4-FFF2-40B4-BE49-F238E27FC236}">
                    <a16:creationId xmlns:a16="http://schemas.microsoft.com/office/drawing/2014/main" id="{F822B554-DF90-FD5C-253A-51C54295A153}"/>
                  </a:ext>
                </a:extLst>
              </p:cNvPr>
              <p:cNvSpPr/>
              <p:nvPr/>
            </p:nvSpPr>
            <p:spPr>
              <a:xfrm>
                <a:off x="1700903" y="3669486"/>
                <a:ext cx="151517" cy="85760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806" extrusionOk="0">
                    <a:moveTo>
                      <a:pt x="1063" y="0"/>
                    </a:moveTo>
                    <a:cubicBezTo>
                      <a:pt x="1029" y="0"/>
                      <a:pt x="995" y="8"/>
                      <a:pt x="970" y="22"/>
                    </a:cubicBezTo>
                    <a:lnTo>
                      <a:pt x="50" y="554"/>
                    </a:lnTo>
                    <a:cubicBezTo>
                      <a:pt x="0" y="583"/>
                      <a:pt x="0" y="633"/>
                      <a:pt x="50" y="661"/>
                    </a:cubicBezTo>
                    <a:lnTo>
                      <a:pt x="259" y="783"/>
                    </a:lnTo>
                    <a:cubicBezTo>
                      <a:pt x="284" y="798"/>
                      <a:pt x="318" y="805"/>
                      <a:pt x="352" y="805"/>
                    </a:cubicBezTo>
                    <a:cubicBezTo>
                      <a:pt x="386" y="805"/>
                      <a:pt x="420" y="798"/>
                      <a:pt x="445" y="783"/>
                    </a:cubicBezTo>
                    <a:lnTo>
                      <a:pt x="1365" y="252"/>
                    </a:lnTo>
                    <a:cubicBezTo>
                      <a:pt x="1423" y="222"/>
                      <a:pt x="1423" y="172"/>
                      <a:pt x="1373" y="143"/>
                    </a:cubicBezTo>
                    <a:lnTo>
                      <a:pt x="1158" y="22"/>
                    </a:lnTo>
                    <a:cubicBezTo>
                      <a:pt x="1132" y="8"/>
                      <a:pt x="1097" y="0"/>
                      <a:pt x="10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41">
                <a:extLst>
                  <a:ext uri="{FF2B5EF4-FFF2-40B4-BE49-F238E27FC236}">
                    <a16:creationId xmlns:a16="http://schemas.microsoft.com/office/drawing/2014/main" id="{ED4D7673-8FE9-D49E-F433-1B59E9055595}"/>
                  </a:ext>
                </a:extLst>
              </p:cNvPr>
              <p:cNvSpPr/>
              <p:nvPr/>
            </p:nvSpPr>
            <p:spPr>
              <a:xfrm>
                <a:off x="1827736" y="3639055"/>
                <a:ext cx="76610" cy="43306"/>
              </a:xfrm>
              <a:custGeom>
                <a:avLst/>
                <a:gdLst/>
                <a:ahLst/>
                <a:cxnLst/>
                <a:rect l="l" t="t" r="r" b="b"/>
                <a:pathLst>
                  <a:path w="720" h="407" extrusionOk="0">
                    <a:moveTo>
                      <a:pt x="368" y="0"/>
                    </a:moveTo>
                    <a:cubicBezTo>
                      <a:pt x="333" y="0"/>
                      <a:pt x="299" y="9"/>
                      <a:pt x="274" y="27"/>
                    </a:cubicBezTo>
                    <a:lnTo>
                      <a:pt x="52" y="150"/>
                    </a:lnTo>
                    <a:cubicBezTo>
                      <a:pt x="0" y="179"/>
                      <a:pt x="0" y="229"/>
                      <a:pt x="52" y="257"/>
                    </a:cubicBezTo>
                    <a:lnTo>
                      <a:pt x="259" y="379"/>
                    </a:lnTo>
                    <a:cubicBezTo>
                      <a:pt x="285" y="397"/>
                      <a:pt x="319" y="406"/>
                      <a:pt x="354" y="406"/>
                    </a:cubicBezTo>
                    <a:cubicBezTo>
                      <a:pt x="388" y="406"/>
                      <a:pt x="422" y="397"/>
                      <a:pt x="447" y="379"/>
                    </a:cubicBezTo>
                    <a:lnTo>
                      <a:pt x="669" y="257"/>
                    </a:lnTo>
                    <a:cubicBezTo>
                      <a:pt x="719" y="229"/>
                      <a:pt x="719" y="179"/>
                      <a:pt x="669" y="150"/>
                    </a:cubicBezTo>
                    <a:lnTo>
                      <a:pt x="461" y="27"/>
                    </a:lnTo>
                    <a:cubicBezTo>
                      <a:pt x="436" y="9"/>
                      <a:pt x="402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41">
                <a:extLst>
                  <a:ext uri="{FF2B5EF4-FFF2-40B4-BE49-F238E27FC236}">
                    <a16:creationId xmlns:a16="http://schemas.microsoft.com/office/drawing/2014/main" id="{360083C9-F6B3-3173-BAF9-5BDCBAFB7F60}"/>
                  </a:ext>
                </a:extLst>
              </p:cNvPr>
              <p:cNvSpPr/>
              <p:nvPr/>
            </p:nvSpPr>
            <p:spPr>
              <a:xfrm>
                <a:off x="2243773" y="3398690"/>
                <a:ext cx="76716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1" h="404" extrusionOk="0">
                    <a:moveTo>
                      <a:pt x="368" y="1"/>
                    </a:moveTo>
                    <a:cubicBezTo>
                      <a:pt x="334" y="1"/>
                      <a:pt x="299" y="8"/>
                      <a:pt x="273" y="23"/>
                    </a:cubicBezTo>
                    <a:lnTo>
                      <a:pt x="51" y="152"/>
                    </a:lnTo>
                    <a:cubicBezTo>
                      <a:pt x="1" y="180"/>
                      <a:pt x="1" y="230"/>
                      <a:pt x="51" y="259"/>
                    </a:cubicBezTo>
                    <a:lnTo>
                      <a:pt x="260" y="382"/>
                    </a:lnTo>
                    <a:cubicBezTo>
                      <a:pt x="285" y="396"/>
                      <a:pt x="319" y="404"/>
                      <a:pt x="353" y="404"/>
                    </a:cubicBezTo>
                    <a:cubicBezTo>
                      <a:pt x="387" y="404"/>
                      <a:pt x="421" y="396"/>
                      <a:pt x="446" y="382"/>
                    </a:cubicBezTo>
                    <a:lnTo>
                      <a:pt x="670" y="252"/>
                    </a:lnTo>
                    <a:cubicBezTo>
                      <a:pt x="720" y="223"/>
                      <a:pt x="720" y="180"/>
                      <a:pt x="670" y="144"/>
                    </a:cubicBezTo>
                    <a:lnTo>
                      <a:pt x="462" y="23"/>
                    </a:lnTo>
                    <a:cubicBezTo>
                      <a:pt x="437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41">
                <a:extLst>
                  <a:ext uri="{FF2B5EF4-FFF2-40B4-BE49-F238E27FC236}">
                    <a16:creationId xmlns:a16="http://schemas.microsoft.com/office/drawing/2014/main" id="{3DDF3897-2D2A-0291-2F98-70031F6DAB55}"/>
                  </a:ext>
                </a:extLst>
              </p:cNvPr>
              <p:cNvSpPr/>
              <p:nvPr/>
            </p:nvSpPr>
            <p:spPr>
              <a:xfrm>
                <a:off x="1538638" y="3681722"/>
                <a:ext cx="81930" cy="4575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0" extrusionOk="0">
                    <a:moveTo>
                      <a:pt x="411" y="1"/>
                    </a:moveTo>
                    <a:cubicBezTo>
                      <a:pt x="377" y="1"/>
                      <a:pt x="342" y="7"/>
                      <a:pt x="317" y="21"/>
                    </a:cubicBezTo>
                    <a:lnTo>
                      <a:pt x="52" y="173"/>
                    </a:lnTo>
                    <a:cubicBezTo>
                      <a:pt x="0" y="201"/>
                      <a:pt x="0" y="252"/>
                      <a:pt x="52" y="280"/>
                    </a:cubicBezTo>
                    <a:lnTo>
                      <a:pt x="267" y="402"/>
                    </a:lnTo>
                    <a:cubicBezTo>
                      <a:pt x="292" y="421"/>
                      <a:pt x="326" y="430"/>
                      <a:pt x="361" y="430"/>
                    </a:cubicBezTo>
                    <a:cubicBezTo>
                      <a:pt x="395" y="430"/>
                      <a:pt x="429" y="421"/>
                      <a:pt x="454" y="402"/>
                    </a:cubicBezTo>
                    <a:lnTo>
                      <a:pt x="712" y="252"/>
                    </a:lnTo>
                    <a:cubicBezTo>
                      <a:pt x="769" y="223"/>
                      <a:pt x="769" y="173"/>
                      <a:pt x="712" y="144"/>
                    </a:cubicBezTo>
                    <a:lnTo>
                      <a:pt x="504" y="21"/>
                    </a:lnTo>
                    <a:cubicBezTo>
                      <a:pt x="479" y="7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41">
                <a:extLst>
                  <a:ext uri="{FF2B5EF4-FFF2-40B4-BE49-F238E27FC236}">
                    <a16:creationId xmlns:a16="http://schemas.microsoft.com/office/drawing/2014/main" id="{0596D9A3-41A3-D7E5-C5DE-1EDE81F6B986}"/>
                  </a:ext>
                </a:extLst>
              </p:cNvPr>
              <p:cNvSpPr/>
              <p:nvPr/>
            </p:nvSpPr>
            <p:spPr>
              <a:xfrm>
                <a:off x="1590031" y="3711515"/>
                <a:ext cx="84164" cy="47349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5" extrusionOk="0">
                    <a:moveTo>
                      <a:pt x="409" y="0"/>
                    </a:moveTo>
                    <a:cubicBezTo>
                      <a:pt x="375" y="0"/>
                      <a:pt x="341" y="8"/>
                      <a:pt x="316" y="22"/>
                    </a:cubicBezTo>
                    <a:lnTo>
                      <a:pt x="50" y="173"/>
                    </a:lnTo>
                    <a:cubicBezTo>
                      <a:pt x="0" y="202"/>
                      <a:pt x="0" y="252"/>
                      <a:pt x="50" y="281"/>
                    </a:cubicBezTo>
                    <a:lnTo>
                      <a:pt x="286" y="417"/>
                    </a:lnTo>
                    <a:cubicBezTo>
                      <a:pt x="311" y="436"/>
                      <a:pt x="346" y="445"/>
                      <a:pt x="380" y="445"/>
                    </a:cubicBezTo>
                    <a:cubicBezTo>
                      <a:pt x="414" y="445"/>
                      <a:pt x="449" y="436"/>
                      <a:pt x="474" y="417"/>
                    </a:cubicBezTo>
                    <a:lnTo>
                      <a:pt x="740" y="266"/>
                    </a:lnTo>
                    <a:cubicBezTo>
                      <a:pt x="790" y="238"/>
                      <a:pt x="790" y="188"/>
                      <a:pt x="740" y="159"/>
                    </a:cubicBezTo>
                    <a:lnTo>
                      <a:pt x="502" y="22"/>
                    </a:lnTo>
                    <a:cubicBezTo>
                      <a:pt x="477" y="8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41">
                <a:extLst>
                  <a:ext uri="{FF2B5EF4-FFF2-40B4-BE49-F238E27FC236}">
                    <a16:creationId xmlns:a16="http://schemas.microsoft.com/office/drawing/2014/main" id="{1309BB87-A8E9-D50C-D2C9-86D362930BB4}"/>
                  </a:ext>
                </a:extLst>
              </p:cNvPr>
              <p:cNvSpPr/>
              <p:nvPr/>
            </p:nvSpPr>
            <p:spPr>
              <a:xfrm>
                <a:off x="1911901" y="3470618"/>
                <a:ext cx="73524" cy="411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387" extrusionOk="0">
                    <a:moveTo>
                      <a:pt x="334" y="1"/>
                    </a:moveTo>
                    <a:cubicBezTo>
                      <a:pt x="301" y="1"/>
                      <a:pt x="267" y="8"/>
                      <a:pt x="237" y="21"/>
                    </a:cubicBezTo>
                    <a:lnTo>
                      <a:pt x="58" y="130"/>
                    </a:lnTo>
                    <a:cubicBezTo>
                      <a:pt x="1" y="158"/>
                      <a:pt x="1" y="209"/>
                      <a:pt x="51" y="237"/>
                    </a:cubicBezTo>
                    <a:lnTo>
                      <a:pt x="267" y="359"/>
                    </a:lnTo>
                    <a:cubicBezTo>
                      <a:pt x="292" y="378"/>
                      <a:pt x="326" y="387"/>
                      <a:pt x="360" y="387"/>
                    </a:cubicBezTo>
                    <a:cubicBezTo>
                      <a:pt x="394" y="387"/>
                      <a:pt x="428" y="378"/>
                      <a:pt x="453" y="359"/>
                    </a:cubicBezTo>
                    <a:lnTo>
                      <a:pt x="641" y="259"/>
                    </a:lnTo>
                    <a:cubicBezTo>
                      <a:pt x="691" y="223"/>
                      <a:pt x="691" y="180"/>
                      <a:pt x="641" y="151"/>
                    </a:cubicBezTo>
                    <a:lnTo>
                      <a:pt x="425" y="21"/>
                    </a:lnTo>
                    <a:cubicBezTo>
                      <a:pt x="399" y="8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41">
                <a:extLst>
                  <a:ext uri="{FF2B5EF4-FFF2-40B4-BE49-F238E27FC236}">
                    <a16:creationId xmlns:a16="http://schemas.microsoft.com/office/drawing/2014/main" id="{93669C7A-B465-A208-6184-D7E48B501B1D}"/>
                  </a:ext>
                </a:extLst>
              </p:cNvPr>
              <p:cNvSpPr/>
              <p:nvPr/>
            </p:nvSpPr>
            <p:spPr>
              <a:xfrm>
                <a:off x="1505760" y="3662463"/>
                <a:ext cx="62884" cy="34581"/>
              </a:xfrm>
              <a:custGeom>
                <a:avLst/>
                <a:gdLst/>
                <a:ahLst/>
                <a:cxnLst/>
                <a:rect l="l" t="t" r="r" b="b"/>
                <a:pathLst>
                  <a:path w="591" h="325" extrusionOk="0">
                    <a:moveTo>
                      <a:pt x="411" y="1"/>
                    </a:moveTo>
                    <a:cubicBezTo>
                      <a:pt x="377" y="1"/>
                      <a:pt x="343" y="8"/>
                      <a:pt x="318" y="23"/>
                    </a:cubicBezTo>
                    <a:lnTo>
                      <a:pt x="50" y="175"/>
                    </a:lnTo>
                    <a:cubicBezTo>
                      <a:pt x="0" y="202"/>
                      <a:pt x="0" y="252"/>
                      <a:pt x="50" y="282"/>
                    </a:cubicBezTo>
                    <a:lnTo>
                      <a:pt x="86" y="304"/>
                    </a:lnTo>
                    <a:cubicBezTo>
                      <a:pt x="111" y="318"/>
                      <a:pt x="146" y="325"/>
                      <a:pt x="180" y="325"/>
                    </a:cubicBezTo>
                    <a:cubicBezTo>
                      <a:pt x="214" y="325"/>
                      <a:pt x="249" y="318"/>
                      <a:pt x="275" y="304"/>
                    </a:cubicBezTo>
                    <a:lnTo>
                      <a:pt x="540" y="152"/>
                    </a:lnTo>
                    <a:cubicBezTo>
                      <a:pt x="590" y="123"/>
                      <a:pt x="590" y="73"/>
                      <a:pt x="540" y="45"/>
                    </a:cubicBezTo>
                    <a:lnTo>
                      <a:pt x="504" y="23"/>
                    </a:lnTo>
                    <a:cubicBezTo>
                      <a:pt x="479" y="8"/>
                      <a:pt x="445" y="1"/>
                      <a:pt x="4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41">
                <a:extLst>
                  <a:ext uri="{FF2B5EF4-FFF2-40B4-BE49-F238E27FC236}">
                    <a16:creationId xmlns:a16="http://schemas.microsoft.com/office/drawing/2014/main" id="{2A3D1E03-A9F5-6395-DBD8-ABED8FBF0005}"/>
                  </a:ext>
                </a:extLst>
              </p:cNvPr>
              <p:cNvSpPr/>
              <p:nvPr/>
            </p:nvSpPr>
            <p:spPr>
              <a:xfrm>
                <a:off x="1614398" y="3601388"/>
                <a:ext cx="59798" cy="3373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17" extrusionOk="0">
                    <a:moveTo>
                      <a:pt x="382" y="0"/>
                    </a:moveTo>
                    <a:cubicBezTo>
                      <a:pt x="348" y="0"/>
                      <a:pt x="314" y="8"/>
                      <a:pt x="289" y="22"/>
                    </a:cubicBezTo>
                    <a:lnTo>
                      <a:pt x="51" y="166"/>
                    </a:lnTo>
                    <a:cubicBezTo>
                      <a:pt x="0" y="195"/>
                      <a:pt x="0" y="245"/>
                      <a:pt x="51" y="274"/>
                    </a:cubicBezTo>
                    <a:lnTo>
                      <a:pt x="87" y="295"/>
                    </a:lnTo>
                    <a:cubicBezTo>
                      <a:pt x="112" y="310"/>
                      <a:pt x="144" y="317"/>
                      <a:pt x="177" y="317"/>
                    </a:cubicBezTo>
                    <a:cubicBezTo>
                      <a:pt x="211" y="317"/>
                      <a:pt x="245" y="310"/>
                      <a:pt x="273" y="295"/>
                    </a:cubicBezTo>
                    <a:lnTo>
                      <a:pt x="511" y="152"/>
                    </a:lnTo>
                    <a:cubicBezTo>
                      <a:pt x="561" y="122"/>
                      <a:pt x="561" y="72"/>
                      <a:pt x="511" y="43"/>
                    </a:cubicBezTo>
                    <a:lnTo>
                      <a:pt x="475" y="22"/>
                    </a:lnTo>
                    <a:cubicBezTo>
                      <a:pt x="450" y="8"/>
                      <a:pt x="416" y="0"/>
                      <a:pt x="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41">
                <a:extLst>
                  <a:ext uri="{FF2B5EF4-FFF2-40B4-BE49-F238E27FC236}">
                    <a16:creationId xmlns:a16="http://schemas.microsoft.com/office/drawing/2014/main" id="{97114E21-09BB-0E8F-3440-C4B3C788794E}"/>
                  </a:ext>
                </a:extLst>
              </p:cNvPr>
              <p:cNvSpPr/>
              <p:nvPr/>
            </p:nvSpPr>
            <p:spPr>
              <a:xfrm>
                <a:off x="1562473" y="3632777"/>
                <a:ext cx="57351" cy="3138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5" extrusionOk="0">
                    <a:moveTo>
                      <a:pt x="359" y="0"/>
                    </a:moveTo>
                    <a:cubicBezTo>
                      <a:pt x="325" y="0"/>
                      <a:pt x="291" y="8"/>
                      <a:pt x="266" y="22"/>
                    </a:cubicBezTo>
                    <a:lnTo>
                      <a:pt x="57" y="143"/>
                    </a:lnTo>
                    <a:cubicBezTo>
                      <a:pt x="0" y="179"/>
                      <a:pt x="0" y="222"/>
                      <a:pt x="57" y="252"/>
                    </a:cubicBezTo>
                    <a:lnTo>
                      <a:pt x="87" y="272"/>
                    </a:lnTo>
                    <a:cubicBezTo>
                      <a:pt x="115" y="287"/>
                      <a:pt x="149" y="294"/>
                      <a:pt x="183" y="294"/>
                    </a:cubicBezTo>
                    <a:cubicBezTo>
                      <a:pt x="217" y="294"/>
                      <a:pt x="251" y="287"/>
                      <a:pt x="280" y="272"/>
                    </a:cubicBezTo>
                    <a:lnTo>
                      <a:pt x="488" y="152"/>
                    </a:lnTo>
                    <a:cubicBezTo>
                      <a:pt x="539" y="122"/>
                      <a:pt x="539" y="72"/>
                      <a:pt x="488" y="43"/>
                    </a:cubicBezTo>
                    <a:lnTo>
                      <a:pt x="452" y="22"/>
                    </a:lnTo>
                    <a:cubicBezTo>
                      <a:pt x="427" y="8"/>
                      <a:pt x="393" y="0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41">
                <a:extLst>
                  <a:ext uri="{FF2B5EF4-FFF2-40B4-BE49-F238E27FC236}">
                    <a16:creationId xmlns:a16="http://schemas.microsoft.com/office/drawing/2014/main" id="{885AE6EA-23BA-C7FD-84D0-601CB5997D8C}"/>
                  </a:ext>
                </a:extLst>
              </p:cNvPr>
              <p:cNvSpPr/>
              <p:nvPr/>
            </p:nvSpPr>
            <p:spPr>
              <a:xfrm>
                <a:off x="1595351" y="3620434"/>
                <a:ext cx="130769" cy="74375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699" extrusionOk="0">
                    <a:moveTo>
                      <a:pt x="870" y="1"/>
                    </a:moveTo>
                    <a:cubicBezTo>
                      <a:pt x="835" y="1"/>
                      <a:pt x="801" y="8"/>
                      <a:pt x="776" y="23"/>
                    </a:cubicBezTo>
                    <a:lnTo>
                      <a:pt x="57" y="440"/>
                    </a:lnTo>
                    <a:cubicBezTo>
                      <a:pt x="0" y="468"/>
                      <a:pt x="0" y="518"/>
                      <a:pt x="50" y="547"/>
                    </a:cubicBezTo>
                    <a:lnTo>
                      <a:pt x="266" y="677"/>
                    </a:lnTo>
                    <a:cubicBezTo>
                      <a:pt x="291" y="691"/>
                      <a:pt x="325" y="699"/>
                      <a:pt x="359" y="699"/>
                    </a:cubicBezTo>
                    <a:cubicBezTo>
                      <a:pt x="393" y="699"/>
                      <a:pt x="427" y="691"/>
                      <a:pt x="452" y="677"/>
                    </a:cubicBezTo>
                    <a:lnTo>
                      <a:pt x="1171" y="259"/>
                    </a:lnTo>
                    <a:cubicBezTo>
                      <a:pt x="1228" y="225"/>
                      <a:pt x="1228" y="181"/>
                      <a:pt x="1178" y="145"/>
                    </a:cubicBezTo>
                    <a:lnTo>
                      <a:pt x="963" y="23"/>
                    </a:lnTo>
                    <a:cubicBezTo>
                      <a:pt x="938" y="8"/>
                      <a:pt x="904" y="1"/>
                      <a:pt x="8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41">
                <a:extLst>
                  <a:ext uri="{FF2B5EF4-FFF2-40B4-BE49-F238E27FC236}">
                    <a16:creationId xmlns:a16="http://schemas.microsoft.com/office/drawing/2014/main" id="{F6A8414B-6E83-9631-8975-AC69656567B2}"/>
                  </a:ext>
                </a:extLst>
              </p:cNvPr>
              <p:cNvSpPr/>
              <p:nvPr/>
            </p:nvSpPr>
            <p:spPr>
              <a:xfrm>
                <a:off x="1668025" y="3570744"/>
                <a:ext cx="59692" cy="3298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10" extrusionOk="0">
                    <a:moveTo>
                      <a:pt x="380" y="0"/>
                    </a:moveTo>
                    <a:cubicBezTo>
                      <a:pt x="346" y="0"/>
                      <a:pt x="312" y="8"/>
                      <a:pt x="287" y="22"/>
                    </a:cubicBezTo>
                    <a:lnTo>
                      <a:pt x="57" y="159"/>
                    </a:lnTo>
                    <a:cubicBezTo>
                      <a:pt x="7" y="188"/>
                      <a:pt x="0" y="238"/>
                      <a:pt x="57" y="267"/>
                    </a:cubicBezTo>
                    <a:lnTo>
                      <a:pt x="86" y="288"/>
                    </a:lnTo>
                    <a:cubicBezTo>
                      <a:pt x="115" y="303"/>
                      <a:pt x="149" y="310"/>
                      <a:pt x="183" y="310"/>
                    </a:cubicBezTo>
                    <a:cubicBezTo>
                      <a:pt x="217" y="310"/>
                      <a:pt x="251" y="303"/>
                      <a:pt x="280" y="288"/>
                    </a:cubicBezTo>
                    <a:lnTo>
                      <a:pt x="502" y="152"/>
                    </a:lnTo>
                    <a:cubicBezTo>
                      <a:pt x="561" y="122"/>
                      <a:pt x="561" y="72"/>
                      <a:pt x="509" y="45"/>
                    </a:cubicBezTo>
                    <a:lnTo>
                      <a:pt x="475" y="22"/>
                    </a:lnTo>
                    <a:cubicBezTo>
                      <a:pt x="449" y="8"/>
                      <a:pt x="414" y="0"/>
                      <a:pt x="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41">
                <a:extLst>
                  <a:ext uri="{FF2B5EF4-FFF2-40B4-BE49-F238E27FC236}">
                    <a16:creationId xmlns:a16="http://schemas.microsoft.com/office/drawing/2014/main" id="{29BDC77E-D33D-A838-C69D-DA62EE987833}"/>
                  </a:ext>
                </a:extLst>
              </p:cNvPr>
              <p:cNvSpPr/>
              <p:nvPr/>
            </p:nvSpPr>
            <p:spPr>
              <a:xfrm>
                <a:off x="1721439" y="3540951"/>
                <a:ext cx="58309" cy="32027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1" extrusionOk="0">
                    <a:moveTo>
                      <a:pt x="368" y="1"/>
                    </a:moveTo>
                    <a:cubicBezTo>
                      <a:pt x="334" y="1"/>
                      <a:pt x="300" y="8"/>
                      <a:pt x="275" y="23"/>
                    </a:cubicBezTo>
                    <a:lnTo>
                      <a:pt x="50" y="144"/>
                    </a:lnTo>
                    <a:cubicBezTo>
                      <a:pt x="0" y="180"/>
                      <a:pt x="0" y="223"/>
                      <a:pt x="50" y="259"/>
                    </a:cubicBezTo>
                    <a:lnTo>
                      <a:pt x="86" y="273"/>
                    </a:lnTo>
                    <a:cubicBezTo>
                      <a:pt x="112" y="291"/>
                      <a:pt x="146" y="300"/>
                      <a:pt x="180" y="300"/>
                    </a:cubicBezTo>
                    <a:cubicBezTo>
                      <a:pt x="214" y="300"/>
                      <a:pt x="249" y="291"/>
                      <a:pt x="275" y="273"/>
                    </a:cubicBezTo>
                    <a:lnTo>
                      <a:pt x="497" y="152"/>
                    </a:lnTo>
                    <a:cubicBezTo>
                      <a:pt x="547" y="123"/>
                      <a:pt x="547" y="73"/>
                      <a:pt x="497" y="44"/>
                    </a:cubicBezTo>
                    <a:lnTo>
                      <a:pt x="461" y="23"/>
                    </a:lnTo>
                    <a:cubicBezTo>
                      <a:pt x="436" y="8"/>
                      <a:pt x="402" y="1"/>
                      <a:pt x="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41">
                <a:extLst>
                  <a:ext uri="{FF2B5EF4-FFF2-40B4-BE49-F238E27FC236}">
                    <a16:creationId xmlns:a16="http://schemas.microsoft.com/office/drawing/2014/main" id="{A133F8BC-3670-593C-8088-8A956C432C0F}"/>
                  </a:ext>
                </a:extLst>
              </p:cNvPr>
              <p:cNvSpPr/>
              <p:nvPr/>
            </p:nvSpPr>
            <p:spPr>
              <a:xfrm>
                <a:off x="1773577" y="3511051"/>
                <a:ext cx="57351" cy="31602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97" extrusionOk="0">
                    <a:moveTo>
                      <a:pt x="359" y="1"/>
                    </a:moveTo>
                    <a:cubicBezTo>
                      <a:pt x="325" y="1"/>
                      <a:pt x="291" y="8"/>
                      <a:pt x="266" y="23"/>
                    </a:cubicBezTo>
                    <a:lnTo>
                      <a:pt x="57" y="145"/>
                    </a:lnTo>
                    <a:cubicBezTo>
                      <a:pt x="0" y="174"/>
                      <a:pt x="0" y="224"/>
                      <a:pt x="57" y="252"/>
                    </a:cubicBezTo>
                    <a:lnTo>
                      <a:pt x="86" y="274"/>
                    </a:lnTo>
                    <a:cubicBezTo>
                      <a:pt x="115" y="289"/>
                      <a:pt x="149" y="296"/>
                      <a:pt x="183" y="296"/>
                    </a:cubicBezTo>
                    <a:cubicBezTo>
                      <a:pt x="217" y="296"/>
                      <a:pt x="251" y="289"/>
                      <a:pt x="280" y="274"/>
                    </a:cubicBezTo>
                    <a:lnTo>
                      <a:pt x="488" y="152"/>
                    </a:lnTo>
                    <a:cubicBezTo>
                      <a:pt x="538" y="123"/>
                      <a:pt x="538" y="73"/>
                      <a:pt x="488" y="45"/>
                    </a:cubicBezTo>
                    <a:lnTo>
                      <a:pt x="452" y="23"/>
                    </a:lnTo>
                    <a:cubicBezTo>
                      <a:pt x="427" y="8"/>
                      <a:pt x="393" y="1"/>
                      <a:pt x="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41">
                <a:extLst>
                  <a:ext uri="{FF2B5EF4-FFF2-40B4-BE49-F238E27FC236}">
                    <a16:creationId xmlns:a16="http://schemas.microsoft.com/office/drawing/2014/main" id="{523576BB-0DBF-A247-BC01-72383AD1A2CA}"/>
                  </a:ext>
                </a:extLst>
              </p:cNvPr>
              <p:cNvSpPr/>
              <p:nvPr/>
            </p:nvSpPr>
            <p:spPr>
              <a:xfrm>
                <a:off x="1806349" y="3530310"/>
                <a:ext cx="76503" cy="420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5" extrusionOk="0">
                    <a:moveTo>
                      <a:pt x="360" y="0"/>
                    </a:moveTo>
                    <a:cubicBezTo>
                      <a:pt x="326" y="0"/>
                      <a:pt x="292" y="7"/>
                      <a:pt x="267" y="21"/>
                    </a:cubicBezTo>
                    <a:lnTo>
                      <a:pt x="58" y="144"/>
                    </a:lnTo>
                    <a:cubicBezTo>
                      <a:pt x="1" y="173"/>
                      <a:pt x="1" y="223"/>
                      <a:pt x="51" y="252"/>
                    </a:cubicBezTo>
                    <a:lnTo>
                      <a:pt x="267" y="373"/>
                    </a:lnTo>
                    <a:cubicBezTo>
                      <a:pt x="292" y="388"/>
                      <a:pt x="326" y="395"/>
                      <a:pt x="360" y="395"/>
                    </a:cubicBezTo>
                    <a:cubicBezTo>
                      <a:pt x="394" y="395"/>
                      <a:pt x="428" y="388"/>
                      <a:pt x="453" y="373"/>
                    </a:cubicBezTo>
                    <a:lnTo>
                      <a:pt x="669" y="252"/>
                    </a:lnTo>
                    <a:cubicBezTo>
                      <a:pt x="719" y="223"/>
                      <a:pt x="719" y="173"/>
                      <a:pt x="669" y="144"/>
                    </a:cubicBezTo>
                    <a:lnTo>
                      <a:pt x="453" y="21"/>
                    </a:lnTo>
                    <a:cubicBezTo>
                      <a:pt x="428" y="7"/>
                      <a:pt x="394" y="0"/>
                      <a:pt x="3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41">
                <a:extLst>
                  <a:ext uri="{FF2B5EF4-FFF2-40B4-BE49-F238E27FC236}">
                    <a16:creationId xmlns:a16="http://schemas.microsoft.com/office/drawing/2014/main" id="{3FA28090-09DD-AE68-D917-8FAD803EC560}"/>
                  </a:ext>
                </a:extLst>
              </p:cNvPr>
              <p:cNvSpPr/>
              <p:nvPr/>
            </p:nvSpPr>
            <p:spPr>
              <a:xfrm>
                <a:off x="1754318" y="3560103"/>
                <a:ext cx="77355" cy="4298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404" extrusionOk="0">
                    <a:moveTo>
                      <a:pt x="367" y="0"/>
                    </a:moveTo>
                    <a:cubicBezTo>
                      <a:pt x="333" y="0"/>
                      <a:pt x="299" y="8"/>
                      <a:pt x="274" y="22"/>
                    </a:cubicBezTo>
                    <a:lnTo>
                      <a:pt x="52" y="145"/>
                    </a:lnTo>
                    <a:cubicBezTo>
                      <a:pt x="0" y="179"/>
                      <a:pt x="0" y="222"/>
                      <a:pt x="52" y="252"/>
                    </a:cubicBezTo>
                    <a:lnTo>
                      <a:pt x="267" y="381"/>
                    </a:lnTo>
                    <a:cubicBezTo>
                      <a:pt x="292" y="396"/>
                      <a:pt x="325" y="403"/>
                      <a:pt x="358" y="403"/>
                    </a:cubicBezTo>
                    <a:cubicBezTo>
                      <a:pt x="391" y="403"/>
                      <a:pt x="425" y="396"/>
                      <a:pt x="454" y="381"/>
                    </a:cubicBezTo>
                    <a:lnTo>
                      <a:pt x="669" y="252"/>
                    </a:lnTo>
                    <a:cubicBezTo>
                      <a:pt x="726" y="222"/>
                      <a:pt x="726" y="172"/>
                      <a:pt x="669" y="145"/>
                    </a:cubicBezTo>
                    <a:lnTo>
                      <a:pt x="461" y="22"/>
                    </a:lnTo>
                    <a:cubicBezTo>
                      <a:pt x="436" y="8"/>
                      <a:pt x="402" y="0"/>
                      <a:pt x="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41">
                <a:extLst>
                  <a:ext uri="{FF2B5EF4-FFF2-40B4-BE49-F238E27FC236}">
                    <a16:creationId xmlns:a16="http://schemas.microsoft.com/office/drawing/2014/main" id="{4D920B53-BEB6-5F9C-4785-F746D37D8841}"/>
                  </a:ext>
                </a:extLst>
              </p:cNvPr>
              <p:cNvSpPr/>
              <p:nvPr/>
            </p:nvSpPr>
            <p:spPr>
              <a:xfrm>
                <a:off x="1700903" y="3589896"/>
                <a:ext cx="78099" cy="436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10" extrusionOk="0">
                    <a:moveTo>
                      <a:pt x="378" y="1"/>
                    </a:moveTo>
                    <a:cubicBezTo>
                      <a:pt x="345" y="1"/>
                      <a:pt x="312" y="8"/>
                      <a:pt x="286" y="22"/>
                    </a:cubicBezTo>
                    <a:lnTo>
                      <a:pt x="57" y="158"/>
                    </a:lnTo>
                    <a:cubicBezTo>
                      <a:pt x="0" y="187"/>
                      <a:pt x="0" y="237"/>
                      <a:pt x="50" y="267"/>
                    </a:cubicBezTo>
                    <a:lnTo>
                      <a:pt x="266" y="389"/>
                    </a:lnTo>
                    <a:cubicBezTo>
                      <a:pt x="291" y="403"/>
                      <a:pt x="325" y="410"/>
                      <a:pt x="359" y="410"/>
                    </a:cubicBezTo>
                    <a:cubicBezTo>
                      <a:pt x="393" y="410"/>
                      <a:pt x="427" y="403"/>
                      <a:pt x="452" y="389"/>
                    </a:cubicBezTo>
                    <a:lnTo>
                      <a:pt x="683" y="253"/>
                    </a:lnTo>
                    <a:cubicBezTo>
                      <a:pt x="733" y="224"/>
                      <a:pt x="733" y="173"/>
                      <a:pt x="683" y="144"/>
                    </a:cubicBezTo>
                    <a:lnTo>
                      <a:pt x="474" y="22"/>
                    </a:lnTo>
                    <a:cubicBezTo>
                      <a:pt x="445" y="8"/>
                      <a:pt x="411" y="1"/>
                      <a:pt x="3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41">
                <a:extLst>
                  <a:ext uri="{FF2B5EF4-FFF2-40B4-BE49-F238E27FC236}">
                    <a16:creationId xmlns:a16="http://schemas.microsoft.com/office/drawing/2014/main" id="{D652BBB8-0B56-2642-E52B-F7A5143D9D5D}"/>
                  </a:ext>
                </a:extLst>
              </p:cNvPr>
              <p:cNvSpPr/>
              <p:nvPr/>
            </p:nvSpPr>
            <p:spPr>
              <a:xfrm>
                <a:off x="1927862" y="3421673"/>
                <a:ext cx="58309" cy="3213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302" extrusionOk="0">
                    <a:moveTo>
                      <a:pt x="368" y="0"/>
                    </a:moveTo>
                    <a:cubicBezTo>
                      <a:pt x="334" y="0"/>
                      <a:pt x="300" y="8"/>
                      <a:pt x="275" y="22"/>
                    </a:cubicBezTo>
                    <a:lnTo>
                      <a:pt x="51" y="152"/>
                    </a:lnTo>
                    <a:cubicBezTo>
                      <a:pt x="1" y="179"/>
                      <a:pt x="1" y="229"/>
                      <a:pt x="51" y="259"/>
                    </a:cubicBezTo>
                    <a:lnTo>
                      <a:pt x="87" y="281"/>
                    </a:lnTo>
                    <a:cubicBezTo>
                      <a:pt x="112" y="295"/>
                      <a:pt x="146" y="302"/>
                      <a:pt x="181" y="302"/>
                    </a:cubicBezTo>
                    <a:cubicBezTo>
                      <a:pt x="215" y="302"/>
                      <a:pt x="249" y="295"/>
                      <a:pt x="275" y="281"/>
                    </a:cubicBezTo>
                    <a:lnTo>
                      <a:pt x="498" y="152"/>
                    </a:lnTo>
                    <a:cubicBezTo>
                      <a:pt x="548" y="123"/>
                      <a:pt x="548" y="73"/>
                      <a:pt x="498" y="43"/>
                    </a:cubicBezTo>
                    <a:lnTo>
                      <a:pt x="462" y="22"/>
                    </a:lnTo>
                    <a:cubicBezTo>
                      <a:pt x="437" y="8"/>
                      <a:pt x="40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41">
                <a:extLst>
                  <a:ext uri="{FF2B5EF4-FFF2-40B4-BE49-F238E27FC236}">
                    <a16:creationId xmlns:a16="http://schemas.microsoft.com/office/drawing/2014/main" id="{9C0F79AB-9D5D-026F-45B2-26A70917B604}"/>
                  </a:ext>
                </a:extLst>
              </p:cNvPr>
              <p:cNvSpPr/>
              <p:nvPr/>
            </p:nvSpPr>
            <p:spPr>
              <a:xfrm>
                <a:off x="1746763" y="3802596"/>
                <a:ext cx="81930" cy="45859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31" extrusionOk="0">
                    <a:moveTo>
                      <a:pt x="409" y="0"/>
                    </a:moveTo>
                    <a:cubicBezTo>
                      <a:pt x="375" y="0"/>
                      <a:pt x="341" y="7"/>
                      <a:pt x="316" y="22"/>
                    </a:cubicBezTo>
                    <a:lnTo>
                      <a:pt x="50" y="172"/>
                    </a:lnTo>
                    <a:cubicBezTo>
                      <a:pt x="0" y="201"/>
                      <a:pt x="0" y="252"/>
                      <a:pt x="50" y="281"/>
                    </a:cubicBezTo>
                    <a:lnTo>
                      <a:pt x="273" y="410"/>
                    </a:lnTo>
                    <a:cubicBezTo>
                      <a:pt x="298" y="424"/>
                      <a:pt x="330" y="431"/>
                      <a:pt x="363" y="431"/>
                    </a:cubicBezTo>
                    <a:cubicBezTo>
                      <a:pt x="397" y="431"/>
                      <a:pt x="431" y="424"/>
                      <a:pt x="459" y="410"/>
                    </a:cubicBezTo>
                    <a:lnTo>
                      <a:pt x="718" y="258"/>
                    </a:lnTo>
                    <a:cubicBezTo>
                      <a:pt x="770" y="229"/>
                      <a:pt x="770" y="179"/>
                      <a:pt x="718" y="151"/>
                    </a:cubicBezTo>
                    <a:lnTo>
                      <a:pt x="502" y="22"/>
                    </a:lnTo>
                    <a:cubicBezTo>
                      <a:pt x="477" y="7"/>
                      <a:pt x="443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41">
                <a:extLst>
                  <a:ext uri="{FF2B5EF4-FFF2-40B4-BE49-F238E27FC236}">
                    <a16:creationId xmlns:a16="http://schemas.microsoft.com/office/drawing/2014/main" id="{FD9FE0FA-F18E-CE90-6CC0-4FEDA9C0F2DD}"/>
                  </a:ext>
                </a:extLst>
              </p:cNvPr>
              <p:cNvSpPr/>
              <p:nvPr/>
            </p:nvSpPr>
            <p:spPr>
              <a:xfrm>
                <a:off x="2158970" y="3791105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41">
                <a:extLst>
                  <a:ext uri="{FF2B5EF4-FFF2-40B4-BE49-F238E27FC236}">
                    <a16:creationId xmlns:a16="http://schemas.microsoft.com/office/drawing/2014/main" id="{B84D7ADE-ECBC-A289-A3CC-D8006DD0B230}"/>
                  </a:ext>
                </a:extLst>
              </p:cNvPr>
              <p:cNvSpPr/>
              <p:nvPr/>
            </p:nvSpPr>
            <p:spPr>
              <a:xfrm>
                <a:off x="2158970" y="3791105"/>
                <a:ext cx="106" cy="1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41">
                <a:extLst>
                  <a:ext uri="{FF2B5EF4-FFF2-40B4-BE49-F238E27FC236}">
                    <a16:creationId xmlns:a16="http://schemas.microsoft.com/office/drawing/2014/main" id="{069736B0-1948-7C4F-A71B-8408CD71D57C}"/>
                  </a:ext>
                </a:extLst>
              </p:cNvPr>
              <p:cNvSpPr/>
              <p:nvPr/>
            </p:nvSpPr>
            <p:spPr>
              <a:xfrm>
                <a:off x="2350815" y="3584576"/>
                <a:ext cx="166201" cy="95656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899" extrusionOk="0">
                    <a:moveTo>
                      <a:pt x="1562" y="1"/>
                    </a:moveTo>
                    <a:lnTo>
                      <a:pt x="1" y="898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41">
                <a:extLst>
                  <a:ext uri="{FF2B5EF4-FFF2-40B4-BE49-F238E27FC236}">
                    <a16:creationId xmlns:a16="http://schemas.microsoft.com/office/drawing/2014/main" id="{D5748B7D-35F3-5027-A48A-C24FE638FEA9}"/>
                  </a:ext>
                </a:extLst>
              </p:cNvPr>
              <p:cNvSpPr/>
              <p:nvPr/>
            </p:nvSpPr>
            <p:spPr>
              <a:xfrm>
                <a:off x="2350815" y="3584576"/>
                <a:ext cx="166201" cy="95656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899" fill="none" extrusionOk="0">
                    <a:moveTo>
                      <a:pt x="1562" y="1"/>
                    </a:moveTo>
                    <a:lnTo>
                      <a:pt x="1" y="89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41">
                <a:extLst>
                  <a:ext uri="{FF2B5EF4-FFF2-40B4-BE49-F238E27FC236}">
                    <a16:creationId xmlns:a16="http://schemas.microsoft.com/office/drawing/2014/main" id="{3493E256-5B75-471E-B385-735D2F62F1FD}"/>
                  </a:ext>
                </a:extLst>
              </p:cNvPr>
              <p:cNvSpPr/>
              <p:nvPr/>
            </p:nvSpPr>
            <p:spPr>
              <a:xfrm>
                <a:off x="1636210" y="2914500"/>
                <a:ext cx="345179" cy="203619"/>
              </a:xfrm>
              <a:custGeom>
                <a:avLst/>
                <a:gdLst/>
                <a:ahLst/>
                <a:cxnLst/>
                <a:rect l="l" t="t" r="r" b="b"/>
                <a:pathLst>
                  <a:path w="2419" h="1427" extrusionOk="0">
                    <a:moveTo>
                      <a:pt x="2358" y="0"/>
                    </a:moveTo>
                    <a:cubicBezTo>
                      <a:pt x="2353" y="0"/>
                      <a:pt x="2348" y="1"/>
                      <a:pt x="2343" y="1"/>
                    </a:cubicBezTo>
                    <a:lnTo>
                      <a:pt x="1265" y="167"/>
                    </a:lnTo>
                    <a:cubicBezTo>
                      <a:pt x="1229" y="174"/>
                      <a:pt x="1186" y="194"/>
                      <a:pt x="1143" y="217"/>
                    </a:cubicBezTo>
                    <a:cubicBezTo>
                      <a:pt x="1093" y="244"/>
                      <a:pt x="1050" y="274"/>
                      <a:pt x="1022" y="310"/>
                    </a:cubicBezTo>
                    <a:lnTo>
                      <a:pt x="58" y="1323"/>
                    </a:lnTo>
                    <a:cubicBezTo>
                      <a:pt x="1" y="1381"/>
                      <a:pt x="0" y="1427"/>
                      <a:pt x="45" y="1427"/>
                    </a:cubicBezTo>
                    <a:cubicBezTo>
                      <a:pt x="51" y="1427"/>
                      <a:pt x="57" y="1426"/>
                      <a:pt x="64" y="1424"/>
                    </a:cubicBezTo>
                    <a:lnTo>
                      <a:pt x="1151" y="1259"/>
                    </a:lnTo>
                    <a:cubicBezTo>
                      <a:pt x="1186" y="1252"/>
                      <a:pt x="1229" y="1229"/>
                      <a:pt x="1272" y="1209"/>
                    </a:cubicBezTo>
                    <a:cubicBezTo>
                      <a:pt x="1315" y="1179"/>
                      <a:pt x="1358" y="1150"/>
                      <a:pt x="1388" y="1116"/>
                    </a:cubicBezTo>
                    <a:lnTo>
                      <a:pt x="2359" y="101"/>
                    </a:lnTo>
                    <a:cubicBezTo>
                      <a:pt x="2418" y="42"/>
                      <a:pt x="2416" y="0"/>
                      <a:pt x="23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41">
                <a:extLst>
                  <a:ext uri="{FF2B5EF4-FFF2-40B4-BE49-F238E27FC236}">
                    <a16:creationId xmlns:a16="http://schemas.microsoft.com/office/drawing/2014/main" id="{CC279A24-DE74-B0C7-EA33-DDBF78AB7F3D}"/>
                  </a:ext>
                </a:extLst>
              </p:cNvPr>
              <p:cNvSpPr/>
              <p:nvPr/>
            </p:nvSpPr>
            <p:spPr>
              <a:xfrm>
                <a:off x="1708286" y="3000657"/>
                <a:ext cx="237159" cy="219029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1535" extrusionOk="0">
                    <a:moveTo>
                      <a:pt x="1589" y="0"/>
                    </a:moveTo>
                    <a:lnTo>
                      <a:pt x="949" y="670"/>
                    </a:lnTo>
                    <a:cubicBezTo>
                      <a:pt x="922" y="699"/>
                      <a:pt x="879" y="733"/>
                      <a:pt x="836" y="756"/>
                    </a:cubicBezTo>
                    <a:cubicBezTo>
                      <a:pt x="792" y="785"/>
                      <a:pt x="749" y="799"/>
                      <a:pt x="713" y="806"/>
                    </a:cubicBezTo>
                    <a:lnTo>
                      <a:pt x="1" y="922"/>
                    </a:lnTo>
                    <a:lnTo>
                      <a:pt x="59" y="1396"/>
                    </a:lnTo>
                    <a:cubicBezTo>
                      <a:pt x="72" y="1474"/>
                      <a:pt x="127" y="1534"/>
                      <a:pt x="190" y="1534"/>
                    </a:cubicBezTo>
                    <a:cubicBezTo>
                      <a:pt x="196" y="1534"/>
                      <a:pt x="203" y="1533"/>
                      <a:pt x="209" y="1532"/>
                    </a:cubicBezTo>
                    <a:lnTo>
                      <a:pt x="792" y="1439"/>
                    </a:lnTo>
                    <a:cubicBezTo>
                      <a:pt x="829" y="1439"/>
                      <a:pt x="879" y="1417"/>
                      <a:pt x="922" y="1396"/>
                    </a:cubicBezTo>
                    <a:cubicBezTo>
                      <a:pt x="965" y="1367"/>
                      <a:pt x="1008" y="1337"/>
                      <a:pt x="1036" y="1303"/>
                    </a:cubicBezTo>
                    <a:lnTo>
                      <a:pt x="1562" y="756"/>
                    </a:lnTo>
                    <a:cubicBezTo>
                      <a:pt x="1626" y="683"/>
                      <a:pt x="1662" y="561"/>
                      <a:pt x="1655" y="475"/>
                    </a:cubicBezTo>
                    <a:lnTo>
                      <a:pt x="158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41">
                <a:extLst>
                  <a:ext uri="{FF2B5EF4-FFF2-40B4-BE49-F238E27FC236}">
                    <a16:creationId xmlns:a16="http://schemas.microsoft.com/office/drawing/2014/main" id="{58C25BB7-391D-9488-26C3-80509F3D0BDA}"/>
                  </a:ext>
                </a:extLst>
              </p:cNvPr>
              <p:cNvSpPr/>
              <p:nvPr/>
            </p:nvSpPr>
            <p:spPr>
              <a:xfrm>
                <a:off x="1089829" y="3979226"/>
                <a:ext cx="683849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6427" h="2642" extrusionOk="0">
                    <a:moveTo>
                      <a:pt x="0" y="1"/>
                    </a:moveTo>
                    <a:lnTo>
                      <a:pt x="0" y="460"/>
                    </a:lnTo>
                    <a:lnTo>
                      <a:pt x="3657" y="2589"/>
                    </a:lnTo>
                    <a:cubicBezTo>
                      <a:pt x="3719" y="2624"/>
                      <a:pt x="3800" y="2642"/>
                      <a:pt x="3881" y="2642"/>
                    </a:cubicBezTo>
                    <a:cubicBezTo>
                      <a:pt x="3962" y="2642"/>
                      <a:pt x="4043" y="2624"/>
                      <a:pt x="4104" y="2589"/>
                    </a:cubicBezTo>
                    <a:lnTo>
                      <a:pt x="6331" y="1302"/>
                    </a:lnTo>
                    <a:cubicBezTo>
                      <a:pt x="6390" y="1265"/>
                      <a:pt x="6426" y="1215"/>
                      <a:pt x="6426" y="1172"/>
                    </a:cubicBezTo>
                    <a:cubicBezTo>
                      <a:pt x="6426" y="1020"/>
                      <a:pt x="6426" y="863"/>
                      <a:pt x="6418" y="712"/>
                    </a:cubicBezTo>
                    <a:cubicBezTo>
                      <a:pt x="6418" y="755"/>
                      <a:pt x="6390" y="805"/>
                      <a:pt x="6331" y="834"/>
                    </a:cubicBezTo>
                    <a:lnTo>
                      <a:pt x="5505" y="1315"/>
                    </a:lnTo>
                    <a:cubicBezTo>
                      <a:pt x="5548" y="1352"/>
                      <a:pt x="5598" y="1388"/>
                      <a:pt x="5650" y="1416"/>
                    </a:cubicBezTo>
                    <a:lnTo>
                      <a:pt x="5289" y="1467"/>
                    </a:lnTo>
                    <a:lnTo>
                      <a:pt x="5225" y="1647"/>
                    </a:lnTo>
                    <a:cubicBezTo>
                      <a:pt x="5175" y="1624"/>
                      <a:pt x="5132" y="1588"/>
                      <a:pt x="5089" y="1554"/>
                    </a:cubicBezTo>
                    <a:lnTo>
                      <a:pt x="4097" y="2128"/>
                    </a:lnTo>
                    <a:cubicBezTo>
                      <a:pt x="4039" y="2160"/>
                      <a:pt x="3960" y="2176"/>
                      <a:pt x="3880" y="2176"/>
                    </a:cubicBezTo>
                    <a:cubicBezTo>
                      <a:pt x="3800" y="2176"/>
                      <a:pt x="3719" y="2160"/>
                      <a:pt x="3657" y="212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1">
                <a:extLst>
                  <a:ext uri="{FF2B5EF4-FFF2-40B4-BE49-F238E27FC236}">
                    <a16:creationId xmlns:a16="http://schemas.microsoft.com/office/drawing/2014/main" id="{886DEA18-4C4F-6C67-EBB4-BCBD0FA937AC}"/>
                  </a:ext>
                </a:extLst>
              </p:cNvPr>
              <p:cNvSpPr/>
              <p:nvPr/>
            </p:nvSpPr>
            <p:spPr>
              <a:xfrm>
                <a:off x="1079721" y="3973055"/>
                <a:ext cx="10215" cy="55116"/>
              </a:xfrm>
              <a:custGeom>
                <a:avLst/>
                <a:gdLst/>
                <a:ahLst/>
                <a:cxnLst/>
                <a:rect l="l" t="t" r="r" b="b"/>
                <a:pathLst>
                  <a:path w="96" h="518" extrusionOk="0">
                    <a:moveTo>
                      <a:pt x="0" y="0"/>
                    </a:moveTo>
                    <a:lnTo>
                      <a:pt x="0" y="468"/>
                    </a:lnTo>
                    <a:lnTo>
                      <a:pt x="95" y="518"/>
                    </a:lnTo>
                    <a:lnTo>
                      <a:pt x="95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41">
                <a:extLst>
                  <a:ext uri="{FF2B5EF4-FFF2-40B4-BE49-F238E27FC236}">
                    <a16:creationId xmlns:a16="http://schemas.microsoft.com/office/drawing/2014/main" id="{3B5BE4E5-CBC7-5995-3E81-8F579D374E81}"/>
                  </a:ext>
                </a:extLst>
              </p:cNvPr>
              <p:cNvSpPr/>
              <p:nvPr/>
            </p:nvSpPr>
            <p:spPr>
              <a:xfrm>
                <a:off x="1079721" y="3919640"/>
                <a:ext cx="551697" cy="291117"/>
              </a:xfrm>
              <a:custGeom>
                <a:avLst/>
                <a:gdLst/>
                <a:ahLst/>
                <a:cxnLst/>
                <a:rect l="l" t="t" r="r" b="b"/>
                <a:pathLst>
                  <a:path w="5185" h="2736" extrusionOk="0">
                    <a:moveTo>
                      <a:pt x="871" y="0"/>
                    </a:moveTo>
                    <a:lnTo>
                      <a:pt x="828" y="28"/>
                    </a:lnTo>
                    <a:lnTo>
                      <a:pt x="749" y="71"/>
                    </a:lnTo>
                    <a:cubicBezTo>
                      <a:pt x="820" y="150"/>
                      <a:pt x="878" y="237"/>
                      <a:pt x="921" y="337"/>
                    </a:cubicBezTo>
                    <a:lnTo>
                      <a:pt x="683" y="475"/>
                    </a:lnTo>
                    <a:lnTo>
                      <a:pt x="511" y="373"/>
                    </a:lnTo>
                    <a:cubicBezTo>
                      <a:pt x="483" y="330"/>
                      <a:pt x="447" y="294"/>
                      <a:pt x="411" y="266"/>
                    </a:cubicBezTo>
                    <a:lnTo>
                      <a:pt x="368" y="294"/>
                    </a:lnTo>
                    <a:lnTo>
                      <a:pt x="130" y="432"/>
                    </a:lnTo>
                    <a:lnTo>
                      <a:pt x="30" y="488"/>
                    </a:lnTo>
                    <a:lnTo>
                      <a:pt x="0" y="502"/>
                    </a:lnTo>
                    <a:lnTo>
                      <a:pt x="95" y="561"/>
                    </a:lnTo>
                    <a:lnTo>
                      <a:pt x="3752" y="2688"/>
                    </a:lnTo>
                    <a:cubicBezTo>
                      <a:pt x="3814" y="2720"/>
                      <a:pt x="3895" y="2736"/>
                      <a:pt x="3975" y="2736"/>
                    </a:cubicBezTo>
                    <a:cubicBezTo>
                      <a:pt x="4055" y="2736"/>
                      <a:pt x="4134" y="2720"/>
                      <a:pt x="4192" y="2688"/>
                    </a:cubicBezTo>
                    <a:lnTo>
                      <a:pt x="5184" y="2114"/>
                    </a:lnTo>
                    <a:cubicBezTo>
                      <a:pt x="4910" y="1898"/>
                      <a:pt x="4744" y="1530"/>
                      <a:pt x="4637" y="1165"/>
                    </a:cubicBezTo>
                    <a:cubicBezTo>
                      <a:pt x="4580" y="1208"/>
                      <a:pt x="4522" y="1242"/>
                      <a:pt x="4458" y="1285"/>
                    </a:cubicBezTo>
                    <a:cubicBezTo>
                      <a:pt x="4066" y="1512"/>
                      <a:pt x="3554" y="1626"/>
                      <a:pt x="3042" y="1626"/>
                    </a:cubicBezTo>
                    <a:cubicBezTo>
                      <a:pt x="2529" y="1626"/>
                      <a:pt x="2017" y="1512"/>
                      <a:pt x="1625" y="1285"/>
                    </a:cubicBezTo>
                    <a:cubicBezTo>
                      <a:pt x="1230" y="1056"/>
                      <a:pt x="1035" y="761"/>
                      <a:pt x="1035" y="459"/>
                    </a:cubicBezTo>
                    <a:lnTo>
                      <a:pt x="1035" y="143"/>
                    </a:lnTo>
                    <a:lnTo>
                      <a:pt x="971" y="107"/>
                    </a:lnTo>
                    <a:cubicBezTo>
                      <a:pt x="942" y="64"/>
                      <a:pt x="906" y="28"/>
                      <a:pt x="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41">
                <a:extLst>
                  <a:ext uri="{FF2B5EF4-FFF2-40B4-BE49-F238E27FC236}">
                    <a16:creationId xmlns:a16="http://schemas.microsoft.com/office/drawing/2014/main" id="{12C82162-E073-6F9A-7869-18257A017A9D}"/>
                  </a:ext>
                </a:extLst>
              </p:cNvPr>
              <p:cNvSpPr/>
              <p:nvPr/>
            </p:nvSpPr>
            <p:spPr>
              <a:xfrm>
                <a:off x="1082807" y="3965500"/>
                <a:ext cx="10747" cy="6171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8" extrusionOk="0">
                    <a:moveTo>
                      <a:pt x="101" y="1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41">
                <a:extLst>
                  <a:ext uri="{FF2B5EF4-FFF2-40B4-BE49-F238E27FC236}">
                    <a16:creationId xmlns:a16="http://schemas.microsoft.com/office/drawing/2014/main" id="{3ED32BA6-1AC9-5FB5-CC2A-4FC9D6FEECAF}"/>
                  </a:ext>
                </a:extLst>
              </p:cNvPr>
              <p:cNvSpPr/>
              <p:nvPr/>
            </p:nvSpPr>
            <p:spPr>
              <a:xfrm>
                <a:off x="1159311" y="3922513"/>
                <a:ext cx="8619" cy="4788"/>
              </a:xfrm>
              <a:custGeom>
                <a:avLst/>
                <a:gdLst/>
                <a:ahLst/>
                <a:cxnLst/>
                <a:rect l="l" t="t" r="r" b="b"/>
                <a:pathLst>
                  <a:path w="81" h="45" extrusionOk="0">
                    <a:moveTo>
                      <a:pt x="80" y="1"/>
                    </a:moveTo>
                    <a:lnTo>
                      <a:pt x="80" y="1"/>
                    </a:lnTo>
                    <a:lnTo>
                      <a:pt x="1" y="44"/>
                    </a:lnTo>
                    <a:lnTo>
                      <a:pt x="1" y="4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41">
                <a:extLst>
                  <a:ext uri="{FF2B5EF4-FFF2-40B4-BE49-F238E27FC236}">
                    <a16:creationId xmlns:a16="http://schemas.microsoft.com/office/drawing/2014/main" id="{8D8EFD6E-F362-6979-EA03-D1DFB71263CF}"/>
                  </a:ext>
                </a:extLst>
              </p:cNvPr>
              <p:cNvSpPr/>
              <p:nvPr/>
            </p:nvSpPr>
            <p:spPr>
              <a:xfrm>
                <a:off x="1612057" y="3955392"/>
                <a:ext cx="160668" cy="16386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540" extrusionOk="0">
                    <a:moveTo>
                      <a:pt x="36" y="1"/>
                    </a:moveTo>
                    <a:lnTo>
                      <a:pt x="36" y="123"/>
                    </a:lnTo>
                    <a:cubicBezTo>
                      <a:pt x="36" y="203"/>
                      <a:pt x="22" y="275"/>
                      <a:pt x="0" y="354"/>
                    </a:cubicBezTo>
                    <a:cubicBezTo>
                      <a:pt x="95" y="786"/>
                      <a:pt x="274" y="1274"/>
                      <a:pt x="597" y="1539"/>
                    </a:cubicBezTo>
                    <a:lnTo>
                      <a:pt x="1423" y="1058"/>
                    </a:lnTo>
                    <a:cubicBezTo>
                      <a:pt x="1482" y="1029"/>
                      <a:pt x="1510" y="979"/>
                      <a:pt x="1510" y="936"/>
                    </a:cubicBezTo>
                    <a:cubicBezTo>
                      <a:pt x="1510" y="886"/>
                      <a:pt x="1482" y="843"/>
                      <a:pt x="1423" y="806"/>
                    </a:cubicBez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41">
                <a:extLst>
                  <a:ext uri="{FF2B5EF4-FFF2-40B4-BE49-F238E27FC236}">
                    <a16:creationId xmlns:a16="http://schemas.microsoft.com/office/drawing/2014/main" id="{9C6206AC-F650-B05E-9567-BEC7E13B6DE7}"/>
                  </a:ext>
                </a:extLst>
              </p:cNvPr>
              <p:cNvSpPr/>
              <p:nvPr/>
            </p:nvSpPr>
            <p:spPr>
              <a:xfrm>
                <a:off x="1022370" y="3571595"/>
                <a:ext cx="760459" cy="440613"/>
              </a:xfrm>
              <a:custGeom>
                <a:avLst/>
                <a:gdLst/>
                <a:ahLst/>
                <a:cxnLst/>
                <a:rect l="l" t="t" r="r" b="b"/>
                <a:pathLst>
                  <a:path w="7147" h="4141" extrusionOk="0">
                    <a:moveTo>
                      <a:pt x="3558" y="0"/>
                    </a:moveTo>
                    <a:lnTo>
                      <a:pt x="1" y="2071"/>
                    </a:lnTo>
                    <a:lnTo>
                      <a:pt x="1467" y="2918"/>
                    </a:lnTo>
                    <a:lnTo>
                      <a:pt x="1481" y="2926"/>
                    </a:lnTo>
                    <a:lnTo>
                      <a:pt x="1574" y="2976"/>
                    </a:lnTo>
                    <a:lnTo>
                      <a:pt x="1617" y="3004"/>
                    </a:lnTo>
                    <a:lnTo>
                      <a:pt x="1747" y="3076"/>
                    </a:lnTo>
                    <a:lnTo>
                      <a:pt x="1755" y="3083"/>
                    </a:lnTo>
                    <a:lnTo>
                      <a:pt x="2323" y="3408"/>
                    </a:lnTo>
                    <a:lnTo>
                      <a:pt x="3351" y="4004"/>
                    </a:lnTo>
                    <a:lnTo>
                      <a:pt x="3588" y="4141"/>
                    </a:lnTo>
                    <a:lnTo>
                      <a:pt x="4990" y="3321"/>
                    </a:lnTo>
                    <a:lnTo>
                      <a:pt x="4774" y="3142"/>
                    </a:lnTo>
                    <a:lnTo>
                      <a:pt x="3394" y="1969"/>
                    </a:lnTo>
                    <a:lnTo>
                      <a:pt x="3817" y="1739"/>
                    </a:lnTo>
                    <a:lnTo>
                      <a:pt x="5406" y="3083"/>
                    </a:lnTo>
                    <a:lnTo>
                      <a:pt x="5578" y="2983"/>
                    </a:lnTo>
                    <a:lnTo>
                      <a:pt x="7146" y="2071"/>
                    </a:lnTo>
                    <a:lnTo>
                      <a:pt x="355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41">
                <a:extLst>
                  <a:ext uri="{FF2B5EF4-FFF2-40B4-BE49-F238E27FC236}">
                    <a16:creationId xmlns:a16="http://schemas.microsoft.com/office/drawing/2014/main" id="{F718D143-16A8-D36B-DC20-33545BB5D24C}"/>
                  </a:ext>
                </a:extLst>
              </p:cNvPr>
              <p:cNvSpPr/>
              <p:nvPr/>
            </p:nvSpPr>
            <p:spPr>
              <a:xfrm>
                <a:off x="1147819" y="3913469"/>
                <a:ext cx="24685" cy="13832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30" extrusionOk="0">
                    <a:moveTo>
                      <a:pt x="93" y="1"/>
                    </a:moveTo>
                    <a:cubicBezTo>
                      <a:pt x="67" y="1"/>
                      <a:pt x="43" y="8"/>
                      <a:pt x="23" y="22"/>
                    </a:cubicBezTo>
                    <a:cubicBezTo>
                      <a:pt x="16" y="22"/>
                      <a:pt x="7" y="29"/>
                      <a:pt x="7" y="29"/>
                    </a:cubicBezTo>
                    <a:cubicBezTo>
                      <a:pt x="0" y="29"/>
                      <a:pt x="0" y="36"/>
                      <a:pt x="0" y="36"/>
                    </a:cubicBezTo>
                    <a:cubicBezTo>
                      <a:pt x="36" y="65"/>
                      <a:pt x="73" y="93"/>
                      <a:pt x="109" y="129"/>
                    </a:cubicBezTo>
                    <a:lnTo>
                      <a:pt x="188" y="86"/>
                    </a:lnTo>
                    <a:lnTo>
                      <a:pt x="231" y="58"/>
                    </a:lnTo>
                    <a:cubicBezTo>
                      <a:pt x="223" y="50"/>
                      <a:pt x="209" y="43"/>
                      <a:pt x="195" y="36"/>
                    </a:cubicBezTo>
                    <a:lnTo>
                      <a:pt x="188" y="29"/>
                    </a:lnTo>
                    <a:cubicBezTo>
                      <a:pt x="154" y="10"/>
                      <a:pt x="122" y="1"/>
                      <a:pt x="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41">
                <a:extLst>
                  <a:ext uri="{FF2B5EF4-FFF2-40B4-BE49-F238E27FC236}">
                    <a16:creationId xmlns:a16="http://schemas.microsoft.com/office/drawing/2014/main" id="{1FDD8425-904C-065A-A12E-0EC8FFCBDA6E}"/>
                  </a:ext>
                </a:extLst>
              </p:cNvPr>
              <p:cNvSpPr/>
              <p:nvPr/>
            </p:nvSpPr>
            <p:spPr>
              <a:xfrm>
                <a:off x="1159311" y="3922513"/>
                <a:ext cx="8619" cy="4788"/>
              </a:xfrm>
              <a:custGeom>
                <a:avLst/>
                <a:gdLst/>
                <a:ahLst/>
                <a:cxnLst/>
                <a:rect l="l" t="t" r="r" b="b"/>
                <a:pathLst>
                  <a:path w="81" h="45" extrusionOk="0">
                    <a:moveTo>
                      <a:pt x="1" y="44"/>
                    </a:moveTo>
                    <a:lnTo>
                      <a:pt x="80" y="1"/>
                    </a:lnTo>
                    <a:lnTo>
                      <a:pt x="80" y="1"/>
                    </a:lnTo>
                    <a:lnTo>
                      <a:pt x="1" y="4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41">
                <a:extLst>
                  <a:ext uri="{FF2B5EF4-FFF2-40B4-BE49-F238E27FC236}">
                    <a16:creationId xmlns:a16="http://schemas.microsoft.com/office/drawing/2014/main" id="{0D94D610-4162-FD80-21B1-45EA2E1632F9}"/>
                  </a:ext>
                </a:extLst>
              </p:cNvPr>
              <p:cNvSpPr/>
              <p:nvPr/>
            </p:nvSpPr>
            <p:spPr>
              <a:xfrm>
                <a:off x="1140265" y="3892082"/>
                <a:ext cx="49690" cy="28409"/>
              </a:xfrm>
              <a:custGeom>
                <a:avLst/>
                <a:gdLst/>
                <a:ahLst/>
                <a:cxnLst/>
                <a:rect l="l" t="t" r="r" b="b"/>
                <a:pathLst>
                  <a:path w="467" h="267" extrusionOk="0">
                    <a:moveTo>
                      <a:pt x="121" y="1"/>
                    </a:moveTo>
                    <a:cubicBezTo>
                      <a:pt x="78" y="21"/>
                      <a:pt x="44" y="44"/>
                      <a:pt x="1" y="64"/>
                    </a:cubicBezTo>
                    <a:cubicBezTo>
                      <a:pt x="7" y="64"/>
                      <a:pt x="14" y="57"/>
                      <a:pt x="21" y="57"/>
                    </a:cubicBezTo>
                    <a:cubicBezTo>
                      <a:pt x="21" y="57"/>
                      <a:pt x="28" y="51"/>
                      <a:pt x="35" y="51"/>
                    </a:cubicBezTo>
                    <a:lnTo>
                      <a:pt x="44" y="51"/>
                    </a:lnTo>
                    <a:cubicBezTo>
                      <a:pt x="44" y="44"/>
                      <a:pt x="51" y="44"/>
                      <a:pt x="51" y="44"/>
                    </a:cubicBezTo>
                    <a:lnTo>
                      <a:pt x="71" y="44"/>
                    </a:lnTo>
                    <a:cubicBezTo>
                      <a:pt x="87" y="44"/>
                      <a:pt x="94" y="35"/>
                      <a:pt x="101" y="35"/>
                    </a:cubicBezTo>
                    <a:cubicBezTo>
                      <a:pt x="151" y="35"/>
                      <a:pt x="208" y="57"/>
                      <a:pt x="266" y="94"/>
                    </a:cubicBezTo>
                    <a:cubicBezTo>
                      <a:pt x="273" y="94"/>
                      <a:pt x="280" y="101"/>
                      <a:pt x="287" y="107"/>
                    </a:cubicBezTo>
                    <a:lnTo>
                      <a:pt x="294" y="107"/>
                    </a:lnTo>
                    <a:cubicBezTo>
                      <a:pt x="302" y="107"/>
                      <a:pt x="302" y="107"/>
                      <a:pt x="302" y="114"/>
                    </a:cubicBezTo>
                    <a:cubicBezTo>
                      <a:pt x="316" y="121"/>
                      <a:pt x="323" y="130"/>
                      <a:pt x="330" y="137"/>
                    </a:cubicBezTo>
                    <a:lnTo>
                      <a:pt x="337" y="137"/>
                    </a:lnTo>
                    <a:cubicBezTo>
                      <a:pt x="352" y="151"/>
                      <a:pt x="359" y="157"/>
                      <a:pt x="373" y="173"/>
                    </a:cubicBezTo>
                    <a:cubicBezTo>
                      <a:pt x="373" y="173"/>
                      <a:pt x="380" y="173"/>
                      <a:pt x="380" y="180"/>
                    </a:cubicBezTo>
                    <a:cubicBezTo>
                      <a:pt x="389" y="187"/>
                      <a:pt x="396" y="194"/>
                      <a:pt x="402" y="201"/>
                    </a:cubicBezTo>
                    <a:lnTo>
                      <a:pt x="409" y="201"/>
                    </a:lnTo>
                    <a:cubicBezTo>
                      <a:pt x="416" y="216"/>
                      <a:pt x="432" y="223"/>
                      <a:pt x="439" y="237"/>
                    </a:cubicBezTo>
                    <a:cubicBezTo>
                      <a:pt x="446" y="251"/>
                      <a:pt x="452" y="259"/>
                      <a:pt x="466" y="266"/>
                    </a:cubicBezTo>
                    <a:lnTo>
                      <a:pt x="466" y="194"/>
                    </a:lnTo>
                    <a:lnTo>
                      <a:pt x="439" y="180"/>
                    </a:lnTo>
                    <a:lnTo>
                      <a:pt x="366" y="137"/>
                    </a:lnTo>
                    <a:lnTo>
                      <a:pt x="302" y="101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41">
                <a:extLst>
                  <a:ext uri="{FF2B5EF4-FFF2-40B4-BE49-F238E27FC236}">
                    <a16:creationId xmlns:a16="http://schemas.microsoft.com/office/drawing/2014/main" id="{5FE6001D-4296-E6E8-2D88-F10EFFA67C89}"/>
                  </a:ext>
                </a:extLst>
              </p:cNvPr>
              <p:cNvSpPr/>
              <p:nvPr/>
            </p:nvSpPr>
            <p:spPr>
              <a:xfrm>
                <a:off x="1131114" y="3895806"/>
                <a:ext cx="58841" cy="39156"/>
              </a:xfrm>
              <a:custGeom>
                <a:avLst/>
                <a:gdLst/>
                <a:ahLst/>
                <a:cxnLst/>
                <a:rect l="l" t="t" r="r" b="b"/>
                <a:pathLst>
                  <a:path w="553" h="368" extrusionOk="0">
                    <a:moveTo>
                      <a:pt x="187" y="0"/>
                    </a:moveTo>
                    <a:cubicBezTo>
                      <a:pt x="180" y="0"/>
                      <a:pt x="173" y="9"/>
                      <a:pt x="157" y="9"/>
                    </a:cubicBezTo>
                    <a:lnTo>
                      <a:pt x="137" y="9"/>
                    </a:lnTo>
                    <a:cubicBezTo>
                      <a:pt x="137" y="9"/>
                      <a:pt x="130" y="9"/>
                      <a:pt x="130" y="16"/>
                    </a:cubicBezTo>
                    <a:lnTo>
                      <a:pt x="121" y="16"/>
                    </a:lnTo>
                    <a:cubicBezTo>
                      <a:pt x="114" y="16"/>
                      <a:pt x="107" y="22"/>
                      <a:pt x="107" y="22"/>
                    </a:cubicBezTo>
                    <a:cubicBezTo>
                      <a:pt x="100" y="22"/>
                      <a:pt x="93" y="29"/>
                      <a:pt x="87" y="29"/>
                    </a:cubicBezTo>
                    <a:cubicBezTo>
                      <a:pt x="50" y="52"/>
                      <a:pt x="21" y="86"/>
                      <a:pt x="0" y="138"/>
                    </a:cubicBezTo>
                    <a:cubicBezTo>
                      <a:pt x="43" y="145"/>
                      <a:pt x="87" y="159"/>
                      <a:pt x="130" y="188"/>
                    </a:cubicBezTo>
                    <a:cubicBezTo>
                      <a:pt x="137" y="188"/>
                      <a:pt x="143" y="195"/>
                      <a:pt x="157" y="202"/>
                    </a:cubicBezTo>
                    <a:cubicBezTo>
                      <a:pt x="157" y="202"/>
                      <a:pt x="157" y="195"/>
                      <a:pt x="164" y="195"/>
                    </a:cubicBezTo>
                    <a:cubicBezTo>
                      <a:pt x="164" y="195"/>
                      <a:pt x="173" y="188"/>
                      <a:pt x="180" y="188"/>
                    </a:cubicBezTo>
                    <a:cubicBezTo>
                      <a:pt x="200" y="174"/>
                      <a:pt x="224" y="167"/>
                      <a:pt x="250" y="167"/>
                    </a:cubicBezTo>
                    <a:cubicBezTo>
                      <a:pt x="279" y="167"/>
                      <a:pt x="311" y="176"/>
                      <a:pt x="345" y="195"/>
                    </a:cubicBezTo>
                    <a:lnTo>
                      <a:pt x="352" y="202"/>
                    </a:lnTo>
                    <a:cubicBezTo>
                      <a:pt x="366" y="209"/>
                      <a:pt x="380" y="216"/>
                      <a:pt x="388" y="224"/>
                    </a:cubicBezTo>
                    <a:cubicBezTo>
                      <a:pt x="423" y="252"/>
                      <a:pt x="459" y="288"/>
                      <a:pt x="488" y="331"/>
                    </a:cubicBezTo>
                    <a:lnTo>
                      <a:pt x="552" y="367"/>
                    </a:lnTo>
                    <a:lnTo>
                      <a:pt x="552" y="231"/>
                    </a:lnTo>
                    <a:cubicBezTo>
                      <a:pt x="538" y="224"/>
                      <a:pt x="532" y="216"/>
                      <a:pt x="525" y="202"/>
                    </a:cubicBezTo>
                    <a:cubicBezTo>
                      <a:pt x="518" y="188"/>
                      <a:pt x="502" y="181"/>
                      <a:pt x="495" y="166"/>
                    </a:cubicBezTo>
                    <a:lnTo>
                      <a:pt x="488" y="166"/>
                    </a:lnTo>
                    <a:cubicBezTo>
                      <a:pt x="482" y="159"/>
                      <a:pt x="475" y="152"/>
                      <a:pt x="466" y="145"/>
                    </a:cubicBezTo>
                    <a:cubicBezTo>
                      <a:pt x="466" y="138"/>
                      <a:pt x="459" y="138"/>
                      <a:pt x="459" y="138"/>
                    </a:cubicBezTo>
                    <a:cubicBezTo>
                      <a:pt x="445" y="122"/>
                      <a:pt x="438" y="116"/>
                      <a:pt x="423" y="102"/>
                    </a:cubicBezTo>
                    <a:lnTo>
                      <a:pt x="416" y="102"/>
                    </a:lnTo>
                    <a:cubicBezTo>
                      <a:pt x="409" y="95"/>
                      <a:pt x="402" y="86"/>
                      <a:pt x="388" y="79"/>
                    </a:cubicBezTo>
                    <a:cubicBezTo>
                      <a:pt x="388" y="72"/>
                      <a:pt x="388" y="72"/>
                      <a:pt x="380" y="72"/>
                    </a:cubicBezTo>
                    <a:lnTo>
                      <a:pt x="373" y="72"/>
                    </a:lnTo>
                    <a:cubicBezTo>
                      <a:pt x="366" y="66"/>
                      <a:pt x="359" y="59"/>
                      <a:pt x="352" y="59"/>
                    </a:cubicBezTo>
                    <a:cubicBezTo>
                      <a:pt x="294" y="22"/>
                      <a:pt x="237" y="0"/>
                      <a:pt x="1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41">
                <a:extLst>
                  <a:ext uri="{FF2B5EF4-FFF2-40B4-BE49-F238E27FC236}">
                    <a16:creationId xmlns:a16="http://schemas.microsoft.com/office/drawing/2014/main" id="{509B460E-C7D2-A935-E5D1-2772FCA6EB89}"/>
                  </a:ext>
                </a:extLst>
              </p:cNvPr>
              <p:cNvSpPr/>
              <p:nvPr/>
            </p:nvSpPr>
            <p:spPr>
              <a:xfrm>
                <a:off x="1091213" y="3910064"/>
                <a:ext cx="86612" cy="60117"/>
              </a:xfrm>
              <a:custGeom>
                <a:avLst/>
                <a:gdLst/>
                <a:ahLst/>
                <a:cxnLst/>
                <a:rect l="l" t="t" r="r" b="b"/>
                <a:pathLst>
                  <a:path w="814" h="565" extrusionOk="0">
                    <a:moveTo>
                      <a:pt x="335" y="1"/>
                    </a:moveTo>
                    <a:cubicBezTo>
                      <a:pt x="298" y="1"/>
                      <a:pt x="264" y="9"/>
                      <a:pt x="237" y="25"/>
                    </a:cubicBezTo>
                    <a:cubicBezTo>
                      <a:pt x="160" y="68"/>
                      <a:pt x="80" y="118"/>
                      <a:pt x="1" y="161"/>
                    </a:cubicBezTo>
                    <a:cubicBezTo>
                      <a:pt x="8" y="161"/>
                      <a:pt x="15" y="154"/>
                      <a:pt x="22" y="154"/>
                    </a:cubicBezTo>
                    <a:cubicBezTo>
                      <a:pt x="22" y="154"/>
                      <a:pt x="22" y="147"/>
                      <a:pt x="30" y="147"/>
                    </a:cubicBezTo>
                    <a:lnTo>
                      <a:pt x="44" y="147"/>
                    </a:lnTo>
                    <a:cubicBezTo>
                      <a:pt x="51" y="140"/>
                      <a:pt x="65" y="140"/>
                      <a:pt x="73" y="140"/>
                    </a:cubicBezTo>
                    <a:cubicBezTo>
                      <a:pt x="80" y="140"/>
                      <a:pt x="87" y="133"/>
                      <a:pt x="101" y="133"/>
                    </a:cubicBezTo>
                    <a:cubicBezTo>
                      <a:pt x="151" y="133"/>
                      <a:pt x="210" y="154"/>
                      <a:pt x="267" y="190"/>
                    </a:cubicBezTo>
                    <a:cubicBezTo>
                      <a:pt x="273" y="190"/>
                      <a:pt x="280" y="197"/>
                      <a:pt x="289" y="204"/>
                    </a:cubicBezTo>
                    <a:lnTo>
                      <a:pt x="296" y="204"/>
                    </a:lnTo>
                    <a:cubicBezTo>
                      <a:pt x="324" y="227"/>
                      <a:pt x="346" y="247"/>
                      <a:pt x="375" y="270"/>
                    </a:cubicBezTo>
                    <a:cubicBezTo>
                      <a:pt x="382" y="277"/>
                      <a:pt x="396" y="290"/>
                      <a:pt x="403" y="297"/>
                    </a:cubicBezTo>
                    <a:cubicBezTo>
                      <a:pt x="475" y="377"/>
                      <a:pt x="532" y="463"/>
                      <a:pt x="575" y="565"/>
                    </a:cubicBezTo>
                    <a:lnTo>
                      <a:pt x="813" y="427"/>
                    </a:lnTo>
                    <a:cubicBezTo>
                      <a:pt x="770" y="327"/>
                      <a:pt x="712" y="240"/>
                      <a:pt x="641" y="161"/>
                    </a:cubicBezTo>
                    <a:cubicBezTo>
                      <a:pt x="605" y="125"/>
                      <a:pt x="568" y="97"/>
                      <a:pt x="532" y="68"/>
                    </a:cubicBezTo>
                    <a:cubicBezTo>
                      <a:pt x="518" y="61"/>
                      <a:pt x="512" y="54"/>
                      <a:pt x="505" y="54"/>
                    </a:cubicBezTo>
                    <a:cubicBezTo>
                      <a:pt x="462" y="25"/>
                      <a:pt x="418" y="11"/>
                      <a:pt x="375" y="4"/>
                    </a:cubicBezTo>
                    <a:cubicBezTo>
                      <a:pt x="362" y="2"/>
                      <a:pt x="348" y="1"/>
                      <a:pt x="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41">
                <a:extLst>
                  <a:ext uri="{FF2B5EF4-FFF2-40B4-BE49-F238E27FC236}">
                    <a16:creationId xmlns:a16="http://schemas.microsoft.com/office/drawing/2014/main" id="{4F3AABFC-C0FD-3729-038A-C2AC6E352AD3}"/>
                  </a:ext>
                </a:extLst>
              </p:cNvPr>
              <p:cNvSpPr/>
              <p:nvPr/>
            </p:nvSpPr>
            <p:spPr>
              <a:xfrm>
                <a:off x="1093447" y="3941985"/>
                <a:ext cx="30006" cy="23621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22" extrusionOk="0">
                    <a:moveTo>
                      <a:pt x="138" y="1"/>
                    </a:moveTo>
                    <a:cubicBezTo>
                      <a:pt x="114" y="1"/>
                      <a:pt x="92" y="7"/>
                      <a:pt x="73" y="20"/>
                    </a:cubicBezTo>
                    <a:cubicBezTo>
                      <a:pt x="66" y="20"/>
                      <a:pt x="59" y="27"/>
                      <a:pt x="52" y="27"/>
                    </a:cubicBezTo>
                    <a:cubicBezTo>
                      <a:pt x="52" y="34"/>
                      <a:pt x="44" y="34"/>
                      <a:pt x="44" y="40"/>
                    </a:cubicBezTo>
                    <a:cubicBezTo>
                      <a:pt x="37" y="49"/>
                      <a:pt x="30" y="56"/>
                      <a:pt x="23" y="70"/>
                    </a:cubicBezTo>
                    <a:cubicBezTo>
                      <a:pt x="23" y="77"/>
                      <a:pt x="16" y="77"/>
                      <a:pt x="16" y="84"/>
                    </a:cubicBezTo>
                    <a:cubicBezTo>
                      <a:pt x="16" y="92"/>
                      <a:pt x="9" y="92"/>
                      <a:pt x="9" y="99"/>
                    </a:cubicBezTo>
                    <a:cubicBezTo>
                      <a:pt x="9" y="106"/>
                      <a:pt x="9" y="113"/>
                      <a:pt x="1" y="120"/>
                    </a:cubicBezTo>
                    <a:lnTo>
                      <a:pt x="1" y="142"/>
                    </a:lnTo>
                    <a:lnTo>
                      <a:pt x="1" y="170"/>
                    </a:lnTo>
                    <a:lnTo>
                      <a:pt x="1" y="222"/>
                    </a:lnTo>
                    <a:lnTo>
                      <a:pt x="239" y="84"/>
                    </a:lnTo>
                    <a:lnTo>
                      <a:pt x="282" y="56"/>
                    </a:lnTo>
                    <a:cubicBezTo>
                      <a:pt x="268" y="49"/>
                      <a:pt x="259" y="40"/>
                      <a:pt x="246" y="34"/>
                    </a:cubicBezTo>
                    <a:cubicBezTo>
                      <a:pt x="239" y="34"/>
                      <a:pt x="239" y="27"/>
                      <a:pt x="239" y="27"/>
                    </a:cubicBezTo>
                    <a:cubicBezTo>
                      <a:pt x="202" y="10"/>
                      <a:pt x="168" y="1"/>
                      <a:pt x="1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41">
                <a:extLst>
                  <a:ext uri="{FF2B5EF4-FFF2-40B4-BE49-F238E27FC236}">
                    <a16:creationId xmlns:a16="http://schemas.microsoft.com/office/drawing/2014/main" id="{4B38A02D-E59B-DF0F-23C1-143D6E490BB0}"/>
                  </a:ext>
                </a:extLst>
              </p:cNvPr>
              <p:cNvSpPr/>
              <p:nvPr/>
            </p:nvSpPr>
            <p:spPr>
              <a:xfrm>
                <a:off x="1082807" y="3965500"/>
                <a:ext cx="10747" cy="6171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8" extrusionOk="0">
                    <a:moveTo>
                      <a:pt x="101" y="1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41">
                <a:extLst>
                  <a:ext uri="{FF2B5EF4-FFF2-40B4-BE49-F238E27FC236}">
                    <a16:creationId xmlns:a16="http://schemas.microsoft.com/office/drawing/2014/main" id="{643DCD7D-963E-691C-D715-B97AFA60F732}"/>
                  </a:ext>
                </a:extLst>
              </p:cNvPr>
              <p:cNvSpPr/>
              <p:nvPr/>
            </p:nvSpPr>
            <p:spPr>
              <a:xfrm>
                <a:off x="1079721" y="3924215"/>
                <a:ext cx="72779" cy="4745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446" extrusionOk="0">
                    <a:moveTo>
                      <a:pt x="209" y="0"/>
                    </a:moveTo>
                    <a:cubicBezTo>
                      <a:pt x="195" y="0"/>
                      <a:pt x="188" y="7"/>
                      <a:pt x="181" y="7"/>
                    </a:cubicBezTo>
                    <a:cubicBezTo>
                      <a:pt x="173" y="7"/>
                      <a:pt x="159" y="7"/>
                      <a:pt x="152" y="14"/>
                    </a:cubicBezTo>
                    <a:lnTo>
                      <a:pt x="138" y="14"/>
                    </a:lnTo>
                    <a:cubicBezTo>
                      <a:pt x="130" y="14"/>
                      <a:pt x="130" y="21"/>
                      <a:pt x="130" y="21"/>
                    </a:cubicBezTo>
                    <a:cubicBezTo>
                      <a:pt x="123" y="21"/>
                      <a:pt x="116" y="28"/>
                      <a:pt x="109" y="28"/>
                    </a:cubicBezTo>
                    <a:cubicBezTo>
                      <a:pt x="43" y="64"/>
                      <a:pt x="0" y="150"/>
                      <a:pt x="0" y="266"/>
                    </a:cubicBezTo>
                    <a:cubicBezTo>
                      <a:pt x="0" y="323"/>
                      <a:pt x="16" y="389"/>
                      <a:pt x="30" y="445"/>
                    </a:cubicBezTo>
                    <a:lnTo>
                      <a:pt x="130" y="389"/>
                    </a:lnTo>
                    <a:lnTo>
                      <a:pt x="130" y="337"/>
                    </a:lnTo>
                    <a:lnTo>
                      <a:pt x="130" y="309"/>
                    </a:lnTo>
                    <a:lnTo>
                      <a:pt x="130" y="287"/>
                    </a:lnTo>
                    <a:cubicBezTo>
                      <a:pt x="138" y="280"/>
                      <a:pt x="138" y="273"/>
                      <a:pt x="138" y="266"/>
                    </a:cubicBezTo>
                    <a:cubicBezTo>
                      <a:pt x="138" y="259"/>
                      <a:pt x="145" y="259"/>
                      <a:pt x="145" y="251"/>
                    </a:cubicBezTo>
                    <a:cubicBezTo>
                      <a:pt x="145" y="244"/>
                      <a:pt x="152" y="244"/>
                      <a:pt x="152" y="237"/>
                    </a:cubicBezTo>
                    <a:cubicBezTo>
                      <a:pt x="159" y="223"/>
                      <a:pt x="166" y="216"/>
                      <a:pt x="173" y="207"/>
                    </a:cubicBezTo>
                    <a:cubicBezTo>
                      <a:pt x="173" y="201"/>
                      <a:pt x="181" y="201"/>
                      <a:pt x="181" y="194"/>
                    </a:cubicBezTo>
                    <a:cubicBezTo>
                      <a:pt x="188" y="194"/>
                      <a:pt x="195" y="187"/>
                      <a:pt x="202" y="187"/>
                    </a:cubicBezTo>
                    <a:cubicBezTo>
                      <a:pt x="221" y="174"/>
                      <a:pt x="243" y="168"/>
                      <a:pt x="267" y="168"/>
                    </a:cubicBezTo>
                    <a:cubicBezTo>
                      <a:pt x="297" y="168"/>
                      <a:pt x="331" y="177"/>
                      <a:pt x="368" y="194"/>
                    </a:cubicBezTo>
                    <a:cubicBezTo>
                      <a:pt x="368" y="194"/>
                      <a:pt x="368" y="201"/>
                      <a:pt x="375" y="201"/>
                    </a:cubicBezTo>
                    <a:cubicBezTo>
                      <a:pt x="388" y="207"/>
                      <a:pt x="397" y="216"/>
                      <a:pt x="411" y="223"/>
                    </a:cubicBezTo>
                    <a:cubicBezTo>
                      <a:pt x="447" y="251"/>
                      <a:pt x="483" y="287"/>
                      <a:pt x="511" y="330"/>
                    </a:cubicBezTo>
                    <a:lnTo>
                      <a:pt x="683" y="432"/>
                    </a:lnTo>
                    <a:cubicBezTo>
                      <a:pt x="640" y="330"/>
                      <a:pt x="583" y="244"/>
                      <a:pt x="511" y="164"/>
                    </a:cubicBezTo>
                    <a:cubicBezTo>
                      <a:pt x="504" y="157"/>
                      <a:pt x="490" y="144"/>
                      <a:pt x="483" y="137"/>
                    </a:cubicBezTo>
                    <a:cubicBezTo>
                      <a:pt x="454" y="114"/>
                      <a:pt x="432" y="94"/>
                      <a:pt x="404" y="71"/>
                    </a:cubicBezTo>
                    <a:lnTo>
                      <a:pt x="397" y="71"/>
                    </a:lnTo>
                    <a:cubicBezTo>
                      <a:pt x="388" y="64"/>
                      <a:pt x="381" y="57"/>
                      <a:pt x="375" y="57"/>
                    </a:cubicBezTo>
                    <a:cubicBezTo>
                      <a:pt x="318" y="21"/>
                      <a:pt x="259" y="0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41">
                <a:extLst>
                  <a:ext uri="{FF2B5EF4-FFF2-40B4-BE49-F238E27FC236}">
                    <a16:creationId xmlns:a16="http://schemas.microsoft.com/office/drawing/2014/main" id="{15E96906-2D72-C533-1A9E-6D54A622A9D2}"/>
                  </a:ext>
                </a:extLst>
              </p:cNvPr>
              <p:cNvSpPr/>
              <p:nvPr/>
            </p:nvSpPr>
            <p:spPr>
              <a:xfrm>
                <a:off x="1600672" y="3913362"/>
                <a:ext cx="15322" cy="79802"/>
              </a:xfrm>
              <a:custGeom>
                <a:avLst/>
                <a:gdLst/>
                <a:ahLst/>
                <a:cxnLst/>
                <a:rect l="l" t="t" r="r" b="b"/>
                <a:pathLst>
                  <a:path w="144" h="750" extrusionOk="0">
                    <a:moveTo>
                      <a:pt x="143" y="1"/>
                    </a:moveTo>
                    <a:lnTo>
                      <a:pt x="0" y="87"/>
                    </a:lnTo>
                    <a:cubicBezTo>
                      <a:pt x="7" y="152"/>
                      <a:pt x="14" y="239"/>
                      <a:pt x="29" y="325"/>
                    </a:cubicBezTo>
                    <a:cubicBezTo>
                      <a:pt x="43" y="454"/>
                      <a:pt x="73" y="598"/>
                      <a:pt x="107" y="749"/>
                    </a:cubicBezTo>
                    <a:cubicBezTo>
                      <a:pt x="129" y="670"/>
                      <a:pt x="143" y="598"/>
                      <a:pt x="143" y="518"/>
                    </a:cubicBez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41">
                <a:extLst>
                  <a:ext uri="{FF2B5EF4-FFF2-40B4-BE49-F238E27FC236}">
                    <a16:creationId xmlns:a16="http://schemas.microsoft.com/office/drawing/2014/main" id="{C91016F2-8D01-7AB5-44D6-93F75F470E5C}"/>
                  </a:ext>
                </a:extLst>
              </p:cNvPr>
              <p:cNvSpPr/>
              <p:nvPr/>
            </p:nvSpPr>
            <p:spPr>
              <a:xfrm>
                <a:off x="1189848" y="3912617"/>
                <a:ext cx="383368" cy="180033"/>
              </a:xfrm>
              <a:custGeom>
                <a:avLst/>
                <a:gdLst/>
                <a:ahLst/>
                <a:cxnLst/>
                <a:rect l="l" t="t" r="r" b="b"/>
                <a:pathLst>
                  <a:path w="3603" h="1692" extrusionOk="0">
                    <a:moveTo>
                      <a:pt x="0" y="1"/>
                    </a:moveTo>
                    <a:lnTo>
                      <a:pt x="0" y="525"/>
                    </a:lnTo>
                    <a:cubicBezTo>
                      <a:pt x="0" y="827"/>
                      <a:pt x="195" y="1122"/>
                      <a:pt x="590" y="1351"/>
                    </a:cubicBezTo>
                    <a:cubicBezTo>
                      <a:pt x="982" y="1578"/>
                      <a:pt x="1494" y="1692"/>
                      <a:pt x="2007" y="1692"/>
                    </a:cubicBezTo>
                    <a:cubicBezTo>
                      <a:pt x="2519" y="1692"/>
                      <a:pt x="3031" y="1578"/>
                      <a:pt x="3423" y="1351"/>
                    </a:cubicBezTo>
                    <a:cubicBezTo>
                      <a:pt x="3487" y="1308"/>
                      <a:pt x="3545" y="1274"/>
                      <a:pt x="3602" y="1231"/>
                    </a:cubicBezTo>
                    <a:cubicBezTo>
                      <a:pt x="3502" y="886"/>
                      <a:pt x="3451" y="548"/>
                      <a:pt x="3437" y="339"/>
                    </a:cubicBezTo>
                    <a:lnTo>
                      <a:pt x="2014" y="1165"/>
                    </a:lnTo>
                    <a:lnTo>
                      <a:pt x="1582" y="913"/>
                    </a:lnTo>
                    <a:lnTo>
                      <a:pt x="547" y="316"/>
                    </a:lnTo>
                    <a:lnTo>
                      <a:pt x="288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41">
                <a:extLst>
                  <a:ext uri="{FF2B5EF4-FFF2-40B4-BE49-F238E27FC236}">
                    <a16:creationId xmlns:a16="http://schemas.microsoft.com/office/drawing/2014/main" id="{52ACA483-A5E8-FEBC-B6B8-835D003A4E5F}"/>
                  </a:ext>
                </a:extLst>
              </p:cNvPr>
              <p:cNvSpPr/>
              <p:nvPr/>
            </p:nvSpPr>
            <p:spPr>
              <a:xfrm>
                <a:off x="1022370" y="3791850"/>
                <a:ext cx="381772" cy="244832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2301" extrusionOk="0">
                    <a:moveTo>
                      <a:pt x="1" y="1"/>
                    </a:moveTo>
                    <a:lnTo>
                      <a:pt x="1" y="230"/>
                    </a:lnTo>
                    <a:lnTo>
                      <a:pt x="1229" y="943"/>
                    </a:lnTo>
                    <a:lnTo>
                      <a:pt x="1410" y="1043"/>
                    </a:lnTo>
                    <a:lnTo>
                      <a:pt x="1474" y="1079"/>
                    </a:lnTo>
                    <a:lnTo>
                      <a:pt x="1547" y="1122"/>
                    </a:lnTo>
                    <a:lnTo>
                      <a:pt x="1574" y="1136"/>
                    </a:lnTo>
                    <a:lnTo>
                      <a:pt x="1862" y="1301"/>
                    </a:lnTo>
                    <a:lnTo>
                      <a:pt x="2121" y="1451"/>
                    </a:lnTo>
                    <a:lnTo>
                      <a:pt x="3156" y="2048"/>
                    </a:lnTo>
                    <a:lnTo>
                      <a:pt x="3588" y="2300"/>
                    </a:lnTo>
                    <a:lnTo>
                      <a:pt x="3588" y="2071"/>
                    </a:lnTo>
                    <a:lnTo>
                      <a:pt x="3351" y="1934"/>
                    </a:lnTo>
                    <a:lnTo>
                      <a:pt x="2323" y="1338"/>
                    </a:lnTo>
                    <a:lnTo>
                      <a:pt x="1755" y="1013"/>
                    </a:lnTo>
                    <a:lnTo>
                      <a:pt x="1747" y="1006"/>
                    </a:lnTo>
                    <a:lnTo>
                      <a:pt x="1617" y="934"/>
                    </a:lnTo>
                    <a:lnTo>
                      <a:pt x="1574" y="906"/>
                    </a:lnTo>
                    <a:lnTo>
                      <a:pt x="1481" y="856"/>
                    </a:lnTo>
                    <a:lnTo>
                      <a:pt x="1467" y="84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41">
                <a:extLst>
                  <a:ext uri="{FF2B5EF4-FFF2-40B4-BE49-F238E27FC236}">
                    <a16:creationId xmlns:a16="http://schemas.microsoft.com/office/drawing/2014/main" id="{94486143-6466-E2CA-92BF-C6B93B9C9C09}"/>
                  </a:ext>
                </a:extLst>
              </p:cNvPr>
              <p:cNvSpPr/>
              <p:nvPr/>
            </p:nvSpPr>
            <p:spPr>
              <a:xfrm>
                <a:off x="1404038" y="3924960"/>
                <a:ext cx="151517" cy="111723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1050" extrusionOk="0">
                    <a:moveTo>
                      <a:pt x="1403" y="0"/>
                    </a:moveTo>
                    <a:lnTo>
                      <a:pt x="1" y="820"/>
                    </a:lnTo>
                    <a:lnTo>
                      <a:pt x="1" y="1049"/>
                    </a:lnTo>
                    <a:lnTo>
                      <a:pt x="1424" y="223"/>
                    </a:lnTo>
                    <a:cubicBezTo>
                      <a:pt x="1410" y="87"/>
                      <a:pt x="1403" y="0"/>
                      <a:pt x="1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41">
                <a:extLst>
                  <a:ext uri="{FF2B5EF4-FFF2-40B4-BE49-F238E27FC236}">
                    <a16:creationId xmlns:a16="http://schemas.microsoft.com/office/drawing/2014/main" id="{41196A32-CB69-B85D-09DA-47F51EA3B80D}"/>
                  </a:ext>
                </a:extLst>
              </p:cNvPr>
              <p:cNvSpPr/>
              <p:nvPr/>
            </p:nvSpPr>
            <p:spPr>
              <a:xfrm>
                <a:off x="1597479" y="3791850"/>
                <a:ext cx="185353" cy="130769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229" extrusionOk="0">
                    <a:moveTo>
                      <a:pt x="1741" y="1"/>
                    </a:moveTo>
                    <a:lnTo>
                      <a:pt x="173" y="913"/>
                    </a:lnTo>
                    <a:lnTo>
                      <a:pt x="1" y="1013"/>
                    </a:lnTo>
                    <a:lnTo>
                      <a:pt x="16" y="1020"/>
                    </a:lnTo>
                    <a:cubicBezTo>
                      <a:pt x="16" y="1020"/>
                      <a:pt x="16" y="1099"/>
                      <a:pt x="30" y="1229"/>
                    </a:cubicBezTo>
                    <a:lnTo>
                      <a:pt x="173" y="1143"/>
                    </a:lnTo>
                    <a:lnTo>
                      <a:pt x="1741" y="230"/>
                    </a:lnTo>
                    <a:lnTo>
                      <a:pt x="174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41">
                <a:extLst>
                  <a:ext uri="{FF2B5EF4-FFF2-40B4-BE49-F238E27FC236}">
                    <a16:creationId xmlns:a16="http://schemas.microsoft.com/office/drawing/2014/main" id="{50EDDFB8-6D1A-8E56-A88B-4A39841CC3DE}"/>
                  </a:ext>
                </a:extLst>
              </p:cNvPr>
              <p:cNvSpPr/>
              <p:nvPr/>
            </p:nvSpPr>
            <p:spPr>
              <a:xfrm>
                <a:off x="1383502" y="3756630"/>
                <a:ext cx="307503" cy="397839"/>
              </a:xfrm>
              <a:custGeom>
                <a:avLst/>
                <a:gdLst/>
                <a:ahLst/>
                <a:cxnLst/>
                <a:rect l="l" t="t" r="r" b="b"/>
                <a:pathLst>
                  <a:path w="2890" h="3739" extrusionOk="0">
                    <a:moveTo>
                      <a:pt x="423" y="0"/>
                    </a:moveTo>
                    <a:lnTo>
                      <a:pt x="0" y="230"/>
                    </a:lnTo>
                    <a:lnTo>
                      <a:pt x="1380" y="1403"/>
                    </a:lnTo>
                    <a:lnTo>
                      <a:pt x="1596" y="1582"/>
                    </a:lnTo>
                    <a:cubicBezTo>
                      <a:pt x="1596" y="1582"/>
                      <a:pt x="1603" y="1669"/>
                      <a:pt x="1617" y="1805"/>
                    </a:cubicBezTo>
                    <a:cubicBezTo>
                      <a:pt x="1631" y="2014"/>
                      <a:pt x="1682" y="2352"/>
                      <a:pt x="1782" y="2697"/>
                    </a:cubicBezTo>
                    <a:cubicBezTo>
                      <a:pt x="1889" y="3062"/>
                      <a:pt x="2055" y="3430"/>
                      <a:pt x="2329" y="3646"/>
                    </a:cubicBezTo>
                    <a:cubicBezTo>
                      <a:pt x="2372" y="3680"/>
                      <a:pt x="2415" y="3716"/>
                      <a:pt x="2465" y="3739"/>
                    </a:cubicBezTo>
                    <a:lnTo>
                      <a:pt x="2529" y="3559"/>
                    </a:lnTo>
                    <a:lnTo>
                      <a:pt x="2890" y="3508"/>
                    </a:lnTo>
                    <a:cubicBezTo>
                      <a:pt x="2838" y="3480"/>
                      <a:pt x="2788" y="3444"/>
                      <a:pt x="2745" y="3407"/>
                    </a:cubicBezTo>
                    <a:cubicBezTo>
                      <a:pt x="2422" y="3142"/>
                      <a:pt x="2243" y="2654"/>
                      <a:pt x="2148" y="2222"/>
                    </a:cubicBezTo>
                    <a:cubicBezTo>
                      <a:pt x="2114" y="2071"/>
                      <a:pt x="2084" y="1927"/>
                      <a:pt x="2070" y="1798"/>
                    </a:cubicBezTo>
                    <a:cubicBezTo>
                      <a:pt x="2055" y="1712"/>
                      <a:pt x="2048" y="1625"/>
                      <a:pt x="2041" y="1560"/>
                    </a:cubicBezTo>
                    <a:cubicBezTo>
                      <a:pt x="2027" y="1430"/>
                      <a:pt x="2027" y="1351"/>
                      <a:pt x="2027" y="1351"/>
                    </a:cubicBezTo>
                    <a:lnTo>
                      <a:pt x="2012" y="1344"/>
                    </a:lnTo>
                    <a:lnTo>
                      <a:pt x="4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6" name="Google Shape;1276;p41">
              <a:extLst>
                <a:ext uri="{FF2B5EF4-FFF2-40B4-BE49-F238E27FC236}">
                  <a16:creationId xmlns:a16="http://schemas.microsoft.com/office/drawing/2014/main" id="{922A01A0-DE64-9DD1-C9B5-46102F97EC19}"/>
                </a:ext>
              </a:extLst>
            </p:cNvPr>
            <p:cNvGrpSpPr/>
            <p:nvPr/>
          </p:nvGrpSpPr>
          <p:grpSpPr>
            <a:xfrm>
              <a:off x="1348450" y="1369360"/>
              <a:ext cx="2801449" cy="1664403"/>
              <a:chOff x="1348450" y="1369360"/>
              <a:chExt cx="2801449" cy="1664403"/>
            </a:xfrm>
          </p:grpSpPr>
          <p:sp>
            <p:nvSpPr>
              <p:cNvPr id="1277" name="Google Shape;1277;p41">
                <a:extLst>
                  <a:ext uri="{FF2B5EF4-FFF2-40B4-BE49-F238E27FC236}">
                    <a16:creationId xmlns:a16="http://schemas.microsoft.com/office/drawing/2014/main" id="{BD1D2034-3FE8-02BB-EDDD-EC32B93925C5}"/>
                  </a:ext>
                </a:extLst>
              </p:cNvPr>
              <p:cNvSpPr/>
              <p:nvPr/>
            </p:nvSpPr>
            <p:spPr>
              <a:xfrm>
                <a:off x="2110453" y="165944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78" name="Google Shape;1278;p41">
                <a:extLst>
                  <a:ext uri="{FF2B5EF4-FFF2-40B4-BE49-F238E27FC236}">
                    <a16:creationId xmlns:a16="http://schemas.microsoft.com/office/drawing/2014/main" id="{BA7A7DCF-1DE8-3831-E1FC-231DA71242F7}"/>
                  </a:ext>
                </a:extLst>
              </p:cNvPr>
              <p:cNvGrpSpPr/>
              <p:nvPr/>
            </p:nvGrpSpPr>
            <p:grpSpPr>
              <a:xfrm>
                <a:off x="1348450" y="1369360"/>
                <a:ext cx="2440677" cy="1290783"/>
                <a:chOff x="1348450" y="1369360"/>
                <a:chExt cx="2440677" cy="1290783"/>
              </a:xfrm>
            </p:grpSpPr>
            <p:sp>
              <p:nvSpPr>
                <p:cNvPr id="1279" name="Google Shape;1279;p41">
                  <a:extLst>
                    <a:ext uri="{FF2B5EF4-FFF2-40B4-BE49-F238E27FC236}">
                      <a16:creationId xmlns:a16="http://schemas.microsoft.com/office/drawing/2014/main" id="{0D33CF88-9154-8DB7-CA36-EFBB25FC0018}"/>
                    </a:ext>
                  </a:extLst>
                </p:cNvPr>
                <p:cNvSpPr/>
                <p:nvPr/>
              </p:nvSpPr>
              <p:spPr>
                <a:xfrm>
                  <a:off x="1348450" y="1954200"/>
                  <a:ext cx="99155" cy="9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" h="562" fill="none" extrusionOk="0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w="9525" cap="rnd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80" name="Google Shape;1280;p41">
                  <a:extLst>
                    <a:ext uri="{FF2B5EF4-FFF2-40B4-BE49-F238E27FC236}">
                      <a16:creationId xmlns:a16="http://schemas.microsoft.com/office/drawing/2014/main" id="{1346E31D-F3B5-880A-8EEC-0405828C33BC}"/>
                    </a:ext>
                  </a:extLst>
                </p:cNvPr>
                <p:cNvGrpSpPr/>
                <p:nvPr/>
              </p:nvGrpSpPr>
              <p:grpSpPr>
                <a:xfrm>
                  <a:off x="3674978" y="254594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281" name="Google Shape;1281;p41">
                    <a:extLst>
                      <a:ext uri="{FF2B5EF4-FFF2-40B4-BE49-F238E27FC236}">
                        <a16:creationId xmlns:a16="http://schemas.microsoft.com/office/drawing/2014/main" id="{DBDE4673-E1E7-6AE3-42B5-DD33532E56F4}"/>
                      </a:ext>
                    </a:extLst>
                  </p:cNvPr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2" name="Google Shape;1282;p41">
                    <a:extLst>
                      <a:ext uri="{FF2B5EF4-FFF2-40B4-BE49-F238E27FC236}">
                        <a16:creationId xmlns:a16="http://schemas.microsoft.com/office/drawing/2014/main" id="{E9A245FA-976D-FBEE-8218-FB79C5F06AB8}"/>
                      </a:ext>
                    </a:extLst>
                  </p:cNvPr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" h="389" fill="none" extrusionOk="0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83" name="Google Shape;1283;p41">
                  <a:extLst>
                    <a:ext uri="{FF2B5EF4-FFF2-40B4-BE49-F238E27FC236}">
                      <a16:creationId xmlns:a16="http://schemas.microsoft.com/office/drawing/2014/main" id="{2CBE42BE-54C0-1AD5-3836-1BC56FB6CBCC}"/>
                    </a:ext>
                  </a:extLst>
                </p:cNvPr>
                <p:cNvSpPr/>
                <p:nvPr/>
              </p:nvSpPr>
              <p:spPr>
                <a:xfrm>
                  <a:off x="1548185" y="1369360"/>
                  <a:ext cx="105061" cy="10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635" extrusionOk="0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84" name="Google Shape;1284;p41">
                <a:extLst>
                  <a:ext uri="{FF2B5EF4-FFF2-40B4-BE49-F238E27FC236}">
                    <a16:creationId xmlns:a16="http://schemas.microsoft.com/office/drawing/2014/main" id="{1583992A-5914-A612-6F2E-B488CF52E369}"/>
                  </a:ext>
                </a:extLst>
              </p:cNvPr>
              <p:cNvSpPr/>
              <p:nvPr/>
            </p:nvSpPr>
            <p:spPr>
              <a:xfrm>
                <a:off x="3730765" y="300725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85" name="Google Shape;1285;p41">
            <a:extLst>
              <a:ext uri="{FF2B5EF4-FFF2-40B4-BE49-F238E27FC236}">
                <a16:creationId xmlns:a16="http://schemas.microsoft.com/office/drawing/2014/main" id="{790089DA-98FD-8AC5-E97F-02BC0BD48AC9}"/>
              </a:ext>
            </a:extLst>
          </p:cNvPr>
          <p:cNvGrpSpPr/>
          <p:nvPr/>
        </p:nvGrpSpPr>
        <p:grpSpPr>
          <a:xfrm>
            <a:off x="7338227" y="692266"/>
            <a:ext cx="914796" cy="413726"/>
            <a:chOff x="6246802" y="4035541"/>
            <a:chExt cx="914796" cy="413726"/>
          </a:xfrm>
        </p:grpSpPr>
        <p:grpSp>
          <p:nvGrpSpPr>
            <p:cNvPr id="1286" name="Google Shape;1286;p41">
              <a:extLst>
                <a:ext uri="{FF2B5EF4-FFF2-40B4-BE49-F238E27FC236}">
                  <a16:creationId xmlns:a16="http://schemas.microsoft.com/office/drawing/2014/main" id="{1D1FE206-D21A-AF2D-AEB2-D42BEF3AA03D}"/>
                </a:ext>
              </a:extLst>
            </p:cNvPr>
            <p:cNvGrpSpPr/>
            <p:nvPr/>
          </p:nvGrpSpPr>
          <p:grpSpPr>
            <a:xfrm>
              <a:off x="6246802" y="4035541"/>
              <a:ext cx="495681" cy="413726"/>
              <a:chOff x="6246802" y="4035541"/>
              <a:chExt cx="495681" cy="413726"/>
            </a:xfrm>
          </p:grpSpPr>
          <p:sp>
            <p:nvSpPr>
              <p:cNvPr id="1287" name="Google Shape;1287;p41">
                <a:extLst>
                  <a:ext uri="{FF2B5EF4-FFF2-40B4-BE49-F238E27FC236}">
                    <a16:creationId xmlns:a16="http://schemas.microsoft.com/office/drawing/2014/main" id="{756AB98B-5199-DBD1-AB7C-8DDCDC745283}"/>
                  </a:ext>
                </a:extLst>
              </p:cNvPr>
              <p:cNvSpPr/>
              <p:nvPr/>
            </p:nvSpPr>
            <p:spPr>
              <a:xfrm>
                <a:off x="6637422" y="4035541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1">
                <a:extLst>
                  <a:ext uri="{FF2B5EF4-FFF2-40B4-BE49-F238E27FC236}">
                    <a16:creationId xmlns:a16="http://schemas.microsoft.com/office/drawing/2014/main" id="{1E263D7B-10DD-1316-5994-148EFBB07204}"/>
                  </a:ext>
                </a:extLst>
              </p:cNvPr>
              <p:cNvSpPr/>
              <p:nvPr/>
            </p:nvSpPr>
            <p:spPr>
              <a:xfrm>
                <a:off x="6246802" y="4314017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9" name="Google Shape;1289;p41">
              <a:extLst>
                <a:ext uri="{FF2B5EF4-FFF2-40B4-BE49-F238E27FC236}">
                  <a16:creationId xmlns:a16="http://schemas.microsoft.com/office/drawing/2014/main" id="{285D526B-6C3C-E99F-1B8C-77A41A0D70DD}"/>
                </a:ext>
              </a:extLst>
            </p:cNvPr>
            <p:cNvSpPr/>
            <p:nvPr/>
          </p:nvSpPr>
          <p:spPr>
            <a:xfrm>
              <a:off x="6742465" y="44227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80;p41">
            <a:extLst>
              <a:ext uri="{FF2B5EF4-FFF2-40B4-BE49-F238E27FC236}">
                <a16:creationId xmlns:a16="http://schemas.microsoft.com/office/drawing/2014/main" id="{F9B608E5-C7E0-2740-E169-DD9AB91812A0}"/>
              </a:ext>
            </a:extLst>
          </p:cNvPr>
          <p:cNvSpPr txBox="1">
            <a:spLocks/>
          </p:cNvSpPr>
          <p:nvPr/>
        </p:nvSpPr>
        <p:spPr>
          <a:xfrm>
            <a:off x="6133495" y="2209950"/>
            <a:ext cx="2561570" cy="47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6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 algn="ctr"/>
            <a:r>
              <a:rPr lang="pt-BR" sz="5500" b="1" dirty="0">
                <a:solidFill>
                  <a:schemeClr val="tx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8921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6">
          <a:extLst>
            <a:ext uri="{FF2B5EF4-FFF2-40B4-BE49-F238E27FC236}">
              <a16:creationId xmlns:a16="http://schemas.microsoft.com/office/drawing/2014/main" id="{6B585F28-BE49-0D98-FFEA-BA4B15D02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50">
            <a:extLst>
              <a:ext uri="{FF2B5EF4-FFF2-40B4-BE49-F238E27FC236}">
                <a16:creationId xmlns:a16="http://schemas.microsoft.com/office/drawing/2014/main" id="{E2DC8E00-4011-4CCD-29C7-BFD08CAADA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Os 5 Ws</a:t>
            </a:r>
            <a:endParaRPr sz="4000" dirty="0"/>
          </a:p>
        </p:txBody>
      </p:sp>
      <p:sp>
        <p:nvSpPr>
          <p:cNvPr id="2228" name="Google Shape;2228;p50">
            <a:extLst>
              <a:ext uri="{FF2B5EF4-FFF2-40B4-BE49-F238E27FC236}">
                <a16:creationId xmlns:a16="http://schemas.microsoft.com/office/drawing/2014/main" id="{3C3BF70B-189C-2BD8-57DB-3E46E66AA605}"/>
              </a:ext>
            </a:extLst>
          </p:cNvPr>
          <p:cNvSpPr txBox="1"/>
          <p:nvPr/>
        </p:nvSpPr>
        <p:spPr>
          <a:xfrm flipH="1">
            <a:off x="720014" y="1816325"/>
            <a:ext cx="20139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What (O que?)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29" name="Google Shape;2229;p50">
            <a:extLst>
              <a:ext uri="{FF2B5EF4-FFF2-40B4-BE49-F238E27FC236}">
                <a16:creationId xmlns:a16="http://schemas.microsoft.com/office/drawing/2014/main" id="{8CB87130-B3E2-97A4-7AF9-2C9E21C41879}"/>
              </a:ext>
            </a:extLst>
          </p:cNvPr>
          <p:cNvSpPr txBox="1"/>
          <p:nvPr/>
        </p:nvSpPr>
        <p:spPr>
          <a:xfrm flipH="1">
            <a:off x="696563" y="1764832"/>
            <a:ext cx="1957427" cy="42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0" name="Google Shape;2230;p50">
            <a:extLst>
              <a:ext uri="{FF2B5EF4-FFF2-40B4-BE49-F238E27FC236}">
                <a16:creationId xmlns:a16="http://schemas.microsoft.com/office/drawing/2014/main" id="{80D94CF0-34A2-4410-9C00-64D518BBB54A}"/>
              </a:ext>
            </a:extLst>
          </p:cNvPr>
          <p:cNvSpPr txBox="1"/>
          <p:nvPr/>
        </p:nvSpPr>
        <p:spPr>
          <a:xfrm>
            <a:off x="1427104" y="1337835"/>
            <a:ext cx="7071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01</a:t>
            </a:r>
            <a:endParaRPr sz="3000" b="1" dirty="0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1" name="Google Shape;2231;p50">
            <a:extLst>
              <a:ext uri="{FF2B5EF4-FFF2-40B4-BE49-F238E27FC236}">
                <a16:creationId xmlns:a16="http://schemas.microsoft.com/office/drawing/2014/main" id="{E3300CD0-DD87-4292-54D9-D57419D6B9F4}"/>
              </a:ext>
            </a:extLst>
          </p:cNvPr>
          <p:cNvSpPr txBox="1"/>
          <p:nvPr/>
        </p:nvSpPr>
        <p:spPr>
          <a:xfrm flipH="1">
            <a:off x="3565051" y="1816325"/>
            <a:ext cx="20139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Where(Onde)?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2" name="Google Shape;2232;p50">
            <a:extLst>
              <a:ext uri="{FF2B5EF4-FFF2-40B4-BE49-F238E27FC236}">
                <a16:creationId xmlns:a16="http://schemas.microsoft.com/office/drawing/2014/main" id="{DCE74DF9-B34A-6521-44E4-C7667BFBE2B4}"/>
              </a:ext>
            </a:extLst>
          </p:cNvPr>
          <p:cNvSpPr txBox="1"/>
          <p:nvPr/>
        </p:nvSpPr>
        <p:spPr>
          <a:xfrm flipH="1">
            <a:off x="3556712" y="1534445"/>
            <a:ext cx="20139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3" name="Google Shape;2233;p50">
            <a:extLst>
              <a:ext uri="{FF2B5EF4-FFF2-40B4-BE49-F238E27FC236}">
                <a16:creationId xmlns:a16="http://schemas.microsoft.com/office/drawing/2014/main" id="{B01F1147-083A-1E2B-A007-6307895769C6}"/>
              </a:ext>
            </a:extLst>
          </p:cNvPr>
          <p:cNvSpPr txBox="1"/>
          <p:nvPr/>
        </p:nvSpPr>
        <p:spPr>
          <a:xfrm>
            <a:off x="3565042" y="1344831"/>
            <a:ext cx="7071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03</a:t>
            </a:r>
            <a:endParaRPr sz="3000" b="1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4" name="Google Shape;2234;p50">
            <a:extLst>
              <a:ext uri="{FF2B5EF4-FFF2-40B4-BE49-F238E27FC236}">
                <a16:creationId xmlns:a16="http://schemas.microsoft.com/office/drawing/2014/main" id="{9F0902EF-14DC-DFD5-BA9D-167C920BEF73}"/>
              </a:ext>
            </a:extLst>
          </p:cNvPr>
          <p:cNvSpPr txBox="1"/>
          <p:nvPr/>
        </p:nvSpPr>
        <p:spPr>
          <a:xfrm flipH="1">
            <a:off x="6410089" y="1816325"/>
            <a:ext cx="20139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Why(Por que)?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6" name="Google Shape;2236;p50">
            <a:extLst>
              <a:ext uri="{FF2B5EF4-FFF2-40B4-BE49-F238E27FC236}">
                <a16:creationId xmlns:a16="http://schemas.microsoft.com/office/drawing/2014/main" id="{796761EB-2889-3ECE-6E8B-7475524B4272}"/>
              </a:ext>
            </a:extLst>
          </p:cNvPr>
          <p:cNvSpPr txBox="1"/>
          <p:nvPr/>
        </p:nvSpPr>
        <p:spPr>
          <a:xfrm>
            <a:off x="6410075" y="1344831"/>
            <a:ext cx="7071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05</a:t>
            </a:r>
            <a:endParaRPr sz="3000" b="1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7" name="Google Shape;2237;p50">
            <a:extLst>
              <a:ext uri="{FF2B5EF4-FFF2-40B4-BE49-F238E27FC236}">
                <a16:creationId xmlns:a16="http://schemas.microsoft.com/office/drawing/2014/main" id="{4516847D-199C-5B7D-1FED-FB1900D58C55}"/>
              </a:ext>
            </a:extLst>
          </p:cNvPr>
          <p:cNvSpPr txBox="1"/>
          <p:nvPr/>
        </p:nvSpPr>
        <p:spPr>
          <a:xfrm flipH="1">
            <a:off x="2142532" y="3617625"/>
            <a:ext cx="20139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Who (Quem)?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39" name="Google Shape;2239;p50">
            <a:extLst>
              <a:ext uri="{FF2B5EF4-FFF2-40B4-BE49-F238E27FC236}">
                <a16:creationId xmlns:a16="http://schemas.microsoft.com/office/drawing/2014/main" id="{68471FCC-7288-331C-BC31-FD01E69ECA7D}"/>
              </a:ext>
            </a:extLst>
          </p:cNvPr>
          <p:cNvSpPr txBox="1"/>
          <p:nvPr/>
        </p:nvSpPr>
        <p:spPr>
          <a:xfrm>
            <a:off x="2142521" y="3146131"/>
            <a:ext cx="7071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02</a:t>
            </a:r>
            <a:endParaRPr sz="3000" b="1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40" name="Google Shape;2240;p50">
            <a:extLst>
              <a:ext uri="{FF2B5EF4-FFF2-40B4-BE49-F238E27FC236}">
                <a16:creationId xmlns:a16="http://schemas.microsoft.com/office/drawing/2014/main" id="{7A3CEC58-B4F3-3E7E-404D-A6D17440947C}"/>
              </a:ext>
            </a:extLst>
          </p:cNvPr>
          <p:cNvSpPr txBox="1"/>
          <p:nvPr/>
        </p:nvSpPr>
        <p:spPr>
          <a:xfrm flipH="1">
            <a:off x="4987570" y="3617625"/>
            <a:ext cx="2216118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When(Quando)?</a:t>
            </a:r>
            <a:endParaRPr sz="2000" b="1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42" name="Google Shape;2242;p50">
            <a:extLst>
              <a:ext uri="{FF2B5EF4-FFF2-40B4-BE49-F238E27FC236}">
                <a16:creationId xmlns:a16="http://schemas.microsoft.com/office/drawing/2014/main" id="{D3B105F1-D820-47DC-9CDE-1E846C37346F}"/>
              </a:ext>
            </a:extLst>
          </p:cNvPr>
          <p:cNvSpPr txBox="1"/>
          <p:nvPr/>
        </p:nvSpPr>
        <p:spPr>
          <a:xfrm>
            <a:off x="4987550" y="3146131"/>
            <a:ext cx="7071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04</a:t>
            </a:r>
            <a:endParaRPr sz="3000" b="1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243" name="Google Shape;2243;p50">
            <a:extLst>
              <a:ext uri="{FF2B5EF4-FFF2-40B4-BE49-F238E27FC236}">
                <a16:creationId xmlns:a16="http://schemas.microsoft.com/office/drawing/2014/main" id="{99EB16C7-BD05-E9CB-B9CF-905D1E88F49D}"/>
              </a:ext>
            </a:extLst>
          </p:cNvPr>
          <p:cNvCxnSpPr>
            <a:cxnSpLocks/>
            <a:stCxn id="2229" idx="2"/>
            <a:endCxn id="2239" idx="1"/>
          </p:cNvCxnSpPr>
          <p:nvPr/>
        </p:nvCxnSpPr>
        <p:spPr>
          <a:xfrm rot="16200000" flipH="1">
            <a:off x="1296013" y="2570072"/>
            <a:ext cx="1225771" cy="467245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244" name="Google Shape;2244;p50">
            <a:extLst>
              <a:ext uri="{FF2B5EF4-FFF2-40B4-BE49-F238E27FC236}">
                <a16:creationId xmlns:a16="http://schemas.microsoft.com/office/drawing/2014/main" id="{F4EC3A4C-E78B-79BD-ED99-4F4B55D21630}"/>
              </a:ext>
            </a:extLst>
          </p:cNvPr>
          <p:cNvCxnSpPr>
            <a:stCxn id="2239" idx="3"/>
            <a:endCxn id="2233" idx="1"/>
          </p:cNvCxnSpPr>
          <p:nvPr/>
        </p:nvCxnSpPr>
        <p:spPr>
          <a:xfrm rot="10800000" flipH="1">
            <a:off x="2849621" y="1615381"/>
            <a:ext cx="715500" cy="18012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245" name="Google Shape;2245;p50">
            <a:extLst>
              <a:ext uri="{FF2B5EF4-FFF2-40B4-BE49-F238E27FC236}">
                <a16:creationId xmlns:a16="http://schemas.microsoft.com/office/drawing/2014/main" id="{B3151D35-9402-3C2D-08F4-C493654CE226}"/>
              </a:ext>
            </a:extLst>
          </p:cNvPr>
          <p:cNvCxnSpPr>
            <a:cxnSpLocks/>
            <a:stCxn id="2231" idx="2"/>
            <a:endCxn id="2242" idx="1"/>
          </p:cNvCxnSpPr>
          <p:nvPr/>
        </p:nvCxnSpPr>
        <p:spPr>
          <a:xfrm rot="16200000" flipH="1">
            <a:off x="4210197" y="2639228"/>
            <a:ext cx="1139156" cy="415549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246" name="Google Shape;2246;p50">
            <a:extLst>
              <a:ext uri="{FF2B5EF4-FFF2-40B4-BE49-F238E27FC236}">
                <a16:creationId xmlns:a16="http://schemas.microsoft.com/office/drawing/2014/main" id="{D69BD2C4-81C2-4FB1-1EB0-CB1E4DAEE4D2}"/>
              </a:ext>
            </a:extLst>
          </p:cNvPr>
          <p:cNvCxnSpPr>
            <a:stCxn id="2242" idx="3"/>
            <a:endCxn id="2236" idx="1"/>
          </p:cNvCxnSpPr>
          <p:nvPr/>
        </p:nvCxnSpPr>
        <p:spPr>
          <a:xfrm rot="10800000" flipH="1">
            <a:off x="5694650" y="1615381"/>
            <a:ext cx="715500" cy="18012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2247" name="Google Shape;2247;p50">
            <a:extLst>
              <a:ext uri="{FF2B5EF4-FFF2-40B4-BE49-F238E27FC236}">
                <a16:creationId xmlns:a16="http://schemas.microsoft.com/office/drawing/2014/main" id="{D1CD6E3A-E229-B42D-C454-35CCFBD69949}"/>
              </a:ext>
            </a:extLst>
          </p:cNvPr>
          <p:cNvGrpSpPr/>
          <p:nvPr/>
        </p:nvGrpSpPr>
        <p:grpSpPr>
          <a:xfrm>
            <a:off x="7386192" y="3416569"/>
            <a:ext cx="1276687" cy="1337298"/>
            <a:chOff x="7462763" y="3416810"/>
            <a:chExt cx="1252883" cy="1312363"/>
          </a:xfrm>
        </p:grpSpPr>
        <p:grpSp>
          <p:nvGrpSpPr>
            <p:cNvPr id="2248" name="Google Shape;2248;p50">
              <a:extLst>
                <a:ext uri="{FF2B5EF4-FFF2-40B4-BE49-F238E27FC236}">
                  <a16:creationId xmlns:a16="http://schemas.microsoft.com/office/drawing/2014/main" id="{CE646F54-B662-6F8D-9ABA-89382BF6CC34}"/>
                </a:ext>
              </a:extLst>
            </p:cNvPr>
            <p:cNvGrpSpPr/>
            <p:nvPr/>
          </p:nvGrpSpPr>
          <p:grpSpPr>
            <a:xfrm>
              <a:off x="7605209" y="3416810"/>
              <a:ext cx="1110436" cy="1238787"/>
              <a:chOff x="6140575" y="5030501"/>
              <a:chExt cx="1187506" cy="1324764"/>
            </a:xfrm>
          </p:grpSpPr>
          <p:grpSp>
            <p:nvGrpSpPr>
              <p:cNvPr id="2249" name="Google Shape;2249;p50">
                <a:extLst>
                  <a:ext uri="{FF2B5EF4-FFF2-40B4-BE49-F238E27FC236}">
                    <a16:creationId xmlns:a16="http://schemas.microsoft.com/office/drawing/2014/main" id="{4405A151-BA2A-0646-8D70-3F92F82C1CA6}"/>
                  </a:ext>
                </a:extLst>
              </p:cNvPr>
              <p:cNvGrpSpPr/>
              <p:nvPr/>
            </p:nvGrpSpPr>
            <p:grpSpPr>
              <a:xfrm>
                <a:off x="6140575" y="5033818"/>
                <a:ext cx="1154341" cy="1321448"/>
                <a:chOff x="6140575" y="5033818"/>
                <a:chExt cx="1154341" cy="1321448"/>
              </a:xfrm>
            </p:grpSpPr>
            <p:sp>
              <p:nvSpPr>
                <p:cNvPr id="2250" name="Google Shape;2250;p50">
                  <a:extLst>
                    <a:ext uri="{FF2B5EF4-FFF2-40B4-BE49-F238E27FC236}">
                      <a16:creationId xmlns:a16="http://schemas.microsoft.com/office/drawing/2014/main" id="{4BAD0BF9-DA93-3977-EB23-EC2AA909E2A7}"/>
                    </a:ext>
                  </a:extLst>
                </p:cNvPr>
                <p:cNvSpPr/>
                <p:nvPr/>
              </p:nvSpPr>
              <p:spPr>
                <a:xfrm>
                  <a:off x="6140575" y="5033818"/>
                  <a:ext cx="1154341" cy="1321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0" h="12352" extrusionOk="0">
                      <a:moveTo>
                        <a:pt x="9295" y="8126"/>
                      </a:moveTo>
                      <a:cubicBezTo>
                        <a:pt x="9316" y="8126"/>
                        <a:pt x="9338" y="8132"/>
                        <a:pt x="9359" y="8145"/>
                      </a:cubicBezTo>
                      <a:lnTo>
                        <a:pt x="9496" y="8225"/>
                      </a:lnTo>
                      <a:cubicBezTo>
                        <a:pt x="9575" y="8268"/>
                        <a:pt x="9618" y="8388"/>
                        <a:pt x="9582" y="8490"/>
                      </a:cubicBezTo>
                      <a:lnTo>
                        <a:pt x="9532" y="8670"/>
                      </a:lnTo>
                      <a:cubicBezTo>
                        <a:pt x="9505" y="8743"/>
                        <a:pt x="9451" y="8786"/>
                        <a:pt x="9393" y="8786"/>
                      </a:cubicBezTo>
                      <a:cubicBezTo>
                        <a:pt x="9373" y="8786"/>
                        <a:pt x="9352" y="8781"/>
                        <a:pt x="9332" y="8770"/>
                      </a:cubicBezTo>
                      <a:lnTo>
                        <a:pt x="9194" y="8690"/>
                      </a:lnTo>
                      <a:cubicBezTo>
                        <a:pt x="9116" y="8640"/>
                        <a:pt x="9073" y="8526"/>
                        <a:pt x="9107" y="8425"/>
                      </a:cubicBezTo>
                      <a:lnTo>
                        <a:pt x="9159" y="8245"/>
                      </a:lnTo>
                      <a:cubicBezTo>
                        <a:pt x="9184" y="8172"/>
                        <a:pt x="9237" y="8126"/>
                        <a:pt x="9295" y="8126"/>
                      </a:cubicBezTo>
                      <a:close/>
                      <a:moveTo>
                        <a:pt x="2574" y="289"/>
                      </a:moveTo>
                      <a:lnTo>
                        <a:pt x="10151" y="4666"/>
                      </a:lnTo>
                      <a:lnTo>
                        <a:pt x="7952" y="11904"/>
                      </a:lnTo>
                      <a:lnTo>
                        <a:pt x="375" y="7534"/>
                      </a:lnTo>
                      <a:lnTo>
                        <a:pt x="2574" y="289"/>
                      </a:lnTo>
                      <a:close/>
                      <a:moveTo>
                        <a:pt x="2431" y="1"/>
                      </a:moveTo>
                      <a:cubicBezTo>
                        <a:pt x="2316" y="1"/>
                        <a:pt x="2207" y="87"/>
                        <a:pt x="2164" y="237"/>
                      </a:cubicBezTo>
                      <a:lnTo>
                        <a:pt x="59" y="7174"/>
                      </a:lnTo>
                      <a:cubicBezTo>
                        <a:pt x="1" y="7376"/>
                        <a:pt x="80" y="7612"/>
                        <a:pt x="232" y="7698"/>
                      </a:cubicBezTo>
                      <a:lnTo>
                        <a:pt x="8231" y="12322"/>
                      </a:lnTo>
                      <a:cubicBezTo>
                        <a:pt x="8272" y="12339"/>
                        <a:pt x="8313" y="12351"/>
                        <a:pt x="8351" y="12351"/>
                      </a:cubicBezTo>
                      <a:cubicBezTo>
                        <a:pt x="8359" y="12351"/>
                        <a:pt x="8367" y="12350"/>
                        <a:pt x="8374" y="12349"/>
                      </a:cubicBezTo>
                      <a:lnTo>
                        <a:pt x="8404" y="12349"/>
                      </a:lnTo>
                      <a:cubicBezTo>
                        <a:pt x="8417" y="12342"/>
                        <a:pt x="8426" y="12342"/>
                        <a:pt x="8440" y="12335"/>
                      </a:cubicBezTo>
                      <a:cubicBezTo>
                        <a:pt x="8447" y="12335"/>
                        <a:pt x="8454" y="12329"/>
                        <a:pt x="8461" y="12329"/>
                      </a:cubicBezTo>
                      <a:cubicBezTo>
                        <a:pt x="8469" y="12322"/>
                        <a:pt x="8476" y="12322"/>
                        <a:pt x="8483" y="12322"/>
                      </a:cubicBezTo>
                      <a:cubicBezTo>
                        <a:pt x="8504" y="12299"/>
                        <a:pt x="8533" y="12285"/>
                        <a:pt x="8555" y="12256"/>
                      </a:cubicBezTo>
                      <a:cubicBezTo>
                        <a:pt x="8555" y="12249"/>
                        <a:pt x="8562" y="12249"/>
                        <a:pt x="8562" y="12242"/>
                      </a:cubicBezTo>
                      <a:cubicBezTo>
                        <a:pt x="8569" y="12242"/>
                        <a:pt x="8569" y="12235"/>
                        <a:pt x="8569" y="12227"/>
                      </a:cubicBezTo>
                      <a:cubicBezTo>
                        <a:pt x="8590" y="12199"/>
                        <a:pt x="8612" y="12163"/>
                        <a:pt x="8626" y="12120"/>
                      </a:cubicBezTo>
                      <a:lnTo>
                        <a:pt x="10733" y="5183"/>
                      </a:lnTo>
                      <a:cubicBezTo>
                        <a:pt x="10789" y="4981"/>
                        <a:pt x="10712" y="4745"/>
                        <a:pt x="10560" y="4652"/>
                      </a:cubicBezTo>
                      <a:lnTo>
                        <a:pt x="2561" y="37"/>
                      </a:lnTo>
                      <a:cubicBezTo>
                        <a:pt x="2518" y="8"/>
                        <a:pt x="2474" y="1"/>
                        <a:pt x="24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1" name="Google Shape;2251;p50">
                  <a:extLst>
                    <a:ext uri="{FF2B5EF4-FFF2-40B4-BE49-F238E27FC236}">
                      <a16:creationId xmlns:a16="http://schemas.microsoft.com/office/drawing/2014/main" id="{47450D21-FDC3-BDE3-D3FD-786A01E8792E}"/>
                    </a:ext>
                  </a:extLst>
                </p:cNvPr>
                <p:cNvSpPr/>
                <p:nvPr/>
              </p:nvSpPr>
              <p:spPr>
                <a:xfrm>
                  <a:off x="6180587" y="5064736"/>
                  <a:ext cx="1046075" cy="1242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8" h="11616" extrusionOk="0">
                      <a:moveTo>
                        <a:pt x="2200" y="0"/>
                      </a:moveTo>
                      <a:lnTo>
                        <a:pt x="1" y="7245"/>
                      </a:lnTo>
                      <a:lnTo>
                        <a:pt x="7578" y="11615"/>
                      </a:lnTo>
                      <a:lnTo>
                        <a:pt x="9777" y="4377"/>
                      </a:lnTo>
                      <a:lnTo>
                        <a:pt x="22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2" name="Google Shape;2252;p50">
                  <a:extLst>
                    <a:ext uri="{FF2B5EF4-FFF2-40B4-BE49-F238E27FC236}">
                      <a16:creationId xmlns:a16="http://schemas.microsoft.com/office/drawing/2014/main" id="{1B2C6680-4094-9AC0-5470-546AD8AB4E17}"/>
                    </a:ext>
                  </a:extLst>
                </p:cNvPr>
                <p:cNvSpPr/>
                <p:nvPr/>
              </p:nvSpPr>
              <p:spPr>
                <a:xfrm>
                  <a:off x="7111120" y="5903053"/>
                  <a:ext cx="58519" cy="708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7" h="662" extrusionOk="0">
                      <a:moveTo>
                        <a:pt x="223" y="1"/>
                      </a:moveTo>
                      <a:cubicBezTo>
                        <a:pt x="165" y="1"/>
                        <a:pt x="112" y="47"/>
                        <a:pt x="87" y="120"/>
                      </a:cubicBezTo>
                      <a:lnTo>
                        <a:pt x="35" y="300"/>
                      </a:lnTo>
                      <a:cubicBezTo>
                        <a:pt x="1" y="401"/>
                        <a:pt x="44" y="515"/>
                        <a:pt x="122" y="565"/>
                      </a:cubicBezTo>
                      <a:lnTo>
                        <a:pt x="260" y="645"/>
                      </a:lnTo>
                      <a:cubicBezTo>
                        <a:pt x="280" y="656"/>
                        <a:pt x="301" y="661"/>
                        <a:pt x="321" y="661"/>
                      </a:cubicBezTo>
                      <a:cubicBezTo>
                        <a:pt x="379" y="661"/>
                        <a:pt x="433" y="618"/>
                        <a:pt x="460" y="545"/>
                      </a:cubicBezTo>
                      <a:lnTo>
                        <a:pt x="510" y="365"/>
                      </a:lnTo>
                      <a:cubicBezTo>
                        <a:pt x="546" y="263"/>
                        <a:pt x="503" y="143"/>
                        <a:pt x="424" y="100"/>
                      </a:cubicBezTo>
                      <a:lnTo>
                        <a:pt x="287" y="20"/>
                      </a:lnTo>
                      <a:cubicBezTo>
                        <a:pt x="266" y="7"/>
                        <a:pt x="244" y="1"/>
                        <a:pt x="22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253" name="Google Shape;2253;p50">
                <a:extLst>
                  <a:ext uri="{FF2B5EF4-FFF2-40B4-BE49-F238E27FC236}">
                    <a16:creationId xmlns:a16="http://schemas.microsoft.com/office/drawing/2014/main" id="{21D93F1C-3743-D31B-76BF-C6343E279835}"/>
                  </a:ext>
                </a:extLst>
              </p:cNvPr>
              <p:cNvSpPr/>
              <p:nvPr/>
            </p:nvSpPr>
            <p:spPr>
              <a:xfrm>
                <a:off x="6398189" y="5030501"/>
                <a:ext cx="929892" cy="1324550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12381" extrusionOk="0">
                    <a:moveTo>
                      <a:pt x="335" y="1"/>
                    </a:moveTo>
                    <a:cubicBezTo>
                      <a:pt x="327" y="1"/>
                      <a:pt x="318" y="1"/>
                      <a:pt x="310" y="3"/>
                    </a:cubicBezTo>
                    <a:cubicBezTo>
                      <a:pt x="210" y="10"/>
                      <a:pt x="110" y="25"/>
                      <a:pt x="1" y="32"/>
                    </a:cubicBezTo>
                    <a:lnTo>
                      <a:pt x="23" y="32"/>
                    </a:lnTo>
                    <a:cubicBezTo>
                      <a:pt x="66" y="32"/>
                      <a:pt x="110" y="39"/>
                      <a:pt x="153" y="68"/>
                    </a:cubicBezTo>
                    <a:lnTo>
                      <a:pt x="8152" y="4683"/>
                    </a:lnTo>
                    <a:cubicBezTo>
                      <a:pt x="8304" y="4776"/>
                      <a:pt x="8381" y="5012"/>
                      <a:pt x="8325" y="5214"/>
                    </a:cubicBezTo>
                    <a:lnTo>
                      <a:pt x="6218" y="12151"/>
                    </a:lnTo>
                    <a:cubicBezTo>
                      <a:pt x="6204" y="12194"/>
                      <a:pt x="6182" y="12230"/>
                      <a:pt x="6161" y="12258"/>
                    </a:cubicBezTo>
                    <a:cubicBezTo>
                      <a:pt x="6161" y="12266"/>
                      <a:pt x="6161" y="12273"/>
                      <a:pt x="6154" y="12273"/>
                    </a:cubicBezTo>
                    <a:cubicBezTo>
                      <a:pt x="6154" y="12280"/>
                      <a:pt x="6147" y="12280"/>
                      <a:pt x="6147" y="12287"/>
                    </a:cubicBezTo>
                    <a:cubicBezTo>
                      <a:pt x="6125" y="12316"/>
                      <a:pt x="6096" y="12330"/>
                      <a:pt x="6075" y="12353"/>
                    </a:cubicBezTo>
                    <a:cubicBezTo>
                      <a:pt x="6068" y="12353"/>
                      <a:pt x="6061" y="12353"/>
                      <a:pt x="6053" y="12360"/>
                    </a:cubicBezTo>
                    <a:cubicBezTo>
                      <a:pt x="6046" y="12360"/>
                      <a:pt x="6039" y="12366"/>
                      <a:pt x="6032" y="12366"/>
                    </a:cubicBezTo>
                    <a:cubicBezTo>
                      <a:pt x="6020" y="12373"/>
                      <a:pt x="6012" y="12373"/>
                      <a:pt x="6000" y="12378"/>
                    </a:cubicBezTo>
                    <a:lnTo>
                      <a:pt x="6000" y="12378"/>
                    </a:lnTo>
                    <a:cubicBezTo>
                      <a:pt x="6096" y="12372"/>
                      <a:pt x="6186" y="12365"/>
                      <a:pt x="6277" y="12353"/>
                    </a:cubicBezTo>
                    <a:cubicBezTo>
                      <a:pt x="6384" y="12344"/>
                      <a:pt x="6484" y="12258"/>
                      <a:pt x="6527" y="12121"/>
                    </a:cubicBezTo>
                    <a:lnTo>
                      <a:pt x="8626" y="5185"/>
                    </a:lnTo>
                    <a:cubicBezTo>
                      <a:pt x="8692" y="4985"/>
                      <a:pt x="8613" y="4747"/>
                      <a:pt x="8454" y="4654"/>
                    </a:cubicBezTo>
                    <a:lnTo>
                      <a:pt x="461" y="39"/>
                    </a:lnTo>
                    <a:cubicBezTo>
                      <a:pt x="420" y="15"/>
                      <a:pt x="377" y="1"/>
                      <a:pt x="335" y="1"/>
                    </a:cubicBezTo>
                    <a:close/>
                    <a:moveTo>
                      <a:pt x="6000" y="12378"/>
                    </a:moveTo>
                    <a:cubicBezTo>
                      <a:pt x="5989" y="12379"/>
                      <a:pt x="5978" y="12380"/>
                      <a:pt x="5966" y="12380"/>
                    </a:cubicBezTo>
                    <a:lnTo>
                      <a:pt x="5996" y="12380"/>
                    </a:lnTo>
                    <a:cubicBezTo>
                      <a:pt x="5997" y="12379"/>
                      <a:pt x="5999" y="12379"/>
                      <a:pt x="6000" y="12378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54" name="Google Shape;2254;p50">
              <a:extLst>
                <a:ext uri="{FF2B5EF4-FFF2-40B4-BE49-F238E27FC236}">
                  <a16:creationId xmlns:a16="http://schemas.microsoft.com/office/drawing/2014/main" id="{7015D4CE-9850-D02B-9387-C9687D6BB16B}"/>
                </a:ext>
              </a:extLst>
            </p:cNvPr>
            <p:cNvGrpSpPr/>
            <p:nvPr/>
          </p:nvGrpSpPr>
          <p:grpSpPr>
            <a:xfrm flipH="1">
              <a:off x="7462763" y="4284197"/>
              <a:ext cx="747894" cy="444976"/>
              <a:chOff x="6355931" y="6441818"/>
              <a:chExt cx="799801" cy="475859"/>
            </a:xfrm>
          </p:grpSpPr>
          <p:sp>
            <p:nvSpPr>
              <p:cNvPr id="2255" name="Google Shape;2255;p50">
                <a:extLst>
                  <a:ext uri="{FF2B5EF4-FFF2-40B4-BE49-F238E27FC236}">
                    <a16:creationId xmlns:a16="http://schemas.microsoft.com/office/drawing/2014/main" id="{9A5B9855-DDDC-4775-B717-0CE8A90161FD}"/>
                  </a:ext>
                </a:extLst>
              </p:cNvPr>
              <p:cNvSpPr/>
              <p:nvPr/>
            </p:nvSpPr>
            <p:spPr>
              <a:xfrm>
                <a:off x="6355931" y="6840115"/>
                <a:ext cx="106234" cy="77562"/>
              </a:xfrm>
              <a:custGeom>
                <a:avLst/>
                <a:gdLst/>
                <a:ahLst/>
                <a:cxnLst/>
                <a:rect l="l" t="t" r="r" b="b"/>
                <a:pathLst>
                  <a:path w="993" h="725" extrusionOk="0">
                    <a:moveTo>
                      <a:pt x="755" y="1"/>
                    </a:moveTo>
                    <a:cubicBezTo>
                      <a:pt x="720" y="30"/>
                      <a:pt x="712" y="30"/>
                      <a:pt x="705" y="37"/>
                    </a:cubicBezTo>
                    <a:cubicBezTo>
                      <a:pt x="684" y="44"/>
                      <a:pt x="648" y="80"/>
                      <a:pt x="605" y="109"/>
                    </a:cubicBezTo>
                    <a:cubicBezTo>
                      <a:pt x="432" y="246"/>
                      <a:pt x="187" y="468"/>
                      <a:pt x="58" y="591"/>
                    </a:cubicBezTo>
                    <a:cubicBezTo>
                      <a:pt x="1" y="641"/>
                      <a:pt x="8" y="677"/>
                      <a:pt x="15" y="699"/>
                    </a:cubicBezTo>
                    <a:cubicBezTo>
                      <a:pt x="21" y="699"/>
                      <a:pt x="21" y="706"/>
                      <a:pt x="37" y="713"/>
                    </a:cubicBezTo>
                    <a:cubicBezTo>
                      <a:pt x="49" y="721"/>
                      <a:pt x="62" y="724"/>
                      <a:pt x="76" y="724"/>
                    </a:cubicBezTo>
                    <a:cubicBezTo>
                      <a:pt x="86" y="724"/>
                      <a:pt x="96" y="723"/>
                      <a:pt x="108" y="720"/>
                    </a:cubicBezTo>
                    <a:cubicBezTo>
                      <a:pt x="116" y="720"/>
                      <a:pt x="123" y="720"/>
                      <a:pt x="144" y="706"/>
                    </a:cubicBezTo>
                    <a:cubicBezTo>
                      <a:pt x="180" y="699"/>
                      <a:pt x="210" y="691"/>
                      <a:pt x="237" y="677"/>
                    </a:cubicBezTo>
                    <a:cubicBezTo>
                      <a:pt x="266" y="670"/>
                      <a:pt x="303" y="663"/>
                      <a:pt x="323" y="647"/>
                    </a:cubicBezTo>
                    <a:cubicBezTo>
                      <a:pt x="505" y="591"/>
                      <a:pt x="611" y="554"/>
                      <a:pt x="625" y="547"/>
                    </a:cubicBezTo>
                    <a:cubicBezTo>
                      <a:pt x="798" y="491"/>
                      <a:pt x="884" y="454"/>
                      <a:pt x="950" y="418"/>
                    </a:cubicBezTo>
                    <a:cubicBezTo>
                      <a:pt x="956" y="418"/>
                      <a:pt x="956" y="411"/>
                      <a:pt x="956" y="411"/>
                    </a:cubicBezTo>
                    <a:cubicBezTo>
                      <a:pt x="963" y="411"/>
                      <a:pt x="979" y="404"/>
                      <a:pt x="986" y="397"/>
                    </a:cubicBezTo>
                    <a:cubicBezTo>
                      <a:pt x="993" y="275"/>
                      <a:pt x="927" y="159"/>
                      <a:pt x="870" y="95"/>
                    </a:cubicBezTo>
                    <a:cubicBezTo>
                      <a:pt x="834" y="52"/>
                      <a:pt x="798" y="23"/>
                      <a:pt x="7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50">
                <a:extLst>
                  <a:ext uri="{FF2B5EF4-FFF2-40B4-BE49-F238E27FC236}">
                    <a16:creationId xmlns:a16="http://schemas.microsoft.com/office/drawing/2014/main" id="{423357BF-B7AC-A1E4-4F84-4A4A05198460}"/>
                  </a:ext>
                </a:extLst>
              </p:cNvPr>
              <p:cNvSpPr/>
              <p:nvPr/>
            </p:nvSpPr>
            <p:spPr>
              <a:xfrm>
                <a:off x="6436596" y="6483327"/>
                <a:ext cx="640718" cy="399366"/>
              </a:xfrm>
              <a:custGeom>
                <a:avLst/>
                <a:gdLst/>
                <a:ahLst/>
                <a:cxnLst/>
                <a:rect l="l" t="t" r="r" b="b"/>
                <a:pathLst>
                  <a:path w="5989" h="3733" extrusionOk="0">
                    <a:moveTo>
                      <a:pt x="5752" y="1"/>
                    </a:moveTo>
                    <a:cubicBezTo>
                      <a:pt x="5680" y="37"/>
                      <a:pt x="5600" y="87"/>
                      <a:pt x="5514" y="137"/>
                    </a:cubicBezTo>
                    <a:cubicBezTo>
                      <a:pt x="5305" y="260"/>
                      <a:pt x="5062" y="403"/>
                      <a:pt x="4796" y="555"/>
                    </a:cubicBezTo>
                    <a:cubicBezTo>
                      <a:pt x="4529" y="713"/>
                      <a:pt x="4243" y="877"/>
                      <a:pt x="3941" y="1050"/>
                    </a:cubicBezTo>
                    <a:cubicBezTo>
                      <a:pt x="3646" y="1222"/>
                      <a:pt x="3337" y="1403"/>
                      <a:pt x="3035" y="1576"/>
                    </a:cubicBezTo>
                    <a:cubicBezTo>
                      <a:pt x="2726" y="1755"/>
                      <a:pt x="2424" y="1935"/>
                      <a:pt x="2129" y="2100"/>
                    </a:cubicBezTo>
                    <a:cubicBezTo>
                      <a:pt x="1841" y="2273"/>
                      <a:pt x="1562" y="2439"/>
                      <a:pt x="1310" y="2582"/>
                    </a:cubicBezTo>
                    <a:cubicBezTo>
                      <a:pt x="1051" y="2732"/>
                      <a:pt x="820" y="2861"/>
                      <a:pt x="627" y="2977"/>
                    </a:cubicBezTo>
                    <a:cubicBezTo>
                      <a:pt x="432" y="3092"/>
                      <a:pt x="275" y="3185"/>
                      <a:pt x="159" y="3249"/>
                    </a:cubicBezTo>
                    <a:cubicBezTo>
                      <a:pt x="80" y="3292"/>
                      <a:pt x="30" y="3322"/>
                      <a:pt x="1" y="3336"/>
                    </a:cubicBezTo>
                    <a:cubicBezTo>
                      <a:pt x="44" y="3358"/>
                      <a:pt x="80" y="3387"/>
                      <a:pt x="116" y="3430"/>
                    </a:cubicBezTo>
                    <a:cubicBezTo>
                      <a:pt x="173" y="3494"/>
                      <a:pt x="239" y="3610"/>
                      <a:pt x="232" y="3732"/>
                    </a:cubicBezTo>
                    <a:cubicBezTo>
                      <a:pt x="670" y="3480"/>
                      <a:pt x="1101" y="3229"/>
                      <a:pt x="1533" y="2977"/>
                    </a:cubicBezTo>
                    <a:cubicBezTo>
                      <a:pt x="2697" y="2301"/>
                      <a:pt x="3861" y="1626"/>
                      <a:pt x="5019" y="950"/>
                    </a:cubicBezTo>
                    <a:cubicBezTo>
                      <a:pt x="5242" y="820"/>
                      <a:pt x="5530" y="655"/>
                      <a:pt x="5745" y="525"/>
                    </a:cubicBezTo>
                    <a:cubicBezTo>
                      <a:pt x="5788" y="505"/>
                      <a:pt x="5832" y="482"/>
                      <a:pt x="5866" y="455"/>
                    </a:cubicBezTo>
                    <a:cubicBezTo>
                      <a:pt x="5909" y="432"/>
                      <a:pt x="5952" y="412"/>
                      <a:pt x="5989" y="382"/>
                    </a:cubicBezTo>
                    <a:cubicBezTo>
                      <a:pt x="5982" y="267"/>
                      <a:pt x="5925" y="160"/>
                      <a:pt x="5859" y="87"/>
                    </a:cubicBezTo>
                    <a:cubicBezTo>
                      <a:pt x="5823" y="51"/>
                      <a:pt x="5788" y="23"/>
                      <a:pt x="57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50">
                <a:extLst>
                  <a:ext uri="{FF2B5EF4-FFF2-40B4-BE49-F238E27FC236}">
                    <a16:creationId xmlns:a16="http://schemas.microsoft.com/office/drawing/2014/main" id="{99177C49-E215-A1CA-B819-755BAEF117D6}"/>
                  </a:ext>
                </a:extLst>
              </p:cNvPr>
              <p:cNvSpPr/>
              <p:nvPr/>
            </p:nvSpPr>
            <p:spPr>
              <a:xfrm>
                <a:off x="7051959" y="6441818"/>
                <a:ext cx="103773" cy="82484"/>
              </a:xfrm>
              <a:custGeom>
                <a:avLst/>
                <a:gdLst/>
                <a:ahLst/>
                <a:cxnLst/>
                <a:rect l="l" t="t" r="r" b="b"/>
                <a:pathLst>
                  <a:path w="970" h="771" extrusionOk="0">
                    <a:moveTo>
                      <a:pt x="747" y="1"/>
                    </a:moveTo>
                    <a:cubicBezTo>
                      <a:pt x="675" y="8"/>
                      <a:pt x="611" y="37"/>
                      <a:pt x="588" y="44"/>
                    </a:cubicBezTo>
                    <a:cubicBezTo>
                      <a:pt x="575" y="51"/>
                      <a:pt x="575" y="51"/>
                      <a:pt x="287" y="216"/>
                    </a:cubicBezTo>
                    <a:cubicBezTo>
                      <a:pt x="209" y="266"/>
                      <a:pt x="114" y="325"/>
                      <a:pt x="0" y="389"/>
                    </a:cubicBezTo>
                    <a:cubicBezTo>
                      <a:pt x="36" y="411"/>
                      <a:pt x="71" y="439"/>
                      <a:pt x="107" y="475"/>
                    </a:cubicBezTo>
                    <a:cubicBezTo>
                      <a:pt x="173" y="548"/>
                      <a:pt x="230" y="655"/>
                      <a:pt x="237" y="770"/>
                    </a:cubicBezTo>
                    <a:cubicBezTo>
                      <a:pt x="345" y="713"/>
                      <a:pt x="438" y="655"/>
                      <a:pt x="518" y="611"/>
                    </a:cubicBezTo>
                    <a:cubicBezTo>
                      <a:pt x="783" y="454"/>
                      <a:pt x="783" y="454"/>
                      <a:pt x="804" y="439"/>
                    </a:cubicBezTo>
                    <a:cubicBezTo>
                      <a:pt x="840" y="418"/>
                      <a:pt x="870" y="396"/>
                      <a:pt x="877" y="382"/>
                    </a:cubicBezTo>
                    <a:cubicBezTo>
                      <a:pt x="906" y="360"/>
                      <a:pt x="970" y="289"/>
                      <a:pt x="970" y="187"/>
                    </a:cubicBezTo>
                    <a:cubicBezTo>
                      <a:pt x="970" y="166"/>
                      <a:pt x="970" y="144"/>
                      <a:pt x="956" y="109"/>
                    </a:cubicBezTo>
                    <a:cubicBezTo>
                      <a:pt x="942" y="80"/>
                      <a:pt x="913" y="58"/>
                      <a:pt x="913" y="51"/>
                    </a:cubicBezTo>
                    <a:cubicBezTo>
                      <a:pt x="863" y="15"/>
                      <a:pt x="813" y="1"/>
                      <a:pt x="7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2344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>
          <a:extLst>
            <a:ext uri="{FF2B5EF4-FFF2-40B4-BE49-F238E27FC236}">
              <a16:creationId xmlns:a16="http://schemas.microsoft.com/office/drawing/2014/main" id="{A6B199A8-15B8-AF1C-B5D7-6C9963EF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5" name="Google Shape;1535;p44">
            <a:extLst>
              <a:ext uri="{FF2B5EF4-FFF2-40B4-BE49-F238E27FC236}">
                <a16:creationId xmlns:a16="http://schemas.microsoft.com/office/drawing/2014/main" id="{81CA7479-0C42-B5C4-D207-5943BE3A8E35}"/>
              </a:ext>
            </a:extLst>
          </p:cNvPr>
          <p:cNvGrpSpPr/>
          <p:nvPr/>
        </p:nvGrpSpPr>
        <p:grpSpPr>
          <a:xfrm>
            <a:off x="624395" y="2834019"/>
            <a:ext cx="2192169" cy="1888332"/>
            <a:chOff x="369532" y="1477273"/>
            <a:chExt cx="3279263" cy="3038900"/>
          </a:xfrm>
        </p:grpSpPr>
        <p:grpSp>
          <p:nvGrpSpPr>
            <p:cNvPr id="1536" name="Google Shape;1536;p44">
              <a:extLst>
                <a:ext uri="{FF2B5EF4-FFF2-40B4-BE49-F238E27FC236}">
                  <a16:creationId xmlns:a16="http://schemas.microsoft.com/office/drawing/2014/main" id="{C854F168-3367-DFD8-6C93-1307557D490A}"/>
                </a:ext>
              </a:extLst>
            </p:cNvPr>
            <p:cNvGrpSpPr/>
            <p:nvPr/>
          </p:nvGrpSpPr>
          <p:grpSpPr>
            <a:xfrm>
              <a:off x="904290" y="1477273"/>
              <a:ext cx="783133" cy="1070328"/>
              <a:chOff x="904290" y="1477273"/>
              <a:chExt cx="783133" cy="1070328"/>
            </a:xfrm>
          </p:grpSpPr>
          <p:sp>
            <p:nvSpPr>
              <p:cNvPr id="1537" name="Google Shape;1537;p44">
                <a:extLst>
                  <a:ext uri="{FF2B5EF4-FFF2-40B4-BE49-F238E27FC236}">
                    <a16:creationId xmlns:a16="http://schemas.microsoft.com/office/drawing/2014/main" id="{8338AD2F-8175-1CD9-AD84-6070B9C110BE}"/>
                  </a:ext>
                </a:extLst>
              </p:cNvPr>
              <p:cNvSpPr/>
              <p:nvPr/>
            </p:nvSpPr>
            <p:spPr>
              <a:xfrm>
                <a:off x="954662" y="244825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38" name="Google Shape;1538;p44">
                <a:extLst>
                  <a:ext uri="{FF2B5EF4-FFF2-40B4-BE49-F238E27FC236}">
                    <a16:creationId xmlns:a16="http://schemas.microsoft.com/office/drawing/2014/main" id="{CEA06D49-9F9A-F0D9-FAFA-7FC81A0E823F}"/>
                  </a:ext>
                </a:extLst>
              </p:cNvPr>
              <p:cNvGrpSpPr/>
              <p:nvPr/>
            </p:nvGrpSpPr>
            <p:grpSpPr>
              <a:xfrm>
                <a:off x="904290" y="1477273"/>
                <a:ext cx="114150" cy="114196"/>
                <a:chOff x="-685100" y="4136737"/>
                <a:chExt cx="38359" cy="38359"/>
              </a:xfrm>
            </p:grpSpPr>
            <p:sp>
              <p:nvSpPr>
                <p:cNvPr id="1539" name="Google Shape;1539;p44">
                  <a:extLst>
                    <a:ext uri="{FF2B5EF4-FFF2-40B4-BE49-F238E27FC236}">
                      <a16:creationId xmlns:a16="http://schemas.microsoft.com/office/drawing/2014/main" id="{8006B900-D3B3-2C84-DE18-26249BEE1447}"/>
                    </a:ext>
                  </a:extLst>
                </p:cNvPr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0" name="Google Shape;1540;p44">
                  <a:extLst>
                    <a:ext uri="{FF2B5EF4-FFF2-40B4-BE49-F238E27FC236}">
                      <a16:creationId xmlns:a16="http://schemas.microsoft.com/office/drawing/2014/main" id="{1A7ABD7D-77F9-C3FC-964A-82701E4FA3C6}"/>
                    </a:ext>
                  </a:extLst>
                </p:cNvPr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41" name="Google Shape;1541;p44">
                <a:extLst>
                  <a:ext uri="{FF2B5EF4-FFF2-40B4-BE49-F238E27FC236}">
                    <a16:creationId xmlns:a16="http://schemas.microsoft.com/office/drawing/2014/main" id="{CAA3811D-F751-C6EB-614E-560703D18CC6}"/>
                  </a:ext>
                </a:extLst>
              </p:cNvPr>
              <p:cNvSpPr/>
              <p:nvPr/>
            </p:nvSpPr>
            <p:spPr>
              <a:xfrm>
                <a:off x="1268290" y="201603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4" name="Google Shape;1544;p44">
              <a:extLst>
                <a:ext uri="{FF2B5EF4-FFF2-40B4-BE49-F238E27FC236}">
                  <a16:creationId xmlns:a16="http://schemas.microsoft.com/office/drawing/2014/main" id="{E239D413-F58B-CB9C-FB9B-41E7A65391D1}"/>
                </a:ext>
              </a:extLst>
            </p:cNvPr>
            <p:cNvGrpSpPr/>
            <p:nvPr/>
          </p:nvGrpSpPr>
          <p:grpSpPr>
            <a:xfrm>
              <a:off x="369532" y="1591469"/>
              <a:ext cx="3279263" cy="2924704"/>
              <a:chOff x="-2400037" y="242162"/>
              <a:chExt cx="2075482" cy="1851078"/>
            </a:xfrm>
          </p:grpSpPr>
          <p:sp>
            <p:nvSpPr>
              <p:cNvPr id="1545" name="Google Shape;1545;p44">
                <a:extLst>
                  <a:ext uri="{FF2B5EF4-FFF2-40B4-BE49-F238E27FC236}">
                    <a16:creationId xmlns:a16="http://schemas.microsoft.com/office/drawing/2014/main" id="{BECEF4DA-0506-1D77-355D-3FD261A7FF56}"/>
                  </a:ext>
                </a:extLst>
              </p:cNvPr>
              <p:cNvSpPr/>
              <p:nvPr/>
            </p:nvSpPr>
            <p:spPr>
              <a:xfrm>
                <a:off x="-1078925" y="736525"/>
                <a:ext cx="287400" cy="2073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44">
                <a:extLst>
                  <a:ext uri="{FF2B5EF4-FFF2-40B4-BE49-F238E27FC236}">
                    <a16:creationId xmlns:a16="http://schemas.microsoft.com/office/drawing/2014/main" id="{D788D5BA-A86A-F47A-EAE4-D826D2DA4489}"/>
                  </a:ext>
                </a:extLst>
              </p:cNvPr>
              <p:cNvSpPr/>
              <p:nvPr/>
            </p:nvSpPr>
            <p:spPr>
              <a:xfrm>
                <a:off x="-535958" y="1536503"/>
                <a:ext cx="1242" cy="5383"/>
              </a:xfrm>
              <a:custGeom>
                <a:avLst/>
                <a:gdLst/>
                <a:ahLst/>
                <a:cxnLst/>
                <a:rect l="l" t="t" r="r" b="b"/>
                <a:pathLst>
                  <a:path w="15" h="65" extrusionOk="0">
                    <a:moveTo>
                      <a:pt x="14" y="0"/>
                    </a:moveTo>
                    <a:cubicBezTo>
                      <a:pt x="14" y="21"/>
                      <a:pt x="7" y="43"/>
                      <a:pt x="1" y="64"/>
                    </a:cubicBezTo>
                    <a:lnTo>
                      <a:pt x="14" y="64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4">
                <a:extLst>
                  <a:ext uri="{FF2B5EF4-FFF2-40B4-BE49-F238E27FC236}">
                    <a16:creationId xmlns:a16="http://schemas.microsoft.com/office/drawing/2014/main" id="{4F68654C-54E4-289D-1C44-E04EF5630F5D}"/>
                  </a:ext>
                </a:extLst>
              </p:cNvPr>
              <p:cNvSpPr/>
              <p:nvPr/>
            </p:nvSpPr>
            <p:spPr>
              <a:xfrm>
                <a:off x="-1407380" y="900760"/>
                <a:ext cx="188062" cy="108398"/>
              </a:xfrm>
              <a:custGeom>
                <a:avLst/>
                <a:gdLst/>
                <a:ahLst/>
                <a:cxnLst/>
                <a:rect l="l" t="t" r="r" b="b"/>
                <a:pathLst>
                  <a:path w="2271" h="1309" extrusionOk="0">
                    <a:moveTo>
                      <a:pt x="0" y="1"/>
                    </a:moveTo>
                    <a:lnTo>
                      <a:pt x="2264" y="1308"/>
                    </a:lnTo>
                    <a:lnTo>
                      <a:pt x="2271" y="1308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44">
                <a:extLst>
                  <a:ext uri="{FF2B5EF4-FFF2-40B4-BE49-F238E27FC236}">
                    <a16:creationId xmlns:a16="http://schemas.microsoft.com/office/drawing/2014/main" id="{51C967D0-57AF-9C4B-87C4-4B020FFF9AB5}"/>
                  </a:ext>
                </a:extLst>
              </p:cNvPr>
              <p:cNvSpPr/>
              <p:nvPr/>
            </p:nvSpPr>
            <p:spPr>
              <a:xfrm>
                <a:off x="-535958" y="1536503"/>
                <a:ext cx="1242" cy="5383"/>
              </a:xfrm>
              <a:custGeom>
                <a:avLst/>
                <a:gdLst/>
                <a:ahLst/>
                <a:cxnLst/>
                <a:rect l="l" t="t" r="r" b="b"/>
                <a:pathLst>
                  <a:path w="15" h="65" extrusionOk="0">
                    <a:moveTo>
                      <a:pt x="14" y="0"/>
                    </a:moveTo>
                    <a:cubicBezTo>
                      <a:pt x="14" y="21"/>
                      <a:pt x="7" y="43"/>
                      <a:pt x="1" y="64"/>
                    </a:cubicBezTo>
                    <a:lnTo>
                      <a:pt x="14" y="64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44">
                <a:extLst>
                  <a:ext uri="{FF2B5EF4-FFF2-40B4-BE49-F238E27FC236}">
                    <a16:creationId xmlns:a16="http://schemas.microsoft.com/office/drawing/2014/main" id="{6D6BABF7-4104-615D-EB64-C85899E5DD87}"/>
                  </a:ext>
                </a:extLst>
              </p:cNvPr>
              <p:cNvSpPr/>
              <p:nvPr/>
            </p:nvSpPr>
            <p:spPr>
              <a:xfrm>
                <a:off x="-1407380" y="900760"/>
                <a:ext cx="188062" cy="108398"/>
              </a:xfrm>
              <a:custGeom>
                <a:avLst/>
                <a:gdLst/>
                <a:ahLst/>
                <a:cxnLst/>
                <a:rect l="l" t="t" r="r" b="b"/>
                <a:pathLst>
                  <a:path w="2271" h="1309" extrusionOk="0">
                    <a:moveTo>
                      <a:pt x="0" y="1"/>
                    </a:moveTo>
                    <a:lnTo>
                      <a:pt x="2264" y="1308"/>
                    </a:lnTo>
                    <a:lnTo>
                      <a:pt x="2271" y="1308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44">
                <a:extLst>
                  <a:ext uri="{FF2B5EF4-FFF2-40B4-BE49-F238E27FC236}">
                    <a16:creationId xmlns:a16="http://schemas.microsoft.com/office/drawing/2014/main" id="{072EE53B-3B3D-5B4F-166B-FD2AF6C74C4B}"/>
                  </a:ext>
                </a:extLst>
              </p:cNvPr>
              <p:cNvSpPr/>
              <p:nvPr/>
            </p:nvSpPr>
            <p:spPr>
              <a:xfrm>
                <a:off x="-1407380" y="900760"/>
                <a:ext cx="188062" cy="108398"/>
              </a:xfrm>
              <a:custGeom>
                <a:avLst/>
                <a:gdLst/>
                <a:ahLst/>
                <a:cxnLst/>
                <a:rect l="l" t="t" r="r" b="b"/>
                <a:pathLst>
                  <a:path w="2271" h="1309" extrusionOk="0">
                    <a:moveTo>
                      <a:pt x="0" y="1"/>
                    </a:moveTo>
                    <a:lnTo>
                      <a:pt x="2264" y="1308"/>
                    </a:lnTo>
                    <a:lnTo>
                      <a:pt x="2271" y="1308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44">
                <a:extLst>
                  <a:ext uri="{FF2B5EF4-FFF2-40B4-BE49-F238E27FC236}">
                    <a16:creationId xmlns:a16="http://schemas.microsoft.com/office/drawing/2014/main" id="{CF963D63-8454-583E-19FF-6D17A831F623}"/>
                  </a:ext>
                </a:extLst>
              </p:cNvPr>
              <p:cNvSpPr/>
              <p:nvPr/>
            </p:nvSpPr>
            <p:spPr>
              <a:xfrm>
                <a:off x="-1305108" y="245308"/>
                <a:ext cx="828" cy="662"/>
              </a:xfrm>
              <a:custGeom>
                <a:avLst/>
                <a:gdLst/>
                <a:ahLst/>
                <a:cxnLst/>
                <a:rect l="l" t="t" r="r" b="b"/>
                <a:pathLst>
                  <a:path w="10" h="8" extrusionOk="0">
                    <a:moveTo>
                      <a:pt x="9" y="1"/>
                    </a:moveTo>
                    <a:cubicBezTo>
                      <a:pt x="1" y="1"/>
                      <a:pt x="1" y="1"/>
                      <a:pt x="1" y="8"/>
                    </a:cubicBezTo>
                    <a:lnTo>
                      <a:pt x="9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44">
                <a:extLst>
                  <a:ext uri="{FF2B5EF4-FFF2-40B4-BE49-F238E27FC236}">
                    <a16:creationId xmlns:a16="http://schemas.microsoft.com/office/drawing/2014/main" id="{FCEF9311-AA74-633A-5702-AD0FDCAFD33F}"/>
                  </a:ext>
                </a:extLst>
              </p:cNvPr>
              <p:cNvSpPr/>
              <p:nvPr/>
            </p:nvSpPr>
            <p:spPr>
              <a:xfrm>
                <a:off x="-1305108" y="245308"/>
                <a:ext cx="828" cy="662"/>
              </a:xfrm>
              <a:custGeom>
                <a:avLst/>
                <a:gdLst/>
                <a:ahLst/>
                <a:cxnLst/>
                <a:rect l="l" t="t" r="r" b="b"/>
                <a:pathLst>
                  <a:path w="10" h="8" fill="none" extrusionOk="0">
                    <a:moveTo>
                      <a:pt x="9" y="1"/>
                    </a:moveTo>
                    <a:cubicBezTo>
                      <a:pt x="1" y="1"/>
                      <a:pt x="1" y="1"/>
                      <a:pt x="1" y="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44">
                <a:extLst>
                  <a:ext uri="{FF2B5EF4-FFF2-40B4-BE49-F238E27FC236}">
                    <a16:creationId xmlns:a16="http://schemas.microsoft.com/office/drawing/2014/main" id="{6823B316-F2F8-D64B-D685-00472A1F8CC0}"/>
                  </a:ext>
                </a:extLst>
              </p:cNvPr>
              <p:cNvSpPr/>
              <p:nvPr/>
            </p:nvSpPr>
            <p:spPr>
              <a:xfrm>
                <a:off x="-1304363" y="242162"/>
                <a:ext cx="979808" cy="1299123"/>
              </a:xfrm>
              <a:custGeom>
                <a:avLst/>
                <a:gdLst/>
                <a:ahLst/>
                <a:cxnLst/>
                <a:rect l="l" t="t" r="r" b="b"/>
                <a:pathLst>
                  <a:path w="11832" h="15688" extrusionOk="0">
                    <a:moveTo>
                      <a:pt x="218" y="0"/>
                    </a:moveTo>
                    <a:cubicBezTo>
                      <a:pt x="207" y="0"/>
                      <a:pt x="197" y="1"/>
                      <a:pt x="187" y="2"/>
                    </a:cubicBezTo>
                    <a:cubicBezTo>
                      <a:pt x="157" y="11"/>
                      <a:pt x="114" y="18"/>
                      <a:pt x="71" y="25"/>
                    </a:cubicBezTo>
                    <a:cubicBezTo>
                      <a:pt x="64" y="25"/>
                      <a:pt x="57" y="32"/>
                      <a:pt x="50" y="32"/>
                    </a:cubicBezTo>
                    <a:cubicBezTo>
                      <a:pt x="28" y="32"/>
                      <a:pt x="14" y="39"/>
                      <a:pt x="0" y="39"/>
                    </a:cubicBezTo>
                    <a:lnTo>
                      <a:pt x="35" y="39"/>
                    </a:lnTo>
                    <a:cubicBezTo>
                      <a:pt x="50" y="39"/>
                      <a:pt x="64" y="39"/>
                      <a:pt x="86" y="46"/>
                    </a:cubicBezTo>
                    <a:cubicBezTo>
                      <a:pt x="100" y="54"/>
                      <a:pt x="121" y="61"/>
                      <a:pt x="136" y="68"/>
                    </a:cubicBezTo>
                    <a:lnTo>
                      <a:pt x="11436" y="6587"/>
                    </a:lnTo>
                    <a:cubicBezTo>
                      <a:pt x="11565" y="6667"/>
                      <a:pt x="11645" y="6868"/>
                      <a:pt x="11602" y="7032"/>
                    </a:cubicBezTo>
                    <a:lnTo>
                      <a:pt x="9488" y="15494"/>
                    </a:lnTo>
                    <a:cubicBezTo>
                      <a:pt x="9480" y="15508"/>
                      <a:pt x="9480" y="15515"/>
                      <a:pt x="9480" y="15522"/>
                    </a:cubicBezTo>
                    <a:cubicBezTo>
                      <a:pt x="9473" y="15528"/>
                      <a:pt x="9473" y="15537"/>
                      <a:pt x="9473" y="15537"/>
                    </a:cubicBezTo>
                    <a:lnTo>
                      <a:pt x="9473" y="15544"/>
                    </a:lnTo>
                    <a:cubicBezTo>
                      <a:pt x="9466" y="15551"/>
                      <a:pt x="9466" y="15558"/>
                      <a:pt x="9459" y="15572"/>
                    </a:cubicBezTo>
                    <a:cubicBezTo>
                      <a:pt x="9452" y="15580"/>
                      <a:pt x="9452" y="15587"/>
                      <a:pt x="9445" y="15594"/>
                    </a:cubicBezTo>
                    <a:cubicBezTo>
                      <a:pt x="9430" y="15615"/>
                      <a:pt x="9416" y="15637"/>
                      <a:pt x="9393" y="15651"/>
                    </a:cubicBezTo>
                    <a:cubicBezTo>
                      <a:pt x="9387" y="15651"/>
                      <a:pt x="9387" y="15658"/>
                      <a:pt x="9380" y="15658"/>
                    </a:cubicBezTo>
                    <a:cubicBezTo>
                      <a:pt x="9380" y="15666"/>
                      <a:pt x="9373" y="15666"/>
                      <a:pt x="9366" y="15666"/>
                    </a:cubicBezTo>
                    <a:cubicBezTo>
                      <a:pt x="9359" y="15673"/>
                      <a:pt x="9350" y="15680"/>
                      <a:pt x="9337" y="15680"/>
                    </a:cubicBezTo>
                    <a:cubicBezTo>
                      <a:pt x="9335" y="15682"/>
                      <a:pt x="9333" y="15683"/>
                      <a:pt x="9331" y="15684"/>
                    </a:cubicBezTo>
                    <a:lnTo>
                      <a:pt x="9331" y="15684"/>
                    </a:lnTo>
                    <a:cubicBezTo>
                      <a:pt x="9388" y="15677"/>
                      <a:pt x="9444" y="15665"/>
                      <a:pt x="9495" y="15651"/>
                    </a:cubicBezTo>
                    <a:cubicBezTo>
                      <a:pt x="9581" y="15637"/>
                      <a:pt x="9645" y="15565"/>
                      <a:pt x="9675" y="15458"/>
                    </a:cubicBezTo>
                    <a:lnTo>
                      <a:pt x="11788" y="6998"/>
                    </a:lnTo>
                    <a:cubicBezTo>
                      <a:pt x="11831" y="6832"/>
                      <a:pt x="11759" y="6630"/>
                      <a:pt x="11622" y="6551"/>
                    </a:cubicBezTo>
                    <a:lnTo>
                      <a:pt x="330" y="32"/>
                    </a:lnTo>
                    <a:cubicBezTo>
                      <a:pt x="291" y="9"/>
                      <a:pt x="253" y="0"/>
                      <a:pt x="218" y="0"/>
                    </a:cubicBezTo>
                    <a:close/>
                    <a:moveTo>
                      <a:pt x="9331" y="15684"/>
                    </a:moveTo>
                    <a:cubicBezTo>
                      <a:pt x="9323" y="15685"/>
                      <a:pt x="9315" y="15686"/>
                      <a:pt x="9307" y="15687"/>
                    </a:cubicBezTo>
                    <a:cubicBezTo>
                      <a:pt x="9319" y="15687"/>
                      <a:pt x="9325" y="15687"/>
                      <a:pt x="9331" y="15684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44">
                <a:extLst>
                  <a:ext uri="{FF2B5EF4-FFF2-40B4-BE49-F238E27FC236}">
                    <a16:creationId xmlns:a16="http://schemas.microsoft.com/office/drawing/2014/main" id="{EFD6B38D-C3C6-F9C3-2C86-09B425AA2039}"/>
                  </a:ext>
                </a:extLst>
              </p:cNvPr>
              <p:cNvSpPr/>
              <p:nvPr/>
            </p:nvSpPr>
            <p:spPr>
              <a:xfrm>
                <a:off x="-1407380" y="900760"/>
                <a:ext cx="188062" cy="108398"/>
              </a:xfrm>
              <a:custGeom>
                <a:avLst/>
                <a:gdLst/>
                <a:ahLst/>
                <a:cxnLst/>
                <a:rect l="l" t="t" r="r" b="b"/>
                <a:pathLst>
                  <a:path w="2271" h="1309" extrusionOk="0">
                    <a:moveTo>
                      <a:pt x="0" y="1"/>
                    </a:moveTo>
                    <a:lnTo>
                      <a:pt x="2264" y="1308"/>
                    </a:lnTo>
                    <a:lnTo>
                      <a:pt x="2271" y="1308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4">
                <a:extLst>
                  <a:ext uri="{FF2B5EF4-FFF2-40B4-BE49-F238E27FC236}">
                    <a16:creationId xmlns:a16="http://schemas.microsoft.com/office/drawing/2014/main" id="{4DAD2343-AD50-14E6-0FF8-C11EA1265256}"/>
                  </a:ext>
                </a:extLst>
              </p:cNvPr>
              <p:cNvSpPr/>
              <p:nvPr/>
            </p:nvSpPr>
            <p:spPr>
              <a:xfrm>
                <a:off x="-535958" y="1536503"/>
                <a:ext cx="1242" cy="5383"/>
              </a:xfrm>
              <a:custGeom>
                <a:avLst/>
                <a:gdLst/>
                <a:ahLst/>
                <a:cxnLst/>
                <a:rect l="l" t="t" r="r" b="b"/>
                <a:pathLst>
                  <a:path w="15" h="65" extrusionOk="0">
                    <a:moveTo>
                      <a:pt x="14" y="0"/>
                    </a:moveTo>
                    <a:cubicBezTo>
                      <a:pt x="14" y="21"/>
                      <a:pt x="7" y="43"/>
                      <a:pt x="1" y="64"/>
                    </a:cubicBezTo>
                    <a:lnTo>
                      <a:pt x="14" y="64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4">
                <a:extLst>
                  <a:ext uri="{FF2B5EF4-FFF2-40B4-BE49-F238E27FC236}">
                    <a16:creationId xmlns:a16="http://schemas.microsoft.com/office/drawing/2014/main" id="{F448430E-6D1A-F8ED-85CD-E4ED5CE38102}"/>
                  </a:ext>
                </a:extLst>
              </p:cNvPr>
              <p:cNvSpPr/>
              <p:nvPr/>
            </p:nvSpPr>
            <p:spPr>
              <a:xfrm>
                <a:off x="-2073513" y="1331048"/>
                <a:ext cx="1538775" cy="577600"/>
              </a:xfrm>
              <a:custGeom>
                <a:avLst/>
                <a:gdLst/>
                <a:ahLst/>
                <a:cxnLst/>
                <a:rect l="l" t="t" r="r" b="b"/>
                <a:pathLst>
                  <a:path w="18582" h="6975" extrusionOk="0">
                    <a:moveTo>
                      <a:pt x="7" y="1"/>
                    </a:moveTo>
                    <a:lnTo>
                      <a:pt x="7" y="252"/>
                    </a:lnTo>
                    <a:cubicBezTo>
                      <a:pt x="0" y="302"/>
                      <a:pt x="36" y="352"/>
                      <a:pt x="102" y="396"/>
                    </a:cubicBezTo>
                    <a:lnTo>
                      <a:pt x="11401" y="6916"/>
                    </a:lnTo>
                    <a:cubicBezTo>
                      <a:pt x="11466" y="6955"/>
                      <a:pt x="11552" y="6975"/>
                      <a:pt x="11640" y="6975"/>
                    </a:cubicBezTo>
                    <a:cubicBezTo>
                      <a:pt x="11727" y="6975"/>
                      <a:pt x="11815" y="6955"/>
                      <a:pt x="11883" y="6916"/>
                    </a:cubicBezTo>
                    <a:lnTo>
                      <a:pt x="18481" y="3078"/>
                    </a:lnTo>
                    <a:cubicBezTo>
                      <a:pt x="18552" y="3042"/>
                      <a:pt x="18581" y="2992"/>
                      <a:pt x="18581" y="2940"/>
                    </a:cubicBezTo>
                    <a:lnTo>
                      <a:pt x="18581" y="2545"/>
                    </a:lnTo>
                    <a:lnTo>
                      <a:pt x="18568" y="2545"/>
                    </a:lnTo>
                    <a:cubicBezTo>
                      <a:pt x="18545" y="2574"/>
                      <a:pt x="18524" y="2595"/>
                      <a:pt x="18488" y="2618"/>
                    </a:cubicBezTo>
                    <a:lnTo>
                      <a:pt x="11883" y="6665"/>
                    </a:lnTo>
                    <a:cubicBezTo>
                      <a:pt x="11818" y="6700"/>
                      <a:pt x="11730" y="6718"/>
                      <a:pt x="11642" y="6718"/>
                    </a:cubicBezTo>
                    <a:cubicBezTo>
                      <a:pt x="11554" y="6718"/>
                      <a:pt x="11466" y="6700"/>
                      <a:pt x="11401" y="6665"/>
                    </a:cubicBezTo>
                    <a:lnTo>
                      <a:pt x="109" y="137"/>
                    </a:lnTo>
                    <a:cubicBezTo>
                      <a:pt x="93" y="130"/>
                      <a:pt x="80" y="123"/>
                      <a:pt x="73" y="116"/>
                    </a:cubicBezTo>
                    <a:cubicBezTo>
                      <a:pt x="66" y="109"/>
                      <a:pt x="59" y="109"/>
                      <a:pt x="59" y="102"/>
                    </a:cubicBezTo>
                    <a:cubicBezTo>
                      <a:pt x="50" y="102"/>
                      <a:pt x="50" y="94"/>
                      <a:pt x="43" y="94"/>
                    </a:cubicBezTo>
                    <a:cubicBezTo>
                      <a:pt x="16" y="66"/>
                      <a:pt x="7" y="30"/>
                      <a:pt x="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4">
                <a:extLst>
                  <a:ext uri="{FF2B5EF4-FFF2-40B4-BE49-F238E27FC236}">
                    <a16:creationId xmlns:a16="http://schemas.microsoft.com/office/drawing/2014/main" id="{6D960971-9B3F-6E61-B925-2C747784D9C8}"/>
                  </a:ext>
                </a:extLst>
              </p:cNvPr>
              <p:cNvSpPr/>
              <p:nvPr/>
            </p:nvSpPr>
            <p:spPr>
              <a:xfrm>
                <a:off x="-2072933" y="980094"/>
                <a:ext cx="1537036" cy="907266"/>
              </a:xfrm>
              <a:custGeom>
                <a:avLst/>
                <a:gdLst/>
                <a:ahLst/>
                <a:cxnLst/>
                <a:rect l="l" t="t" r="r" b="b"/>
                <a:pathLst>
                  <a:path w="18561" h="10956" extrusionOk="0">
                    <a:moveTo>
                      <a:pt x="6729" y="518"/>
                    </a:moveTo>
                    <a:cubicBezTo>
                      <a:pt x="6775" y="518"/>
                      <a:pt x="6822" y="527"/>
                      <a:pt x="6857" y="545"/>
                    </a:cubicBezTo>
                    <a:lnTo>
                      <a:pt x="7225" y="761"/>
                    </a:lnTo>
                    <a:cubicBezTo>
                      <a:pt x="7297" y="804"/>
                      <a:pt x="7297" y="868"/>
                      <a:pt x="7225" y="911"/>
                    </a:cubicBezTo>
                    <a:lnTo>
                      <a:pt x="7175" y="940"/>
                    </a:lnTo>
                    <a:cubicBezTo>
                      <a:pt x="7139" y="962"/>
                      <a:pt x="7092" y="972"/>
                      <a:pt x="7045" y="972"/>
                    </a:cubicBezTo>
                    <a:cubicBezTo>
                      <a:pt x="6998" y="972"/>
                      <a:pt x="6951" y="962"/>
                      <a:pt x="6916" y="940"/>
                    </a:cubicBezTo>
                    <a:lnTo>
                      <a:pt x="6549" y="731"/>
                    </a:lnTo>
                    <a:cubicBezTo>
                      <a:pt x="6478" y="688"/>
                      <a:pt x="6478" y="616"/>
                      <a:pt x="6549" y="573"/>
                    </a:cubicBezTo>
                    <a:lnTo>
                      <a:pt x="6599" y="545"/>
                    </a:lnTo>
                    <a:cubicBezTo>
                      <a:pt x="6635" y="527"/>
                      <a:pt x="6682" y="518"/>
                      <a:pt x="6729" y="518"/>
                    </a:cubicBezTo>
                    <a:close/>
                    <a:moveTo>
                      <a:pt x="6294" y="769"/>
                    </a:moveTo>
                    <a:cubicBezTo>
                      <a:pt x="6342" y="769"/>
                      <a:pt x="6391" y="778"/>
                      <a:pt x="6426" y="795"/>
                    </a:cubicBezTo>
                    <a:lnTo>
                      <a:pt x="6794" y="1011"/>
                    </a:lnTo>
                    <a:cubicBezTo>
                      <a:pt x="6866" y="1054"/>
                      <a:pt x="6866" y="1120"/>
                      <a:pt x="6794" y="1163"/>
                    </a:cubicBezTo>
                    <a:lnTo>
                      <a:pt x="6492" y="1335"/>
                    </a:lnTo>
                    <a:cubicBezTo>
                      <a:pt x="6455" y="1357"/>
                      <a:pt x="6409" y="1368"/>
                      <a:pt x="6362" y="1368"/>
                    </a:cubicBezTo>
                    <a:cubicBezTo>
                      <a:pt x="6316" y="1368"/>
                      <a:pt x="6269" y="1357"/>
                      <a:pt x="6233" y="1335"/>
                    </a:cubicBezTo>
                    <a:lnTo>
                      <a:pt x="5865" y="1126"/>
                    </a:lnTo>
                    <a:cubicBezTo>
                      <a:pt x="5795" y="1083"/>
                      <a:pt x="5795" y="1011"/>
                      <a:pt x="5865" y="976"/>
                    </a:cubicBezTo>
                    <a:lnTo>
                      <a:pt x="6160" y="795"/>
                    </a:lnTo>
                    <a:cubicBezTo>
                      <a:pt x="6197" y="778"/>
                      <a:pt x="6245" y="769"/>
                      <a:pt x="6294" y="769"/>
                    </a:cubicBezTo>
                    <a:close/>
                    <a:moveTo>
                      <a:pt x="7473" y="944"/>
                    </a:moveTo>
                    <a:cubicBezTo>
                      <a:pt x="7521" y="944"/>
                      <a:pt x="7570" y="955"/>
                      <a:pt x="7606" y="976"/>
                    </a:cubicBezTo>
                    <a:lnTo>
                      <a:pt x="7944" y="1170"/>
                    </a:lnTo>
                    <a:cubicBezTo>
                      <a:pt x="8015" y="1213"/>
                      <a:pt x="8015" y="1285"/>
                      <a:pt x="7944" y="1321"/>
                    </a:cubicBezTo>
                    <a:lnTo>
                      <a:pt x="7892" y="1349"/>
                    </a:lnTo>
                    <a:cubicBezTo>
                      <a:pt x="7857" y="1371"/>
                      <a:pt x="7811" y="1381"/>
                      <a:pt x="7764" y="1381"/>
                    </a:cubicBezTo>
                    <a:cubicBezTo>
                      <a:pt x="7717" y="1381"/>
                      <a:pt x="7670" y="1371"/>
                      <a:pt x="7634" y="1349"/>
                    </a:cubicBezTo>
                    <a:lnTo>
                      <a:pt x="7297" y="1156"/>
                    </a:lnTo>
                    <a:cubicBezTo>
                      <a:pt x="7225" y="1120"/>
                      <a:pt x="7225" y="1047"/>
                      <a:pt x="7297" y="1004"/>
                    </a:cubicBezTo>
                    <a:lnTo>
                      <a:pt x="7340" y="976"/>
                    </a:lnTo>
                    <a:cubicBezTo>
                      <a:pt x="7376" y="955"/>
                      <a:pt x="7424" y="944"/>
                      <a:pt x="7473" y="944"/>
                    </a:cubicBezTo>
                    <a:close/>
                    <a:moveTo>
                      <a:pt x="8192" y="1360"/>
                    </a:moveTo>
                    <a:cubicBezTo>
                      <a:pt x="8240" y="1360"/>
                      <a:pt x="8288" y="1371"/>
                      <a:pt x="8324" y="1392"/>
                    </a:cubicBezTo>
                    <a:lnTo>
                      <a:pt x="8619" y="1565"/>
                    </a:lnTo>
                    <a:cubicBezTo>
                      <a:pt x="8691" y="1608"/>
                      <a:pt x="8691" y="1673"/>
                      <a:pt x="8619" y="1716"/>
                    </a:cubicBezTo>
                    <a:lnTo>
                      <a:pt x="8576" y="1744"/>
                    </a:lnTo>
                    <a:cubicBezTo>
                      <a:pt x="8540" y="1766"/>
                      <a:pt x="8492" y="1776"/>
                      <a:pt x="8443" y="1776"/>
                    </a:cubicBezTo>
                    <a:cubicBezTo>
                      <a:pt x="8395" y="1776"/>
                      <a:pt x="8346" y="1766"/>
                      <a:pt x="8310" y="1744"/>
                    </a:cubicBezTo>
                    <a:lnTo>
                      <a:pt x="8008" y="1572"/>
                    </a:lnTo>
                    <a:cubicBezTo>
                      <a:pt x="7936" y="1528"/>
                      <a:pt x="7936" y="1465"/>
                      <a:pt x="8008" y="1421"/>
                    </a:cubicBezTo>
                    <a:lnTo>
                      <a:pt x="8058" y="1392"/>
                    </a:lnTo>
                    <a:cubicBezTo>
                      <a:pt x="8094" y="1371"/>
                      <a:pt x="8143" y="1360"/>
                      <a:pt x="8192" y="1360"/>
                    </a:cubicBezTo>
                    <a:close/>
                    <a:moveTo>
                      <a:pt x="7041" y="1194"/>
                    </a:moveTo>
                    <a:cubicBezTo>
                      <a:pt x="7090" y="1194"/>
                      <a:pt x="7139" y="1205"/>
                      <a:pt x="7175" y="1226"/>
                    </a:cubicBezTo>
                    <a:lnTo>
                      <a:pt x="7513" y="1421"/>
                    </a:lnTo>
                    <a:cubicBezTo>
                      <a:pt x="7584" y="1465"/>
                      <a:pt x="7584" y="1537"/>
                      <a:pt x="7513" y="1572"/>
                    </a:cubicBezTo>
                    <a:lnTo>
                      <a:pt x="7211" y="1753"/>
                    </a:lnTo>
                    <a:cubicBezTo>
                      <a:pt x="7175" y="1770"/>
                      <a:pt x="7128" y="1779"/>
                      <a:pt x="7081" y="1779"/>
                    </a:cubicBezTo>
                    <a:cubicBezTo>
                      <a:pt x="7034" y="1779"/>
                      <a:pt x="6988" y="1770"/>
                      <a:pt x="6952" y="1753"/>
                    </a:cubicBezTo>
                    <a:lnTo>
                      <a:pt x="6614" y="1558"/>
                    </a:lnTo>
                    <a:cubicBezTo>
                      <a:pt x="6542" y="1515"/>
                      <a:pt x="6542" y="1442"/>
                      <a:pt x="6614" y="1399"/>
                    </a:cubicBezTo>
                    <a:lnTo>
                      <a:pt x="6909" y="1226"/>
                    </a:lnTo>
                    <a:cubicBezTo>
                      <a:pt x="6945" y="1205"/>
                      <a:pt x="6993" y="1194"/>
                      <a:pt x="7041" y="1194"/>
                    </a:cubicBezTo>
                    <a:close/>
                    <a:moveTo>
                      <a:pt x="5618" y="1160"/>
                    </a:moveTo>
                    <a:cubicBezTo>
                      <a:pt x="5667" y="1160"/>
                      <a:pt x="5715" y="1170"/>
                      <a:pt x="5752" y="1192"/>
                    </a:cubicBezTo>
                    <a:lnTo>
                      <a:pt x="6297" y="1508"/>
                    </a:lnTo>
                    <a:cubicBezTo>
                      <a:pt x="6369" y="1551"/>
                      <a:pt x="6369" y="1615"/>
                      <a:pt x="6297" y="1658"/>
                    </a:cubicBezTo>
                    <a:lnTo>
                      <a:pt x="5967" y="1853"/>
                    </a:lnTo>
                    <a:cubicBezTo>
                      <a:pt x="5928" y="1874"/>
                      <a:pt x="5879" y="1885"/>
                      <a:pt x="5831" y="1885"/>
                    </a:cubicBezTo>
                    <a:cubicBezTo>
                      <a:pt x="5784" y="1885"/>
                      <a:pt x="5737" y="1874"/>
                      <a:pt x="5702" y="1853"/>
                    </a:cubicBezTo>
                    <a:lnTo>
                      <a:pt x="5155" y="1537"/>
                    </a:lnTo>
                    <a:cubicBezTo>
                      <a:pt x="5082" y="1501"/>
                      <a:pt x="5082" y="1428"/>
                      <a:pt x="5155" y="1385"/>
                    </a:cubicBezTo>
                    <a:lnTo>
                      <a:pt x="5486" y="1192"/>
                    </a:lnTo>
                    <a:cubicBezTo>
                      <a:pt x="5521" y="1170"/>
                      <a:pt x="5570" y="1160"/>
                      <a:pt x="5618" y="1160"/>
                    </a:cubicBezTo>
                    <a:close/>
                    <a:moveTo>
                      <a:pt x="7758" y="1612"/>
                    </a:moveTo>
                    <a:cubicBezTo>
                      <a:pt x="7805" y="1612"/>
                      <a:pt x="7854" y="1622"/>
                      <a:pt x="7892" y="1644"/>
                    </a:cubicBezTo>
                    <a:lnTo>
                      <a:pt x="8187" y="1816"/>
                    </a:lnTo>
                    <a:cubicBezTo>
                      <a:pt x="8260" y="1860"/>
                      <a:pt x="8260" y="1925"/>
                      <a:pt x="8187" y="1968"/>
                    </a:cubicBezTo>
                    <a:lnTo>
                      <a:pt x="7892" y="2141"/>
                    </a:lnTo>
                    <a:cubicBezTo>
                      <a:pt x="7857" y="2162"/>
                      <a:pt x="7809" y="2173"/>
                      <a:pt x="7760" y="2173"/>
                    </a:cubicBezTo>
                    <a:cubicBezTo>
                      <a:pt x="7712" y="2173"/>
                      <a:pt x="7663" y="2162"/>
                      <a:pt x="7627" y="2141"/>
                    </a:cubicBezTo>
                    <a:lnTo>
                      <a:pt x="7325" y="1968"/>
                    </a:lnTo>
                    <a:cubicBezTo>
                      <a:pt x="7254" y="1925"/>
                      <a:pt x="7254" y="1860"/>
                      <a:pt x="7325" y="1816"/>
                    </a:cubicBezTo>
                    <a:lnTo>
                      <a:pt x="7627" y="1644"/>
                    </a:lnTo>
                    <a:cubicBezTo>
                      <a:pt x="7663" y="1622"/>
                      <a:pt x="7710" y="1612"/>
                      <a:pt x="7758" y="1612"/>
                    </a:cubicBezTo>
                    <a:close/>
                    <a:moveTo>
                      <a:pt x="8870" y="1748"/>
                    </a:moveTo>
                    <a:cubicBezTo>
                      <a:pt x="8917" y="1748"/>
                      <a:pt x="8964" y="1759"/>
                      <a:pt x="9000" y="1780"/>
                    </a:cubicBezTo>
                    <a:lnTo>
                      <a:pt x="9309" y="1960"/>
                    </a:lnTo>
                    <a:cubicBezTo>
                      <a:pt x="9381" y="2003"/>
                      <a:pt x="9388" y="2075"/>
                      <a:pt x="9309" y="2118"/>
                    </a:cubicBezTo>
                    <a:lnTo>
                      <a:pt x="9266" y="2141"/>
                    </a:lnTo>
                    <a:cubicBezTo>
                      <a:pt x="9230" y="2162"/>
                      <a:pt x="9182" y="2173"/>
                      <a:pt x="9133" y="2173"/>
                    </a:cubicBezTo>
                    <a:cubicBezTo>
                      <a:pt x="9085" y="2173"/>
                      <a:pt x="9036" y="2162"/>
                      <a:pt x="9000" y="2141"/>
                    </a:cubicBezTo>
                    <a:lnTo>
                      <a:pt x="8691" y="1960"/>
                    </a:lnTo>
                    <a:cubicBezTo>
                      <a:pt x="8619" y="1925"/>
                      <a:pt x="8619" y="1853"/>
                      <a:pt x="8691" y="1810"/>
                    </a:cubicBezTo>
                    <a:lnTo>
                      <a:pt x="8734" y="1780"/>
                    </a:lnTo>
                    <a:cubicBezTo>
                      <a:pt x="8774" y="1759"/>
                      <a:pt x="8822" y="1748"/>
                      <a:pt x="8870" y="1748"/>
                    </a:cubicBezTo>
                    <a:close/>
                    <a:moveTo>
                      <a:pt x="6546" y="1696"/>
                    </a:moveTo>
                    <a:cubicBezTo>
                      <a:pt x="6594" y="1696"/>
                      <a:pt x="6643" y="1705"/>
                      <a:pt x="6678" y="1723"/>
                    </a:cubicBezTo>
                    <a:lnTo>
                      <a:pt x="7016" y="1925"/>
                    </a:lnTo>
                    <a:cubicBezTo>
                      <a:pt x="7089" y="1960"/>
                      <a:pt x="7089" y="2032"/>
                      <a:pt x="7016" y="2075"/>
                    </a:cubicBezTo>
                    <a:lnTo>
                      <a:pt x="6678" y="2270"/>
                    </a:lnTo>
                    <a:cubicBezTo>
                      <a:pt x="6643" y="2292"/>
                      <a:pt x="6596" y="2303"/>
                      <a:pt x="6549" y="2303"/>
                    </a:cubicBezTo>
                    <a:cubicBezTo>
                      <a:pt x="6502" y="2303"/>
                      <a:pt x="6455" y="2292"/>
                      <a:pt x="6419" y="2270"/>
                    </a:cubicBezTo>
                    <a:lnTo>
                      <a:pt x="6081" y="2075"/>
                    </a:lnTo>
                    <a:cubicBezTo>
                      <a:pt x="6010" y="2032"/>
                      <a:pt x="6010" y="1960"/>
                      <a:pt x="6081" y="1925"/>
                    </a:cubicBezTo>
                    <a:lnTo>
                      <a:pt x="6412" y="1723"/>
                    </a:lnTo>
                    <a:cubicBezTo>
                      <a:pt x="6449" y="1705"/>
                      <a:pt x="6497" y="1696"/>
                      <a:pt x="6546" y="1696"/>
                    </a:cubicBezTo>
                    <a:close/>
                    <a:moveTo>
                      <a:pt x="4907" y="1575"/>
                    </a:moveTo>
                    <a:cubicBezTo>
                      <a:pt x="4955" y="1575"/>
                      <a:pt x="5004" y="1586"/>
                      <a:pt x="5039" y="1608"/>
                    </a:cubicBezTo>
                    <a:lnTo>
                      <a:pt x="5822" y="2061"/>
                    </a:lnTo>
                    <a:cubicBezTo>
                      <a:pt x="5895" y="2105"/>
                      <a:pt x="5895" y="2168"/>
                      <a:pt x="5822" y="2212"/>
                    </a:cubicBezTo>
                    <a:lnTo>
                      <a:pt x="5529" y="2384"/>
                    </a:lnTo>
                    <a:cubicBezTo>
                      <a:pt x="5493" y="2406"/>
                      <a:pt x="5446" y="2416"/>
                      <a:pt x="5399" y="2416"/>
                    </a:cubicBezTo>
                    <a:cubicBezTo>
                      <a:pt x="5352" y="2416"/>
                      <a:pt x="5306" y="2406"/>
                      <a:pt x="5270" y="2384"/>
                    </a:cubicBezTo>
                    <a:lnTo>
                      <a:pt x="4478" y="1932"/>
                    </a:lnTo>
                    <a:cubicBezTo>
                      <a:pt x="4408" y="1889"/>
                      <a:pt x="4408" y="1816"/>
                      <a:pt x="4478" y="1780"/>
                    </a:cubicBezTo>
                    <a:lnTo>
                      <a:pt x="4773" y="1608"/>
                    </a:lnTo>
                    <a:cubicBezTo>
                      <a:pt x="4810" y="1586"/>
                      <a:pt x="4858" y="1575"/>
                      <a:pt x="4907" y="1575"/>
                    </a:cubicBezTo>
                    <a:close/>
                    <a:moveTo>
                      <a:pt x="8436" y="2005"/>
                    </a:moveTo>
                    <a:cubicBezTo>
                      <a:pt x="8484" y="2005"/>
                      <a:pt x="8532" y="2014"/>
                      <a:pt x="8569" y="2032"/>
                    </a:cubicBezTo>
                    <a:lnTo>
                      <a:pt x="8878" y="2212"/>
                    </a:lnTo>
                    <a:cubicBezTo>
                      <a:pt x="8950" y="2255"/>
                      <a:pt x="8950" y="2327"/>
                      <a:pt x="8878" y="2363"/>
                    </a:cubicBezTo>
                    <a:lnTo>
                      <a:pt x="8583" y="2543"/>
                    </a:lnTo>
                    <a:cubicBezTo>
                      <a:pt x="8547" y="2561"/>
                      <a:pt x="8499" y="2570"/>
                      <a:pt x="8450" y="2570"/>
                    </a:cubicBezTo>
                    <a:cubicBezTo>
                      <a:pt x="8402" y="2570"/>
                      <a:pt x="8353" y="2561"/>
                      <a:pt x="8317" y="2543"/>
                    </a:cubicBezTo>
                    <a:lnTo>
                      <a:pt x="8008" y="2363"/>
                    </a:lnTo>
                    <a:cubicBezTo>
                      <a:pt x="7936" y="2320"/>
                      <a:pt x="7936" y="2248"/>
                      <a:pt x="8008" y="2205"/>
                    </a:cubicBezTo>
                    <a:lnTo>
                      <a:pt x="8303" y="2032"/>
                    </a:lnTo>
                    <a:cubicBezTo>
                      <a:pt x="8339" y="2014"/>
                      <a:pt x="8388" y="2005"/>
                      <a:pt x="8436" y="2005"/>
                    </a:cubicBezTo>
                    <a:close/>
                    <a:moveTo>
                      <a:pt x="9561" y="2152"/>
                    </a:moveTo>
                    <a:cubicBezTo>
                      <a:pt x="9607" y="2152"/>
                      <a:pt x="9654" y="2162"/>
                      <a:pt x="9690" y="2184"/>
                    </a:cubicBezTo>
                    <a:lnTo>
                      <a:pt x="9999" y="2356"/>
                    </a:lnTo>
                    <a:cubicBezTo>
                      <a:pt x="10071" y="2400"/>
                      <a:pt x="10071" y="2470"/>
                      <a:pt x="9999" y="2513"/>
                    </a:cubicBezTo>
                    <a:lnTo>
                      <a:pt x="9949" y="2543"/>
                    </a:lnTo>
                    <a:cubicBezTo>
                      <a:pt x="9913" y="2561"/>
                      <a:pt x="9866" y="2570"/>
                      <a:pt x="9819" y="2570"/>
                    </a:cubicBezTo>
                    <a:cubicBezTo>
                      <a:pt x="9773" y="2570"/>
                      <a:pt x="9726" y="2561"/>
                      <a:pt x="9690" y="2543"/>
                    </a:cubicBezTo>
                    <a:lnTo>
                      <a:pt x="9381" y="2363"/>
                    </a:lnTo>
                    <a:cubicBezTo>
                      <a:pt x="9309" y="2320"/>
                      <a:pt x="9309" y="2255"/>
                      <a:pt x="9381" y="2212"/>
                    </a:cubicBezTo>
                    <a:lnTo>
                      <a:pt x="9431" y="2184"/>
                    </a:lnTo>
                    <a:cubicBezTo>
                      <a:pt x="9468" y="2162"/>
                      <a:pt x="9514" y="2152"/>
                      <a:pt x="9561" y="2152"/>
                    </a:cubicBezTo>
                    <a:close/>
                    <a:moveTo>
                      <a:pt x="7261" y="2108"/>
                    </a:moveTo>
                    <a:cubicBezTo>
                      <a:pt x="7309" y="2108"/>
                      <a:pt x="7358" y="2119"/>
                      <a:pt x="7397" y="2141"/>
                    </a:cubicBezTo>
                    <a:lnTo>
                      <a:pt x="7692" y="2313"/>
                    </a:lnTo>
                    <a:cubicBezTo>
                      <a:pt x="7763" y="2356"/>
                      <a:pt x="7763" y="2420"/>
                      <a:pt x="7692" y="2463"/>
                    </a:cubicBezTo>
                    <a:lnTo>
                      <a:pt x="7361" y="2658"/>
                    </a:lnTo>
                    <a:cubicBezTo>
                      <a:pt x="7325" y="2680"/>
                      <a:pt x="7277" y="2691"/>
                      <a:pt x="7228" y="2691"/>
                    </a:cubicBezTo>
                    <a:cubicBezTo>
                      <a:pt x="7180" y="2691"/>
                      <a:pt x="7132" y="2680"/>
                      <a:pt x="7095" y="2658"/>
                    </a:cubicBezTo>
                    <a:lnTo>
                      <a:pt x="6800" y="2486"/>
                    </a:lnTo>
                    <a:cubicBezTo>
                      <a:pt x="6721" y="2443"/>
                      <a:pt x="6721" y="2377"/>
                      <a:pt x="6794" y="2334"/>
                    </a:cubicBezTo>
                    <a:lnTo>
                      <a:pt x="7132" y="2141"/>
                    </a:lnTo>
                    <a:cubicBezTo>
                      <a:pt x="7167" y="2119"/>
                      <a:pt x="7214" y="2108"/>
                      <a:pt x="7261" y="2108"/>
                    </a:cubicBezTo>
                    <a:close/>
                    <a:moveTo>
                      <a:pt x="6075" y="2250"/>
                    </a:moveTo>
                    <a:cubicBezTo>
                      <a:pt x="6122" y="2250"/>
                      <a:pt x="6168" y="2259"/>
                      <a:pt x="6204" y="2277"/>
                    </a:cubicBezTo>
                    <a:lnTo>
                      <a:pt x="6542" y="2470"/>
                    </a:lnTo>
                    <a:cubicBezTo>
                      <a:pt x="6614" y="2513"/>
                      <a:pt x="6614" y="2586"/>
                      <a:pt x="6542" y="2629"/>
                    </a:cubicBezTo>
                    <a:lnTo>
                      <a:pt x="6247" y="2802"/>
                    </a:lnTo>
                    <a:cubicBezTo>
                      <a:pt x="6211" y="2820"/>
                      <a:pt x="6163" y="2829"/>
                      <a:pt x="6115" y="2829"/>
                    </a:cubicBezTo>
                    <a:cubicBezTo>
                      <a:pt x="6066" y="2829"/>
                      <a:pt x="6017" y="2820"/>
                      <a:pt x="5981" y="2802"/>
                    </a:cubicBezTo>
                    <a:lnTo>
                      <a:pt x="5650" y="2600"/>
                    </a:lnTo>
                    <a:cubicBezTo>
                      <a:pt x="5572" y="2563"/>
                      <a:pt x="5572" y="2493"/>
                      <a:pt x="5643" y="2450"/>
                    </a:cubicBezTo>
                    <a:lnTo>
                      <a:pt x="5945" y="2277"/>
                    </a:lnTo>
                    <a:cubicBezTo>
                      <a:pt x="5981" y="2259"/>
                      <a:pt x="6028" y="2250"/>
                      <a:pt x="6075" y="2250"/>
                    </a:cubicBezTo>
                    <a:close/>
                    <a:moveTo>
                      <a:pt x="9126" y="2402"/>
                    </a:moveTo>
                    <a:cubicBezTo>
                      <a:pt x="9174" y="2402"/>
                      <a:pt x="9223" y="2413"/>
                      <a:pt x="9259" y="2434"/>
                    </a:cubicBezTo>
                    <a:lnTo>
                      <a:pt x="9568" y="2607"/>
                    </a:lnTo>
                    <a:cubicBezTo>
                      <a:pt x="9640" y="2650"/>
                      <a:pt x="9640" y="2722"/>
                      <a:pt x="9568" y="2765"/>
                    </a:cubicBezTo>
                    <a:lnTo>
                      <a:pt x="9266" y="2938"/>
                    </a:lnTo>
                    <a:cubicBezTo>
                      <a:pt x="9230" y="2959"/>
                      <a:pt x="9184" y="2970"/>
                      <a:pt x="9137" y="2970"/>
                    </a:cubicBezTo>
                    <a:cubicBezTo>
                      <a:pt x="9090" y="2970"/>
                      <a:pt x="9043" y="2959"/>
                      <a:pt x="9007" y="2938"/>
                    </a:cubicBezTo>
                    <a:lnTo>
                      <a:pt x="8698" y="2758"/>
                    </a:lnTo>
                    <a:cubicBezTo>
                      <a:pt x="8626" y="2715"/>
                      <a:pt x="8626" y="2650"/>
                      <a:pt x="8698" y="2607"/>
                    </a:cubicBezTo>
                    <a:lnTo>
                      <a:pt x="8993" y="2434"/>
                    </a:lnTo>
                    <a:cubicBezTo>
                      <a:pt x="9029" y="2413"/>
                      <a:pt x="9078" y="2402"/>
                      <a:pt x="9126" y="2402"/>
                    </a:cubicBezTo>
                    <a:close/>
                    <a:moveTo>
                      <a:pt x="4235" y="1964"/>
                    </a:moveTo>
                    <a:cubicBezTo>
                      <a:pt x="4281" y="1964"/>
                      <a:pt x="4328" y="1974"/>
                      <a:pt x="4365" y="1996"/>
                    </a:cubicBezTo>
                    <a:lnTo>
                      <a:pt x="5443" y="2622"/>
                    </a:lnTo>
                    <a:cubicBezTo>
                      <a:pt x="5514" y="2658"/>
                      <a:pt x="5514" y="2729"/>
                      <a:pt x="5443" y="2772"/>
                    </a:cubicBezTo>
                    <a:lnTo>
                      <a:pt x="5132" y="2952"/>
                    </a:lnTo>
                    <a:cubicBezTo>
                      <a:pt x="5097" y="2973"/>
                      <a:pt x="5050" y="2984"/>
                      <a:pt x="5003" y="2984"/>
                    </a:cubicBezTo>
                    <a:cubicBezTo>
                      <a:pt x="4955" y="2984"/>
                      <a:pt x="4906" y="2973"/>
                      <a:pt x="4867" y="2952"/>
                    </a:cubicBezTo>
                    <a:lnTo>
                      <a:pt x="3795" y="2327"/>
                    </a:lnTo>
                    <a:cubicBezTo>
                      <a:pt x="3725" y="2284"/>
                      <a:pt x="3725" y="2218"/>
                      <a:pt x="3795" y="2175"/>
                    </a:cubicBezTo>
                    <a:lnTo>
                      <a:pt x="4106" y="1996"/>
                    </a:lnTo>
                    <a:cubicBezTo>
                      <a:pt x="4141" y="1974"/>
                      <a:pt x="4188" y="1964"/>
                      <a:pt x="4235" y="1964"/>
                    </a:cubicBezTo>
                    <a:close/>
                    <a:moveTo>
                      <a:pt x="10247" y="2547"/>
                    </a:moveTo>
                    <a:cubicBezTo>
                      <a:pt x="10296" y="2547"/>
                      <a:pt x="10344" y="2557"/>
                      <a:pt x="10380" y="2579"/>
                    </a:cubicBezTo>
                    <a:lnTo>
                      <a:pt x="10718" y="2772"/>
                    </a:lnTo>
                    <a:cubicBezTo>
                      <a:pt x="10791" y="2815"/>
                      <a:pt x="10791" y="2881"/>
                      <a:pt x="10718" y="2924"/>
                    </a:cubicBezTo>
                    <a:lnTo>
                      <a:pt x="10668" y="2952"/>
                    </a:lnTo>
                    <a:cubicBezTo>
                      <a:pt x="10632" y="2973"/>
                      <a:pt x="10583" y="2984"/>
                      <a:pt x="10535" y="2984"/>
                    </a:cubicBezTo>
                    <a:cubicBezTo>
                      <a:pt x="10486" y="2984"/>
                      <a:pt x="10438" y="2973"/>
                      <a:pt x="10403" y="2952"/>
                    </a:cubicBezTo>
                    <a:lnTo>
                      <a:pt x="10064" y="2758"/>
                    </a:lnTo>
                    <a:cubicBezTo>
                      <a:pt x="9992" y="2715"/>
                      <a:pt x="9992" y="2650"/>
                      <a:pt x="10064" y="2607"/>
                    </a:cubicBezTo>
                    <a:lnTo>
                      <a:pt x="10114" y="2579"/>
                    </a:lnTo>
                    <a:cubicBezTo>
                      <a:pt x="10151" y="2557"/>
                      <a:pt x="10199" y="2547"/>
                      <a:pt x="10247" y="2547"/>
                    </a:cubicBezTo>
                    <a:close/>
                    <a:moveTo>
                      <a:pt x="3548" y="2367"/>
                    </a:moveTo>
                    <a:cubicBezTo>
                      <a:pt x="3597" y="2367"/>
                      <a:pt x="3645" y="2378"/>
                      <a:pt x="3681" y="2400"/>
                    </a:cubicBezTo>
                    <a:lnTo>
                      <a:pt x="4170" y="2679"/>
                    </a:lnTo>
                    <a:cubicBezTo>
                      <a:pt x="4242" y="2722"/>
                      <a:pt x="4242" y="2788"/>
                      <a:pt x="4170" y="2831"/>
                    </a:cubicBezTo>
                    <a:lnTo>
                      <a:pt x="3861" y="3010"/>
                    </a:lnTo>
                    <a:cubicBezTo>
                      <a:pt x="3825" y="3032"/>
                      <a:pt x="3776" y="3043"/>
                      <a:pt x="3727" y="3043"/>
                    </a:cubicBezTo>
                    <a:cubicBezTo>
                      <a:pt x="3679" y="3043"/>
                      <a:pt x="3631" y="3032"/>
                      <a:pt x="3595" y="3010"/>
                    </a:cubicBezTo>
                    <a:lnTo>
                      <a:pt x="3105" y="2729"/>
                    </a:lnTo>
                    <a:cubicBezTo>
                      <a:pt x="3035" y="2686"/>
                      <a:pt x="3035" y="2615"/>
                      <a:pt x="3105" y="2572"/>
                    </a:cubicBezTo>
                    <a:lnTo>
                      <a:pt x="3416" y="2400"/>
                    </a:lnTo>
                    <a:cubicBezTo>
                      <a:pt x="3451" y="2378"/>
                      <a:pt x="3499" y="2367"/>
                      <a:pt x="3548" y="2367"/>
                    </a:cubicBezTo>
                    <a:close/>
                    <a:moveTo>
                      <a:pt x="7940" y="2504"/>
                    </a:moveTo>
                    <a:cubicBezTo>
                      <a:pt x="7989" y="2504"/>
                      <a:pt x="8037" y="2514"/>
                      <a:pt x="8074" y="2536"/>
                    </a:cubicBezTo>
                    <a:lnTo>
                      <a:pt x="8382" y="2708"/>
                    </a:lnTo>
                    <a:cubicBezTo>
                      <a:pt x="8453" y="2751"/>
                      <a:pt x="8453" y="2822"/>
                      <a:pt x="8382" y="2865"/>
                    </a:cubicBezTo>
                    <a:lnTo>
                      <a:pt x="8051" y="3060"/>
                    </a:lnTo>
                    <a:cubicBezTo>
                      <a:pt x="8015" y="3082"/>
                      <a:pt x="7967" y="3093"/>
                      <a:pt x="7918" y="3093"/>
                    </a:cubicBezTo>
                    <a:cubicBezTo>
                      <a:pt x="7870" y="3093"/>
                      <a:pt x="7822" y="3082"/>
                      <a:pt x="7786" y="3060"/>
                    </a:cubicBezTo>
                    <a:lnTo>
                      <a:pt x="7477" y="2881"/>
                    </a:lnTo>
                    <a:cubicBezTo>
                      <a:pt x="7404" y="2838"/>
                      <a:pt x="7404" y="2765"/>
                      <a:pt x="7477" y="2729"/>
                    </a:cubicBezTo>
                    <a:lnTo>
                      <a:pt x="7806" y="2536"/>
                    </a:lnTo>
                    <a:cubicBezTo>
                      <a:pt x="7842" y="2514"/>
                      <a:pt x="7891" y="2504"/>
                      <a:pt x="7940" y="2504"/>
                    </a:cubicBezTo>
                    <a:close/>
                    <a:moveTo>
                      <a:pt x="6789" y="2660"/>
                    </a:moveTo>
                    <a:cubicBezTo>
                      <a:pt x="6838" y="2660"/>
                      <a:pt x="6887" y="2671"/>
                      <a:pt x="6923" y="2693"/>
                    </a:cubicBezTo>
                    <a:lnTo>
                      <a:pt x="7218" y="2865"/>
                    </a:lnTo>
                    <a:cubicBezTo>
                      <a:pt x="7297" y="2908"/>
                      <a:pt x="7297" y="2974"/>
                      <a:pt x="7225" y="3017"/>
                    </a:cubicBezTo>
                    <a:lnTo>
                      <a:pt x="6923" y="3190"/>
                    </a:lnTo>
                    <a:cubicBezTo>
                      <a:pt x="6887" y="3211"/>
                      <a:pt x="6840" y="3222"/>
                      <a:pt x="6794" y="3222"/>
                    </a:cubicBezTo>
                    <a:cubicBezTo>
                      <a:pt x="6747" y="3222"/>
                      <a:pt x="6700" y="3211"/>
                      <a:pt x="6664" y="3190"/>
                    </a:cubicBezTo>
                    <a:lnTo>
                      <a:pt x="6362" y="3017"/>
                    </a:lnTo>
                    <a:cubicBezTo>
                      <a:pt x="6290" y="2974"/>
                      <a:pt x="6290" y="2908"/>
                      <a:pt x="6362" y="2865"/>
                    </a:cubicBezTo>
                    <a:lnTo>
                      <a:pt x="6657" y="2693"/>
                    </a:lnTo>
                    <a:cubicBezTo>
                      <a:pt x="6693" y="2671"/>
                      <a:pt x="6741" y="2660"/>
                      <a:pt x="6789" y="2660"/>
                    </a:cubicBezTo>
                    <a:close/>
                    <a:moveTo>
                      <a:pt x="10963" y="2962"/>
                    </a:moveTo>
                    <a:cubicBezTo>
                      <a:pt x="11011" y="2962"/>
                      <a:pt x="11060" y="2973"/>
                      <a:pt x="11099" y="2995"/>
                    </a:cubicBezTo>
                    <a:lnTo>
                      <a:pt x="11394" y="3160"/>
                    </a:lnTo>
                    <a:cubicBezTo>
                      <a:pt x="11465" y="3203"/>
                      <a:pt x="11465" y="3276"/>
                      <a:pt x="11394" y="3319"/>
                    </a:cubicBezTo>
                    <a:lnTo>
                      <a:pt x="11343" y="3348"/>
                    </a:lnTo>
                    <a:cubicBezTo>
                      <a:pt x="11307" y="3366"/>
                      <a:pt x="11261" y="3374"/>
                      <a:pt x="11214" y="3374"/>
                    </a:cubicBezTo>
                    <a:cubicBezTo>
                      <a:pt x="11167" y="3374"/>
                      <a:pt x="11120" y="3366"/>
                      <a:pt x="11084" y="3348"/>
                    </a:cubicBezTo>
                    <a:lnTo>
                      <a:pt x="10782" y="3176"/>
                    </a:lnTo>
                    <a:cubicBezTo>
                      <a:pt x="10711" y="3133"/>
                      <a:pt x="10711" y="3060"/>
                      <a:pt x="10782" y="3017"/>
                    </a:cubicBezTo>
                    <a:lnTo>
                      <a:pt x="10834" y="2995"/>
                    </a:lnTo>
                    <a:cubicBezTo>
                      <a:pt x="10869" y="2973"/>
                      <a:pt x="10916" y="2962"/>
                      <a:pt x="10963" y="2962"/>
                    </a:cubicBezTo>
                    <a:close/>
                    <a:moveTo>
                      <a:pt x="9813" y="2799"/>
                    </a:moveTo>
                    <a:cubicBezTo>
                      <a:pt x="9861" y="2799"/>
                      <a:pt x="9909" y="2809"/>
                      <a:pt x="9949" y="2831"/>
                    </a:cubicBezTo>
                    <a:lnTo>
                      <a:pt x="10280" y="3024"/>
                    </a:lnTo>
                    <a:cubicBezTo>
                      <a:pt x="10359" y="3067"/>
                      <a:pt x="10359" y="3133"/>
                      <a:pt x="10287" y="3176"/>
                    </a:cubicBezTo>
                    <a:lnTo>
                      <a:pt x="9985" y="3348"/>
                    </a:lnTo>
                    <a:cubicBezTo>
                      <a:pt x="9949" y="3370"/>
                      <a:pt x="9900" y="3381"/>
                      <a:pt x="9852" y="3381"/>
                    </a:cubicBezTo>
                    <a:cubicBezTo>
                      <a:pt x="9803" y="3381"/>
                      <a:pt x="9755" y="3370"/>
                      <a:pt x="9719" y="3348"/>
                    </a:cubicBezTo>
                    <a:lnTo>
                      <a:pt x="9388" y="3153"/>
                    </a:lnTo>
                    <a:cubicBezTo>
                      <a:pt x="9309" y="3117"/>
                      <a:pt x="9309" y="3046"/>
                      <a:pt x="9381" y="3003"/>
                    </a:cubicBezTo>
                    <a:lnTo>
                      <a:pt x="9683" y="2831"/>
                    </a:lnTo>
                    <a:cubicBezTo>
                      <a:pt x="9719" y="2809"/>
                      <a:pt x="9766" y="2799"/>
                      <a:pt x="9813" y="2799"/>
                    </a:cubicBezTo>
                    <a:close/>
                    <a:moveTo>
                      <a:pt x="5690" y="2805"/>
                    </a:moveTo>
                    <a:cubicBezTo>
                      <a:pt x="5739" y="2805"/>
                      <a:pt x="5787" y="2816"/>
                      <a:pt x="5822" y="2838"/>
                    </a:cubicBezTo>
                    <a:lnTo>
                      <a:pt x="6160" y="3031"/>
                    </a:lnTo>
                    <a:cubicBezTo>
                      <a:pt x="6233" y="3074"/>
                      <a:pt x="6233" y="3147"/>
                      <a:pt x="6160" y="3183"/>
                    </a:cubicBezTo>
                    <a:lnTo>
                      <a:pt x="5852" y="3362"/>
                    </a:lnTo>
                    <a:cubicBezTo>
                      <a:pt x="5815" y="3384"/>
                      <a:pt x="5767" y="3395"/>
                      <a:pt x="5719" y="3395"/>
                    </a:cubicBezTo>
                    <a:cubicBezTo>
                      <a:pt x="5671" y="3395"/>
                      <a:pt x="5622" y="3384"/>
                      <a:pt x="5586" y="3362"/>
                    </a:cubicBezTo>
                    <a:lnTo>
                      <a:pt x="5248" y="3167"/>
                    </a:lnTo>
                    <a:cubicBezTo>
                      <a:pt x="5175" y="3124"/>
                      <a:pt x="5175" y="3060"/>
                      <a:pt x="5248" y="3017"/>
                    </a:cubicBezTo>
                    <a:lnTo>
                      <a:pt x="5557" y="2838"/>
                    </a:lnTo>
                    <a:cubicBezTo>
                      <a:pt x="5593" y="2816"/>
                      <a:pt x="5642" y="2805"/>
                      <a:pt x="5690" y="2805"/>
                    </a:cubicBezTo>
                    <a:close/>
                    <a:moveTo>
                      <a:pt x="4415" y="2868"/>
                    </a:moveTo>
                    <a:cubicBezTo>
                      <a:pt x="4463" y="2868"/>
                      <a:pt x="4511" y="2877"/>
                      <a:pt x="4551" y="2895"/>
                    </a:cubicBezTo>
                    <a:lnTo>
                      <a:pt x="4882" y="3090"/>
                    </a:lnTo>
                    <a:cubicBezTo>
                      <a:pt x="4953" y="3133"/>
                      <a:pt x="4960" y="3203"/>
                      <a:pt x="4882" y="3247"/>
                    </a:cubicBezTo>
                    <a:lnTo>
                      <a:pt x="4580" y="3426"/>
                    </a:lnTo>
                    <a:cubicBezTo>
                      <a:pt x="4544" y="3444"/>
                      <a:pt x="4495" y="3453"/>
                      <a:pt x="4447" y="3453"/>
                    </a:cubicBezTo>
                    <a:cubicBezTo>
                      <a:pt x="4398" y="3453"/>
                      <a:pt x="4349" y="3444"/>
                      <a:pt x="4313" y="3426"/>
                    </a:cubicBezTo>
                    <a:lnTo>
                      <a:pt x="3976" y="3233"/>
                    </a:lnTo>
                    <a:cubicBezTo>
                      <a:pt x="3904" y="3190"/>
                      <a:pt x="3904" y="3117"/>
                      <a:pt x="3976" y="3074"/>
                    </a:cubicBezTo>
                    <a:lnTo>
                      <a:pt x="4285" y="2895"/>
                    </a:lnTo>
                    <a:cubicBezTo>
                      <a:pt x="4321" y="2877"/>
                      <a:pt x="4367" y="2868"/>
                      <a:pt x="4415" y="2868"/>
                    </a:cubicBezTo>
                    <a:close/>
                    <a:moveTo>
                      <a:pt x="8634" y="2899"/>
                    </a:moveTo>
                    <a:cubicBezTo>
                      <a:pt x="8680" y="2899"/>
                      <a:pt x="8727" y="2909"/>
                      <a:pt x="8764" y="2931"/>
                    </a:cubicBezTo>
                    <a:lnTo>
                      <a:pt x="9072" y="3110"/>
                    </a:lnTo>
                    <a:cubicBezTo>
                      <a:pt x="9143" y="3147"/>
                      <a:pt x="9143" y="3219"/>
                      <a:pt x="9072" y="3262"/>
                    </a:cubicBezTo>
                    <a:lnTo>
                      <a:pt x="8734" y="3455"/>
                    </a:lnTo>
                    <a:cubicBezTo>
                      <a:pt x="8698" y="3477"/>
                      <a:pt x="8652" y="3488"/>
                      <a:pt x="8605" y="3488"/>
                    </a:cubicBezTo>
                    <a:cubicBezTo>
                      <a:pt x="8558" y="3488"/>
                      <a:pt x="8512" y="3477"/>
                      <a:pt x="8476" y="3455"/>
                    </a:cubicBezTo>
                    <a:lnTo>
                      <a:pt x="8167" y="3276"/>
                    </a:lnTo>
                    <a:cubicBezTo>
                      <a:pt x="8094" y="3233"/>
                      <a:pt x="8094" y="3167"/>
                      <a:pt x="8167" y="3124"/>
                    </a:cubicBezTo>
                    <a:lnTo>
                      <a:pt x="8505" y="2931"/>
                    </a:lnTo>
                    <a:cubicBezTo>
                      <a:pt x="8540" y="2909"/>
                      <a:pt x="8587" y="2899"/>
                      <a:pt x="8634" y="2899"/>
                    </a:cubicBezTo>
                    <a:close/>
                    <a:moveTo>
                      <a:pt x="7469" y="3055"/>
                    </a:moveTo>
                    <a:cubicBezTo>
                      <a:pt x="7516" y="3055"/>
                      <a:pt x="7563" y="3064"/>
                      <a:pt x="7599" y="3081"/>
                    </a:cubicBezTo>
                    <a:lnTo>
                      <a:pt x="7915" y="3262"/>
                    </a:lnTo>
                    <a:cubicBezTo>
                      <a:pt x="7987" y="3305"/>
                      <a:pt x="7987" y="3376"/>
                      <a:pt x="7915" y="3419"/>
                    </a:cubicBezTo>
                    <a:lnTo>
                      <a:pt x="7620" y="3592"/>
                    </a:lnTo>
                    <a:cubicBezTo>
                      <a:pt x="7580" y="3610"/>
                      <a:pt x="7532" y="3619"/>
                      <a:pt x="7484" y="3619"/>
                    </a:cubicBezTo>
                    <a:cubicBezTo>
                      <a:pt x="7437" y="3619"/>
                      <a:pt x="7390" y="3610"/>
                      <a:pt x="7354" y="3592"/>
                    </a:cubicBezTo>
                    <a:lnTo>
                      <a:pt x="7045" y="3412"/>
                    </a:lnTo>
                    <a:cubicBezTo>
                      <a:pt x="6973" y="3369"/>
                      <a:pt x="6966" y="3297"/>
                      <a:pt x="7045" y="3253"/>
                    </a:cubicBezTo>
                    <a:lnTo>
                      <a:pt x="7340" y="3081"/>
                    </a:lnTo>
                    <a:cubicBezTo>
                      <a:pt x="7376" y="3064"/>
                      <a:pt x="7422" y="3055"/>
                      <a:pt x="7469" y="3055"/>
                    </a:cubicBezTo>
                    <a:close/>
                    <a:moveTo>
                      <a:pt x="10531" y="3214"/>
                    </a:moveTo>
                    <a:cubicBezTo>
                      <a:pt x="10578" y="3214"/>
                      <a:pt x="10625" y="3225"/>
                      <a:pt x="10661" y="3247"/>
                    </a:cubicBezTo>
                    <a:lnTo>
                      <a:pt x="10963" y="3419"/>
                    </a:lnTo>
                    <a:cubicBezTo>
                      <a:pt x="11034" y="3455"/>
                      <a:pt x="11034" y="3528"/>
                      <a:pt x="10963" y="3571"/>
                    </a:cubicBezTo>
                    <a:lnTo>
                      <a:pt x="10661" y="3743"/>
                    </a:lnTo>
                    <a:cubicBezTo>
                      <a:pt x="10625" y="3765"/>
                      <a:pt x="10578" y="3776"/>
                      <a:pt x="10531" y="3776"/>
                    </a:cubicBezTo>
                    <a:cubicBezTo>
                      <a:pt x="10484" y="3776"/>
                      <a:pt x="10438" y="3765"/>
                      <a:pt x="10403" y="3743"/>
                    </a:cubicBezTo>
                    <a:lnTo>
                      <a:pt x="10101" y="3571"/>
                    </a:lnTo>
                    <a:cubicBezTo>
                      <a:pt x="10028" y="3528"/>
                      <a:pt x="10028" y="3462"/>
                      <a:pt x="10101" y="3419"/>
                    </a:cubicBezTo>
                    <a:lnTo>
                      <a:pt x="10403" y="3247"/>
                    </a:lnTo>
                    <a:cubicBezTo>
                      <a:pt x="10438" y="3225"/>
                      <a:pt x="10484" y="3214"/>
                      <a:pt x="10531" y="3214"/>
                    </a:cubicBezTo>
                    <a:close/>
                    <a:moveTo>
                      <a:pt x="11642" y="3351"/>
                    </a:moveTo>
                    <a:cubicBezTo>
                      <a:pt x="11690" y="3351"/>
                      <a:pt x="11739" y="3361"/>
                      <a:pt x="11774" y="3383"/>
                    </a:cubicBezTo>
                    <a:lnTo>
                      <a:pt x="12085" y="3564"/>
                    </a:lnTo>
                    <a:cubicBezTo>
                      <a:pt x="12155" y="3607"/>
                      <a:pt x="12155" y="3671"/>
                      <a:pt x="12085" y="3714"/>
                    </a:cubicBezTo>
                    <a:lnTo>
                      <a:pt x="12033" y="3743"/>
                    </a:lnTo>
                    <a:cubicBezTo>
                      <a:pt x="11997" y="3765"/>
                      <a:pt x="11951" y="3776"/>
                      <a:pt x="11904" y="3776"/>
                    </a:cubicBezTo>
                    <a:cubicBezTo>
                      <a:pt x="11857" y="3776"/>
                      <a:pt x="11810" y="3765"/>
                      <a:pt x="11774" y="3743"/>
                    </a:cubicBezTo>
                    <a:lnTo>
                      <a:pt x="11465" y="3564"/>
                    </a:lnTo>
                    <a:cubicBezTo>
                      <a:pt x="11394" y="3521"/>
                      <a:pt x="11386" y="3455"/>
                      <a:pt x="11458" y="3412"/>
                    </a:cubicBezTo>
                    <a:lnTo>
                      <a:pt x="11508" y="3383"/>
                    </a:lnTo>
                    <a:cubicBezTo>
                      <a:pt x="11545" y="3361"/>
                      <a:pt x="11593" y="3351"/>
                      <a:pt x="11642" y="3351"/>
                    </a:cubicBezTo>
                    <a:close/>
                    <a:moveTo>
                      <a:pt x="6406" y="3221"/>
                    </a:moveTo>
                    <a:cubicBezTo>
                      <a:pt x="6454" y="3221"/>
                      <a:pt x="6502" y="3232"/>
                      <a:pt x="6542" y="3253"/>
                    </a:cubicBezTo>
                    <a:lnTo>
                      <a:pt x="6837" y="3426"/>
                    </a:lnTo>
                    <a:cubicBezTo>
                      <a:pt x="6909" y="3469"/>
                      <a:pt x="6909" y="3535"/>
                      <a:pt x="6837" y="3578"/>
                    </a:cubicBezTo>
                    <a:lnTo>
                      <a:pt x="6528" y="3757"/>
                    </a:lnTo>
                    <a:cubicBezTo>
                      <a:pt x="6492" y="3779"/>
                      <a:pt x="6445" y="3790"/>
                      <a:pt x="6398" y="3790"/>
                    </a:cubicBezTo>
                    <a:cubicBezTo>
                      <a:pt x="6351" y="3790"/>
                      <a:pt x="6305" y="3779"/>
                      <a:pt x="6269" y="3757"/>
                    </a:cubicBezTo>
                    <a:lnTo>
                      <a:pt x="5967" y="3585"/>
                    </a:lnTo>
                    <a:cubicBezTo>
                      <a:pt x="5895" y="3542"/>
                      <a:pt x="5895" y="3478"/>
                      <a:pt x="5967" y="3435"/>
                    </a:cubicBezTo>
                    <a:lnTo>
                      <a:pt x="6276" y="3253"/>
                    </a:lnTo>
                    <a:cubicBezTo>
                      <a:pt x="6312" y="3232"/>
                      <a:pt x="6359" y="3221"/>
                      <a:pt x="6406" y="3221"/>
                    </a:cubicBezTo>
                    <a:close/>
                    <a:moveTo>
                      <a:pt x="5133" y="3280"/>
                    </a:moveTo>
                    <a:cubicBezTo>
                      <a:pt x="5180" y="3280"/>
                      <a:pt x="5226" y="3291"/>
                      <a:pt x="5262" y="3312"/>
                    </a:cubicBezTo>
                    <a:lnTo>
                      <a:pt x="5564" y="3485"/>
                    </a:lnTo>
                    <a:cubicBezTo>
                      <a:pt x="5636" y="3528"/>
                      <a:pt x="5636" y="3592"/>
                      <a:pt x="5564" y="3635"/>
                    </a:cubicBezTo>
                    <a:lnTo>
                      <a:pt x="5255" y="3814"/>
                    </a:lnTo>
                    <a:cubicBezTo>
                      <a:pt x="5219" y="3836"/>
                      <a:pt x="5173" y="3847"/>
                      <a:pt x="5125" y="3847"/>
                    </a:cubicBezTo>
                    <a:cubicBezTo>
                      <a:pt x="5078" y="3847"/>
                      <a:pt x="5029" y="3836"/>
                      <a:pt x="4989" y="3814"/>
                    </a:cubicBezTo>
                    <a:lnTo>
                      <a:pt x="4694" y="3642"/>
                    </a:lnTo>
                    <a:cubicBezTo>
                      <a:pt x="4623" y="3599"/>
                      <a:pt x="4623" y="3535"/>
                      <a:pt x="4694" y="3492"/>
                    </a:cubicBezTo>
                    <a:lnTo>
                      <a:pt x="5003" y="3312"/>
                    </a:lnTo>
                    <a:cubicBezTo>
                      <a:pt x="5039" y="3291"/>
                      <a:pt x="5086" y="3280"/>
                      <a:pt x="5133" y="3280"/>
                    </a:cubicBezTo>
                    <a:close/>
                    <a:moveTo>
                      <a:pt x="9320" y="3294"/>
                    </a:moveTo>
                    <a:cubicBezTo>
                      <a:pt x="9369" y="3294"/>
                      <a:pt x="9417" y="3304"/>
                      <a:pt x="9454" y="3326"/>
                    </a:cubicBezTo>
                    <a:lnTo>
                      <a:pt x="9790" y="3521"/>
                    </a:lnTo>
                    <a:cubicBezTo>
                      <a:pt x="9863" y="3564"/>
                      <a:pt x="9863" y="3635"/>
                      <a:pt x="9790" y="3671"/>
                    </a:cubicBezTo>
                    <a:lnTo>
                      <a:pt x="9454" y="3873"/>
                    </a:lnTo>
                    <a:cubicBezTo>
                      <a:pt x="9417" y="3891"/>
                      <a:pt x="9370" y="3900"/>
                      <a:pt x="9323" y="3900"/>
                    </a:cubicBezTo>
                    <a:cubicBezTo>
                      <a:pt x="9275" y="3900"/>
                      <a:pt x="9226" y="3891"/>
                      <a:pt x="9186" y="3873"/>
                    </a:cubicBezTo>
                    <a:lnTo>
                      <a:pt x="8857" y="3671"/>
                    </a:lnTo>
                    <a:cubicBezTo>
                      <a:pt x="8784" y="3635"/>
                      <a:pt x="8777" y="3564"/>
                      <a:pt x="8857" y="3521"/>
                    </a:cubicBezTo>
                    <a:lnTo>
                      <a:pt x="9186" y="3326"/>
                    </a:lnTo>
                    <a:cubicBezTo>
                      <a:pt x="9223" y="3304"/>
                      <a:pt x="9271" y="3294"/>
                      <a:pt x="9320" y="3294"/>
                    </a:cubicBezTo>
                    <a:close/>
                    <a:moveTo>
                      <a:pt x="8159" y="3452"/>
                    </a:moveTo>
                    <a:cubicBezTo>
                      <a:pt x="8206" y="3452"/>
                      <a:pt x="8253" y="3463"/>
                      <a:pt x="8289" y="3485"/>
                    </a:cubicBezTo>
                    <a:lnTo>
                      <a:pt x="8598" y="3664"/>
                    </a:lnTo>
                    <a:cubicBezTo>
                      <a:pt x="8669" y="3700"/>
                      <a:pt x="8669" y="3771"/>
                      <a:pt x="8598" y="3814"/>
                    </a:cubicBezTo>
                    <a:lnTo>
                      <a:pt x="8303" y="3987"/>
                    </a:lnTo>
                    <a:cubicBezTo>
                      <a:pt x="8267" y="4008"/>
                      <a:pt x="8220" y="4019"/>
                      <a:pt x="8173" y="4019"/>
                    </a:cubicBezTo>
                    <a:cubicBezTo>
                      <a:pt x="8125" y="4019"/>
                      <a:pt x="8077" y="4008"/>
                      <a:pt x="8037" y="3987"/>
                    </a:cubicBezTo>
                    <a:lnTo>
                      <a:pt x="7735" y="3807"/>
                    </a:lnTo>
                    <a:cubicBezTo>
                      <a:pt x="7663" y="3764"/>
                      <a:pt x="7663" y="3700"/>
                      <a:pt x="7735" y="3657"/>
                    </a:cubicBezTo>
                    <a:lnTo>
                      <a:pt x="8030" y="3485"/>
                    </a:lnTo>
                    <a:cubicBezTo>
                      <a:pt x="8066" y="3463"/>
                      <a:pt x="8112" y="3452"/>
                      <a:pt x="8159" y="3452"/>
                    </a:cubicBezTo>
                    <a:close/>
                    <a:moveTo>
                      <a:pt x="12332" y="3754"/>
                    </a:moveTo>
                    <a:cubicBezTo>
                      <a:pt x="12380" y="3754"/>
                      <a:pt x="12429" y="3765"/>
                      <a:pt x="12464" y="3787"/>
                    </a:cubicBezTo>
                    <a:lnTo>
                      <a:pt x="12723" y="3930"/>
                    </a:lnTo>
                    <a:cubicBezTo>
                      <a:pt x="12795" y="3973"/>
                      <a:pt x="12802" y="4045"/>
                      <a:pt x="12723" y="4088"/>
                    </a:cubicBezTo>
                    <a:lnTo>
                      <a:pt x="12680" y="4116"/>
                    </a:lnTo>
                    <a:cubicBezTo>
                      <a:pt x="12643" y="4135"/>
                      <a:pt x="12592" y="4146"/>
                      <a:pt x="12541" y="4146"/>
                    </a:cubicBezTo>
                    <a:cubicBezTo>
                      <a:pt x="12495" y="4146"/>
                      <a:pt x="12449" y="4137"/>
                      <a:pt x="12414" y="4116"/>
                    </a:cubicBezTo>
                    <a:lnTo>
                      <a:pt x="12155" y="3966"/>
                    </a:lnTo>
                    <a:cubicBezTo>
                      <a:pt x="12085" y="3923"/>
                      <a:pt x="12085" y="3850"/>
                      <a:pt x="12155" y="3814"/>
                    </a:cubicBezTo>
                    <a:lnTo>
                      <a:pt x="12198" y="3787"/>
                    </a:lnTo>
                    <a:cubicBezTo>
                      <a:pt x="12235" y="3765"/>
                      <a:pt x="12283" y="3754"/>
                      <a:pt x="12332" y="3754"/>
                    </a:cubicBezTo>
                    <a:close/>
                    <a:moveTo>
                      <a:pt x="11211" y="3602"/>
                    </a:moveTo>
                    <a:cubicBezTo>
                      <a:pt x="11259" y="3602"/>
                      <a:pt x="11307" y="3613"/>
                      <a:pt x="11343" y="3635"/>
                    </a:cubicBezTo>
                    <a:lnTo>
                      <a:pt x="11653" y="3814"/>
                    </a:lnTo>
                    <a:cubicBezTo>
                      <a:pt x="11724" y="3857"/>
                      <a:pt x="11724" y="3923"/>
                      <a:pt x="11653" y="3966"/>
                    </a:cubicBezTo>
                    <a:lnTo>
                      <a:pt x="11358" y="4138"/>
                    </a:lnTo>
                    <a:cubicBezTo>
                      <a:pt x="11322" y="4160"/>
                      <a:pt x="11273" y="4171"/>
                      <a:pt x="11225" y="4171"/>
                    </a:cubicBezTo>
                    <a:cubicBezTo>
                      <a:pt x="11176" y="4171"/>
                      <a:pt x="11128" y="4160"/>
                      <a:pt x="11093" y="4138"/>
                    </a:cubicBezTo>
                    <a:lnTo>
                      <a:pt x="10782" y="3959"/>
                    </a:lnTo>
                    <a:cubicBezTo>
                      <a:pt x="10711" y="3923"/>
                      <a:pt x="10704" y="3850"/>
                      <a:pt x="10782" y="3807"/>
                    </a:cubicBezTo>
                    <a:lnTo>
                      <a:pt x="11077" y="3635"/>
                    </a:lnTo>
                    <a:cubicBezTo>
                      <a:pt x="11113" y="3613"/>
                      <a:pt x="11162" y="3602"/>
                      <a:pt x="11211" y="3602"/>
                    </a:cubicBezTo>
                    <a:close/>
                    <a:moveTo>
                      <a:pt x="7084" y="3609"/>
                    </a:moveTo>
                    <a:cubicBezTo>
                      <a:pt x="7133" y="3609"/>
                      <a:pt x="7182" y="3620"/>
                      <a:pt x="7218" y="3642"/>
                    </a:cubicBezTo>
                    <a:lnTo>
                      <a:pt x="7527" y="3823"/>
                    </a:lnTo>
                    <a:cubicBezTo>
                      <a:pt x="7599" y="3866"/>
                      <a:pt x="7599" y="3937"/>
                      <a:pt x="7527" y="3973"/>
                    </a:cubicBezTo>
                    <a:lnTo>
                      <a:pt x="7218" y="4152"/>
                    </a:lnTo>
                    <a:cubicBezTo>
                      <a:pt x="7182" y="4174"/>
                      <a:pt x="7135" y="4185"/>
                      <a:pt x="7088" y="4185"/>
                    </a:cubicBezTo>
                    <a:cubicBezTo>
                      <a:pt x="7041" y="4185"/>
                      <a:pt x="6995" y="4174"/>
                      <a:pt x="6959" y="4152"/>
                    </a:cubicBezTo>
                    <a:lnTo>
                      <a:pt x="6642" y="3973"/>
                    </a:lnTo>
                    <a:cubicBezTo>
                      <a:pt x="6571" y="3937"/>
                      <a:pt x="6571" y="3866"/>
                      <a:pt x="6642" y="3823"/>
                    </a:cubicBezTo>
                    <a:lnTo>
                      <a:pt x="6952" y="3642"/>
                    </a:lnTo>
                    <a:cubicBezTo>
                      <a:pt x="6988" y="3620"/>
                      <a:pt x="7036" y="3609"/>
                      <a:pt x="7084" y="3609"/>
                    </a:cubicBezTo>
                    <a:close/>
                    <a:moveTo>
                      <a:pt x="5806" y="3674"/>
                    </a:moveTo>
                    <a:cubicBezTo>
                      <a:pt x="5857" y="3674"/>
                      <a:pt x="5908" y="3685"/>
                      <a:pt x="5945" y="3707"/>
                    </a:cubicBezTo>
                    <a:lnTo>
                      <a:pt x="6254" y="3887"/>
                    </a:lnTo>
                    <a:cubicBezTo>
                      <a:pt x="6326" y="3923"/>
                      <a:pt x="6326" y="3995"/>
                      <a:pt x="6254" y="4038"/>
                    </a:cubicBezTo>
                    <a:lnTo>
                      <a:pt x="5945" y="4218"/>
                    </a:lnTo>
                    <a:cubicBezTo>
                      <a:pt x="5909" y="4236"/>
                      <a:pt x="5863" y="4245"/>
                      <a:pt x="5816" y="4245"/>
                    </a:cubicBezTo>
                    <a:cubicBezTo>
                      <a:pt x="5769" y="4245"/>
                      <a:pt x="5722" y="4236"/>
                      <a:pt x="5686" y="4218"/>
                    </a:cubicBezTo>
                    <a:lnTo>
                      <a:pt x="5370" y="4038"/>
                    </a:lnTo>
                    <a:cubicBezTo>
                      <a:pt x="5298" y="3995"/>
                      <a:pt x="5298" y="3923"/>
                      <a:pt x="5370" y="3880"/>
                    </a:cubicBezTo>
                    <a:lnTo>
                      <a:pt x="5679" y="3700"/>
                    </a:lnTo>
                    <a:cubicBezTo>
                      <a:pt x="5714" y="3683"/>
                      <a:pt x="5760" y="3674"/>
                      <a:pt x="5806" y="3674"/>
                    </a:cubicBezTo>
                    <a:close/>
                    <a:moveTo>
                      <a:pt x="10035" y="3711"/>
                    </a:moveTo>
                    <a:cubicBezTo>
                      <a:pt x="10082" y="3711"/>
                      <a:pt x="10128" y="3722"/>
                      <a:pt x="10164" y="3743"/>
                    </a:cubicBezTo>
                    <a:lnTo>
                      <a:pt x="10466" y="3916"/>
                    </a:lnTo>
                    <a:cubicBezTo>
                      <a:pt x="10539" y="3959"/>
                      <a:pt x="10539" y="4023"/>
                      <a:pt x="10466" y="4066"/>
                    </a:cubicBezTo>
                    <a:lnTo>
                      <a:pt x="10128" y="4261"/>
                    </a:lnTo>
                    <a:cubicBezTo>
                      <a:pt x="10093" y="4283"/>
                      <a:pt x="10046" y="4293"/>
                      <a:pt x="9999" y="4293"/>
                    </a:cubicBezTo>
                    <a:cubicBezTo>
                      <a:pt x="9953" y="4293"/>
                      <a:pt x="9906" y="4283"/>
                      <a:pt x="9869" y="4261"/>
                    </a:cubicBezTo>
                    <a:lnTo>
                      <a:pt x="9568" y="4088"/>
                    </a:lnTo>
                    <a:cubicBezTo>
                      <a:pt x="9497" y="4045"/>
                      <a:pt x="9497" y="3980"/>
                      <a:pt x="9568" y="3937"/>
                    </a:cubicBezTo>
                    <a:lnTo>
                      <a:pt x="9906" y="3743"/>
                    </a:lnTo>
                    <a:cubicBezTo>
                      <a:pt x="9942" y="3722"/>
                      <a:pt x="9988" y="3711"/>
                      <a:pt x="10035" y="3711"/>
                    </a:cubicBezTo>
                    <a:close/>
                    <a:moveTo>
                      <a:pt x="8846" y="3847"/>
                    </a:moveTo>
                    <a:cubicBezTo>
                      <a:pt x="8894" y="3847"/>
                      <a:pt x="8943" y="3858"/>
                      <a:pt x="8979" y="3880"/>
                    </a:cubicBezTo>
                    <a:lnTo>
                      <a:pt x="9316" y="4073"/>
                    </a:lnTo>
                    <a:cubicBezTo>
                      <a:pt x="9388" y="4116"/>
                      <a:pt x="9388" y="4189"/>
                      <a:pt x="9316" y="4225"/>
                    </a:cubicBezTo>
                    <a:lnTo>
                      <a:pt x="9022" y="4397"/>
                    </a:lnTo>
                    <a:cubicBezTo>
                      <a:pt x="8986" y="4419"/>
                      <a:pt x="8937" y="4430"/>
                      <a:pt x="8889" y="4430"/>
                    </a:cubicBezTo>
                    <a:cubicBezTo>
                      <a:pt x="8840" y="4430"/>
                      <a:pt x="8791" y="4419"/>
                      <a:pt x="8755" y="4397"/>
                    </a:cubicBezTo>
                    <a:lnTo>
                      <a:pt x="8419" y="4202"/>
                    </a:lnTo>
                    <a:cubicBezTo>
                      <a:pt x="8346" y="4159"/>
                      <a:pt x="8346" y="4095"/>
                      <a:pt x="8419" y="4052"/>
                    </a:cubicBezTo>
                    <a:lnTo>
                      <a:pt x="8712" y="3880"/>
                    </a:lnTo>
                    <a:cubicBezTo>
                      <a:pt x="8748" y="3858"/>
                      <a:pt x="8797" y="3847"/>
                      <a:pt x="8846" y="3847"/>
                    </a:cubicBezTo>
                    <a:close/>
                    <a:moveTo>
                      <a:pt x="11901" y="4006"/>
                    </a:moveTo>
                    <a:cubicBezTo>
                      <a:pt x="11949" y="4006"/>
                      <a:pt x="11997" y="4017"/>
                      <a:pt x="12033" y="4038"/>
                    </a:cubicBezTo>
                    <a:lnTo>
                      <a:pt x="12292" y="4182"/>
                    </a:lnTo>
                    <a:cubicBezTo>
                      <a:pt x="12364" y="4225"/>
                      <a:pt x="12364" y="4297"/>
                      <a:pt x="12292" y="4340"/>
                    </a:cubicBezTo>
                    <a:lnTo>
                      <a:pt x="11998" y="4513"/>
                    </a:lnTo>
                    <a:cubicBezTo>
                      <a:pt x="11962" y="4534"/>
                      <a:pt x="11913" y="4545"/>
                      <a:pt x="11865" y="4545"/>
                    </a:cubicBezTo>
                    <a:cubicBezTo>
                      <a:pt x="11816" y="4545"/>
                      <a:pt x="11767" y="4534"/>
                      <a:pt x="11731" y="4513"/>
                    </a:cubicBezTo>
                    <a:lnTo>
                      <a:pt x="11472" y="4361"/>
                    </a:lnTo>
                    <a:cubicBezTo>
                      <a:pt x="11401" y="4318"/>
                      <a:pt x="11401" y="4245"/>
                      <a:pt x="11472" y="4211"/>
                    </a:cubicBezTo>
                    <a:lnTo>
                      <a:pt x="11767" y="4038"/>
                    </a:lnTo>
                    <a:cubicBezTo>
                      <a:pt x="11803" y="4017"/>
                      <a:pt x="11852" y="4006"/>
                      <a:pt x="11901" y="4006"/>
                    </a:cubicBezTo>
                    <a:close/>
                    <a:moveTo>
                      <a:pt x="12975" y="4120"/>
                    </a:moveTo>
                    <a:cubicBezTo>
                      <a:pt x="13022" y="4120"/>
                      <a:pt x="13069" y="4131"/>
                      <a:pt x="13104" y="4152"/>
                    </a:cubicBezTo>
                    <a:lnTo>
                      <a:pt x="13442" y="4347"/>
                    </a:lnTo>
                    <a:cubicBezTo>
                      <a:pt x="13515" y="4390"/>
                      <a:pt x="13515" y="4454"/>
                      <a:pt x="13442" y="4497"/>
                    </a:cubicBezTo>
                    <a:lnTo>
                      <a:pt x="13392" y="4527"/>
                    </a:lnTo>
                    <a:cubicBezTo>
                      <a:pt x="13356" y="4548"/>
                      <a:pt x="13309" y="4559"/>
                      <a:pt x="13263" y="4559"/>
                    </a:cubicBezTo>
                    <a:cubicBezTo>
                      <a:pt x="13216" y="4559"/>
                      <a:pt x="13170" y="4548"/>
                      <a:pt x="13133" y="4527"/>
                    </a:cubicBezTo>
                    <a:lnTo>
                      <a:pt x="12795" y="4332"/>
                    </a:lnTo>
                    <a:cubicBezTo>
                      <a:pt x="12723" y="4289"/>
                      <a:pt x="12723" y="4225"/>
                      <a:pt x="12795" y="4182"/>
                    </a:cubicBezTo>
                    <a:lnTo>
                      <a:pt x="12845" y="4152"/>
                    </a:lnTo>
                    <a:cubicBezTo>
                      <a:pt x="12882" y="4131"/>
                      <a:pt x="12929" y="4120"/>
                      <a:pt x="12975" y="4120"/>
                    </a:cubicBezTo>
                    <a:close/>
                    <a:moveTo>
                      <a:pt x="7777" y="4013"/>
                    </a:moveTo>
                    <a:cubicBezTo>
                      <a:pt x="7825" y="4013"/>
                      <a:pt x="7872" y="4024"/>
                      <a:pt x="7908" y="4045"/>
                    </a:cubicBezTo>
                    <a:lnTo>
                      <a:pt x="8217" y="4218"/>
                    </a:lnTo>
                    <a:cubicBezTo>
                      <a:pt x="8289" y="4261"/>
                      <a:pt x="8289" y="4332"/>
                      <a:pt x="8217" y="4375"/>
                    </a:cubicBezTo>
                    <a:lnTo>
                      <a:pt x="7908" y="4556"/>
                    </a:lnTo>
                    <a:cubicBezTo>
                      <a:pt x="7872" y="4573"/>
                      <a:pt x="7823" y="4582"/>
                      <a:pt x="7775" y="4582"/>
                    </a:cubicBezTo>
                    <a:cubicBezTo>
                      <a:pt x="7726" y="4582"/>
                      <a:pt x="7678" y="4573"/>
                      <a:pt x="7642" y="4556"/>
                    </a:cubicBezTo>
                    <a:lnTo>
                      <a:pt x="7340" y="4375"/>
                    </a:lnTo>
                    <a:cubicBezTo>
                      <a:pt x="7268" y="4332"/>
                      <a:pt x="7261" y="4268"/>
                      <a:pt x="7340" y="4225"/>
                    </a:cubicBezTo>
                    <a:lnTo>
                      <a:pt x="7642" y="4045"/>
                    </a:lnTo>
                    <a:cubicBezTo>
                      <a:pt x="7681" y="4024"/>
                      <a:pt x="7729" y="4013"/>
                      <a:pt x="7777" y="4013"/>
                    </a:cubicBezTo>
                    <a:close/>
                    <a:moveTo>
                      <a:pt x="6503" y="4070"/>
                    </a:moveTo>
                    <a:cubicBezTo>
                      <a:pt x="6551" y="4070"/>
                      <a:pt x="6600" y="4081"/>
                      <a:pt x="6635" y="4102"/>
                    </a:cubicBezTo>
                    <a:lnTo>
                      <a:pt x="6937" y="4282"/>
                    </a:lnTo>
                    <a:cubicBezTo>
                      <a:pt x="7009" y="4318"/>
                      <a:pt x="7016" y="4390"/>
                      <a:pt x="6944" y="4433"/>
                    </a:cubicBezTo>
                    <a:lnTo>
                      <a:pt x="6635" y="4613"/>
                    </a:lnTo>
                    <a:cubicBezTo>
                      <a:pt x="6600" y="4634"/>
                      <a:pt x="6551" y="4645"/>
                      <a:pt x="6503" y="4645"/>
                    </a:cubicBezTo>
                    <a:cubicBezTo>
                      <a:pt x="6454" y="4645"/>
                      <a:pt x="6405" y="4634"/>
                      <a:pt x="6369" y="4613"/>
                    </a:cubicBezTo>
                    <a:lnTo>
                      <a:pt x="6067" y="4433"/>
                    </a:lnTo>
                    <a:cubicBezTo>
                      <a:pt x="5988" y="4390"/>
                      <a:pt x="5988" y="4325"/>
                      <a:pt x="6060" y="4282"/>
                    </a:cubicBezTo>
                    <a:lnTo>
                      <a:pt x="6369" y="4102"/>
                    </a:lnTo>
                    <a:cubicBezTo>
                      <a:pt x="6405" y="4081"/>
                      <a:pt x="6454" y="4070"/>
                      <a:pt x="6503" y="4070"/>
                    </a:cubicBezTo>
                    <a:close/>
                    <a:moveTo>
                      <a:pt x="10714" y="4099"/>
                    </a:moveTo>
                    <a:cubicBezTo>
                      <a:pt x="10763" y="4099"/>
                      <a:pt x="10811" y="4110"/>
                      <a:pt x="10848" y="4132"/>
                    </a:cubicBezTo>
                    <a:lnTo>
                      <a:pt x="11156" y="4311"/>
                    </a:lnTo>
                    <a:cubicBezTo>
                      <a:pt x="11229" y="4354"/>
                      <a:pt x="11229" y="4427"/>
                      <a:pt x="11156" y="4461"/>
                    </a:cubicBezTo>
                    <a:lnTo>
                      <a:pt x="10825" y="4656"/>
                    </a:lnTo>
                    <a:cubicBezTo>
                      <a:pt x="10790" y="4678"/>
                      <a:pt x="10742" y="4688"/>
                      <a:pt x="10693" y="4688"/>
                    </a:cubicBezTo>
                    <a:cubicBezTo>
                      <a:pt x="10644" y="4688"/>
                      <a:pt x="10596" y="4678"/>
                      <a:pt x="10560" y="4656"/>
                    </a:cubicBezTo>
                    <a:lnTo>
                      <a:pt x="10251" y="4484"/>
                    </a:lnTo>
                    <a:cubicBezTo>
                      <a:pt x="10178" y="4440"/>
                      <a:pt x="10178" y="4368"/>
                      <a:pt x="10251" y="4325"/>
                    </a:cubicBezTo>
                    <a:lnTo>
                      <a:pt x="10582" y="4132"/>
                    </a:lnTo>
                    <a:cubicBezTo>
                      <a:pt x="10617" y="4110"/>
                      <a:pt x="10666" y="4099"/>
                      <a:pt x="10714" y="4099"/>
                    </a:cubicBezTo>
                    <a:close/>
                    <a:moveTo>
                      <a:pt x="9565" y="4265"/>
                    </a:moveTo>
                    <a:cubicBezTo>
                      <a:pt x="9613" y="4265"/>
                      <a:pt x="9662" y="4276"/>
                      <a:pt x="9697" y="4297"/>
                    </a:cubicBezTo>
                    <a:lnTo>
                      <a:pt x="9992" y="4470"/>
                    </a:lnTo>
                    <a:cubicBezTo>
                      <a:pt x="10064" y="4504"/>
                      <a:pt x="10064" y="4577"/>
                      <a:pt x="9992" y="4620"/>
                    </a:cubicBezTo>
                    <a:lnTo>
                      <a:pt x="9697" y="4792"/>
                    </a:lnTo>
                    <a:cubicBezTo>
                      <a:pt x="9662" y="4814"/>
                      <a:pt x="9615" y="4825"/>
                      <a:pt x="9568" y="4825"/>
                    </a:cubicBezTo>
                    <a:cubicBezTo>
                      <a:pt x="9521" y="4825"/>
                      <a:pt x="9474" y="4814"/>
                      <a:pt x="9438" y="4792"/>
                    </a:cubicBezTo>
                    <a:lnTo>
                      <a:pt x="9136" y="4620"/>
                    </a:lnTo>
                    <a:cubicBezTo>
                      <a:pt x="9066" y="4577"/>
                      <a:pt x="9066" y="4504"/>
                      <a:pt x="9136" y="4470"/>
                    </a:cubicBezTo>
                    <a:lnTo>
                      <a:pt x="9431" y="4297"/>
                    </a:lnTo>
                    <a:cubicBezTo>
                      <a:pt x="9468" y="4276"/>
                      <a:pt x="9516" y="4265"/>
                      <a:pt x="9565" y="4265"/>
                    </a:cubicBezTo>
                    <a:close/>
                    <a:moveTo>
                      <a:pt x="12541" y="4372"/>
                    </a:moveTo>
                    <a:cubicBezTo>
                      <a:pt x="12589" y="4372"/>
                      <a:pt x="12637" y="4383"/>
                      <a:pt x="12673" y="4404"/>
                    </a:cubicBezTo>
                    <a:lnTo>
                      <a:pt x="13011" y="4599"/>
                    </a:lnTo>
                    <a:cubicBezTo>
                      <a:pt x="13083" y="4642"/>
                      <a:pt x="13083" y="4713"/>
                      <a:pt x="13011" y="4749"/>
                    </a:cubicBezTo>
                    <a:lnTo>
                      <a:pt x="12709" y="4922"/>
                    </a:lnTo>
                    <a:cubicBezTo>
                      <a:pt x="12673" y="4943"/>
                      <a:pt x="12626" y="4954"/>
                      <a:pt x="12580" y="4954"/>
                    </a:cubicBezTo>
                    <a:cubicBezTo>
                      <a:pt x="12533" y="4954"/>
                      <a:pt x="12486" y="4943"/>
                      <a:pt x="12450" y="4922"/>
                    </a:cubicBezTo>
                    <a:lnTo>
                      <a:pt x="12112" y="4728"/>
                    </a:lnTo>
                    <a:cubicBezTo>
                      <a:pt x="12041" y="4692"/>
                      <a:pt x="12041" y="4620"/>
                      <a:pt x="12112" y="4577"/>
                    </a:cubicBezTo>
                    <a:lnTo>
                      <a:pt x="12407" y="4404"/>
                    </a:lnTo>
                    <a:cubicBezTo>
                      <a:pt x="12443" y="4383"/>
                      <a:pt x="12492" y="4372"/>
                      <a:pt x="12541" y="4372"/>
                    </a:cubicBezTo>
                    <a:close/>
                    <a:moveTo>
                      <a:pt x="13690" y="4537"/>
                    </a:moveTo>
                    <a:cubicBezTo>
                      <a:pt x="13738" y="4537"/>
                      <a:pt x="13787" y="4548"/>
                      <a:pt x="13823" y="4570"/>
                    </a:cubicBezTo>
                    <a:lnTo>
                      <a:pt x="14118" y="4742"/>
                    </a:lnTo>
                    <a:cubicBezTo>
                      <a:pt x="14198" y="4778"/>
                      <a:pt x="14198" y="4849"/>
                      <a:pt x="14125" y="4892"/>
                    </a:cubicBezTo>
                    <a:lnTo>
                      <a:pt x="14075" y="4922"/>
                    </a:lnTo>
                    <a:cubicBezTo>
                      <a:pt x="14039" y="4943"/>
                      <a:pt x="13990" y="4954"/>
                      <a:pt x="13942" y="4954"/>
                    </a:cubicBezTo>
                    <a:cubicBezTo>
                      <a:pt x="13893" y="4954"/>
                      <a:pt x="13845" y="4943"/>
                      <a:pt x="13810" y="4922"/>
                    </a:cubicBezTo>
                    <a:lnTo>
                      <a:pt x="13515" y="4749"/>
                    </a:lnTo>
                    <a:cubicBezTo>
                      <a:pt x="13442" y="4706"/>
                      <a:pt x="13442" y="4634"/>
                      <a:pt x="13515" y="4599"/>
                    </a:cubicBezTo>
                    <a:lnTo>
                      <a:pt x="13558" y="4570"/>
                    </a:lnTo>
                    <a:cubicBezTo>
                      <a:pt x="13593" y="4548"/>
                      <a:pt x="13641" y="4537"/>
                      <a:pt x="13690" y="4537"/>
                    </a:cubicBezTo>
                    <a:close/>
                    <a:moveTo>
                      <a:pt x="8462" y="4408"/>
                    </a:moveTo>
                    <a:cubicBezTo>
                      <a:pt x="8510" y="4408"/>
                      <a:pt x="8558" y="4419"/>
                      <a:pt x="8598" y="4440"/>
                    </a:cubicBezTo>
                    <a:lnTo>
                      <a:pt x="8928" y="4634"/>
                    </a:lnTo>
                    <a:cubicBezTo>
                      <a:pt x="9007" y="4677"/>
                      <a:pt x="9007" y="4742"/>
                      <a:pt x="8936" y="4785"/>
                    </a:cubicBezTo>
                    <a:lnTo>
                      <a:pt x="8626" y="4965"/>
                    </a:lnTo>
                    <a:cubicBezTo>
                      <a:pt x="8590" y="4986"/>
                      <a:pt x="8542" y="4997"/>
                      <a:pt x="8493" y="4997"/>
                    </a:cubicBezTo>
                    <a:cubicBezTo>
                      <a:pt x="8445" y="4997"/>
                      <a:pt x="8396" y="4986"/>
                      <a:pt x="8360" y="4965"/>
                    </a:cubicBezTo>
                    <a:lnTo>
                      <a:pt x="8022" y="4772"/>
                    </a:lnTo>
                    <a:cubicBezTo>
                      <a:pt x="7951" y="4728"/>
                      <a:pt x="7951" y="4663"/>
                      <a:pt x="8022" y="4620"/>
                    </a:cubicBezTo>
                    <a:lnTo>
                      <a:pt x="8332" y="4440"/>
                    </a:lnTo>
                    <a:cubicBezTo>
                      <a:pt x="8368" y="4419"/>
                      <a:pt x="8414" y="4408"/>
                      <a:pt x="8462" y="4408"/>
                    </a:cubicBezTo>
                    <a:close/>
                    <a:moveTo>
                      <a:pt x="11404" y="4501"/>
                    </a:moveTo>
                    <a:cubicBezTo>
                      <a:pt x="11453" y="4501"/>
                      <a:pt x="11501" y="4512"/>
                      <a:pt x="11538" y="4534"/>
                    </a:cubicBezTo>
                    <a:lnTo>
                      <a:pt x="11796" y="4685"/>
                    </a:lnTo>
                    <a:cubicBezTo>
                      <a:pt x="11869" y="4728"/>
                      <a:pt x="11869" y="4792"/>
                      <a:pt x="11796" y="4835"/>
                    </a:cubicBezTo>
                    <a:lnTo>
                      <a:pt x="11465" y="5030"/>
                    </a:lnTo>
                    <a:cubicBezTo>
                      <a:pt x="11430" y="5052"/>
                      <a:pt x="11382" y="5063"/>
                      <a:pt x="11333" y="5063"/>
                    </a:cubicBezTo>
                    <a:cubicBezTo>
                      <a:pt x="11284" y="5063"/>
                      <a:pt x="11236" y="5052"/>
                      <a:pt x="11200" y="5030"/>
                    </a:cubicBezTo>
                    <a:lnTo>
                      <a:pt x="10941" y="4879"/>
                    </a:lnTo>
                    <a:cubicBezTo>
                      <a:pt x="10868" y="4835"/>
                      <a:pt x="10868" y="4772"/>
                      <a:pt x="10941" y="4728"/>
                    </a:cubicBezTo>
                    <a:lnTo>
                      <a:pt x="11272" y="4534"/>
                    </a:lnTo>
                    <a:cubicBezTo>
                      <a:pt x="11307" y="4512"/>
                      <a:pt x="11356" y="4501"/>
                      <a:pt x="11404" y="4501"/>
                    </a:cubicBezTo>
                    <a:close/>
                    <a:moveTo>
                      <a:pt x="10243" y="4653"/>
                    </a:moveTo>
                    <a:cubicBezTo>
                      <a:pt x="10290" y="4653"/>
                      <a:pt x="10337" y="4664"/>
                      <a:pt x="10373" y="4685"/>
                    </a:cubicBezTo>
                    <a:lnTo>
                      <a:pt x="10682" y="4865"/>
                    </a:lnTo>
                    <a:cubicBezTo>
                      <a:pt x="10754" y="4908"/>
                      <a:pt x="10761" y="4979"/>
                      <a:pt x="10689" y="5015"/>
                    </a:cubicBezTo>
                    <a:lnTo>
                      <a:pt x="10387" y="5187"/>
                    </a:lnTo>
                    <a:cubicBezTo>
                      <a:pt x="10352" y="5209"/>
                      <a:pt x="10305" y="5220"/>
                      <a:pt x="10258" y="5220"/>
                    </a:cubicBezTo>
                    <a:cubicBezTo>
                      <a:pt x="10211" y="5220"/>
                      <a:pt x="10164" y="5209"/>
                      <a:pt x="10128" y="5187"/>
                    </a:cubicBezTo>
                    <a:lnTo>
                      <a:pt x="9813" y="5008"/>
                    </a:lnTo>
                    <a:cubicBezTo>
                      <a:pt x="9740" y="4972"/>
                      <a:pt x="9740" y="4901"/>
                      <a:pt x="9813" y="4858"/>
                    </a:cubicBezTo>
                    <a:lnTo>
                      <a:pt x="10108" y="4685"/>
                    </a:lnTo>
                    <a:cubicBezTo>
                      <a:pt x="10147" y="4664"/>
                      <a:pt x="10196" y="4653"/>
                      <a:pt x="10243" y="4653"/>
                    </a:cubicBezTo>
                    <a:close/>
                    <a:moveTo>
                      <a:pt x="13259" y="4789"/>
                    </a:moveTo>
                    <a:cubicBezTo>
                      <a:pt x="13307" y="4789"/>
                      <a:pt x="13356" y="4800"/>
                      <a:pt x="13392" y="4822"/>
                    </a:cubicBezTo>
                    <a:lnTo>
                      <a:pt x="13687" y="4994"/>
                    </a:lnTo>
                    <a:cubicBezTo>
                      <a:pt x="13758" y="5030"/>
                      <a:pt x="13758" y="5101"/>
                      <a:pt x="13687" y="5144"/>
                    </a:cubicBezTo>
                    <a:lnTo>
                      <a:pt x="13392" y="5317"/>
                    </a:lnTo>
                    <a:cubicBezTo>
                      <a:pt x="13356" y="5338"/>
                      <a:pt x="13307" y="5349"/>
                      <a:pt x="13259" y="5349"/>
                    </a:cubicBezTo>
                    <a:cubicBezTo>
                      <a:pt x="13210" y="5349"/>
                      <a:pt x="13162" y="5338"/>
                      <a:pt x="13126" y="5317"/>
                    </a:cubicBezTo>
                    <a:lnTo>
                      <a:pt x="12831" y="5144"/>
                    </a:lnTo>
                    <a:cubicBezTo>
                      <a:pt x="12759" y="5101"/>
                      <a:pt x="12759" y="5037"/>
                      <a:pt x="12831" y="4994"/>
                    </a:cubicBezTo>
                    <a:lnTo>
                      <a:pt x="13126" y="4822"/>
                    </a:lnTo>
                    <a:cubicBezTo>
                      <a:pt x="13162" y="4800"/>
                      <a:pt x="13210" y="4789"/>
                      <a:pt x="13259" y="4789"/>
                    </a:cubicBezTo>
                    <a:close/>
                    <a:moveTo>
                      <a:pt x="14370" y="4926"/>
                    </a:moveTo>
                    <a:cubicBezTo>
                      <a:pt x="14416" y="4926"/>
                      <a:pt x="14463" y="4936"/>
                      <a:pt x="14500" y="4958"/>
                    </a:cubicBezTo>
                    <a:lnTo>
                      <a:pt x="14815" y="5137"/>
                    </a:lnTo>
                    <a:cubicBezTo>
                      <a:pt x="14888" y="5180"/>
                      <a:pt x="14888" y="5246"/>
                      <a:pt x="14815" y="5289"/>
                    </a:cubicBezTo>
                    <a:lnTo>
                      <a:pt x="14765" y="5317"/>
                    </a:lnTo>
                    <a:cubicBezTo>
                      <a:pt x="14729" y="5338"/>
                      <a:pt x="14680" y="5349"/>
                      <a:pt x="14632" y="5349"/>
                    </a:cubicBezTo>
                    <a:cubicBezTo>
                      <a:pt x="14583" y="5349"/>
                      <a:pt x="14535" y="5338"/>
                      <a:pt x="14500" y="5317"/>
                    </a:cubicBezTo>
                    <a:lnTo>
                      <a:pt x="14189" y="5137"/>
                    </a:lnTo>
                    <a:cubicBezTo>
                      <a:pt x="14118" y="5094"/>
                      <a:pt x="14118" y="5030"/>
                      <a:pt x="14189" y="4987"/>
                    </a:cubicBezTo>
                    <a:lnTo>
                      <a:pt x="14241" y="4958"/>
                    </a:lnTo>
                    <a:cubicBezTo>
                      <a:pt x="14276" y="4936"/>
                      <a:pt x="14323" y="4926"/>
                      <a:pt x="14370" y="4926"/>
                    </a:cubicBezTo>
                    <a:close/>
                    <a:moveTo>
                      <a:pt x="9180" y="4823"/>
                    </a:moveTo>
                    <a:cubicBezTo>
                      <a:pt x="9227" y="4823"/>
                      <a:pt x="9273" y="4832"/>
                      <a:pt x="9309" y="4849"/>
                    </a:cubicBezTo>
                    <a:lnTo>
                      <a:pt x="9611" y="5022"/>
                    </a:lnTo>
                    <a:cubicBezTo>
                      <a:pt x="9683" y="5065"/>
                      <a:pt x="9683" y="5137"/>
                      <a:pt x="9611" y="5180"/>
                    </a:cubicBezTo>
                    <a:lnTo>
                      <a:pt x="9302" y="5360"/>
                    </a:lnTo>
                    <a:cubicBezTo>
                      <a:pt x="9266" y="5378"/>
                      <a:pt x="9219" y="5387"/>
                      <a:pt x="9172" y="5387"/>
                    </a:cubicBezTo>
                    <a:cubicBezTo>
                      <a:pt x="9124" y="5387"/>
                      <a:pt x="9076" y="5378"/>
                      <a:pt x="9036" y="5360"/>
                    </a:cubicBezTo>
                    <a:lnTo>
                      <a:pt x="8741" y="5187"/>
                    </a:lnTo>
                    <a:cubicBezTo>
                      <a:pt x="8669" y="5144"/>
                      <a:pt x="8669" y="5073"/>
                      <a:pt x="8741" y="5030"/>
                    </a:cubicBezTo>
                    <a:lnTo>
                      <a:pt x="9050" y="4849"/>
                    </a:lnTo>
                    <a:cubicBezTo>
                      <a:pt x="9086" y="4832"/>
                      <a:pt x="9133" y="4823"/>
                      <a:pt x="9180" y="4823"/>
                    </a:cubicBezTo>
                    <a:close/>
                    <a:moveTo>
                      <a:pt x="12047" y="4869"/>
                    </a:moveTo>
                    <a:cubicBezTo>
                      <a:pt x="12094" y="4869"/>
                      <a:pt x="12141" y="4879"/>
                      <a:pt x="12178" y="4901"/>
                    </a:cubicBezTo>
                    <a:lnTo>
                      <a:pt x="12516" y="5094"/>
                    </a:lnTo>
                    <a:cubicBezTo>
                      <a:pt x="12587" y="5137"/>
                      <a:pt x="12587" y="5210"/>
                      <a:pt x="12516" y="5253"/>
                    </a:cubicBezTo>
                    <a:lnTo>
                      <a:pt x="12185" y="5446"/>
                    </a:lnTo>
                    <a:cubicBezTo>
                      <a:pt x="12145" y="5464"/>
                      <a:pt x="12096" y="5473"/>
                      <a:pt x="12048" y="5473"/>
                    </a:cubicBezTo>
                    <a:cubicBezTo>
                      <a:pt x="12001" y="5473"/>
                      <a:pt x="11954" y="5464"/>
                      <a:pt x="11919" y="5446"/>
                    </a:cubicBezTo>
                    <a:lnTo>
                      <a:pt x="11581" y="5253"/>
                    </a:lnTo>
                    <a:cubicBezTo>
                      <a:pt x="11508" y="5210"/>
                      <a:pt x="11508" y="5137"/>
                      <a:pt x="11581" y="5094"/>
                    </a:cubicBezTo>
                    <a:lnTo>
                      <a:pt x="11912" y="4901"/>
                    </a:lnTo>
                    <a:cubicBezTo>
                      <a:pt x="11951" y="4879"/>
                      <a:pt x="11999" y="4869"/>
                      <a:pt x="12047" y="4869"/>
                    </a:cubicBezTo>
                    <a:close/>
                    <a:moveTo>
                      <a:pt x="10934" y="5055"/>
                    </a:moveTo>
                    <a:cubicBezTo>
                      <a:pt x="10980" y="5055"/>
                      <a:pt x="11027" y="5066"/>
                      <a:pt x="11063" y="5087"/>
                    </a:cubicBezTo>
                    <a:lnTo>
                      <a:pt x="11329" y="5237"/>
                    </a:lnTo>
                    <a:cubicBezTo>
                      <a:pt x="11401" y="5274"/>
                      <a:pt x="11401" y="5346"/>
                      <a:pt x="11329" y="5389"/>
                    </a:cubicBezTo>
                    <a:lnTo>
                      <a:pt x="11034" y="5562"/>
                    </a:lnTo>
                    <a:cubicBezTo>
                      <a:pt x="10994" y="5583"/>
                      <a:pt x="10946" y="5594"/>
                      <a:pt x="10898" y="5594"/>
                    </a:cubicBezTo>
                    <a:cubicBezTo>
                      <a:pt x="10851" y="5594"/>
                      <a:pt x="10804" y="5583"/>
                      <a:pt x="10768" y="5562"/>
                    </a:cubicBezTo>
                    <a:lnTo>
                      <a:pt x="10509" y="5410"/>
                    </a:lnTo>
                    <a:cubicBezTo>
                      <a:pt x="10430" y="5367"/>
                      <a:pt x="10430" y="5296"/>
                      <a:pt x="10503" y="5260"/>
                    </a:cubicBezTo>
                    <a:lnTo>
                      <a:pt x="10804" y="5087"/>
                    </a:lnTo>
                    <a:cubicBezTo>
                      <a:pt x="10841" y="5066"/>
                      <a:pt x="10887" y="5055"/>
                      <a:pt x="10934" y="5055"/>
                    </a:cubicBezTo>
                    <a:close/>
                    <a:moveTo>
                      <a:pt x="13937" y="5177"/>
                    </a:moveTo>
                    <a:cubicBezTo>
                      <a:pt x="13985" y="5177"/>
                      <a:pt x="14032" y="5188"/>
                      <a:pt x="14068" y="5210"/>
                    </a:cubicBezTo>
                    <a:lnTo>
                      <a:pt x="14377" y="5389"/>
                    </a:lnTo>
                    <a:cubicBezTo>
                      <a:pt x="14448" y="5432"/>
                      <a:pt x="14457" y="5496"/>
                      <a:pt x="14377" y="5539"/>
                    </a:cubicBezTo>
                    <a:lnTo>
                      <a:pt x="14082" y="5712"/>
                    </a:lnTo>
                    <a:cubicBezTo>
                      <a:pt x="14046" y="5733"/>
                      <a:pt x="13999" y="5744"/>
                      <a:pt x="13952" y="5744"/>
                    </a:cubicBezTo>
                    <a:cubicBezTo>
                      <a:pt x="13905" y="5744"/>
                      <a:pt x="13856" y="5733"/>
                      <a:pt x="13817" y="5712"/>
                    </a:cubicBezTo>
                    <a:lnTo>
                      <a:pt x="13508" y="5532"/>
                    </a:lnTo>
                    <a:cubicBezTo>
                      <a:pt x="13435" y="5496"/>
                      <a:pt x="13435" y="5425"/>
                      <a:pt x="13508" y="5382"/>
                    </a:cubicBezTo>
                    <a:lnTo>
                      <a:pt x="13801" y="5210"/>
                    </a:lnTo>
                    <a:cubicBezTo>
                      <a:pt x="13841" y="5188"/>
                      <a:pt x="13889" y="5177"/>
                      <a:pt x="13937" y="5177"/>
                    </a:cubicBezTo>
                    <a:close/>
                    <a:moveTo>
                      <a:pt x="15061" y="5328"/>
                    </a:moveTo>
                    <a:cubicBezTo>
                      <a:pt x="15108" y="5328"/>
                      <a:pt x="15157" y="5338"/>
                      <a:pt x="15197" y="5360"/>
                    </a:cubicBezTo>
                    <a:lnTo>
                      <a:pt x="15512" y="5548"/>
                    </a:lnTo>
                    <a:cubicBezTo>
                      <a:pt x="15592" y="5582"/>
                      <a:pt x="15592" y="5655"/>
                      <a:pt x="15519" y="5698"/>
                    </a:cubicBezTo>
                    <a:lnTo>
                      <a:pt x="15469" y="5727"/>
                    </a:lnTo>
                    <a:cubicBezTo>
                      <a:pt x="15433" y="5749"/>
                      <a:pt x="15385" y="5760"/>
                      <a:pt x="15336" y="5760"/>
                    </a:cubicBezTo>
                    <a:cubicBezTo>
                      <a:pt x="15288" y="5760"/>
                      <a:pt x="15240" y="5749"/>
                      <a:pt x="15204" y="5727"/>
                    </a:cubicBezTo>
                    <a:lnTo>
                      <a:pt x="14879" y="5539"/>
                    </a:lnTo>
                    <a:cubicBezTo>
                      <a:pt x="14808" y="5496"/>
                      <a:pt x="14808" y="5425"/>
                      <a:pt x="14879" y="5389"/>
                    </a:cubicBezTo>
                    <a:lnTo>
                      <a:pt x="14931" y="5360"/>
                    </a:lnTo>
                    <a:cubicBezTo>
                      <a:pt x="14966" y="5338"/>
                      <a:pt x="15013" y="5328"/>
                      <a:pt x="15061" y="5328"/>
                    </a:cubicBezTo>
                    <a:close/>
                    <a:moveTo>
                      <a:pt x="9859" y="5214"/>
                    </a:moveTo>
                    <a:cubicBezTo>
                      <a:pt x="9907" y="5214"/>
                      <a:pt x="9956" y="5224"/>
                      <a:pt x="9992" y="5246"/>
                    </a:cubicBezTo>
                    <a:lnTo>
                      <a:pt x="10301" y="5425"/>
                    </a:lnTo>
                    <a:cubicBezTo>
                      <a:pt x="10373" y="5469"/>
                      <a:pt x="10373" y="5532"/>
                      <a:pt x="10301" y="5575"/>
                    </a:cubicBezTo>
                    <a:lnTo>
                      <a:pt x="9992" y="5755"/>
                    </a:lnTo>
                    <a:cubicBezTo>
                      <a:pt x="9956" y="5776"/>
                      <a:pt x="9909" y="5787"/>
                      <a:pt x="9863" y="5787"/>
                    </a:cubicBezTo>
                    <a:cubicBezTo>
                      <a:pt x="9816" y="5787"/>
                      <a:pt x="9769" y="5776"/>
                      <a:pt x="9733" y="5755"/>
                    </a:cubicBezTo>
                    <a:lnTo>
                      <a:pt x="9417" y="5575"/>
                    </a:lnTo>
                    <a:cubicBezTo>
                      <a:pt x="9345" y="5532"/>
                      <a:pt x="9345" y="5469"/>
                      <a:pt x="9417" y="5425"/>
                    </a:cubicBezTo>
                    <a:lnTo>
                      <a:pt x="9726" y="5246"/>
                    </a:lnTo>
                    <a:cubicBezTo>
                      <a:pt x="9763" y="5224"/>
                      <a:pt x="9811" y="5214"/>
                      <a:pt x="9859" y="5214"/>
                    </a:cubicBezTo>
                    <a:close/>
                    <a:moveTo>
                      <a:pt x="12763" y="5284"/>
                    </a:moveTo>
                    <a:cubicBezTo>
                      <a:pt x="12812" y="5284"/>
                      <a:pt x="12860" y="5295"/>
                      <a:pt x="12895" y="5317"/>
                    </a:cubicBezTo>
                    <a:lnTo>
                      <a:pt x="13190" y="5489"/>
                    </a:lnTo>
                    <a:cubicBezTo>
                      <a:pt x="13263" y="5532"/>
                      <a:pt x="13263" y="5598"/>
                      <a:pt x="13190" y="5641"/>
                    </a:cubicBezTo>
                    <a:lnTo>
                      <a:pt x="12861" y="5834"/>
                    </a:lnTo>
                    <a:cubicBezTo>
                      <a:pt x="12825" y="5856"/>
                      <a:pt x="12776" y="5867"/>
                      <a:pt x="12727" y="5867"/>
                    </a:cubicBezTo>
                    <a:cubicBezTo>
                      <a:pt x="12678" y="5867"/>
                      <a:pt x="12630" y="5856"/>
                      <a:pt x="12593" y="5834"/>
                    </a:cubicBezTo>
                    <a:lnTo>
                      <a:pt x="12300" y="5662"/>
                    </a:lnTo>
                    <a:cubicBezTo>
                      <a:pt x="12228" y="5619"/>
                      <a:pt x="12228" y="5555"/>
                      <a:pt x="12300" y="5512"/>
                    </a:cubicBezTo>
                    <a:lnTo>
                      <a:pt x="12630" y="5317"/>
                    </a:lnTo>
                    <a:cubicBezTo>
                      <a:pt x="12666" y="5295"/>
                      <a:pt x="12715" y="5284"/>
                      <a:pt x="12763" y="5284"/>
                    </a:cubicBezTo>
                    <a:close/>
                    <a:moveTo>
                      <a:pt x="11573" y="5421"/>
                    </a:moveTo>
                    <a:cubicBezTo>
                      <a:pt x="11620" y="5421"/>
                      <a:pt x="11667" y="5431"/>
                      <a:pt x="11703" y="5453"/>
                    </a:cubicBezTo>
                    <a:lnTo>
                      <a:pt x="12041" y="5648"/>
                    </a:lnTo>
                    <a:cubicBezTo>
                      <a:pt x="12112" y="5691"/>
                      <a:pt x="12112" y="5764"/>
                      <a:pt x="12041" y="5798"/>
                    </a:cubicBezTo>
                    <a:lnTo>
                      <a:pt x="11746" y="5971"/>
                    </a:lnTo>
                    <a:cubicBezTo>
                      <a:pt x="11710" y="5992"/>
                      <a:pt x="11663" y="6003"/>
                      <a:pt x="11616" y="6003"/>
                    </a:cubicBezTo>
                    <a:cubicBezTo>
                      <a:pt x="11570" y="6003"/>
                      <a:pt x="11523" y="5992"/>
                      <a:pt x="11488" y="5971"/>
                    </a:cubicBezTo>
                    <a:lnTo>
                      <a:pt x="11149" y="5777"/>
                    </a:lnTo>
                    <a:cubicBezTo>
                      <a:pt x="11077" y="5741"/>
                      <a:pt x="11077" y="5669"/>
                      <a:pt x="11149" y="5626"/>
                    </a:cubicBezTo>
                    <a:lnTo>
                      <a:pt x="11444" y="5453"/>
                    </a:lnTo>
                    <a:cubicBezTo>
                      <a:pt x="11480" y="5431"/>
                      <a:pt x="11526" y="5421"/>
                      <a:pt x="11573" y="5421"/>
                    </a:cubicBezTo>
                    <a:close/>
                    <a:moveTo>
                      <a:pt x="14628" y="5579"/>
                    </a:moveTo>
                    <a:cubicBezTo>
                      <a:pt x="14675" y="5579"/>
                      <a:pt x="14722" y="5590"/>
                      <a:pt x="14758" y="5612"/>
                    </a:cubicBezTo>
                    <a:lnTo>
                      <a:pt x="15081" y="5798"/>
                    </a:lnTo>
                    <a:cubicBezTo>
                      <a:pt x="15153" y="5834"/>
                      <a:pt x="15153" y="5907"/>
                      <a:pt x="15081" y="5950"/>
                    </a:cubicBezTo>
                    <a:lnTo>
                      <a:pt x="14786" y="6122"/>
                    </a:lnTo>
                    <a:cubicBezTo>
                      <a:pt x="14751" y="6144"/>
                      <a:pt x="14702" y="6155"/>
                      <a:pt x="14654" y="6155"/>
                    </a:cubicBezTo>
                    <a:cubicBezTo>
                      <a:pt x="14605" y="6155"/>
                      <a:pt x="14557" y="6144"/>
                      <a:pt x="14520" y="6122"/>
                    </a:cubicBezTo>
                    <a:lnTo>
                      <a:pt x="14198" y="5936"/>
                    </a:lnTo>
                    <a:cubicBezTo>
                      <a:pt x="14125" y="5893"/>
                      <a:pt x="14125" y="5827"/>
                      <a:pt x="14198" y="5784"/>
                    </a:cubicBezTo>
                    <a:lnTo>
                      <a:pt x="14500" y="5612"/>
                    </a:lnTo>
                    <a:cubicBezTo>
                      <a:pt x="14535" y="5590"/>
                      <a:pt x="14582" y="5579"/>
                      <a:pt x="14628" y="5579"/>
                    </a:cubicBezTo>
                    <a:close/>
                    <a:moveTo>
                      <a:pt x="10549" y="5616"/>
                    </a:moveTo>
                    <a:cubicBezTo>
                      <a:pt x="10597" y="5616"/>
                      <a:pt x="10646" y="5626"/>
                      <a:pt x="10682" y="5648"/>
                    </a:cubicBezTo>
                    <a:lnTo>
                      <a:pt x="10941" y="5791"/>
                    </a:lnTo>
                    <a:cubicBezTo>
                      <a:pt x="11013" y="5834"/>
                      <a:pt x="11013" y="5907"/>
                      <a:pt x="10941" y="5950"/>
                    </a:cubicBezTo>
                    <a:lnTo>
                      <a:pt x="10632" y="6129"/>
                    </a:lnTo>
                    <a:cubicBezTo>
                      <a:pt x="10596" y="6147"/>
                      <a:pt x="10549" y="6156"/>
                      <a:pt x="10503" y="6156"/>
                    </a:cubicBezTo>
                    <a:cubicBezTo>
                      <a:pt x="10456" y="6156"/>
                      <a:pt x="10409" y="6147"/>
                      <a:pt x="10373" y="6129"/>
                    </a:cubicBezTo>
                    <a:lnTo>
                      <a:pt x="10108" y="5979"/>
                    </a:lnTo>
                    <a:cubicBezTo>
                      <a:pt x="10035" y="5936"/>
                      <a:pt x="10035" y="5864"/>
                      <a:pt x="10108" y="5820"/>
                    </a:cubicBezTo>
                    <a:lnTo>
                      <a:pt x="10416" y="5648"/>
                    </a:lnTo>
                    <a:cubicBezTo>
                      <a:pt x="10453" y="5626"/>
                      <a:pt x="10501" y="5616"/>
                      <a:pt x="10549" y="5616"/>
                    </a:cubicBezTo>
                    <a:close/>
                    <a:moveTo>
                      <a:pt x="15764" y="5731"/>
                    </a:moveTo>
                    <a:cubicBezTo>
                      <a:pt x="15811" y="5731"/>
                      <a:pt x="15857" y="5742"/>
                      <a:pt x="15894" y="5764"/>
                    </a:cubicBezTo>
                    <a:lnTo>
                      <a:pt x="16232" y="5957"/>
                    </a:lnTo>
                    <a:cubicBezTo>
                      <a:pt x="16302" y="6000"/>
                      <a:pt x="16302" y="6072"/>
                      <a:pt x="16232" y="6109"/>
                    </a:cubicBezTo>
                    <a:lnTo>
                      <a:pt x="16189" y="6136"/>
                    </a:lnTo>
                    <a:cubicBezTo>
                      <a:pt x="16149" y="6158"/>
                      <a:pt x="16100" y="6169"/>
                      <a:pt x="16052" y="6169"/>
                    </a:cubicBezTo>
                    <a:cubicBezTo>
                      <a:pt x="16005" y="6169"/>
                      <a:pt x="15958" y="6158"/>
                      <a:pt x="15923" y="6136"/>
                    </a:cubicBezTo>
                    <a:lnTo>
                      <a:pt x="15585" y="5943"/>
                    </a:lnTo>
                    <a:cubicBezTo>
                      <a:pt x="15512" y="5900"/>
                      <a:pt x="15512" y="5834"/>
                      <a:pt x="15585" y="5791"/>
                    </a:cubicBezTo>
                    <a:lnTo>
                      <a:pt x="15635" y="5764"/>
                    </a:lnTo>
                    <a:cubicBezTo>
                      <a:pt x="15671" y="5742"/>
                      <a:pt x="15718" y="5731"/>
                      <a:pt x="15764" y="5731"/>
                    </a:cubicBezTo>
                    <a:close/>
                    <a:moveTo>
                      <a:pt x="13442" y="5678"/>
                    </a:moveTo>
                    <a:cubicBezTo>
                      <a:pt x="13489" y="5678"/>
                      <a:pt x="13535" y="5687"/>
                      <a:pt x="13572" y="5705"/>
                    </a:cubicBezTo>
                    <a:lnTo>
                      <a:pt x="13880" y="5884"/>
                    </a:lnTo>
                    <a:cubicBezTo>
                      <a:pt x="13960" y="5927"/>
                      <a:pt x="13960" y="6000"/>
                      <a:pt x="13887" y="6043"/>
                    </a:cubicBezTo>
                    <a:lnTo>
                      <a:pt x="13551" y="6238"/>
                    </a:lnTo>
                    <a:cubicBezTo>
                      <a:pt x="13515" y="6255"/>
                      <a:pt x="13468" y="6264"/>
                      <a:pt x="13420" y="6264"/>
                    </a:cubicBezTo>
                    <a:cubicBezTo>
                      <a:pt x="13372" y="6264"/>
                      <a:pt x="13323" y="6255"/>
                      <a:pt x="13283" y="6238"/>
                    </a:cubicBezTo>
                    <a:lnTo>
                      <a:pt x="12975" y="6057"/>
                    </a:lnTo>
                    <a:cubicBezTo>
                      <a:pt x="12904" y="6014"/>
                      <a:pt x="12904" y="5943"/>
                      <a:pt x="12975" y="5900"/>
                    </a:cubicBezTo>
                    <a:lnTo>
                      <a:pt x="13313" y="5705"/>
                    </a:lnTo>
                    <a:cubicBezTo>
                      <a:pt x="13349" y="5687"/>
                      <a:pt x="13396" y="5678"/>
                      <a:pt x="13442" y="5678"/>
                    </a:cubicBezTo>
                    <a:close/>
                    <a:moveTo>
                      <a:pt x="12292" y="5838"/>
                    </a:moveTo>
                    <a:cubicBezTo>
                      <a:pt x="12339" y="5838"/>
                      <a:pt x="12386" y="5849"/>
                      <a:pt x="12421" y="5870"/>
                    </a:cubicBezTo>
                    <a:lnTo>
                      <a:pt x="12723" y="6043"/>
                    </a:lnTo>
                    <a:cubicBezTo>
                      <a:pt x="12795" y="6086"/>
                      <a:pt x="12795" y="6152"/>
                      <a:pt x="12723" y="6195"/>
                    </a:cubicBezTo>
                    <a:lnTo>
                      <a:pt x="12430" y="6367"/>
                    </a:lnTo>
                    <a:cubicBezTo>
                      <a:pt x="12393" y="6389"/>
                      <a:pt x="12345" y="6400"/>
                      <a:pt x="12296" y="6400"/>
                    </a:cubicBezTo>
                    <a:cubicBezTo>
                      <a:pt x="12247" y="6400"/>
                      <a:pt x="12198" y="6389"/>
                      <a:pt x="12162" y="6367"/>
                    </a:cubicBezTo>
                    <a:lnTo>
                      <a:pt x="11869" y="6195"/>
                    </a:lnTo>
                    <a:cubicBezTo>
                      <a:pt x="11790" y="6152"/>
                      <a:pt x="11790" y="6086"/>
                      <a:pt x="11860" y="6043"/>
                    </a:cubicBezTo>
                    <a:lnTo>
                      <a:pt x="12162" y="5870"/>
                    </a:lnTo>
                    <a:cubicBezTo>
                      <a:pt x="12198" y="5849"/>
                      <a:pt x="12245" y="5838"/>
                      <a:pt x="12292" y="5838"/>
                    </a:cubicBezTo>
                    <a:close/>
                    <a:moveTo>
                      <a:pt x="16483" y="6147"/>
                    </a:moveTo>
                    <a:cubicBezTo>
                      <a:pt x="16530" y="6147"/>
                      <a:pt x="16577" y="6158"/>
                      <a:pt x="16613" y="6179"/>
                    </a:cubicBezTo>
                    <a:lnTo>
                      <a:pt x="16915" y="6352"/>
                    </a:lnTo>
                    <a:cubicBezTo>
                      <a:pt x="16986" y="6388"/>
                      <a:pt x="16986" y="6460"/>
                      <a:pt x="16915" y="6504"/>
                    </a:cubicBezTo>
                    <a:lnTo>
                      <a:pt x="16863" y="6531"/>
                    </a:lnTo>
                    <a:cubicBezTo>
                      <a:pt x="16828" y="6553"/>
                      <a:pt x="16779" y="6564"/>
                      <a:pt x="16731" y="6564"/>
                    </a:cubicBezTo>
                    <a:cubicBezTo>
                      <a:pt x="16682" y="6564"/>
                      <a:pt x="16634" y="6553"/>
                      <a:pt x="16597" y="6531"/>
                    </a:cubicBezTo>
                    <a:lnTo>
                      <a:pt x="16302" y="6359"/>
                    </a:lnTo>
                    <a:cubicBezTo>
                      <a:pt x="16232" y="6316"/>
                      <a:pt x="16232" y="6252"/>
                      <a:pt x="16302" y="6209"/>
                    </a:cubicBezTo>
                    <a:lnTo>
                      <a:pt x="16354" y="6179"/>
                    </a:lnTo>
                    <a:cubicBezTo>
                      <a:pt x="16390" y="6158"/>
                      <a:pt x="16436" y="6147"/>
                      <a:pt x="16483" y="6147"/>
                    </a:cubicBezTo>
                    <a:close/>
                    <a:moveTo>
                      <a:pt x="11192" y="5981"/>
                    </a:moveTo>
                    <a:cubicBezTo>
                      <a:pt x="11239" y="5981"/>
                      <a:pt x="11286" y="5992"/>
                      <a:pt x="11322" y="6014"/>
                    </a:cubicBezTo>
                    <a:lnTo>
                      <a:pt x="11660" y="6209"/>
                    </a:lnTo>
                    <a:cubicBezTo>
                      <a:pt x="11731" y="6252"/>
                      <a:pt x="11731" y="6316"/>
                      <a:pt x="11660" y="6359"/>
                    </a:cubicBezTo>
                    <a:lnTo>
                      <a:pt x="11351" y="6540"/>
                    </a:lnTo>
                    <a:cubicBezTo>
                      <a:pt x="11315" y="6561"/>
                      <a:pt x="11268" y="6572"/>
                      <a:pt x="11220" y="6572"/>
                    </a:cubicBezTo>
                    <a:cubicBezTo>
                      <a:pt x="11172" y="6572"/>
                      <a:pt x="11124" y="6561"/>
                      <a:pt x="11084" y="6540"/>
                    </a:cubicBezTo>
                    <a:lnTo>
                      <a:pt x="10754" y="6345"/>
                    </a:lnTo>
                    <a:cubicBezTo>
                      <a:pt x="10682" y="6302"/>
                      <a:pt x="10675" y="6238"/>
                      <a:pt x="10754" y="6195"/>
                    </a:cubicBezTo>
                    <a:lnTo>
                      <a:pt x="11056" y="6014"/>
                    </a:lnTo>
                    <a:cubicBezTo>
                      <a:pt x="11096" y="5992"/>
                      <a:pt x="11144" y="5981"/>
                      <a:pt x="11192" y="5981"/>
                    </a:cubicBezTo>
                    <a:close/>
                    <a:moveTo>
                      <a:pt x="14132" y="6076"/>
                    </a:moveTo>
                    <a:cubicBezTo>
                      <a:pt x="14179" y="6076"/>
                      <a:pt x="14225" y="6087"/>
                      <a:pt x="14262" y="6109"/>
                    </a:cubicBezTo>
                    <a:lnTo>
                      <a:pt x="14586" y="6295"/>
                    </a:lnTo>
                    <a:cubicBezTo>
                      <a:pt x="14657" y="6338"/>
                      <a:pt x="14664" y="6402"/>
                      <a:pt x="14586" y="6445"/>
                    </a:cubicBezTo>
                    <a:lnTo>
                      <a:pt x="14255" y="6640"/>
                    </a:lnTo>
                    <a:cubicBezTo>
                      <a:pt x="14218" y="6661"/>
                      <a:pt x="14170" y="6672"/>
                      <a:pt x="14121" y="6672"/>
                    </a:cubicBezTo>
                    <a:cubicBezTo>
                      <a:pt x="14073" y="6672"/>
                      <a:pt x="14024" y="6661"/>
                      <a:pt x="13989" y="6640"/>
                    </a:cubicBezTo>
                    <a:lnTo>
                      <a:pt x="13665" y="6454"/>
                    </a:lnTo>
                    <a:cubicBezTo>
                      <a:pt x="13594" y="6410"/>
                      <a:pt x="13594" y="6345"/>
                      <a:pt x="13665" y="6302"/>
                    </a:cubicBezTo>
                    <a:lnTo>
                      <a:pt x="14003" y="6109"/>
                    </a:lnTo>
                    <a:cubicBezTo>
                      <a:pt x="14039" y="6087"/>
                      <a:pt x="14086" y="6076"/>
                      <a:pt x="14132" y="6076"/>
                    </a:cubicBezTo>
                    <a:close/>
                    <a:moveTo>
                      <a:pt x="12972" y="6226"/>
                    </a:moveTo>
                    <a:cubicBezTo>
                      <a:pt x="13020" y="6226"/>
                      <a:pt x="13069" y="6237"/>
                      <a:pt x="13104" y="6259"/>
                    </a:cubicBezTo>
                    <a:lnTo>
                      <a:pt x="13413" y="6438"/>
                    </a:lnTo>
                    <a:cubicBezTo>
                      <a:pt x="13485" y="6481"/>
                      <a:pt x="13485" y="6554"/>
                      <a:pt x="13413" y="6590"/>
                    </a:cubicBezTo>
                    <a:lnTo>
                      <a:pt x="13120" y="6762"/>
                    </a:lnTo>
                    <a:cubicBezTo>
                      <a:pt x="13083" y="6784"/>
                      <a:pt x="13035" y="6795"/>
                      <a:pt x="12986" y="6795"/>
                    </a:cubicBezTo>
                    <a:cubicBezTo>
                      <a:pt x="12937" y="6795"/>
                      <a:pt x="12888" y="6784"/>
                      <a:pt x="12852" y="6762"/>
                    </a:cubicBezTo>
                    <a:lnTo>
                      <a:pt x="12543" y="6583"/>
                    </a:lnTo>
                    <a:cubicBezTo>
                      <a:pt x="12473" y="6547"/>
                      <a:pt x="12473" y="6474"/>
                      <a:pt x="12543" y="6431"/>
                    </a:cubicBezTo>
                    <a:lnTo>
                      <a:pt x="12838" y="6259"/>
                    </a:lnTo>
                    <a:cubicBezTo>
                      <a:pt x="12875" y="6237"/>
                      <a:pt x="12923" y="6226"/>
                      <a:pt x="12972" y="6226"/>
                    </a:cubicBezTo>
                    <a:close/>
                    <a:moveTo>
                      <a:pt x="15333" y="5981"/>
                    </a:moveTo>
                    <a:cubicBezTo>
                      <a:pt x="15379" y="5981"/>
                      <a:pt x="15426" y="5992"/>
                      <a:pt x="15462" y="6014"/>
                    </a:cubicBezTo>
                    <a:lnTo>
                      <a:pt x="16475" y="6604"/>
                    </a:lnTo>
                    <a:cubicBezTo>
                      <a:pt x="16547" y="6647"/>
                      <a:pt x="16554" y="6712"/>
                      <a:pt x="16475" y="6755"/>
                    </a:cubicBezTo>
                    <a:lnTo>
                      <a:pt x="16182" y="6928"/>
                    </a:lnTo>
                    <a:cubicBezTo>
                      <a:pt x="16145" y="6950"/>
                      <a:pt x="16097" y="6960"/>
                      <a:pt x="16048" y="6960"/>
                    </a:cubicBezTo>
                    <a:cubicBezTo>
                      <a:pt x="15999" y="6960"/>
                      <a:pt x="15950" y="6950"/>
                      <a:pt x="15914" y="6928"/>
                    </a:cubicBezTo>
                    <a:lnTo>
                      <a:pt x="14902" y="6338"/>
                    </a:lnTo>
                    <a:cubicBezTo>
                      <a:pt x="14829" y="6302"/>
                      <a:pt x="14829" y="6229"/>
                      <a:pt x="14902" y="6186"/>
                    </a:cubicBezTo>
                    <a:lnTo>
                      <a:pt x="15204" y="6014"/>
                    </a:lnTo>
                    <a:cubicBezTo>
                      <a:pt x="15240" y="5992"/>
                      <a:pt x="15286" y="5981"/>
                      <a:pt x="15333" y="5981"/>
                    </a:cubicBezTo>
                    <a:close/>
                    <a:moveTo>
                      <a:pt x="11908" y="6399"/>
                    </a:moveTo>
                    <a:cubicBezTo>
                      <a:pt x="11956" y="6399"/>
                      <a:pt x="12005" y="6410"/>
                      <a:pt x="12041" y="6431"/>
                    </a:cubicBezTo>
                    <a:lnTo>
                      <a:pt x="12335" y="6604"/>
                    </a:lnTo>
                    <a:cubicBezTo>
                      <a:pt x="12407" y="6640"/>
                      <a:pt x="12407" y="6712"/>
                      <a:pt x="12335" y="6755"/>
                    </a:cubicBezTo>
                    <a:lnTo>
                      <a:pt x="12026" y="6935"/>
                    </a:lnTo>
                    <a:cubicBezTo>
                      <a:pt x="11992" y="6956"/>
                      <a:pt x="11948" y="6965"/>
                      <a:pt x="11903" y="6965"/>
                    </a:cubicBezTo>
                    <a:cubicBezTo>
                      <a:pt x="11854" y="6965"/>
                      <a:pt x="11805" y="6954"/>
                      <a:pt x="11767" y="6935"/>
                    </a:cubicBezTo>
                    <a:lnTo>
                      <a:pt x="11465" y="6762"/>
                    </a:lnTo>
                    <a:cubicBezTo>
                      <a:pt x="11394" y="6719"/>
                      <a:pt x="11394" y="6647"/>
                      <a:pt x="11465" y="6611"/>
                    </a:cubicBezTo>
                    <a:lnTo>
                      <a:pt x="11774" y="6431"/>
                    </a:lnTo>
                    <a:cubicBezTo>
                      <a:pt x="11810" y="6410"/>
                      <a:pt x="11859" y="6399"/>
                      <a:pt x="11908" y="6399"/>
                    </a:cubicBezTo>
                    <a:close/>
                    <a:moveTo>
                      <a:pt x="7189" y="4465"/>
                    </a:moveTo>
                    <a:cubicBezTo>
                      <a:pt x="7235" y="4465"/>
                      <a:pt x="7282" y="4476"/>
                      <a:pt x="7318" y="4497"/>
                    </a:cubicBezTo>
                    <a:lnTo>
                      <a:pt x="10970" y="6611"/>
                    </a:lnTo>
                    <a:cubicBezTo>
                      <a:pt x="11049" y="6647"/>
                      <a:pt x="11049" y="6719"/>
                      <a:pt x="10977" y="6762"/>
                    </a:cubicBezTo>
                    <a:lnTo>
                      <a:pt x="10668" y="6942"/>
                    </a:lnTo>
                    <a:cubicBezTo>
                      <a:pt x="10632" y="6960"/>
                      <a:pt x="10583" y="6969"/>
                      <a:pt x="10535" y="6969"/>
                    </a:cubicBezTo>
                    <a:cubicBezTo>
                      <a:pt x="10486" y="6969"/>
                      <a:pt x="10438" y="6960"/>
                      <a:pt x="10403" y="6942"/>
                    </a:cubicBezTo>
                    <a:lnTo>
                      <a:pt x="6750" y="4829"/>
                    </a:lnTo>
                    <a:cubicBezTo>
                      <a:pt x="6678" y="4785"/>
                      <a:pt x="6678" y="4720"/>
                      <a:pt x="6750" y="4677"/>
                    </a:cubicBezTo>
                    <a:lnTo>
                      <a:pt x="7059" y="4497"/>
                    </a:lnTo>
                    <a:cubicBezTo>
                      <a:pt x="7095" y="4476"/>
                      <a:pt x="7142" y="4465"/>
                      <a:pt x="7189" y="4465"/>
                    </a:cubicBezTo>
                    <a:close/>
                    <a:moveTo>
                      <a:pt x="17160" y="6535"/>
                    </a:moveTo>
                    <a:cubicBezTo>
                      <a:pt x="17207" y="6535"/>
                      <a:pt x="17256" y="6546"/>
                      <a:pt x="17294" y="6567"/>
                    </a:cubicBezTo>
                    <a:lnTo>
                      <a:pt x="17662" y="6783"/>
                    </a:lnTo>
                    <a:cubicBezTo>
                      <a:pt x="17734" y="6826"/>
                      <a:pt x="17734" y="6892"/>
                      <a:pt x="17662" y="6935"/>
                    </a:cubicBezTo>
                    <a:lnTo>
                      <a:pt x="17612" y="6962"/>
                    </a:lnTo>
                    <a:cubicBezTo>
                      <a:pt x="17576" y="6984"/>
                      <a:pt x="17529" y="6995"/>
                      <a:pt x="17482" y="6995"/>
                    </a:cubicBezTo>
                    <a:cubicBezTo>
                      <a:pt x="17435" y="6995"/>
                      <a:pt x="17388" y="6984"/>
                      <a:pt x="17353" y="6962"/>
                    </a:cubicBezTo>
                    <a:lnTo>
                      <a:pt x="16979" y="6747"/>
                    </a:lnTo>
                    <a:cubicBezTo>
                      <a:pt x="16906" y="6712"/>
                      <a:pt x="16906" y="6640"/>
                      <a:pt x="16979" y="6597"/>
                    </a:cubicBezTo>
                    <a:lnTo>
                      <a:pt x="17029" y="6567"/>
                    </a:lnTo>
                    <a:cubicBezTo>
                      <a:pt x="17065" y="6546"/>
                      <a:pt x="17112" y="6535"/>
                      <a:pt x="17160" y="6535"/>
                    </a:cubicBezTo>
                    <a:close/>
                    <a:moveTo>
                      <a:pt x="11221" y="6794"/>
                    </a:moveTo>
                    <a:cubicBezTo>
                      <a:pt x="11268" y="6794"/>
                      <a:pt x="11315" y="6805"/>
                      <a:pt x="11351" y="6826"/>
                    </a:cubicBezTo>
                    <a:lnTo>
                      <a:pt x="11653" y="6999"/>
                    </a:lnTo>
                    <a:cubicBezTo>
                      <a:pt x="11724" y="7042"/>
                      <a:pt x="11724" y="7107"/>
                      <a:pt x="11653" y="7151"/>
                    </a:cubicBezTo>
                    <a:lnTo>
                      <a:pt x="11343" y="7330"/>
                    </a:lnTo>
                    <a:cubicBezTo>
                      <a:pt x="11307" y="7351"/>
                      <a:pt x="11261" y="7362"/>
                      <a:pt x="11213" y="7362"/>
                    </a:cubicBezTo>
                    <a:cubicBezTo>
                      <a:pt x="11165" y="7362"/>
                      <a:pt x="11117" y="7351"/>
                      <a:pt x="11077" y="7330"/>
                    </a:cubicBezTo>
                    <a:lnTo>
                      <a:pt x="10782" y="7157"/>
                    </a:lnTo>
                    <a:cubicBezTo>
                      <a:pt x="10711" y="7114"/>
                      <a:pt x="10711" y="7049"/>
                      <a:pt x="10782" y="7006"/>
                    </a:cubicBezTo>
                    <a:lnTo>
                      <a:pt x="11093" y="6826"/>
                    </a:lnTo>
                    <a:cubicBezTo>
                      <a:pt x="11128" y="6805"/>
                      <a:pt x="11175" y="6794"/>
                      <a:pt x="11221" y="6794"/>
                    </a:cubicBezTo>
                    <a:close/>
                    <a:moveTo>
                      <a:pt x="14837" y="6483"/>
                    </a:moveTo>
                    <a:cubicBezTo>
                      <a:pt x="14884" y="6483"/>
                      <a:pt x="14930" y="6492"/>
                      <a:pt x="14965" y="6511"/>
                    </a:cubicBezTo>
                    <a:lnTo>
                      <a:pt x="15800" y="6992"/>
                    </a:lnTo>
                    <a:cubicBezTo>
                      <a:pt x="15871" y="7035"/>
                      <a:pt x="15871" y="7107"/>
                      <a:pt x="15800" y="7151"/>
                    </a:cubicBezTo>
                    <a:lnTo>
                      <a:pt x="15469" y="7344"/>
                    </a:lnTo>
                    <a:cubicBezTo>
                      <a:pt x="15433" y="7362"/>
                      <a:pt x="15385" y="7371"/>
                      <a:pt x="15336" y="7371"/>
                    </a:cubicBezTo>
                    <a:cubicBezTo>
                      <a:pt x="15288" y="7371"/>
                      <a:pt x="15240" y="7362"/>
                      <a:pt x="15204" y="7344"/>
                    </a:cubicBezTo>
                    <a:lnTo>
                      <a:pt x="14370" y="6862"/>
                    </a:lnTo>
                    <a:cubicBezTo>
                      <a:pt x="14298" y="6819"/>
                      <a:pt x="14298" y="6747"/>
                      <a:pt x="14370" y="6704"/>
                    </a:cubicBezTo>
                    <a:lnTo>
                      <a:pt x="14707" y="6511"/>
                    </a:lnTo>
                    <a:cubicBezTo>
                      <a:pt x="14743" y="6492"/>
                      <a:pt x="14790" y="6483"/>
                      <a:pt x="14837" y="6483"/>
                    </a:cubicBezTo>
                    <a:close/>
                    <a:moveTo>
                      <a:pt x="16727" y="6787"/>
                    </a:moveTo>
                    <a:cubicBezTo>
                      <a:pt x="16774" y="6787"/>
                      <a:pt x="16821" y="6798"/>
                      <a:pt x="16856" y="6819"/>
                    </a:cubicBezTo>
                    <a:lnTo>
                      <a:pt x="17231" y="7035"/>
                    </a:lnTo>
                    <a:cubicBezTo>
                      <a:pt x="17303" y="7078"/>
                      <a:pt x="17303" y="7144"/>
                      <a:pt x="17231" y="7187"/>
                    </a:cubicBezTo>
                    <a:lnTo>
                      <a:pt x="16929" y="7359"/>
                    </a:lnTo>
                    <a:cubicBezTo>
                      <a:pt x="16892" y="7381"/>
                      <a:pt x="16846" y="7392"/>
                      <a:pt x="16799" y="7392"/>
                    </a:cubicBezTo>
                    <a:cubicBezTo>
                      <a:pt x="16753" y="7392"/>
                      <a:pt x="16706" y="7381"/>
                      <a:pt x="16670" y="7359"/>
                    </a:cubicBezTo>
                    <a:lnTo>
                      <a:pt x="16296" y="7151"/>
                    </a:lnTo>
                    <a:cubicBezTo>
                      <a:pt x="16225" y="7107"/>
                      <a:pt x="16225" y="7035"/>
                      <a:pt x="16296" y="6992"/>
                    </a:cubicBezTo>
                    <a:lnTo>
                      <a:pt x="16597" y="6819"/>
                    </a:lnTo>
                    <a:cubicBezTo>
                      <a:pt x="16634" y="6798"/>
                      <a:pt x="16681" y="6787"/>
                      <a:pt x="16727" y="6787"/>
                    </a:cubicBezTo>
                    <a:close/>
                    <a:moveTo>
                      <a:pt x="11901" y="7189"/>
                    </a:moveTo>
                    <a:cubicBezTo>
                      <a:pt x="11949" y="7189"/>
                      <a:pt x="11997" y="7200"/>
                      <a:pt x="12033" y="7221"/>
                    </a:cubicBezTo>
                    <a:lnTo>
                      <a:pt x="12300" y="7373"/>
                    </a:lnTo>
                    <a:cubicBezTo>
                      <a:pt x="12371" y="7416"/>
                      <a:pt x="12371" y="7480"/>
                      <a:pt x="12300" y="7523"/>
                    </a:cubicBezTo>
                    <a:lnTo>
                      <a:pt x="11990" y="7704"/>
                    </a:lnTo>
                    <a:cubicBezTo>
                      <a:pt x="11954" y="7726"/>
                      <a:pt x="11908" y="7737"/>
                      <a:pt x="11861" y="7737"/>
                    </a:cubicBezTo>
                    <a:cubicBezTo>
                      <a:pt x="11814" y="7737"/>
                      <a:pt x="11767" y="7726"/>
                      <a:pt x="11731" y="7704"/>
                    </a:cubicBezTo>
                    <a:lnTo>
                      <a:pt x="11458" y="7552"/>
                    </a:lnTo>
                    <a:cubicBezTo>
                      <a:pt x="11386" y="7509"/>
                      <a:pt x="11386" y="7437"/>
                      <a:pt x="11458" y="7394"/>
                    </a:cubicBezTo>
                    <a:lnTo>
                      <a:pt x="11767" y="7221"/>
                    </a:lnTo>
                    <a:cubicBezTo>
                      <a:pt x="11803" y="7200"/>
                      <a:pt x="11852" y="7189"/>
                      <a:pt x="11901" y="7189"/>
                    </a:cubicBezTo>
                    <a:close/>
                    <a:moveTo>
                      <a:pt x="12587" y="6787"/>
                    </a:moveTo>
                    <a:cubicBezTo>
                      <a:pt x="12634" y="6787"/>
                      <a:pt x="12681" y="6798"/>
                      <a:pt x="12716" y="6819"/>
                    </a:cubicBezTo>
                    <a:lnTo>
                      <a:pt x="13701" y="7387"/>
                    </a:lnTo>
                    <a:cubicBezTo>
                      <a:pt x="13773" y="7430"/>
                      <a:pt x="13780" y="7502"/>
                      <a:pt x="13708" y="7546"/>
                    </a:cubicBezTo>
                    <a:lnTo>
                      <a:pt x="13399" y="7718"/>
                    </a:lnTo>
                    <a:cubicBezTo>
                      <a:pt x="13363" y="7740"/>
                      <a:pt x="13315" y="7750"/>
                      <a:pt x="13266" y="7750"/>
                    </a:cubicBezTo>
                    <a:cubicBezTo>
                      <a:pt x="13218" y="7750"/>
                      <a:pt x="13170" y="7740"/>
                      <a:pt x="13133" y="7718"/>
                    </a:cubicBezTo>
                    <a:lnTo>
                      <a:pt x="12148" y="7151"/>
                    </a:lnTo>
                    <a:cubicBezTo>
                      <a:pt x="12076" y="7107"/>
                      <a:pt x="12076" y="7042"/>
                      <a:pt x="12148" y="6999"/>
                    </a:cubicBezTo>
                    <a:lnTo>
                      <a:pt x="12457" y="6819"/>
                    </a:lnTo>
                    <a:cubicBezTo>
                      <a:pt x="12493" y="6798"/>
                      <a:pt x="12540" y="6787"/>
                      <a:pt x="12587" y="6787"/>
                    </a:cubicBezTo>
                    <a:close/>
                    <a:moveTo>
                      <a:pt x="13662" y="6628"/>
                    </a:moveTo>
                    <a:cubicBezTo>
                      <a:pt x="13710" y="6628"/>
                      <a:pt x="13759" y="6639"/>
                      <a:pt x="13794" y="6661"/>
                    </a:cubicBezTo>
                    <a:lnTo>
                      <a:pt x="15088" y="7409"/>
                    </a:lnTo>
                    <a:cubicBezTo>
                      <a:pt x="15160" y="7452"/>
                      <a:pt x="15160" y="7516"/>
                      <a:pt x="15088" y="7559"/>
                    </a:cubicBezTo>
                    <a:lnTo>
                      <a:pt x="14793" y="7732"/>
                    </a:lnTo>
                    <a:cubicBezTo>
                      <a:pt x="14758" y="7753"/>
                      <a:pt x="14711" y="7764"/>
                      <a:pt x="14663" y="7764"/>
                    </a:cubicBezTo>
                    <a:cubicBezTo>
                      <a:pt x="14616" y="7764"/>
                      <a:pt x="14567" y="7753"/>
                      <a:pt x="14527" y="7732"/>
                    </a:cubicBezTo>
                    <a:lnTo>
                      <a:pt x="13233" y="6985"/>
                    </a:lnTo>
                    <a:cubicBezTo>
                      <a:pt x="13163" y="6942"/>
                      <a:pt x="13163" y="6876"/>
                      <a:pt x="13233" y="6833"/>
                    </a:cubicBezTo>
                    <a:lnTo>
                      <a:pt x="13528" y="6661"/>
                    </a:lnTo>
                    <a:cubicBezTo>
                      <a:pt x="13565" y="6639"/>
                      <a:pt x="13613" y="6628"/>
                      <a:pt x="13662" y="6628"/>
                    </a:cubicBezTo>
                    <a:close/>
                    <a:moveTo>
                      <a:pt x="16052" y="7182"/>
                    </a:moveTo>
                    <a:cubicBezTo>
                      <a:pt x="16098" y="7182"/>
                      <a:pt x="16145" y="7193"/>
                      <a:pt x="16182" y="7214"/>
                    </a:cubicBezTo>
                    <a:lnTo>
                      <a:pt x="16554" y="7430"/>
                    </a:lnTo>
                    <a:cubicBezTo>
                      <a:pt x="16627" y="7466"/>
                      <a:pt x="16627" y="7539"/>
                      <a:pt x="16554" y="7582"/>
                    </a:cubicBezTo>
                    <a:lnTo>
                      <a:pt x="16216" y="7775"/>
                    </a:lnTo>
                    <a:cubicBezTo>
                      <a:pt x="16181" y="7797"/>
                      <a:pt x="16134" y="7807"/>
                      <a:pt x="16087" y="7807"/>
                    </a:cubicBezTo>
                    <a:cubicBezTo>
                      <a:pt x="16039" y="7807"/>
                      <a:pt x="15990" y="7797"/>
                      <a:pt x="15950" y="7775"/>
                    </a:cubicBezTo>
                    <a:lnTo>
                      <a:pt x="15585" y="7559"/>
                    </a:lnTo>
                    <a:cubicBezTo>
                      <a:pt x="15512" y="7516"/>
                      <a:pt x="15512" y="7452"/>
                      <a:pt x="15585" y="7409"/>
                    </a:cubicBezTo>
                    <a:lnTo>
                      <a:pt x="15923" y="7214"/>
                    </a:lnTo>
                    <a:cubicBezTo>
                      <a:pt x="15958" y="7193"/>
                      <a:pt x="16005" y="7182"/>
                      <a:pt x="16052" y="7182"/>
                    </a:cubicBezTo>
                    <a:close/>
                    <a:moveTo>
                      <a:pt x="12547" y="7563"/>
                    </a:moveTo>
                    <a:cubicBezTo>
                      <a:pt x="12596" y="7563"/>
                      <a:pt x="12644" y="7574"/>
                      <a:pt x="12680" y="7596"/>
                    </a:cubicBezTo>
                    <a:lnTo>
                      <a:pt x="13018" y="7791"/>
                    </a:lnTo>
                    <a:cubicBezTo>
                      <a:pt x="13090" y="7834"/>
                      <a:pt x="13090" y="7897"/>
                      <a:pt x="13018" y="7941"/>
                    </a:cubicBezTo>
                    <a:lnTo>
                      <a:pt x="12709" y="8120"/>
                    </a:lnTo>
                    <a:cubicBezTo>
                      <a:pt x="12673" y="8142"/>
                      <a:pt x="12626" y="8152"/>
                      <a:pt x="12580" y="8152"/>
                    </a:cubicBezTo>
                    <a:cubicBezTo>
                      <a:pt x="12533" y="8152"/>
                      <a:pt x="12486" y="8142"/>
                      <a:pt x="12450" y="8120"/>
                    </a:cubicBezTo>
                    <a:lnTo>
                      <a:pt x="12105" y="7927"/>
                    </a:lnTo>
                    <a:cubicBezTo>
                      <a:pt x="12033" y="7884"/>
                      <a:pt x="12033" y="7811"/>
                      <a:pt x="12105" y="7768"/>
                    </a:cubicBezTo>
                    <a:lnTo>
                      <a:pt x="12414" y="7596"/>
                    </a:lnTo>
                    <a:cubicBezTo>
                      <a:pt x="12450" y="7574"/>
                      <a:pt x="12499" y="7563"/>
                      <a:pt x="12547" y="7563"/>
                    </a:cubicBezTo>
                    <a:close/>
                    <a:moveTo>
                      <a:pt x="13953" y="7577"/>
                    </a:moveTo>
                    <a:cubicBezTo>
                      <a:pt x="13999" y="7577"/>
                      <a:pt x="14046" y="7588"/>
                      <a:pt x="14082" y="7609"/>
                    </a:cubicBezTo>
                    <a:lnTo>
                      <a:pt x="14413" y="7797"/>
                    </a:lnTo>
                    <a:cubicBezTo>
                      <a:pt x="14484" y="7841"/>
                      <a:pt x="14491" y="7911"/>
                      <a:pt x="14420" y="7954"/>
                    </a:cubicBezTo>
                    <a:lnTo>
                      <a:pt x="14112" y="8136"/>
                    </a:lnTo>
                    <a:cubicBezTo>
                      <a:pt x="14072" y="8153"/>
                      <a:pt x="14023" y="8161"/>
                      <a:pt x="13975" y="8161"/>
                    </a:cubicBezTo>
                    <a:cubicBezTo>
                      <a:pt x="13927" y="8161"/>
                      <a:pt x="13880" y="8153"/>
                      <a:pt x="13844" y="8136"/>
                    </a:cubicBezTo>
                    <a:lnTo>
                      <a:pt x="13515" y="7941"/>
                    </a:lnTo>
                    <a:cubicBezTo>
                      <a:pt x="13442" y="7897"/>
                      <a:pt x="13442" y="7834"/>
                      <a:pt x="13515" y="7791"/>
                    </a:cubicBezTo>
                    <a:lnTo>
                      <a:pt x="13823" y="7609"/>
                    </a:lnTo>
                    <a:cubicBezTo>
                      <a:pt x="13860" y="7588"/>
                      <a:pt x="13906" y="7577"/>
                      <a:pt x="13953" y="7577"/>
                    </a:cubicBezTo>
                    <a:close/>
                    <a:moveTo>
                      <a:pt x="15336" y="7599"/>
                    </a:moveTo>
                    <a:cubicBezTo>
                      <a:pt x="15385" y="7599"/>
                      <a:pt x="15433" y="7610"/>
                      <a:pt x="15469" y="7632"/>
                    </a:cubicBezTo>
                    <a:lnTo>
                      <a:pt x="15837" y="7841"/>
                    </a:lnTo>
                    <a:cubicBezTo>
                      <a:pt x="15914" y="7884"/>
                      <a:pt x="15914" y="7954"/>
                      <a:pt x="15844" y="7991"/>
                    </a:cubicBezTo>
                    <a:lnTo>
                      <a:pt x="15542" y="8163"/>
                    </a:lnTo>
                    <a:cubicBezTo>
                      <a:pt x="15505" y="8185"/>
                      <a:pt x="15458" y="8196"/>
                      <a:pt x="15412" y="8196"/>
                    </a:cubicBezTo>
                    <a:cubicBezTo>
                      <a:pt x="15365" y="8196"/>
                      <a:pt x="15318" y="8185"/>
                      <a:pt x="15283" y="8163"/>
                    </a:cubicBezTo>
                    <a:lnTo>
                      <a:pt x="14909" y="7954"/>
                    </a:lnTo>
                    <a:cubicBezTo>
                      <a:pt x="14836" y="7911"/>
                      <a:pt x="14836" y="7841"/>
                      <a:pt x="14909" y="7797"/>
                    </a:cubicBezTo>
                    <a:lnTo>
                      <a:pt x="15204" y="7632"/>
                    </a:lnTo>
                    <a:cubicBezTo>
                      <a:pt x="15240" y="7610"/>
                      <a:pt x="15288" y="7599"/>
                      <a:pt x="15336" y="7599"/>
                    </a:cubicBezTo>
                    <a:close/>
                    <a:moveTo>
                      <a:pt x="13266" y="7974"/>
                    </a:moveTo>
                    <a:cubicBezTo>
                      <a:pt x="13315" y="7974"/>
                      <a:pt x="13363" y="7985"/>
                      <a:pt x="13399" y="8006"/>
                    </a:cubicBezTo>
                    <a:lnTo>
                      <a:pt x="13730" y="8199"/>
                    </a:lnTo>
                    <a:cubicBezTo>
                      <a:pt x="13801" y="8243"/>
                      <a:pt x="13801" y="8308"/>
                      <a:pt x="13730" y="8351"/>
                    </a:cubicBezTo>
                    <a:lnTo>
                      <a:pt x="13421" y="8531"/>
                    </a:lnTo>
                    <a:cubicBezTo>
                      <a:pt x="13385" y="8552"/>
                      <a:pt x="13338" y="8563"/>
                      <a:pt x="13291" y="8563"/>
                    </a:cubicBezTo>
                    <a:cubicBezTo>
                      <a:pt x="13245" y="8563"/>
                      <a:pt x="13198" y="8552"/>
                      <a:pt x="13163" y="8531"/>
                    </a:cubicBezTo>
                    <a:lnTo>
                      <a:pt x="12831" y="8336"/>
                    </a:lnTo>
                    <a:cubicBezTo>
                      <a:pt x="12752" y="8299"/>
                      <a:pt x="12752" y="8229"/>
                      <a:pt x="12825" y="8186"/>
                    </a:cubicBezTo>
                    <a:lnTo>
                      <a:pt x="13133" y="8006"/>
                    </a:lnTo>
                    <a:cubicBezTo>
                      <a:pt x="13170" y="7985"/>
                      <a:pt x="13218" y="7974"/>
                      <a:pt x="13266" y="7974"/>
                    </a:cubicBezTo>
                    <a:close/>
                    <a:moveTo>
                      <a:pt x="14664" y="7988"/>
                    </a:moveTo>
                    <a:cubicBezTo>
                      <a:pt x="14711" y="7988"/>
                      <a:pt x="14758" y="7998"/>
                      <a:pt x="14793" y="8020"/>
                    </a:cubicBezTo>
                    <a:lnTo>
                      <a:pt x="15167" y="8236"/>
                    </a:lnTo>
                    <a:cubicBezTo>
                      <a:pt x="15240" y="8279"/>
                      <a:pt x="15240" y="8343"/>
                      <a:pt x="15167" y="8386"/>
                    </a:cubicBezTo>
                    <a:lnTo>
                      <a:pt x="14858" y="8567"/>
                    </a:lnTo>
                    <a:cubicBezTo>
                      <a:pt x="14822" y="8588"/>
                      <a:pt x="14774" y="8599"/>
                      <a:pt x="14725" y="8599"/>
                    </a:cubicBezTo>
                    <a:cubicBezTo>
                      <a:pt x="14676" y="8599"/>
                      <a:pt x="14628" y="8588"/>
                      <a:pt x="14593" y="8567"/>
                    </a:cubicBezTo>
                    <a:lnTo>
                      <a:pt x="14225" y="8351"/>
                    </a:lnTo>
                    <a:cubicBezTo>
                      <a:pt x="14155" y="8308"/>
                      <a:pt x="14155" y="8243"/>
                      <a:pt x="14225" y="8199"/>
                    </a:cubicBezTo>
                    <a:lnTo>
                      <a:pt x="14534" y="8020"/>
                    </a:lnTo>
                    <a:cubicBezTo>
                      <a:pt x="14570" y="7998"/>
                      <a:pt x="14617" y="7988"/>
                      <a:pt x="14664" y="7988"/>
                    </a:cubicBezTo>
                    <a:close/>
                    <a:moveTo>
                      <a:pt x="5938" y="4634"/>
                    </a:moveTo>
                    <a:cubicBezTo>
                      <a:pt x="5974" y="4634"/>
                      <a:pt x="6010" y="4641"/>
                      <a:pt x="6038" y="4656"/>
                    </a:cubicBezTo>
                    <a:lnTo>
                      <a:pt x="10566" y="7273"/>
                    </a:lnTo>
                    <a:cubicBezTo>
                      <a:pt x="10618" y="7308"/>
                      <a:pt x="10625" y="7359"/>
                      <a:pt x="10566" y="7387"/>
                    </a:cubicBezTo>
                    <a:lnTo>
                      <a:pt x="9100" y="8236"/>
                    </a:lnTo>
                    <a:lnTo>
                      <a:pt x="8439" y="8624"/>
                    </a:lnTo>
                    <a:cubicBezTo>
                      <a:pt x="8414" y="8638"/>
                      <a:pt x="8380" y="8646"/>
                      <a:pt x="8345" y="8646"/>
                    </a:cubicBezTo>
                    <a:cubicBezTo>
                      <a:pt x="8310" y="8646"/>
                      <a:pt x="8275" y="8638"/>
                      <a:pt x="8246" y="8624"/>
                    </a:cubicBezTo>
                    <a:lnTo>
                      <a:pt x="5809" y="7214"/>
                    </a:lnTo>
                    <a:lnTo>
                      <a:pt x="3718" y="6007"/>
                    </a:lnTo>
                    <a:cubicBezTo>
                      <a:pt x="3659" y="5979"/>
                      <a:pt x="3659" y="5927"/>
                      <a:pt x="3718" y="5893"/>
                    </a:cubicBezTo>
                    <a:lnTo>
                      <a:pt x="4378" y="5512"/>
                    </a:lnTo>
                    <a:lnTo>
                      <a:pt x="5838" y="4656"/>
                    </a:lnTo>
                    <a:cubicBezTo>
                      <a:pt x="5866" y="4641"/>
                      <a:pt x="5902" y="4634"/>
                      <a:pt x="5938" y="4634"/>
                    </a:cubicBezTo>
                    <a:close/>
                    <a:moveTo>
                      <a:pt x="13978" y="8388"/>
                    </a:moveTo>
                    <a:cubicBezTo>
                      <a:pt x="14027" y="8388"/>
                      <a:pt x="14075" y="8397"/>
                      <a:pt x="14112" y="8415"/>
                    </a:cubicBezTo>
                    <a:lnTo>
                      <a:pt x="14477" y="8631"/>
                    </a:lnTo>
                    <a:cubicBezTo>
                      <a:pt x="14550" y="8674"/>
                      <a:pt x="14550" y="8746"/>
                      <a:pt x="14477" y="8782"/>
                    </a:cubicBezTo>
                    <a:lnTo>
                      <a:pt x="14175" y="8962"/>
                    </a:lnTo>
                    <a:cubicBezTo>
                      <a:pt x="14139" y="8983"/>
                      <a:pt x="14091" y="8994"/>
                      <a:pt x="14043" y="8994"/>
                    </a:cubicBezTo>
                    <a:cubicBezTo>
                      <a:pt x="13994" y="8994"/>
                      <a:pt x="13946" y="8983"/>
                      <a:pt x="13910" y="8962"/>
                    </a:cubicBezTo>
                    <a:lnTo>
                      <a:pt x="13542" y="8753"/>
                    </a:lnTo>
                    <a:cubicBezTo>
                      <a:pt x="13465" y="8710"/>
                      <a:pt x="13465" y="8638"/>
                      <a:pt x="13535" y="8594"/>
                    </a:cubicBezTo>
                    <a:lnTo>
                      <a:pt x="13844" y="8415"/>
                    </a:lnTo>
                    <a:cubicBezTo>
                      <a:pt x="13880" y="8397"/>
                      <a:pt x="13929" y="8388"/>
                      <a:pt x="13978" y="8388"/>
                    </a:cubicBezTo>
                    <a:close/>
                    <a:moveTo>
                      <a:pt x="6931" y="1"/>
                    </a:moveTo>
                    <a:cubicBezTo>
                      <a:pt x="6848" y="1"/>
                      <a:pt x="6763" y="21"/>
                      <a:pt x="6700" y="55"/>
                    </a:cubicBezTo>
                    <a:lnTo>
                      <a:pt x="95" y="4102"/>
                    </a:lnTo>
                    <a:cubicBezTo>
                      <a:pt x="29" y="4138"/>
                      <a:pt x="0" y="4189"/>
                      <a:pt x="0" y="4239"/>
                    </a:cubicBezTo>
                    <a:cubicBezTo>
                      <a:pt x="0" y="4268"/>
                      <a:pt x="9" y="4304"/>
                      <a:pt x="36" y="4332"/>
                    </a:cubicBezTo>
                    <a:cubicBezTo>
                      <a:pt x="43" y="4332"/>
                      <a:pt x="43" y="4340"/>
                      <a:pt x="52" y="4340"/>
                    </a:cubicBezTo>
                    <a:cubicBezTo>
                      <a:pt x="52" y="4347"/>
                      <a:pt x="59" y="4347"/>
                      <a:pt x="66" y="4354"/>
                    </a:cubicBezTo>
                    <a:cubicBezTo>
                      <a:pt x="73" y="4361"/>
                      <a:pt x="86" y="4368"/>
                      <a:pt x="102" y="4375"/>
                    </a:cubicBezTo>
                    <a:lnTo>
                      <a:pt x="11394" y="10903"/>
                    </a:lnTo>
                    <a:cubicBezTo>
                      <a:pt x="11459" y="10938"/>
                      <a:pt x="11547" y="10956"/>
                      <a:pt x="11635" y="10956"/>
                    </a:cubicBezTo>
                    <a:cubicBezTo>
                      <a:pt x="11723" y="10956"/>
                      <a:pt x="11811" y="10938"/>
                      <a:pt x="11876" y="10903"/>
                    </a:cubicBezTo>
                    <a:lnTo>
                      <a:pt x="18481" y="6856"/>
                    </a:lnTo>
                    <a:cubicBezTo>
                      <a:pt x="18517" y="6833"/>
                      <a:pt x="18538" y="6812"/>
                      <a:pt x="18561" y="6783"/>
                    </a:cubicBezTo>
                    <a:cubicBezTo>
                      <a:pt x="18524" y="6783"/>
                      <a:pt x="18488" y="6776"/>
                      <a:pt x="18452" y="6755"/>
                    </a:cubicBezTo>
                    <a:lnTo>
                      <a:pt x="7152" y="228"/>
                    </a:lnTo>
                    <a:cubicBezTo>
                      <a:pt x="7073" y="185"/>
                      <a:pt x="7023" y="98"/>
                      <a:pt x="6995" y="5"/>
                    </a:cubicBezTo>
                    <a:cubicBezTo>
                      <a:pt x="6974" y="2"/>
                      <a:pt x="6953" y="1"/>
                      <a:pt x="693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44">
                <a:extLst>
                  <a:ext uri="{FF2B5EF4-FFF2-40B4-BE49-F238E27FC236}">
                    <a16:creationId xmlns:a16="http://schemas.microsoft.com/office/drawing/2014/main" id="{946B5EC6-5965-B9B3-8152-FB9CA5BF4350}"/>
                  </a:ext>
                </a:extLst>
              </p:cNvPr>
              <p:cNvSpPr/>
              <p:nvPr/>
            </p:nvSpPr>
            <p:spPr>
              <a:xfrm>
                <a:off x="-1495573" y="245308"/>
                <a:ext cx="1155531" cy="1296556"/>
              </a:xfrm>
              <a:custGeom>
                <a:avLst/>
                <a:gdLst/>
                <a:ahLst/>
                <a:cxnLst/>
                <a:rect l="l" t="t" r="r" b="b"/>
                <a:pathLst>
                  <a:path w="13954" h="15657" extrusionOk="0">
                    <a:moveTo>
                      <a:pt x="2383" y="510"/>
                    </a:moveTo>
                    <a:cubicBezTo>
                      <a:pt x="2394" y="510"/>
                      <a:pt x="2405" y="513"/>
                      <a:pt x="2416" y="518"/>
                    </a:cubicBezTo>
                    <a:lnTo>
                      <a:pt x="13557" y="6951"/>
                    </a:lnTo>
                    <a:cubicBezTo>
                      <a:pt x="13600" y="6980"/>
                      <a:pt x="13623" y="7046"/>
                      <a:pt x="13609" y="7103"/>
                    </a:cubicBezTo>
                    <a:lnTo>
                      <a:pt x="11739" y="14585"/>
                    </a:lnTo>
                    <a:cubicBezTo>
                      <a:pt x="11728" y="14629"/>
                      <a:pt x="11702" y="14651"/>
                      <a:pt x="11668" y="14651"/>
                    </a:cubicBezTo>
                    <a:cubicBezTo>
                      <a:pt x="11657" y="14651"/>
                      <a:pt x="11644" y="14649"/>
                      <a:pt x="11632" y="14643"/>
                    </a:cubicBezTo>
                    <a:lnTo>
                      <a:pt x="498" y="8211"/>
                    </a:lnTo>
                    <a:cubicBezTo>
                      <a:pt x="446" y="8188"/>
                      <a:pt x="425" y="8116"/>
                      <a:pt x="439" y="8059"/>
                    </a:cubicBezTo>
                    <a:lnTo>
                      <a:pt x="2309" y="577"/>
                    </a:lnTo>
                    <a:cubicBezTo>
                      <a:pt x="2320" y="533"/>
                      <a:pt x="2350" y="510"/>
                      <a:pt x="2383" y="510"/>
                    </a:cubicBezTo>
                    <a:close/>
                    <a:moveTo>
                      <a:pt x="2309" y="1"/>
                    </a:moveTo>
                    <a:cubicBezTo>
                      <a:pt x="2230" y="23"/>
                      <a:pt x="2157" y="87"/>
                      <a:pt x="2128" y="196"/>
                    </a:cubicBezTo>
                    <a:lnTo>
                      <a:pt x="15" y="8656"/>
                    </a:lnTo>
                    <a:cubicBezTo>
                      <a:pt x="1" y="8728"/>
                      <a:pt x="1" y="8806"/>
                      <a:pt x="23" y="8878"/>
                    </a:cubicBezTo>
                    <a:cubicBezTo>
                      <a:pt x="51" y="8971"/>
                      <a:pt x="101" y="9058"/>
                      <a:pt x="180" y="9101"/>
                    </a:cubicBezTo>
                    <a:lnTo>
                      <a:pt x="11480" y="15628"/>
                    </a:lnTo>
                    <a:cubicBezTo>
                      <a:pt x="11516" y="15649"/>
                      <a:pt x="11552" y="15656"/>
                      <a:pt x="11589" y="15656"/>
                    </a:cubicBezTo>
                    <a:cubicBezTo>
                      <a:pt x="11595" y="15635"/>
                      <a:pt x="11602" y="15613"/>
                      <a:pt x="11602" y="15592"/>
                    </a:cubicBezTo>
                    <a:lnTo>
                      <a:pt x="11602" y="15656"/>
                    </a:lnTo>
                    <a:cubicBezTo>
                      <a:pt x="11609" y="15656"/>
                      <a:pt x="11616" y="15649"/>
                      <a:pt x="11616" y="15649"/>
                    </a:cubicBezTo>
                    <a:cubicBezTo>
                      <a:pt x="11632" y="15649"/>
                      <a:pt x="11639" y="15649"/>
                      <a:pt x="11646" y="15642"/>
                    </a:cubicBezTo>
                    <a:cubicBezTo>
                      <a:pt x="11659" y="15642"/>
                      <a:pt x="11668" y="15635"/>
                      <a:pt x="11675" y="15628"/>
                    </a:cubicBezTo>
                    <a:cubicBezTo>
                      <a:pt x="11682" y="15628"/>
                      <a:pt x="11689" y="15628"/>
                      <a:pt x="11689" y="15620"/>
                    </a:cubicBezTo>
                    <a:cubicBezTo>
                      <a:pt x="11696" y="15620"/>
                      <a:pt x="11696" y="15613"/>
                      <a:pt x="11702" y="15613"/>
                    </a:cubicBezTo>
                    <a:cubicBezTo>
                      <a:pt x="11725" y="15599"/>
                      <a:pt x="11739" y="15577"/>
                      <a:pt x="11754" y="15556"/>
                    </a:cubicBezTo>
                    <a:cubicBezTo>
                      <a:pt x="11761" y="15549"/>
                      <a:pt x="11761" y="15542"/>
                      <a:pt x="11768" y="15534"/>
                    </a:cubicBezTo>
                    <a:cubicBezTo>
                      <a:pt x="11775" y="15520"/>
                      <a:pt x="11775" y="15513"/>
                      <a:pt x="11782" y="15506"/>
                    </a:cubicBezTo>
                    <a:lnTo>
                      <a:pt x="11782" y="15499"/>
                    </a:lnTo>
                    <a:cubicBezTo>
                      <a:pt x="11782" y="15499"/>
                      <a:pt x="11782" y="15490"/>
                      <a:pt x="11789" y="15484"/>
                    </a:cubicBezTo>
                    <a:cubicBezTo>
                      <a:pt x="11789" y="15477"/>
                      <a:pt x="11789" y="15470"/>
                      <a:pt x="11797" y="15456"/>
                    </a:cubicBezTo>
                    <a:lnTo>
                      <a:pt x="13911" y="6994"/>
                    </a:lnTo>
                    <a:cubicBezTo>
                      <a:pt x="13954" y="6830"/>
                      <a:pt x="13874" y="6629"/>
                      <a:pt x="13745" y="6549"/>
                    </a:cubicBezTo>
                    <a:lnTo>
                      <a:pt x="2445" y="30"/>
                    </a:lnTo>
                    <a:cubicBezTo>
                      <a:pt x="2430" y="23"/>
                      <a:pt x="2409" y="16"/>
                      <a:pt x="2395" y="8"/>
                    </a:cubicBezTo>
                    <a:cubicBezTo>
                      <a:pt x="2373" y="1"/>
                      <a:pt x="2359" y="1"/>
                      <a:pt x="23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44">
                <a:extLst>
                  <a:ext uri="{FF2B5EF4-FFF2-40B4-BE49-F238E27FC236}">
                    <a16:creationId xmlns:a16="http://schemas.microsoft.com/office/drawing/2014/main" id="{66F288F5-A3A5-FF7B-96BD-08EDA0A5A20D}"/>
                  </a:ext>
                </a:extLst>
              </p:cNvPr>
              <p:cNvSpPr/>
              <p:nvPr/>
            </p:nvSpPr>
            <p:spPr>
              <a:xfrm>
                <a:off x="-1460379" y="287542"/>
                <a:ext cx="1092926" cy="1171099"/>
              </a:xfrm>
              <a:custGeom>
                <a:avLst/>
                <a:gdLst/>
                <a:ahLst/>
                <a:cxnLst/>
                <a:rect l="l" t="t" r="r" b="b"/>
                <a:pathLst>
                  <a:path w="13198" h="14142" extrusionOk="0">
                    <a:moveTo>
                      <a:pt x="5263" y="4953"/>
                    </a:moveTo>
                    <a:cubicBezTo>
                      <a:pt x="5384" y="4953"/>
                      <a:pt x="5513" y="4987"/>
                      <a:pt x="5643" y="5061"/>
                    </a:cubicBezTo>
                    <a:lnTo>
                      <a:pt x="7310" y="6025"/>
                    </a:lnTo>
                    <a:cubicBezTo>
                      <a:pt x="7784" y="6298"/>
                      <a:pt x="8095" y="7010"/>
                      <a:pt x="7993" y="7606"/>
                    </a:cubicBezTo>
                    <a:lnTo>
                      <a:pt x="7950" y="7844"/>
                    </a:lnTo>
                    <a:cubicBezTo>
                      <a:pt x="7877" y="8277"/>
                      <a:pt x="7611" y="8532"/>
                      <a:pt x="7287" y="8532"/>
                    </a:cubicBezTo>
                    <a:cubicBezTo>
                      <a:pt x="7164" y="8532"/>
                      <a:pt x="7033" y="8495"/>
                      <a:pt x="6901" y="8418"/>
                    </a:cubicBezTo>
                    <a:lnTo>
                      <a:pt x="5233" y="7456"/>
                    </a:lnTo>
                    <a:cubicBezTo>
                      <a:pt x="4758" y="7183"/>
                      <a:pt x="4449" y="6477"/>
                      <a:pt x="4550" y="5881"/>
                    </a:cubicBezTo>
                    <a:lnTo>
                      <a:pt x="4593" y="5637"/>
                    </a:lnTo>
                    <a:cubicBezTo>
                      <a:pt x="4667" y="5207"/>
                      <a:pt x="4936" y="4953"/>
                      <a:pt x="5263" y="4953"/>
                    </a:cubicBezTo>
                    <a:close/>
                    <a:moveTo>
                      <a:pt x="645" y="7298"/>
                    </a:moveTo>
                    <a:cubicBezTo>
                      <a:pt x="650" y="7298"/>
                      <a:pt x="656" y="7300"/>
                      <a:pt x="661" y="7304"/>
                    </a:cubicBezTo>
                    <a:lnTo>
                      <a:pt x="10710" y="13105"/>
                    </a:lnTo>
                    <a:cubicBezTo>
                      <a:pt x="10732" y="13119"/>
                      <a:pt x="10746" y="13148"/>
                      <a:pt x="10739" y="13178"/>
                    </a:cubicBezTo>
                    <a:cubicBezTo>
                      <a:pt x="10734" y="13198"/>
                      <a:pt x="10721" y="13211"/>
                      <a:pt x="10706" y="13211"/>
                    </a:cubicBezTo>
                    <a:cubicBezTo>
                      <a:pt x="10701" y="13211"/>
                      <a:pt x="10695" y="13210"/>
                      <a:pt x="10689" y="13205"/>
                    </a:cubicBezTo>
                    <a:lnTo>
                      <a:pt x="2911" y="8713"/>
                    </a:lnTo>
                    <a:lnTo>
                      <a:pt x="2904" y="8713"/>
                    </a:lnTo>
                    <a:lnTo>
                      <a:pt x="640" y="7406"/>
                    </a:lnTo>
                    <a:cubicBezTo>
                      <a:pt x="618" y="7390"/>
                      <a:pt x="604" y="7362"/>
                      <a:pt x="611" y="7333"/>
                    </a:cubicBezTo>
                    <a:cubicBezTo>
                      <a:pt x="616" y="7312"/>
                      <a:pt x="630" y="7298"/>
                      <a:pt x="645" y="7298"/>
                    </a:cubicBezTo>
                    <a:close/>
                    <a:moveTo>
                      <a:pt x="1958" y="0"/>
                    </a:moveTo>
                    <a:cubicBezTo>
                      <a:pt x="1925" y="0"/>
                      <a:pt x="1895" y="23"/>
                      <a:pt x="1884" y="67"/>
                    </a:cubicBezTo>
                    <a:lnTo>
                      <a:pt x="14" y="7549"/>
                    </a:lnTo>
                    <a:cubicBezTo>
                      <a:pt x="0" y="7606"/>
                      <a:pt x="21" y="7678"/>
                      <a:pt x="73" y="7701"/>
                    </a:cubicBezTo>
                    <a:lnTo>
                      <a:pt x="11207" y="14133"/>
                    </a:lnTo>
                    <a:cubicBezTo>
                      <a:pt x="11219" y="14139"/>
                      <a:pt x="11232" y="14141"/>
                      <a:pt x="11243" y="14141"/>
                    </a:cubicBezTo>
                    <a:cubicBezTo>
                      <a:pt x="11277" y="14141"/>
                      <a:pt x="11303" y="14119"/>
                      <a:pt x="11314" y="14075"/>
                    </a:cubicBezTo>
                    <a:lnTo>
                      <a:pt x="13184" y="6593"/>
                    </a:lnTo>
                    <a:cubicBezTo>
                      <a:pt x="13198" y="6536"/>
                      <a:pt x="13175" y="6470"/>
                      <a:pt x="13132" y="6441"/>
                    </a:cubicBezTo>
                    <a:lnTo>
                      <a:pt x="1991" y="8"/>
                    </a:lnTo>
                    <a:cubicBezTo>
                      <a:pt x="1980" y="3"/>
                      <a:pt x="1969" y="0"/>
                      <a:pt x="19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44">
                <a:extLst>
                  <a:ext uri="{FF2B5EF4-FFF2-40B4-BE49-F238E27FC236}">
                    <a16:creationId xmlns:a16="http://schemas.microsoft.com/office/drawing/2014/main" id="{96E6774E-8AE7-334E-5A04-A8279AAAE0BB}"/>
                  </a:ext>
                </a:extLst>
              </p:cNvPr>
              <p:cNvSpPr/>
              <p:nvPr/>
            </p:nvSpPr>
            <p:spPr>
              <a:xfrm>
                <a:off x="-1410361" y="891900"/>
                <a:ext cx="194603" cy="117342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1417" extrusionOk="0">
                    <a:moveTo>
                      <a:pt x="41" y="0"/>
                    </a:moveTo>
                    <a:cubicBezTo>
                      <a:pt x="26" y="0"/>
                      <a:pt x="12" y="14"/>
                      <a:pt x="7" y="35"/>
                    </a:cubicBezTo>
                    <a:cubicBezTo>
                      <a:pt x="0" y="64"/>
                      <a:pt x="14" y="92"/>
                      <a:pt x="36" y="108"/>
                    </a:cubicBezTo>
                    <a:lnTo>
                      <a:pt x="2307" y="1415"/>
                    </a:lnTo>
                    <a:cubicBezTo>
                      <a:pt x="2311" y="1416"/>
                      <a:pt x="2314" y="1417"/>
                      <a:pt x="2318" y="1417"/>
                    </a:cubicBezTo>
                    <a:cubicBezTo>
                      <a:pt x="2334" y="1417"/>
                      <a:pt x="2344" y="1404"/>
                      <a:pt x="2350" y="1386"/>
                    </a:cubicBezTo>
                    <a:cubicBezTo>
                      <a:pt x="2350" y="1358"/>
                      <a:pt x="2336" y="1322"/>
                      <a:pt x="2315" y="1315"/>
                    </a:cubicBezTo>
                    <a:lnTo>
                      <a:pt x="57" y="6"/>
                    </a:lnTo>
                    <a:cubicBezTo>
                      <a:pt x="52" y="2"/>
                      <a:pt x="46" y="0"/>
                      <a:pt x="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44">
                <a:extLst>
                  <a:ext uri="{FF2B5EF4-FFF2-40B4-BE49-F238E27FC236}">
                    <a16:creationId xmlns:a16="http://schemas.microsoft.com/office/drawing/2014/main" id="{FC992910-405F-FE68-398E-1120E702037E}"/>
                  </a:ext>
                </a:extLst>
              </p:cNvPr>
              <p:cNvSpPr/>
              <p:nvPr/>
            </p:nvSpPr>
            <p:spPr>
              <a:xfrm>
                <a:off x="-1076549" y="1606396"/>
                <a:ext cx="87696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1059" h="590" extrusionOk="0">
                    <a:moveTo>
                      <a:pt x="515" y="0"/>
                    </a:moveTo>
                    <a:cubicBezTo>
                      <a:pt x="467" y="0"/>
                      <a:pt x="418" y="11"/>
                      <a:pt x="382" y="33"/>
                    </a:cubicBezTo>
                    <a:lnTo>
                      <a:pt x="73" y="205"/>
                    </a:lnTo>
                    <a:cubicBezTo>
                      <a:pt x="1" y="248"/>
                      <a:pt x="1" y="321"/>
                      <a:pt x="73" y="364"/>
                    </a:cubicBezTo>
                    <a:lnTo>
                      <a:pt x="418" y="557"/>
                    </a:lnTo>
                    <a:cubicBezTo>
                      <a:pt x="454" y="579"/>
                      <a:pt x="501" y="589"/>
                      <a:pt x="548" y="589"/>
                    </a:cubicBezTo>
                    <a:cubicBezTo>
                      <a:pt x="594" y="589"/>
                      <a:pt x="641" y="579"/>
                      <a:pt x="677" y="557"/>
                    </a:cubicBezTo>
                    <a:lnTo>
                      <a:pt x="986" y="378"/>
                    </a:lnTo>
                    <a:cubicBezTo>
                      <a:pt x="1058" y="334"/>
                      <a:pt x="1058" y="271"/>
                      <a:pt x="986" y="228"/>
                    </a:cubicBezTo>
                    <a:lnTo>
                      <a:pt x="648" y="33"/>
                    </a:lnTo>
                    <a:cubicBezTo>
                      <a:pt x="612" y="11"/>
                      <a:pt x="564" y="0"/>
                      <a:pt x="51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44">
                <a:extLst>
                  <a:ext uri="{FF2B5EF4-FFF2-40B4-BE49-F238E27FC236}">
                    <a16:creationId xmlns:a16="http://schemas.microsoft.com/office/drawing/2014/main" id="{702D349D-1590-9A41-D07F-BE766EC30E98}"/>
                  </a:ext>
                </a:extLst>
              </p:cNvPr>
              <p:cNvSpPr/>
              <p:nvPr/>
            </p:nvSpPr>
            <p:spPr>
              <a:xfrm>
                <a:off x="-959785" y="1607556"/>
                <a:ext cx="86950" cy="48444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585" extrusionOk="0">
                    <a:moveTo>
                      <a:pt x="511" y="0"/>
                    </a:moveTo>
                    <a:cubicBezTo>
                      <a:pt x="464" y="0"/>
                      <a:pt x="418" y="11"/>
                      <a:pt x="381" y="32"/>
                    </a:cubicBezTo>
                    <a:lnTo>
                      <a:pt x="73" y="214"/>
                    </a:lnTo>
                    <a:cubicBezTo>
                      <a:pt x="0" y="257"/>
                      <a:pt x="0" y="320"/>
                      <a:pt x="73" y="364"/>
                    </a:cubicBezTo>
                    <a:lnTo>
                      <a:pt x="402" y="559"/>
                    </a:lnTo>
                    <a:cubicBezTo>
                      <a:pt x="438" y="576"/>
                      <a:pt x="485" y="584"/>
                      <a:pt x="533" y="584"/>
                    </a:cubicBezTo>
                    <a:cubicBezTo>
                      <a:pt x="581" y="584"/>
                      <a:pt x="630" y="576"/>
                      <a:pt x="670" y="559"/>
                    </a:cubicBezTo>
                    <a:lnTo>
                      <a:pt x="978" y="377"/>
                    </a:lnTo>
                    <a:cubicBezTo>
                      <a:pt x="1049" y="334"/>
                      <a:pt x="1042" y="264"/>
                      <a:pt x="971" y="220"/>
                    </a:cubicBezTo>
                    <a:lnTo>
                      <a:pt x="640" y="32"/>
                    </a:lnTo>
                    <a:cubicBezTo>
                      <a:pt x="604" y="11"/>
                      <a:pt x="557" y="0"/>
                      <a:pt x="51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44">
                <a:extLst>
                  <a:ext uri="{FF2B5EF4-FFF2-40B4-BE49-F238E27FC236}">
                    <a16:creationId xmlns:a16="http://schemas.microsoft.com/office/drawing/2014/main" id="{90A34312-019E-8E0E-D484-77040C238F3B}"/>
                  </a:ext>
                </a:extLst>
              </p:cNvPr>
              <p:cNvSpPr/>
              <p:nvPr/>
            </p:nvSpPr>
            <p:spPr>
              <a:xfrm>
                <a:off x="-1016925" y="1640349"/>
                <a:ext cx="86868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590" extrusionOk="0">
                    <a:moveTo>
                      <a:pt x="514" y="1"/>
                    </a:moveTo>
                    <a:cubicBezTo>
                      <a:pt x="466" y="1"/>
                      <a:pt x="418" y="12"/>
                      <a:pt x="381" y="33"/>
                    </a:cubicBezTo>
                    <a:lnTo>
                      <a:pt x="73" y="213"/>
                    </a:lnTo>
                    <a:cubicBezTo>
                      <a:pt x="0" y="256"/>
                      <a:pt x="0" y="326"/>
                      <a:pt x="79" y="363"/>
                    </a:cubicBezTo>
                    <a:lnTo>
                      <a:pt x="411" y="558"/>
                    </a:lnTo>
                    <a:cubicBezTo>
                      <a:pt x="446" y="579"/>
                      <a:pt x="493" y="590"/>
                      <a:pt x="539" y="590"/>
                    </a:cubicBezTo>
                    <a:cubicBezTo>
                      <a:pt x="586" y="590"/>
                      <a:pt x="633" y="579"/>
                      <a:pt x="669" y="558"/>
                    </a:cubicBezTo>
                    <a:lnTo>
                      <a:pt x="978" y="378"/>
                    </a:lnTo>
                    <a:cubicBezTo>
                      <a:pt x="1049" y="335"/>
                      <a:pt x="1049" y="270"/>
                      <a:pt x="978" y="226"/>
                    </a:cubicBezTo>
                    <a:lnTo>
                      <a:pt x="647" y="33"/>
                    </a:lnTo>
                    <a:cubicBezTo>
                      <a:pt x="611" y="12"/>
                      <a:pt x="563" y="1"/>
                      <a:pt x="51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44">
                <a:extLst>
                  <a:ext uri="{FF2B5EF4-FFF2-40B4-BE49-F238E27FC236}">
                    <a16:creationId xmlns:a16="http://schemas.microsoft.com/office/drawing/2014/main" id="{2F776BB9-A0FA-1BFD-CF21-04DE522978DA}"/>
                  </a:ext>
                </a:extLst>
              </p:cNvPr>
              <p:cNvSpPr/>
              <p:nvPr/>
            </p:nvSpPr>
            <p:spPr>
              <a:xfrm>
                <a:off x="-1072988" y="1542052"/>
                <a:ext cx="141274" cy="79912"/>
              </a:xfrm>
              <a:custGeom>
                <a:avLst/>
                <a:gdLst/>
                <a:ahLst/>
                <a:cxnLst/>
                <a:rect l="l" t="t" r="r" b="b"/>
                <a:pathLst>
                  <a:path w="1706" h="965" extrusionOk="0">
                    <a:moveTo>
                      <a:pt x="512" y="1"/>
                    </a:moveTo>
                    <a:cubicBezTo>
                      <a:pt x="465" y="1"/>
                      <a:pt x="418" y="12"/>
                      <a:pt x="382" y="33"/>
                    </a:cubicBezTo>
                    <a:lnTo>
                      <a:pt x="73" y="213"/>
                    </a:lnTo>
                    <a:cubicBezTo>
                      <a:pt x="1" y="256"/>
                      <a:pt x="1" y="321"/>
                      <a:pt x="73" y="365"/>
                    </a:cubicBezTo>
                    <a:lnTo>
                      <a:pt x="1058" y="932"/>
                    </a:lnTo>
                    <a:cubicBezTo>
                      <a:pt x="1095" y="954"/>
                      <a:pt x="1143" y="964"/>
                      <a:pt x="1191" y="964"/>
                    </a:cubicBezTo>
                    <a:cubicBezTo>
                      <a:pt x="1240" y="964"/>
                      <a:pt x="1288" y="954"/>
                      <a:pt x="1324" y="932"/>
                    </a:cubicBezTo>
                    <a:lnTo>
                      <a:pt x="1633" y="760"/>
                    </a:lnTo>
                    <a:cubicBezTo>
                      <a:pt x="1705" y="716"/>
                      <a:pt x="1698" y="644"/>
                      <a:pt x="1626" y="601"/>
                    </a:cubicBezTo>
                    <a:lnTo>
                      <a:pt x="641" y="33"/>
                    </a:lnTo>
                    <a:cubicBezTo>
                      <a:pt x="606" y="12"/>
                      <a:pt x="559" y="1"/>
                      <a:pt x="512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44">
                <a:extLst>
                  <a:ext uri="{FF2B5EF4-FFF2-40B4-BE49-F238E27FC236}">
                    <a16:creationId xmlns:a16="http://schemas.microsoft.com/office/drawing/2014/main" id="{415CE1F9-C70F-9AFD-8594-0A9414302587}"/>
                  </a:ext>
                </a:extLst>
              </p:cNvPr>
              <p:cNvSpPr/>
              <p:nvPr/>
            </p:nvSpPr>
            <p:spPr>
              <a:xfrm>
                <a:off x="-1129383" y="1509921"/>
                <a:ext cx="83969" cy="46953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567" extrusionOk="0">
                    <a:moveTo>
                      <a:pt x="514" y="1"/>
                    </a:moveTo>
                    <a:cubicBezTo>
                      <a:pt x="465" y="1"/>
                      <a:pt x="416" y="12"/>
                      <a:pt x="380" y="33"/>
                    </a:cubicBezTo>
                    <a:lnTo>
                      <a:pt x="71" y="213"/>
                    </a:lnTo>
                    <a:cubicBezTo>
                      <a:pt x="0" y="249"/>
                      <a:pt x="0" y="321"/>
                      <a:pt x="71" y="364"/>
                    </a:cubicBezTo>
                    <a:lnTo>
                      <a:pt x="373" y="537"/>
                    </a:lnTo>
                    <a:cubicBezTo>
                      <a:pt x="411" y="556"/>
                      <a:pt x="460" y="567"/>
                      <a:pt x="509" y="567"/>
                    </a:cubicBezTo>
                    <a:cubicBezTo>
                      <a:pt x="554" y="567"/>
                      <a:pt x="598" y="558"/>
                      <a:pt x="632" y="537"/>
                    </a:cubicBezTo>
                    <a:lnTo>
                      <a:pt x="941" y="357"/>
                    </a:lnTo>
                    <a:cubicBezTo>
                      <a:pt x="1013" y="314"/>
                      <a:pt x="1013" y="242"/>
                      <a:pt x="941" y="206"/>
                    </a:cubicBezTo>
                    <a:lnTo>
                      <a:pt x="647" y="33"/>
                    </a:lnTo>
                    <a:cubicBezTo>
                      <a:pt x="611" y="12"/>
                      <a:pt x="562" y="1"/>
                      <a:pt x="51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44">
                <a:extLst>
                  <a:ext uri="{FF2B5EF4-FFF2-40B4-BE49-F238E27FC236}">
                    <a16:creationId xmlns:a16="http://schemas.microsoft.com/office/drawing/2014/main" id="{1DC574B1-EE22-54EB-CDD8-EDF54981CD92}"/>
                  </a:ext>
                </a:extLst>
              </p:cNvPr>
              <p:cNvSpPr/>
              <p:nvPr/>
            </p:nvSpPr>
            <p:spPr>
              <a:xfrm>
                <a:off x="-1060401" y="1417669"/>
                <a:ext cx="85791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583" extrusionOk="0">
                    <a:moveTo>
                      <a:pt x="536" y="0"/>
                    </a:moveTo>
                    <a:cubicBezTo>
                      <a:pt x="488" y="0"/>
                      <a:pt x="439" y="11"/>
                      <a:pt x="403" y="33"/>
                    </a:cubicBezTo>
                    <a:lnTo>
                      <a:pt x="73" y="228"/>
                    </a:lnTo>
                    <a:cubicBezTo>
                      <a:pt x="1" y="271"/>
                      <a:pt x="1" y="335"/>
                      <a:pt x="73" y="378"/>
                    </a:cubicBezTo>
                    <a:lnTo>
                      <a:pt x="366" y="550"/>
                    </a:lnTo>
                    <a:cubicBezTo>
                      <a:pt x="403" y="572"/>
                      <a:pt x="451" y="583"/>
                      <a:pt x="500" y="583"/>
                    </a:cubicBezTo>
                    <a:cubicBezTo>
                      <a:pt x="549" y="583"/>
                      <a:pt x="598" y="572"/>
                      <a:pt x="634" y="550"/>
                    </a:cubicBezTo>
                    <a:lnTo>
                      <a:pt x="963" y="357"/>
                    </a:lnTo>
                    <a:cubicBezTo>
                      <a:pt x="1036" y="314"/>
                      <a:pt x="1036" y="248"/>
                      <a:pt x="963" y="205"/>
                    </a:cubicBezTo>
                    <a:lnTo>
                      <a:pt x="668" y="33"/>
                    </a:lnTo>
                    <a:cubicBezTo>
                      <a:pt x="633" y="11"/>
                      <a:pt x="585" y="0"/>
                      <a:pt x="53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44">
                <a:extLst>
                  <a:ext uri="{FF2B5EF4-FFF2-40B4-BE49-F238E27FC236}">
                    <a16:creationId xmlns:a16="http://schemas.microsoft.com/office/drawing/2014/main" id="{0DFF845F-FA82-9579-6A9F-51C4488F9870}"/>
                  </a:ext>
                </a:extLst>
              </p:cNvPr>
              <p:cNvSpPr/>
              <p:nvPr/>
            </p:nvSpPr>
            <p:spPr>
              <a:xfrm>
                <a:off x="-1004420" y="1450214"/>
                <a:ext cx="87530" cy="48609"/>
              </a:xfrm>
              <a:custGeom>
                <a:avLst/>
                <a:gdLst/>
                <a:ahLst/>
                <a:cxnLst/>
                <a:rect l="l" t="t" r="r" b="b"/>
                <a:pathLst>
                  <a:path w="1057" h="587" extrusionOk="0">
                    <a:moveTo>
                      <a:pt x="539" y="1"/>
                    </a:moveTo>
                    <a:cubicBezTo>
                      <a:pt x="493" y="1"/>
                      <a:pt x="446" y="10"/>
                      <a:pt x="410" y="28"/>
                    </a:cubicBezTo>
                    <a:lnTo>
                      <a:pt x="72" y="223"/>
                    </a:lnTo>
                    <a:cubicBezTo>
                      <a:pt x="1" y="266"/>
                      <a:pt x="1" y="337"/>
                      <a:pt x="72" y="380"/>
                    </a:cubicBezTo>
                    <a:lnTo>
                      <a:pt x="380" y="561"/>
                    </a:lnTo>
                    <a:cubicBezTo>
                      <a:pt x="420" y="578"/>
                      <a:pt x="469" y="587"/>
                      <a:pt x="517" y="587"/>
                    </a:cubicBezTo>
                    <a:cubicBezTo>
                      <a:pt x="565" y="587"/>
                      <a:pt x="612" y="578"/>
                      <a:pt x="648" y="561"/>
                    </a:cubicBezTo>
                    <a:lnTo>
                      <a:pt x="984" y="366"/>
                    </a:lnTo>
                    <a:cubicBezTo>
                      <a:pt x="1057" y="323"/>
                      <a:pt x="1057" y="250"/>
                      <a:pt x="977" y="207"/>
                    </a:cubicBezTo>
                    <a:lnTo>
                      <a:pt x="669" y="28"/>
                    </a:lnTo>
                    <a:cubicBezTo>
                      <a:pt x="632" y="10"/>
                      <a:pt x="586" y="1"/>
                      <a:pt x="53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44">
                <a:extLst>
                  <a:ext uri="{FF2B5EF4-FFF2-40B4-BE49-F238E27FC236}">
                    <a16:creationId xmlns:a16="http://schemas.microsoft.com/office/drawing/2014/main" id="{0002E69F-9BB4-D621-F92E-A818911C2024}"/>
                  </a:ext>
                </a:extLst>
              </p:cNvPr>
              <p:cNvSpPr/>
              <p:nvPr/>
            </p:nvSpPr>
            <p:spPr>
              <a:xfrm>
                <a:off x="-1072243" y="1290968"/>
                <a:ext cx="59540" cy="32462"/>
              </a:xfrm>
              <a:custGeom>
                <a:avLst/>
                <a:gdLst/>
                <a:ahLst/>
                <a:cxnLst/>
                <a:rect l="l" t="t" r="r" b="b"/>
                <a:pathLst>
                  <a:path w="719" h="392" extrusionOk="0">
                    <a:moveTo>
                      <a:pt x="248" y="0"/>
                    </a:moveTo>
                    <a:cubicBezTo>
                      <a:pt x="199" y="0"/>
                      <a:pt x="151" y="11"/>
                      <a:pt x="114" y="33"/>
                    </a:cubicBezTo>
                    <a:lnTo>
                      <a:pt x="71" y="60"/>
                    </a:lnTo>
                    <a:cubicBezTo>
                      <a:pt x="1" y="96"/>
                      <a:pt x="1" y="169"/>
                      <a:pt x="71" y="212"/>
                    </a:cubicBezTo>
                    <a:lnTo>
                      <a:pt x="330" y="362"/>
                    </a:lnTo>
                    <a:cubicBezTo>
                      <a:pt x="365" y="383"/>
                      <a:pt x="411" y="392"/>
                      <a:pt x="457" y="392"/>
                    </a:cubicBezTo>
                    <a:cubicBezTo>
                      <a:pt x="508" y="392"/>
                      <a:pt x="559" y="381"/>
                      <a:pt x="596" y="362"/>
                    </a:cubicBezTo>
                    <a:lnTo>
                      <a:pt x="639" y="334"/>
                    </a:lnTo>
                    <a:cubicBezTo>
                      <a:pt x="718" y="291"/>
                      <a:pt x="711" y="219"/>
                      <a:pt x="639" y="176"/>
                    </a:cubicBezTo>
                    <a:lnTo>
                      <a:pt x="380" y="33"/>
                    </a:lnTo>
                    <a:cubicBezTo>
                      <a:pt x="345" y="11"/>
                      <a:pt x="296" y="0"/>
                      <a:pt x="24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44">
                <a:extLst>
                  <a:ext uri="{FF2B5EF4-FFF2-40B4-BE49-F238E27FC236}">
                    <a16:creationId xmlns:a16="http://schemas.microsoft.com/office/drawing/2014/main" id="{F630EA07-1014-D6B5-CC9C-434F93C00B31}"/>
                  </a:ext>
                </a:extLst>
              </p:cNvPr>
              <p:cNvSpPr/>
              <p:nvPr/>
            </p:nvSpPr>
            <p:spPr>
              <a:xfrm>
                <a:off x="-1019409" y="1321194"/>
                <a:ext cx="65668" cy="36436"/>
              </a:xfrm>
              <a:custGeom>
                <a:avLst/>
                <a:gdLst/>
                <a:ahLst/>
                <a:cxnLst/>
                <a:rect l="l" t="t" r="r" b="b"/>
                <a:pathLst>
                  <a:path w="793" h="440" extrusionOk="0">
                    <a:moveTo>
                      <a:pt x="253" y="1"/>
                    </a:moveTo>
                    <a:cubicBezTo>
                      <a:pt x="207" y="1"/>
                      <a:pt x="160" y="12"/>
                      <a:pt x="123" y="33"/>
                    </a:cubicBezTo>
                    <a:lnTo>
                      <a:pt x="73" y="63"/>
                    </a:lnTo>
                    <a:cubicBezTo>
                      <a:pt x="1" y="106"/>
                      <a:pt x="1" y="170"/>
                      <a:pt x="73" y="213"/>
                    </a:cubicBezTo>
                    <a:lnTo>
                      <a:pt x="411" y="408"/>
                    </a:lnTo>
                    <a:cubicBezTo>
                      <a:pt x="448" y="429"/>
                      <a:pt x="494" y="440"/>
                      <a:pt x="541" y="440"/>
                    </a:cubicBezTo>
                    <a:cubicBezTo>
                      <a:pt x="587" y="440"/>
                      <a:pt x="634" y="429"/>
                      <a:pt x="670" y="408"/>
                    </a:cubicBezTo>
                    <a:lnTo>
                      <a:pt x="720" y="378"/>
                    </a:lnTo>
                    <a:cubicBezTo>
                      <a:pt x="793" y="335"/>
                      <a:pt x="793" y="271"/>
                      <a:pt x="720" y="228"/>
                    </a:cubicBezTo>
                    <a:lnTo>
                      <a:pt x="382" y="33"/>
                    </a:lnTo>
                    <a:cubicBezTo>
                      <a:pt x="347" y="12"/>
                      <a:pt x="300" y="1"/>
                      <a:pt x="25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44">
                <a:extLst>
                  <a:ext uri="{FF2B5EF4-FFF2-40B4-BE49-F238E27FC236}">
                    <a16:creationId xmlns:a16="http://schemas.microsoft.com/office/drawing/2014/main" id="{783AE5E5-089E-5905-4B85-6059AEFC066F}"/>
                  </a:ext>
                </a:extLst>
              </p:cNvPr>
              <p:cNvSpPr/>
              <p:nvPr/>
            </p:nvSpPr>
            <p:spPr>
              <a:xfrm>
                <a:off x="-1075804" y="1342062"/>
                <a:ext cx="86371" cy="48361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584" extrusionOk="0">
                    <a:moveTo>
                      <a:pt x="500" y="1"/>
                    </a:moveTo>
                    <a:cubicBezTo>
                      <a:pt x="451" y="1"/>
                      <a:pt x="402" y="12"/>
                      <a:pt x="366" y="33"/>
                    </a:cubicBezTo>
                    <a:lnTo>
                      <a:pt x="71" y="206"/>
                    </a:lnTo>
                    <a:cubicBezTo>
                      <a:pt x="0" y="249"/>
                      <a:pt x="0" y="321"/>
                      <a:pt x="71" y="357"/>
                    </a:cubicBezTo>
                    <a:lnTo>
                      <a:pt x="409" y="551"/>
                    </a:lnTo>
                    <a:cubicBezTo>
                      <a:pt x="445" y="572"/>
                      <a:pt x="492" y="583"/>
                      <a:pt x="539" y="583"/>
                    </a:cubicBezTo>
                    <a:cubicBezTo>
                      <a:pt x="585" y="583"/>
                      <a:pt x="632" y="572"/>
                      <a:pt x="668" y="551"/>
                    </a:cubicBezTo>
                    <a:lnTo>
                      <a:pt x="970" y="378"/>
                    </a:lnTo>
                    <a:cubicBezTo>
                      <a:pt x="1042" y="342"/>
                      <a:pt x="1042" y="271"/>
                      <a:pt x="970" y="228"/>
                    </a:cubicBezTo>
                    <a:lnTo>
                      <a:pt x="632" y="33"/>
                    </a:lnTo>
                    <a:cubicBezTo>
                      <a:pt x="596" y="12"/>
                      <a:pt x="548" y="1"/>
                      <a:pt x="50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44">
                <a:extLst>
                  <a:ext uri="{FF2B5EF4-FFF2-40B4-BE49-F238E27FC236}">
                    <a16:creationId xmlns:a16="http://schemas.microsoft.com/office/drawing/2014/main" id="{CE3EBC49-A09E-B75B-5C0D-504F90683E5C}"/>
                  </a:ext>
                </a:extLst>
              </p:cNvPr>
              <p:cNvSpPr/>
              <p:nvPr/>
            </p:nvSpPr>
            <p:spPr>
              <a:xfrm>
                <a:off x="-1242503" y="1246250"/>
                <a:ext cx="83307" cy="4653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562" extrusionOk="0">
                    <a:moveTo>
                      <a:pt x="503" y="0"/>
                    </a:moveTo>
                    <a:cubicBezTo>
                      <a:pt x="456" y="0"/>
                      <a:pt x="410" y="11"/>
                      <a:pt x="375" y="33"/>
                    </a:cubicBezTo>
                    <a:lnTo>
                      <a:pt x="73" y="205"/>
                    </a:lnTo>
                    <a:cubicBezTo>
                      <a:pt x="0" y="248"/>
                      <a:pt x="0" y="314"/>
                      <a:pt x="73" y="357"/>
                    </a:cubicBezTo>
                    <a:lnTo>
                      <a:pt x="375" y="529"/>
                    </a:lnTo>
                    <a:cubicBezTo>
                      <a:pt x="410" y="551"/>
                      <a:pt x="456" y="562"/>
                      <a:pt x="503" y="562"/>
                    </a:cubicBezTo>
                    <a:cubicBezTo>
                      <a:pt x="550" y="562"/>
                      <a:pt x="597" y="551"/>
                      <a:pt x="633" y="529"/>
                    </a:cubicBezTo>
                    <a:lnTo>
                      <a:pt x="935" y="357"/>
                    </a:lnTo>
                    <a:cubicBezTo>
                      <a:pt x="1006" y="314"/>
                      <a:pt x="1006" y="241"/>
                      <a:pt x="935" y="205"/>
                    </a:cubicBezTo>
                    <a:lnTo>
                      <a:pt x="633" y="33"/>
                    </a:lnTo>
                    <a:cubicBezTo>
                      <a:pt x="597" y="11"/>
                      <a:pt x="550" y="0"/>
                      <a:pt x="50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44">
                <a:extLst>
                  <a:ext uri="{FF2B5EF4-FFF2-40B4-BE49-F238E27FC236}">
                    <a16:creationId xmlns:a16="http://schemas.microsoft.com/office/drawing/2014/main" id="{4584BE3E-3C5C-1A21-6293-F2FB9A03224A}"/>
                  </a:ext>
                </a:extLst>
              </p:cNvPr>
              <p:cNvSpPr/>
              <p:nvPr/>
            </p:nvSpPr>
            <p:spPr>
              <a:xfrm>
                <a:off x="-1186522" y="1278380"/>
                <a:ext cx="84466" cy="47119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569" extrusionOk="0">
                    <a:moveTo>
                      <a:pt x="507" y="0"/>
                    </a:moveTo>
                    <a:cubicBezTo>
                      <a:pt x="458" y="0"/>
                      <a:pt x="409" y="11"/>
                      <a:pt x="373" y="33"/>
                    </a:cubicBezTo>
                    <a:lnTo>
                      <a:pt x="78" y="205"/>
                    </a:lnTo>
                    <a:cubicBezTo>
                      <a:pt x="0" y="248"/>
                      <a:pt x="7" y="321"/>
                      <a:pt x="78" y="357"/>
                    </a:cubicBezTo>
                    <a:lnTo>
                      <a:pt x="389" y="536"/>
                    </a:lnTo>
                    <a:cubicBezTo>
                      <a:pt x="424" y="558"/>
                      <a:pt x="472" y="569"/>
                      <a:pt x="521" y="569"/>
                    </a:cubicBezTo>
                    <a:cubicBezTo>
                      <a:pt x="569" y="569"/>
                      <a:pt x="618" y="558"/>
                      <a:pt x="654" y="536"/>
                    </a:cubicBezTo>
                    <a:lnTo>
                      <a:pt x="949" y="364"/>
                    </a:lnTo>
                    <a:cubicBezTo>
                      <a:pt x="1020" y="321"/>
                      <a:pt x="1020" y="255"/>
                      <a:pt x="949" y="212"/>
                    </a:cubicBezTo>
                    <a:lnTo>
                      <a:pt x="639" y="33"/>
                    </a:lnTo>
                    <a:cubicBezTo>
                      <a:pt x="603" y="11"/>
                      <a:pt x="555" y="0"/>
                      <a:pt x="50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44">
                <a:extLst>
                  <a:ext uri="{FF2B5EF4-FFF2-40B4-BE49-F238E27FC236}">
                    <a16:creationId xmlns:a16="http://schemas.microsoft.com/office/drawing/2014/main" id="{FD6D3F78-5D60-7366-5E8D-4CF72F29C9E1}"/>
                  </a:ext>
                </a:extLst>
              </p:cNvPr>
              <p:cNvSpPr/>
              <p:nvPr/>
            </p:nvSpPr>
            <p:spPr>
              <a:xfrm>
                <a:off x="-1516359" y="1154660"/>
                <a:ext cx="86371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583" extrusionOk="0">
                    <a:moveTo>
                      <a:pt x="540" y="0"/>
                    </a:moveTo>
                    <a:cubicBezTo>
                      <a:pt x="493" y="0"/>
                      <a:pt x="446" y="11"/>
                      <a:pt x="411" y="33"/>
                    </a:cubicBezTo>
                    <a:lnTo>
                      <a:pt x="73" y="226"/>
                    </a:lnTo>
                    <a:cubicBezTo>
                      <a:pt x="0" y="269"/>
                      <a:pt x="0" y="335"/>
                      <a:pt x="79" y="378"/>
                    </a:cubicBezTo>
                    <a:lnTo>
                      <a:pt x="374" y="550"/>
                    </a:lnTo>
                    <a:cubicBezTo>
                      <a:pt x="411" y="572"/>
                      <a:pt x="459" y="583"/>
                      <a:pt x="507" y="583"/>
                    </a:cubicBezTo>
                    <a:cubicBezTo>
                      <a:pt x="556" y="583"/>
                      <a:pt x="604" y="572"/>
                      <a:pt x="640" y="550"/>
                    </a:cubicBezTo>
                    <a:lnTo>
                      <a:pt x="971" y="355"/>
                    </a:lnTo>
                    <a:cubicBezTo>
                      <a:pt x="1042" y="312"/>
                      <a:pt x="1042" y="248"/>
                      <a:pt x="971" y="205"/>
                    </a:cubicBezTo>
                    <a:lnTo>
                      <a:pt x="676" y="33"/>
                    </a:lnTo>
                    <a:cubicBezTo>
                      <a:pt x="637" y="11"/>
                      <a:pt x="588" y="0"/>
                      <a:pt x="54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44">
                <a:extLst>
                  <a:ext uri="{FF2B5EF4-FFF2-40B4-BE49-F238E27FC236}">
                    <a16:creationId xmlns:a16="http://schemas.microsoft.com/office/drawing/2014/main" id="{A85010BF-9F95-5837-0A9B-C310BA3A8704}"/>
                  </a:ext>
                </a:extLst>
              </p:cNvPr>
              <p:cNvSpPr/>
              <p:nvPr/>
            </p:nvSpPr>
            <p:spPr>
              <a:xfrm>
                <a:off x="-1472221" y="1113503"/>
                <a:ext cx="83307" cy="46622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563" extrusionOk="0">
                    <a:moveTo>
                      <a:pt x="504" y="1"/>
                    </a:moveTo>
                    <a:cubicBezTo>
                      <a:pt x="456" y="1"/>
                      <a:pt x="409" y="11"/>
                      <a:pt x="373" y="33"/>
                    </a:cubicBezTo>
                    <a:lnTo>
                      <a:pt x="71" y="205"/>
                    </a:lnTo>
                    <a:cubicBezTo>
                      <a:pt x="0" y="249"/>
                      <a:pt x="0" y="314"/>
                      <a:pt x="71" y="357"/>
                    </a:cubicBezTo>
                    <a:lnTo>
                      <a:pt x="373" y="530"/>
                    </a:lnTo>
                    <a:cubicBezTo>
                      <a:pt x="409" y="551"/>
                      <a:pt x="458" y="562"/>
                      <a:pt x="506" y="562"/>
                    </a:cubicBezTo>
                    <a:cubicBezTo>
                      <a:pt x="555" y="562"/>
                      <a:pt x="603" y="551"/>
                      <a:pt x="638" y="530"/>
                    </a:cubicBezTo>
                    <a:lnTo>
                      <a:pt x="933" y="357"/>
                    </a:lnTo>
                    <a:cubicBezTo>
                      <a:pt x="1006" y="314"/>
                      <a:pt x="1006" y="249"/>
                      <a:pt x="933" y="205"/>
                    </a:cubicBezTo>
                    <a:lnTo>
                      <a:pt x="638" y="33"/>
                    </a:lnTo>
                    <a:cubicBezTo>
                      <a:pt x="600" y="11"/>
                      <a:pt x="551" y="1"/>
                      <a:pt x="50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4">
                <a:extLst>
                  <a:ext uri="{FF2B5EF4-FFF2-40B4-BE49-F238E27FC236}">
                    <a16:creationId xmlns:a16="http://schemas.microsoft.com/office/drawing/2014/main" id="{84B65B8A-A6A6-8A5D-4A7D-FC1E88142A14}"/>
                  </a:ext>
                </a:extLst>
              </p:cNvPr>
              <p:cNvSpPr/>
              <p:nvPr/>
            </p:nvSpPr>
            <p:spPr>
              <a:xfrm>
                <a:off x="-1415826" y="1092634"/>
                <a:ext cx="62687" cy="34615"/>
              </a:xfrm>
              <a:custGeom>
                <a:avLst/>
                <a:gdLst/>
                <a:ahLst/>
                <a:cxnLst/>
                <a:rect l="l" t="t" r="r" b="b"/>
                <a:pathLst>
                  <a:path w="757" h="418" extrusionOk="0">
                    <a:moveTo>
                      <a:pt x="257" y="1"/>
                    </a:moveTo>
                    <a:cubicBezTo>
                      <a:pt x="208" y="1"/>
                      <a:pt x="159" y="12"/>
                      <a:pt x="123" y="33"/>
                    </a:cubicBezTo>
                    <a:lnTo>
                      <a:pt x="73" y="62"/>
                    </a:lnTo>
                    <a:cubicBezTo>
                      <a:pt x="1" y="106"/>
                      <a:pt x="1" y="169"/>
                      <a:pt x="73" y="213"/>
                    </a:cubicBezTo>
                    <a:lnTo>
                      <a:pt x="375" y="385"/>
                    </a:lnTo>
                    <a:cubicBezTo>
                      <a:pt x="411" y="407"/>
                      <a:pt x="460" y="417"/>
                      <a:pt x="508" y="417"/>
                    </a:cubicBezTo>
                    <a:cubicBezTo>
                      <a:pt x="557" y="417"/>
                      <a:pt x="605" y="407"/>
                      <a:pt x="641" y="385"/>
                    </a:cubicBezTo>
                    <a:lnTo>
                      <a:pt x="684" y="357"/>
                    </a:lnTo>
                    <a:cubicBezTo>
                      <a:pt x="756" y="314"/>
                      <a:pt x="756" y="249"/>
                      <a:pt x="684" y="206"/>
                    </a:cubicBezTo>
                    <a:lnTo>
                      <a:pt x="389" y="33"/>
                    </a:lnTo>
                    <a:cubicBezTo>
                      <a:pt x="353" y="12"/>
                      <a:pt x="305" y="1"/>
                      <a:pt x="25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4">
                <a:extLst>
                  <a:ext uri="{FF2B5EF4-FFF2-40B4-BE49-F238E27FC236}">
                    <a16:creationId xmlns:a16="http://schemas.microsoft.com/office/drawing/2014/main" id="{79E5237C-62F5-69DC-DDDA-FDBAA9E81DE1}"/>
                  </a:ext>
                </a:extLst>
              </p:cNvPr>
              <p:cNvSpPr/>
              <p:nvPr/>
            </p:nvSpPr>
            <p:spPr>
              <a:xfrm>
                <a:off x="-1359266" y="1124765"/>
                <a:ext cx="63847" cy="3536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27" extrusionOk="0">
                    <a:moveTo>
                      <a:pt x="252" y="1"/>
                    </a:moveTo>
                    <a:cubicBezTo>
                      <a:pt x="204" y="1"/>
                      <a:pt x="156" y="12"/>
                      <a:pt x="116" y="33"/>
                    </a:cubicBezTo>
                    <a:lnTo>
                      <a:pt x="73" y="63"/>
                    </a:lnTo>
                    <a:cubicBezTo>
                      <a:pt x="1" y="106"/>
                      <a:pt x="1" y="178"/>
                      <a:pt x="73" y="213"/>
                    </a:cubicBezTo>
                    <a:lnTo>
                      <a:pt x="382" y="394"/>
                    </a:lnTo>
                    <a:cubicBezTo>
                      <a:pt x="418" y="415"/>
                      <a:pt x="467" y="426"/>
                      <a:pt x="515" y="426"/>
                    </a:cubicBezTo>
                    <a:cubicBezTo>
                      <a:pt x="564" y="426"/>
                      <a:pt x="612" y="415"/>
                      <a:pt x="648" y="394"/>
                    </a:cubicBezTo>
                    <a:lnTo>
                      <a:pt x="691" y="371"/>
                    </a:lnTo>
                    <a:cubicBezTo>
                      <a:pt x="770" y="328"/>
                      <a:pt x="763" y="256"/>
                      <a:pt x="691" y="213"/>
                    </a:cubicBezTo>
                    <a:lnTo>
                      <a:pt x="382" y="33"/>
                    </a:lnTo>
                    <a:cubicBezTo>
                      <a:pt x="346" y="12"/>
                      <a:pt x="299" y="1"/>
                      <a:pt x="252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4">
                <a:extLst>
                  <a:ext uri="{FF2B5EF4-FFF2-40B4-BE49-F238E27FC236}">
                    <a16:creationId xmlns:a16="http://schemas.microsoft.com/office/drawing/2014/main" id="{80E09D9C-F50F-1C5D-D6AB-7134E8E81C2F}"/>
                  </a:ext>
                </a:extLst>
              </p:cNvPr>
              <p:cNvSpPr/>
              <p:nvPr/>
            </p:nvSpPr>
            <p:spPr>
              <a:xfrm>
                <a:off x="-1185943" y="1225381"/>
                <a:ext cx="62522" cy="34201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3" extrusionOk="0">
                    <a:moveTo>
                      <a:pt x="252" y="0"/>
                    </a:moveTo>
                    <a:cubicBezTo>
                      <a:pt x="205" y="0"/>
                      <a:pt x="158" y="11"/>
                      <a:pt x="123" y="33"/>
                    </a:cubicBezTo>
                    <a:lnTo>
                      <a:pt x="71" y="55"/>
                    </a:lnTo>
                    <a:cubicBezTo>
                      <a:pt x="0" y="98"/>
                      <a:pt x="0" y="171"/>
                      <a:pt x="71" y="214"/>
                    </a:cubicBezTo>
                    <a:lnTo>
                      <a:pt x="373" y="386"/>
                    </a:lnTo>
                    <a:cubicBezTo>
                      <a:pt x="409" y="404"/>
                      <a:pt x="456" y="412"/>
                      <a:pt x="503" y="412"/>
                    </a:cubicBezTo>
                    <a:cubicBezTo>
                      <a:pt x="550" y="412"/>
                      <a:pt x="596" y="404"/>
                      <a:pt x="632" y="386"/>
                    </a:cubicBezTo>
                    <a:lnTo>
                      <a:pt x="683" y="357"/>
                    </a:lnTo>
                    <a:cubicBezTo>
                      <a:pt x="754" y="314"/>
                      <a:pt x="754" y="241"/>
                      <a:pt x="683" y="198"/>
                    </a:cubicBezTo>
                    <a:lnTo>
                      <a:pt x="388" y="33"/>
                    </a:lnTo>
                    <a:cubicBezTo>
                      <a:pt x="349" y="11"/>
                      <a:pt x="300" y="0"/>
                      <a:pt x="25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44">
                <a:extLst>
                  <a:ext uri="{FF2B5EF4-FFF2-40B4-BE49-F238E27FC236}">
                    <a16:creationId xmlns:a16="http://schemas.microsoft.com/office/drawing/2014/main" id="{93FAE64D-E02C-8D5B-B5CC-94B9F34F6C70}"/>
                  </a:ext>
                </a:extLst>
              </p:cNvPr>
              <p:cNvSpPr/>
              <p:nvPr/>
            </p:nvSpPr>
            <p:spPr>
              <a:xfrm>
                <a:off x="-1302127" y="1158221"/>
                <a:ext cx="63267" cy="34697"/>
              </a:xfrm>
              <a:custGeom>
                <a:avLst/>
                <a:gdLst/>
                <a:ahLst/>
                <a:cxnLst/>
                <a:rect l="l" t="t" r="r" b="b"/>
                <a:pathLst>
                  <a:path w="764" h="419" extrusionOk="0">
                    <a:moveTo>
                      <a:pt x="253" y="1"/>
                    </a:moveTo>
                    <a:cubicBezTo>
                      <a:pt x="206" y="1"/>
                      <a:pt x="160" y="11"/>
                      <a:pt x="123" y="33"/>
                    </a:cubicBezTo>
                    <a:lnTo>
                      <a:pt x="73" y="61"/>
                    </a:lnTo>
                    <a:cubicBezTo>
                      <a:pt x="1" y="104"/>
                      <a:pt x="1" y="169"/>
                      <a:pt x="73" y="212"/>
                    </a:cubicBezTo>
                    <a:lnTo>
                      <a:pt x="382" y="392"/>
                    </a:lnTo>
                    <a:cubicBezTo>
                      <a:pt x="418" y="410"/>
                      <a:pt x="465" y="419"/>
                      <a:pt x="511" y="419"/>
                    </a:cubicBezTo>
                    <a:cubicBezTo>
                      <a:pt x="558" y="419"/>
                      <a:pt x="605" y="410"/>
                      <a:pt x="641" y="392"/>
                    </a:cubicBezTo>
                    <a:lnTo>
                      <a:pt x="691" y="362"/>
                    </a:lnTo>
                    <a:cubicBezTo>
                      <a:pt x="763" y="319"/>
                      <a:pt x="763" y="249"/>
                      <a:pt x="691" y="205"/>
                    </a:cubicBezTo>
                    <a:lnTo>
                      <a:pt x="382" y="33"/>
                    </a:lnTo>
                    <a:cubicBezTo>
                      <a:pt x="346" y="11"/>
                      <a:pt x="299" y="1"/>
                      <a:pt x="25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44">
                <a:extLst>
                  <a:ext uri="{FF2B5EF4-FFF2-40B4-BE49-F238E27FC236}">
                    <a16:creationId xmlns:a16="http://schemas.microsoft.com/office/drawing/2014/main" id="{548B4F61-C0BC-04B4-949D-86703BF01F12}"/>
                  </a:ext>
                </a:extLst>
              </p:cNvPr>
              <p:cNvSpPr/>
              <p:nvPr/>
            </p:nvSpPr>
            <p:spPr>
              <a:xfrm>
                <a:off x="-1415826" y="1146048"/>
                <a:ext cx="84052" cy="46870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566" extrusionOk="0">
                    <a:moveTo>
                      <a:pt x="501" y="1"/>
                    </a:moveTo>
                    <a:cubicBezTo>
                      <a:pt x="453" y="1"/>
                      <a:pt x="404" y="10"/>
                      <a:pt x="368" y="28"/>
                    </a:cubicBezTo>
                    <a:lnTo>
                      <a:pt x="73" y="201"/>
                    </a:lnTo>
                    <a:cubicBezTo>
                      <a:pt x="1" y="244"/>
                      <a:pt x="1" y="316"/>
                      <a:pt x="73" y="359"/>
                    </a:cubicBezTo>
                    <a:lnTo>
                      <a:pt x="382" y="539"/>
                    </a:lnTo>
                    <a:cubicBezTo>
                      <a:pt x="418" y="557"/>
                      <a:pt x="467" y="566"/>
                      <a:pt x="515" y="566"/>
                    </a:cubicBezTo>
                    <a:cubicBezTo>
                      <a:pt x="564" y="566"/>
                      <a:pt x="612" y="557"/>
                      <a:pt x="648" y="539"/>
                    </a:cubicBezTo>
                    <a:lnTo>
                      <a:pt x="943" y="359"/>
                    </a:lnTo>
                    <a:cubicBezTo>
                      <a:pt x="1015" y="323"/>
                      <a:pt x="1015" y="251"/>
                      <a:pt x="943" y="208"/>
                    </a:cubicBezTo>
                    <a:lnTo>
                      <a:pt x="634" y="28"/>
                    </a:lnTo>
                    <a:cubicBezTo>
                      <a:pt x="597" y="10"/>
                      <a:pt x="549" y="1"/>
                      <a:pt x="50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44">
                <a:extLst>
                  <a:ext uri="{FF2B5EF4-FFF2-40B4-BE49-F238E27FC236}">
                    <a16:creationId xmlns:a16="http://schemas.microsoft.com/office/drawing/2014/main" id="{2275F054-DD8A-4CFC-6042-71EDC065FD8D}"/>
                  </a:ext>
                </a:extLst>
              </p:cNvPr>
              <p:cNvSpPr/>
              <p:nvPr/>
            </p:nvSpPr>
            <p:spPr>
              <a:xfrm>
                <a:off x="-1358687" y="1178924"/>
                <a:ext cx="84135" cy="47202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570" extrusionOk="0">
                    <a:moveTo>
                      <a:pt x="501" y="1"/>
                    </a:moveTo>
                    <a:cubicBezTo>
                      <a:pt x="453" y="1"/>
                      <a:pt x="404" y="12"/>
                      <a:pt x="368" y="33"/>
                    </a:cubicBezTo>
                    <a:lnTo>
                      <a:pt x="73" y="206"/>
                    </a:lnTo>
                    <a:cubicBezTo>
                      <a:pt x="1" y="249"/>
                      <a:pt x="1" y="314"/>
                      <a:pt x="73" y="357"/>
                    </a:cubicBezTo>
                    <a:lnTo>
                      <a:pt x="382" y="537"/>
                    </a:lnTo>
                    <a:cubicBezTo>
                      <a:pt x="418" y="558"/>
                      <a:pt x="465" y="569"/>
                      <a:pt x="512" y="569"/>
                    </a:cubicBezTo>
                    <a:cubicBezTo>
                      <a:pt x="559" y="569"/>
                      <a:pt x="605" y="558"/>
                      <a:pt x="641" y="537"/>
                    </a:cubicBezTo>
                    <a:lnTo>
                      <a:pt x="943" y="364"/>
                    </a:lnTo>
                    <a:cubicBezTo>
                      <a:pt x="1015" y="321"/>
                      <a:pt x="1015" y="249"/>
                      <a:pt x="943" y="206"/>
                    </a:cubicBezTo>
                    <a:lnTo>
                      <a:pt x="634" y="33"/>
                    </a:lnTo>
                    <a:cubicBezTo>
                      <a:pt x="598" y="12"/>
                      <a:pt x="549" y="1"/>
                      <a:pt x="50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44">
                <a:extLst>
                  <a:ext uri="{FF2B5EF4-FFF2-40B4-BE49-F238E27FC236}">
                    <a16:creationId xmlns:a16="http://schemas.microsoft.com/office/drawing/2014/main" id="{339CC795-74BA-758C-6BAF-2E78C0D9A753}"/>
                  </a:ext>
                </a:extLst>
              </p:cNvPr>
              <p:cNvSpPr/>
              <p:nvPr/>
            </p:nvSpPr>
            <p:spPr>
              <a:xfrm>
                <a:off x="-1245567" y="1190932"/>
                <a:ext cx="66248" cy="36271"/>
              </a:xfrm>
              <a:custGeom>
                <a:avLst/>
                <a:gdLst/>
                <a:ahLst/>
                <a:cxnLst/>
                <a:rect l="l" t="t" r="r" b="b"/>
                <a:pathLst>
                  <a:path w="800" h="438" extrusionOk="0">
                    <a:moveTo>
                      <a:pt x="256" y="1"/>
                    </a:moveTo>
                    <a:cubicBezTo>
                      <a:pt x="208" y="1"/>
                      <a:pt x="160" y="11"/>
                      <a:pt x="123" y="33"/>
                    </a:cubicBezTo>
                    <a:lnTo>
                      <a:pt x="73" y="61"/>
                    </a:lnTo>
                    <a:cubicBezTo>
                      <a:pt x="1" y="104"/>
                      <a:pt x="1" y="169"/>
                      <a:pt x="73" y="212"/>
                    </a:cubicBezTo>
                    <a:lnTo>
                      <a:pt x="412" y="406"/>
                    </a:lnTo>
                    <a:cubicBezTo>
                      <a:pt x="447" y="427"/>
                      <a:pt x="495" y="438"/>
                      <a:pt x="544" y="438"/>
                    </a:cubicBezTo>
                    <a:cubicBezTo>
                      <a:pt x="592" y="438"/>
                      <a:pt x="641" y="427"/>
                      <a:pt x="677" y="406"/>
                    </a:cubicBezTo>
                    <a:lnTo>
                      <a:pt x="727" y="378"/>
                    </a:lnTo>
                    <a:cubicBezTo>
                      <a:pt x="800" y="335"/>
                      <a:pt x="800" y="269"/>
                      <a:pt x="727" y="226"/>
                    </a:cubicBezTo>
                    <a:lnTo>
                      <a:pt x="389" y="33"/>
                    </a:lnTo>
                    <a:cubicBezTo>
                      <a:pt x="353" y="11"/>
                      <a:pt x="305" y="1"/>
                      <a:pt x="2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44">
                <a:extLst>
                  <a:ext uri="{FF2B5EF4-FFF2-40B4-BE49-F238E27FC236}">
                    <a16:creationId xmlns:a16="http://schemas.microsoft.com/office/drawing/2014/main" id="{247807D4-79C8-D253-2E7F-0979E9B533EE}"/>
                  </a:ext>
                </a:extLst>
              </p:cNvPr>
              <p:cNvSpPr/>
              <p:nvPr/>
            </p:nvSpPr>
            <p:spPr>
              <a:xfrm>
                <a:off x="-1302127" y="1211800"/>
                <a:ext cx="87116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583" extrusionOk="0">
                    <a:moveTo>
                      <a:pt x="505" y="1"/>
                    </a:moveTo>
                    <a:cubicBezTo>
                      <a:pt x="458" y="1"/>
                      <a:pt x="411" y="11"/>
                      <a:pt x="375" y="33"/>
                    </a:cubicBezTo>
                    <a:lnTo>
                      <a:pt x="73" y="205"/>
                    </a:lnTo>
                    <a:cubicBezTo>
                      <a:pt x="1" y="248"/>
                      <a:pt x="1" y="319"/>
                      <a:pt x="80" y="355"/>
                    </a:cubicBezTo>
                    <a:lnTo>
                      <a:pt x="411" y="550"/>
                    </a:lnTo>
                    <a:cubicBezTo>
                      <a:pt x="447" y="572"/>
                      <a:pt x="495" y="583"/>
                      <a:pt x="544" y="583"/>
                    </a:cubicBezTo>
                    <a:cubicBezTo>
                      <a:pt x="592" y="583"/>
                      <a:pt x="641" y="572"/>
                      <a:pt x="677" y="550"/>
                    </a:cubicBezTo>
                    <a:lnTo>
                      <a:pt x="979" y="378"/>
                    </a:lnTo>
                    <a:cubicBezTo>
                      <a:pt x="1051" y="335"/>
                      <a:pt x="1051" y="269"/>
                      <a:pt x="972" y="226"/>
                    </a:cubicBezTo>
                    <a:lnTo>
                      <a:pt x="641" y="33"/>
                    </a:lnTo>
                    <a:cubicBezTo>
                      <a:pt x="601" y="11"/>
                      <a:pt x="553" y="1"/>
                      <a:pt x="50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44">
                <a:extLst>
                  <a:ext uri="{FF2B5EF4-FFF2-40B4-BE49-F238E27FC236}">
                    <a16:creationId xmlns:a16="http://schemas.microsoft.com/office/drawing/2014/main" id="{0A292BC8-3851-63FA-9F53-DB273356E3B5}"/>
                  </a:ext>
                </a:extLst>
              </p:cNvPr>
              <p:cNvSpPr/>
              <p:nvPr/>
            </p:nvSpPr>
            <p:spPr>
              <a:xfrm>
                <a:off x="-1611509" y="1166337"/>
                <a:ext cx="86371" cy="48030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580" extrusionOk="0">
                    <a:moveTo>
                      <a:pt x="503" y="1"/>
                    </a:moveTo>
                    <a:cubicBezTo>
                      <a:pt x="456" y="1"/>
                      <a:pt x="409" y="10"/>
                      <a:pt x="373" y="28"/>
                    </a:cubicBezTo>
                    <a:lnTo>
                      <a:pt x="71" y="201"/>
                    </a:lnTo>
                    <a:cubicBezTo>
                      <a:pt x="0" y="244"/>
                      <a:pt x="0" y="314"/>
                      <a:pt x="78" y="351"/>
                    </a:cubicBezTo>
                    <a:lnTo>
                      <a:pt x="409" y="553"/>
                    </a:lnTo>
                    <a:cubicBezTo>
                      <a:pt x="445" y="571"/>
                      <a:pt x="494" y="580"/>
                      <a:pt x="543" y="580"/>
                    </a:cubicBezTo>
                    <a:cubicBezTo>
                      <a:pt x="591" y="580"/>
                      <a:pt x="639" y="571"/>
                      <a:pt x="675" y="553"/>
                    </a:cubicBezTo>
                    <a:lnTo>
                      <a:pt x="970" y="380"/>
                    </a:lnTo>
                    <a:cubicBezTo>
                      <a:pt x="1042" y="337"/>
                      <a:pt x="1042" y="264"/>
                      <a:pt x="970" y="221"/>
                    </a:cubicBezTo>
                    <a:lnTo>
                      <a:pt x="632" y="28"/>
                    </a:lnTo>
                    <a:cubicBezTo>
                      <a:pt x="596" y="10"/>
                      <a:pt x="550" y="1"/>
                      <a:pt x="50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44">
                <a:extLst>
                  <a:ext uri="{FF2B5EF4-FFF2-40B4-BE49-F238E27FC236}">
                    <a16:creationId xmlns:a16="http://schemas.microsoft.com/office/drawing/2014/main" id="{0CB2B4BD-4C2B-32C1-BA53-03558C49CCBE}"/>
                  </a:ext>
                </a:extLst>
              </p:cNvPr>
              <p:cNvSpPr/>
              <p:nvPr/>
            </p:nvSpPr>
            <p:spPr>
              <a:xfrm>
                <a:off x="-1552134" y="1200372"/>
                <a:ext cx="83555" cy="46622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563" extrusionOk="0">
                    <a:moveTo>
                      <a:pt x="500" y="0"/>
                    </a:moveTo>
                    <a:cubicBezTo>
                      <a:pt x="452" y="0"/>
                      <a:pt x="404" y="11"/>
                      <a:pt x="368" y="33"/>
                    </a:cubicBezTo>
                    <a:lnTo>
                      <a:pt x="73" y="205"/>
                    </a:lnTo>
                    <a:cubicBezTo>
                      <a:pt x="1" y="248"/>
                      <a:pt x="1" y="314"/>
                      <a:pt x="73" y="357"/>
                    </a:cubicBezTo>
                    <a:lnTo>
                      <a:pt x="375" y="530"/>
                    </a:lnTo>
                    <a:cubicBezTo>
                      <a:pt x="411" y="551"/>
                      <a:pt x="458" y="562"/>
                      <a:pt x="505" y="562"/>
                    </a:cubicBezTo>
                    <a:cubicBezTo>
                      <a:pt x="551" y="562"/>
                      <a:pt x="598" y="551"/>
                      <a:pt x="634" y="530"/>
                    </a:cubicBezTo>
                    <a:lnTo>
                      <a:pt x="936" y="357"/>
                    </a:lnTo>
                    <a:cubicBezTo>
                      <a:pt x="1008" y="314"/>
                      <a:pt x="1008" y="248"/>
                      <a:pt x="929" y="205"/>
                    </a:cubicBezTo>
                    <a:lnTo>
                      <a:pt x="634" y="33"/>
                    </a:lnTo>
                    <a:cubicBezTo>
                      <a:pt x="598" y="11"/>
                      <a:pt x="549" y="0"/>
                      <a:pt x="50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44">
                <a:extLst>
                  <a:ext uri="{FF2B5EF4-FFF2-40B4-BE49-F238E27FC236}">
                    <a16:creationId xmlns:a16="http://schemas.microsoft.com/office/drawing/2014/main" id="{E2094FF1-56E3-65D7-D3BF-67CA8AF28C80}"/>
                  </a:ext>
                </a:extLst>
              </p:cNvPr>
              <p:cNvSpPr/>
              <p:nvPr/>
            </p:nvSpPr>
            <p:spPr>
              <a:xfrm>
                <a:off x="-1459799" y="1187371"/>
                <a:ext cx="8695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590" extrusionOk="0">
                    <a:moveTo>
                      <a:pt x="536" y="1"/>
                    </a:moveTo>
                    <a:cubicBezTo>
                      <a:pt x="487" y="1"/>
                      <a:pt x="438" y="11"/>
                      <a:pt x="402" y="33"/>
                    </a:cubicBezTo>
                    <a:lnTo>
                      <a:pt x="73" y="226"/>
                    </a:lnTo>
                    <a:cubicBezTo>
                      <a:pt x="0" y="262"/>
                      <a:pt x="0" y="335"/>
                      <a:pt x="73" y="378"/>
                    </a:cubicBezTo>
                    <a:lnTo>
                      <a:pt x="382" y="557"/>
                    </a:lnTo>
                    <a:cubicBezTo>
                      <a:pt x="418" y="579"/>
                      <a:pt x="466" y="590"/>
                      <a:pt x="514" y="590"/>
                    </a:cubicBezTo>
                    <a:cubicBezTo>
                      <a:pt x="563" y="590"/>
                      <a:pt x="611" y="579"/>
                      <a:pt x="647" y="557"/>
                    </a:cubicBezTo>
                    <a:lnTo>
                      <a:pt x="978" y="362"/>
                    </a:lnTo>
                    <a:cubicBezTo>
                      <a:pt x="1049" y="319"/>
                      <a:pt x="1049" y="248"/>
                      <a:pt x="978" y="205"/>
                    </a:cubicBezTo>
                    <a:lnTo>
                      <a:pt x="670" y="33"/>
                    </a:lnTo>
                    <a:cubicBezTo>
                      <a:pt x="633" y="11"/>
                      <a:pt x="585" y="1"/>
                      <a:pt x="53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44">
                <a:extLst>
                  <a:ext uri="{FF2B5EF4-FFF2-40B4-BE49-F238E27FC236}">
                    <a16:creationId xmlns:a16="http://schemas.microsoft.com/office/drawing/2014/main" id="{1B2DD0E2-D67E-8D4C-E57B-C6AD075A5BCF}"/>
                  </a:ext>
                </a:extLst>
              </p:cNvPr>
              <p:cNvSpPr/>
              <p:nvPr/>
            </p:nvSpPr>
            <p:spPr>
              <a:xfrm>
                <a:off x="-1402659" y="1220081"/>
                <a:ext cx="8695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590" extrusionOk="0">
                    <a:moveTo>
                      <a:pt x="540" y="1"/>
                    </a:moveTo>
                    <a:cubicBezTo>
                      <a:pt x="493" y="1"/>
                      <a:pt x="446" y="11"/>
                      <a:pt x="411" y="33"/>
                    </a:cubicBezTo>
                    <a:lnTo>
                      <a:pt x="73" y="226"/>
                    </a:lnTo>
                    <a:cubicBezTo>
                      <a:pt x="0" y="269"/>
                      <a:pt x="0" y="335"/>
                      <a:pt x="73" y="378"/>
                    </a:cubicBezTo>
                    <a:lnTo>
                      <a:pt x="382" y="557"/>
                    </a:lnTo>
                    <a:cubicBezTo>
                      <a:pt x="418" y="579"/>
                      <a:pt x="464" y="590"/>
                      <a:pt x="511" y="590"/>
                    </a:cubicBezTo>
                    <a:cubicBezTo>
                      <a:pt x="558" y="590"/>
                      <a:pt x="604" y="579"/>
                      <a:pt x="640" y="557"/>
                    </a:cubicBezTo>
                    <a:lnTo>
                      <a:pt x="978" y="364"/>
                    </a:lnTo>
                    <a:cubicBezTo>
                      <a:pt x="1049" y="321"/>
                      <a:pt x="1049" y="249"/>
                      <a:pt x="978" y="212"/>
                    </a:cubicBezTo>
                    <a:lnTo>
                      <a:pt x="670" y="33"/>
                    </a:lnTo>
                    <a:cubicBezTo>
                      <a:pt x="633" y="11"/>
                      <a:pt x="586" y="1"/>
                      <a:pt x="54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44">
                <a:extLst>
                  <a:ext uri="{FF2B5EF4-FFF2-40B4-BE49-F238E27FC236}">
                    <a16:creationId xmlns:a16="http://schemas.microsoft.com/office/drawing/2014/main" id="{19F24930-B8D6-8F64-52EB-F4793DF48A15}"/>
                  </a:ext>
                </a:extLst>
              </p:cNvPr>
              <p:cNvSpPr/>
              <p:nvPr/>
            </p:nvSpPr>
            <p:spPr>
              <a:xfrm>
                <a:off x="-1346099" y="1252792"/>
                <a:ext cx="89932" cy="5026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607" extrusionOk="0">
                    <a:moveTo>
                      <a:pt x="543" y="1"/>
                    </a:moveTo>
                    <a:cubicBezTo>
                      <a:pt x="494" y="1"/>
                      <a:pt x="446" y="11"/>
                      <a:pt x="409" y="33"/>
                    </a:cubicBezTo>
                    <a:lnTo>
                      <a:pt x="80" y="228"/>
                    </a:lnTo>
                    <a:cubicBezTo>
                      <a:pt x="0" y="271"/>
                      <a:pt x="7" y="342"/>
                      <a:pt x="80" y="378"/>
                    </a:cubicBezTo>
                    <a:lnTo>
                      <a:pt x="409" y="580"/>
                    </a:lnTo>
                    <a:cubicBezTo>
                      <a:pt x="449" y="598"/>
                      <a:pt x="498" y="607"/>
                      <a:pt x="546" y="607"/>
                    </a:cubicBezTo>
                    <a:cubicBezTo>
                      <a:pt x="593" y="607"/>
                      <a:pt x="640" y="598"/>
                      <a:pt x="677" y="580"/>
                    </a:cubicBezTo>
                    <a:lnTo>
                      <a:pt x="1013" y="378"/>
                    </a:lnTo>
                    <a:cubicBezTo>
                      <a:pt x="1086" y="342"/>
                      <a:pt x="1086" y="271"/>
                      <a:pt x="1013" y="228"/>
                    </a:cubicBezTo>
                    <a:lnTo>
                      <a:pt x="677" y="33"/>
                    </a:lnTo>
                    <a:cubicBezTo>
                      <a:pt x="640" y="11"/>
                      <a:pt x="592" y="1"/>
                      <a:pt x="54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4">
                <a:extLst>
                  <a:ext uri="{FF2B5EF4-FFF2-40B4-BE49-F238E27FC236}">
                    <a16:creationId xmlns:a16="http://schemas.microsoft.com/office/drawing/2014/main" id="{9CD60669-989B-14FF-E350-275771B1DACA}"/>
                  </a:ext>
                </a:extLst>
              </p:cNvPr>
              <p:cNvSpPr/>
              <p:nvPr/>
            </p:nvSpPr>
            <p:spPr>
              <a:xfrm>
                <a:off x="-1438351" y="1265959"/>
                <a:ext cx="83307" cy="47036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568" extrusionOk="0">
                    <a:moveTo>
                      <a:pt x="496" y="0"/>
                    </a:moveTo>
                    <a:cubicBezTo>
                      <a:pt x="449" y="0"/>
                      <a:pt x="403" y="11"/>
                      <a:pt x="367" y="33"/>
                    </a:cubicBezTo>
                    <a:lnTo>
                      <a:pt x="72" y="205"/>
                    </a:lnTo>
                    <a:cubicBezTo>
                      <a:pt x="0" y="248"/>
                      <a:pt x="0" y="312"/>
                      <a:pt x="72" y="355"/>
                    </a:cubicBezTo>
                    <a:lnTo>
                      <a:pt x="374" y="535"/>
                    </a:lnTo>
                    <a:cubicBezTo>
                      <a:pt x="414" y="556"/>
                      <a:pt x="462" y="567"/>
                      <a:pt x="510" y="567"/>
                    </a:cubicBezTo>
                    <a:cubicBezTo>
                      <a:pt x="557" y="567"/>
                      <a:pt x="604" y="556"/>
                      <a:pt x="640" y="535"/>
                    </a:cubicBezTo>
                    <a:lnTo>
                      <a:pt x="935" y="362"/>
                    </a:lnTo>
                    <a:cubicBezTo>
                      <a:pt x="1006" y="319"/>
                      <a:pt x="1006" y="248"/>
                      <a:pt x="935" y="212"/>
                    </a:cubicBezTo>
                    <a:lnTo>
                      <a:pt x="626" y="33"/>
                    </a:lnTo>
                    <a:cubicBezTo>
                      <a:pt x="590" y="11"/>
                      <a:pt x="543" y="0"/>
                      <a:pt x="49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44">
                <a:extLst>
                  <a:ext uri="{FF2B5EF4-FFF2-40B4-BE49-F238E27FC236}">
                    <a16:creationId xmlns:a16="http://schemas.microsoft.com/office/drawing/2014/main" id="{47C30EEA-0610-6DA4-BED5-1879E7B494DE}"/>
                  </a:ext>
                </a:extLst>
              </p:cNvPr>
              <p:cNvSpPr/>
              <p:nvPr/>
            </p:nvSpPr>
            <p:spPr>
              <a:xfrm>
                <a:off x="-1286558" y="1287407"/>
                <a:ext cx="86371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583" extrusionOk="0">
                    <a:moveTo>
                      <a:pt x="539" y="0"/>
                    </a:moveTo>
                    <a:cubicBezTo>
                      <a:pt x="492" y="0"/>
                      <a:pt x="446" y="11"/>
                      <a:pt x="410" y="32"/>
                    </a:cubicBezTo>
                    <a:lnTo>
                      <a:pt x="72" y="226"/>
                    </a:lnTo>
                    <a:cubicBezTo>
                      <a:pt x="1" y="269"/>
                      <a:pt x="1" y="334"/>
                      <a:pt x="72" y="377"/>
                    </a:cubicBezTo>
                    <a:lnTo>
                      <a:pt x="373" y="550"/>
                    </a:lnTo>
                    <a:cubicBezTo>
                      <a:pt x="410" y="572"/>
                      <a:pt x="457" y="582"/>
                      <a:pt x="503" y="582"/>
                    </a:cubicBezTo>
                    <a:cubicBezTo>
                      <a:pt x="550" y="582"/>
                      <a:pt x="597" y="572"/>
                      <a:pt x="632" y="550"/>
                    </a:cubicBezTo>
                    <a:lnTo>
                      <a:pt x="970" y="355"/>
                    </a:lnTo>
                    <a:cubicBezTo>
                      <a:pt x="1043" y="312"/>
                      <a:pt x="1043" y="248"/>
                      <a:pt x="970" y="205"/>
                    </a:cubicBezTo>
                    <a:lnTo>
                      <a:pt x="668" y="32"/>
                    </a:lnTo>
                    <a:cubicBezTo>
                      <a:pt x="632" y="11"/>
                      <a:pt x="586" y="0"/>
                      <a:pt x="53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44">
                <a:extLst>
                  <a:ext uri="{FF2B5EF4-FFF2-40B4-BE49-F238E27FC236}">
                    <a16:creationId xmlns:a16="http://schemas.microsoft.com/office/drawing/2014/main" id="{DDBFF2FD-CC1D-33FB-0767-BCEAAFED3552}"/>
                  </a:ext>
                </a:extLst>
              </p:cNvPr>
              <p:cNvSpPr/>
              <p:nvPr/>
            </p:nvSpPr>
            <p:spPr>
              <a:xfrm>
                <a:off x="-1381791" y="1298669"/>
                <a:ext cx="86371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583" extrusionOk="0">
                    <a:moveTo>
                      <a:pt x="500" y="0"/>
                    </a:moveTo>
                    <a:cubicBezTo>
                      <a:pt x="451" y="0"/>
                      <a:pt x="402" y="11"/>
                      <a:pt x="366" y="33"/>
                    </a:cubicBezTo>
                    <a:lnTo>
                      <a:pt x="73" y="205"/>
                    </a:lnTo>
                    <a:cubicBezTo>
                      <a:pt x="0" y="248"/>
                      <a:pt x="0" y="312"/>
                      <a:pt x="73" y="355"/>
                    </a:cubicBezTo>
                    <a:lnTo>
                      <a:pt x="409" y="550"/>
                    </a:lnTo>
                    <a:cubicBezTo>
                      <a:pt x="445" y="572"/>
                      <a:pt x="494" y="583"/>
                      <a:pt x="543" y="583"/>
                    </a:cubicBezTo>
                    <a:cubicBezTo>
                      <a:pt x="591" y="583"/>
                      <a:pt x="640" y="572"/>
                      <a:pt x="676" y="550"/>
                    </a:cubicBezTo>
                    <a:lnTo>
                      <a:pt x="970" y="378"/>
                    </a:lnTo>
                    <a:cubicBezTo>
                      <a:pt x="1042" y="342"/>
                      <a:pt x="1042" y="269"/>
                      <a:pt x="970" y="226"/>
                    </a:cubicBezTo>
                    <a:lnTo>
                      <a:pt x="633" y="33"/>
                    </a:lnTo>
                    <a:cubicBezTo>
                      <a:pt x="597" y="11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44">
                <a:extLst>
                  <a:ext uri="{FF2B5EF4-FFF2-40B4-BE49-F238E27FC236}">
                    <a16:creationId xmlns:a16="http://schemas.microsoft.com/office/drawing/2014/main" id="{44BB0F11-D1A3-A7CC-8611-D1F6F8D244C6}"/>
                  </a:ext>
                </a:extLst>
              </p:cNvPr>
              <p:cNvSpPr/>
              <p:nvPr/>
            </p:nvSpPr>
            <p:spPr>
              <a:xfrm>
                <a:off x="-1471641" y="1312333"/>
                <a:ext cx="85211" cy="47202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570" extrusionOk="0">
                    <a:moveTo>
                      <a:pt x="516" y="1"/>
                    </a:moveTo>
                    <a:cubicBezTo>
                      <a:pt x="468" y="1"/>
                      <a:pt x="420" y="12"/>
                      <a:pt x="381" y="33"/>
                    </a:cubicBezTo>
                    <a:lnTo>
                      <a:pt x="79" y="213"/>
                    </a:lnTo>
                    <a:cubicBezTo>
                      <a:pt x="0" y="256"/>
                      <a:pt x="7" y="320"/>
                      <a:pt x="79" y="363"/>
                    </a:cubicBezTo>
                    <a:lnTo>
                      <a:pt x="381" y="544"/>
                    </a:lnTo>
                    <a:cubicBezTo>
                      <a:pt x="417" y="561"/>
                      <a:pt x="465" y="570"/>
                      <a:pt x="514" y="570"/>
                    </a:cubicBezTo>
                    <a:cubicBezTo>
                      <a:pt x="562" y="570"/>
                      <a:pt x="611" y="561"/>
                      <a:pt x="647" y="544"/>
                    </a:cubicBezTo>
                    <a:lnTo>
                      <a:pt x="956" y="363"/>
                    </a:lnTo>
                    <a:cubicBezTo>
                      <a:pt x="1028" y="320"/>
                      <a:pt x="1028" y="249"/>
                      <a:pt x="956" y="206"/>
                    </a:cubicBezTo>
                    <a:lnTo>
                      <a:pt x="647" y="33"/>
                    </a:lnTo>
                    <a:cubicBezTo>
                      <a:pt x="611" y="12"/>
                      <a:pt x="564" y="1"/>
                      <a:pt x="51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44">
                <a:extLst>
                  <a:ext uri="{FF2B5EF4-FFF2-40B4-BE49-F238E27FC236}">
                    <a16:creationId xmlns:a16="http://schemas.microsoft.com/office/drawing/2014/main" id="{B4FC6CF0-09E0-6E09-8BE9-E3B4D5AA8FE3}"/>
                  </a:ext>
                </a:extLst>
              </p:cNvPr>
              <p:cNvSpPr/>
              <p:nvPr/>
            </p:nvSpPr>
            <p:spPr>
              <a:xfrm>
                <a:off x="-1577142" y="1317053"/>
                <a:ext cx="85294" cy="47781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577" extrusionOk="0">
                    <a:moveTo>
                      <a:pt x="516" y="1"/>
                    </a:moveTo>
                    <a:cubicBezTo>
                      <a:pt x="467" y="1"/>
                      <a:pt x="418" y="12"/>
                      <a:pt x="382" y="33"/>
                    </a:cubicBezTo>
                    <a:lnTo>
                      <a:pt x="73" y="213"/>
                    </a:lnTo>
                    <a:cubicBezTo>
                      <a:pt x="1" y="256"/>
                      <a:pt x="1" y="321"/>
                      <a:pt x="80" y="364"/>
                    </a:cubicBezTo>
                    <a:lnTo>
                      <a:pt x="382" y="544"/>
                    </a:lnTo>
                    <a:cubicBezTo>
                      <a:pt x="418" y="565"/>
                      <a:pt x="467" y="576"/>
                      <a:pt x="516" y="576"/>
                    </a:cubicBezTo>
                    <a:cubicBezTo>
                      <a:pt x="564" y="576"/>
                      <a:pt x="613" y="565"/>
                      <a:pt x="648" y="544"/>
                    </a:cubicBezTo>
                    <a:lnTo>
                      <a:pt x="957" y="364"/>
                    </a:lnTo>
                    <a:cubicBezTo>
                      <a:pt x="1029" y="321"/>
                      <a:pt x="1022" y="249"/>
                      <a:pt x="950" y="213"/>
                    </a:cubicBezTo>
                    <a:lnTo>
                      <a:pt x="648" y="33"/>
                    </a:lnTo>
                    <a:cubicBezTo>
                      <a:pt x="613" y="12"/>
                      <a:pt x="564" y="1"/>
                      <a:pt x="51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4">
                <a:extLst>
                  <a:ext uri="{FF2B5EF4-FFF2-40B4-BE49-F238E27FC236}">
                    <a16:creationId xmlns:a16="http://schemas.microsoft.com/office/drawing/2014/main" id="{F6C37A1B-70E3-4FEB-02F8-9EB5166C61D2}"/>
                  </a:ext>
                </a:extLst>
              </p:cNvPr>
              <p:cNvSpPr/>
              <p:nvPr/>
            </p:nvSpPr>
            <p:spPr>
              <a:xfrm>
                <a:off x="-1230081" y="1319538"/>
                <a:ext cx="87033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1051" h="590" extrusionOk="0">
                    <a:moveTo>
                      <a:pt x="536" y="0"/>
                    </a:moveTo>
                    <a:cubicBezTo>
                      <a:pt x="488" y="0"/>
                      <a:pt x="439" y="11"/>
                      <a:pt x="404" y="33"/>
                    </a:cubicBezTo>
                    <a:lnTo>
                      <a:pt x="73" y="226"/>
                    </a:lnTo>
                    <a:cubicBezTo>
                      <a:pt x="0" y="269"/>
                      <a:pt x="0" y="341"/>
                      <a:pt x="73" y="385"/>
                    </a:cubicBezTo>
                    <a:lnTo>
                      <a:pt x="382" y="557"/>
                    </a:lnTo>
                    <a:cubicBezTo>
                      <a:pt x="418" y="579"/>
                      <a:pt x="466" y="589"/>
                      <a:pt x="515" y="589"/>
                    </a:cubicBezTo>
                    <a:cubicBezTo>
                      <a:pt x="564" y="589"/>
                      <a:pt x="612" y="579"/>
                      <a:pt x="647" y="557"/>
                    </a:cubicBezTo>
                    <a:lnTo>
                      <a:pt x="978" y="362"/>
                    </a:lnTo>
                    <a:cubicBezTo>
                      <a:pt x="1051" y="328"/>
                      <a:pt x="1051" y="255"/>
                      <a:pt x="978" y="212"/>
                    </a:cubicBezTo>
                    <a:lnTo>
                      <a:pt x="670" y="33"/>
                    </a:lnTo>
                    <a:cubicBezTo>
                      <a:pt x="633" y="11"/>
                      <a:pt x="585" y="0"/>
                      <a:pt x="53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44">
                <a:extLst>
                  <a:ext uri="{FF2B5EF4-FFF2-40B4-BE49-F238E27FC236}">
                    <a16:creationId xmlns:a16="http://schemas.microsoft.com/office/drawing/2014/main" id="{98BF7AC5-FF7A-3E5D-F523-587A739CECA6}"/>
                  </a:ext>
                </a:extLst>
              </p:cNvPr>
              <p:cNvSpPr/>
              <p:nvPr/>
            </p:nvSpPr>
            <p:spPr>
              <a:xfrm>
                <a:off x="-1322250" y="1333202"/>
                <a:ext cx="82810" cy="46456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561" extrusionOk="0">
                    <a:moveTo>
                      <a:pt x="500" y="1"/>
                    </a:moveTo>
                    <a:cubicBezTo>
                      <a:pt x="451" y="1"/>
                      <a:pt x="403" y="12"/>
                      <a:pt x="366" y="33"/>
                    </a:cubicBezTo>
                    <a:lnTo>
                      <a:pt x="71" y="206"/>
                    </a:lnTo>
                    <a:cubicBezTo>
                      <a:pt x="1" y="240"/>
                      <a:pt x="1" y="313"/>
                      <a:pt x="71" y="356"/>
                    </a:cubicBezTo>
                    <a:lnTo>
                      <a:pt x="373" y="528"/>
                    </a:lnTo>
                    <a:cubicBezTo>
                      <a:pt x="409" y="550"/>
                      <a:pt x="456" y="561"/>
                      <a:pt x="503" y="561"/>
                    </a:cubicBezTo>
                    <a:cubicBezTo>
                      <a:pt x="550" y="561"/>
                      <a:pt x="597" y="550"/>
                      <a:pt x="632" y="528"/>
                    </a:cubicBezTo>
                    <a:lnTo>
                      <a:pt x="927" y="356"/>
                    </a:lnTo>
                    <a:cubicBezTo>
                      <a:pt x="999" y="313"/>
                      <a:pt x="999" y="240"/>
                      <a:pt x="927" y="206"/>
                    </a:cubicBezTo>
                    <a:lnTo>
                      <a:pt x="632" y="33"/>
                    </a:lnTo>
                    <a:cubicBezTo>
                      <a:pt x="597" y="12"/>
                      <a:pt x="548" y="1"/>
                      <a:pt x="50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44">
                <a:extLst>
                  <a:ext uri="{FF2B5EF4-FFF2-40B4-BE49-F238E27FC236}">
                    <a16:creationId xmlns:a16="http://schemas.microsoft.com/office/drawing/2014/main" id="{67DE6637-E3BE-1A62-3AF6-06AA3220D325}"/>
                  </a:ext>
                </a:extLst>
              </p:cNvPr>
              <p:cNvSpPr/>
              <p:nvPr/>
            </p:nvSpPr>
            <p:spPr>
              <a:xfrm>
                <a:off x="-1414501" y="1345126"/>
                <a:ext cx="87447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590" extrusionOk="0">
                    <a:moveTo>
                      <a:pt x="511" y="0"/>
                    </a:moveTo>
                    <a:cubicBezTo>
                      <a:pt x="463" y="0"/>
                      <a:pt x="417" y="11"/>
                      <a:pt x="381" y="32"/>
                    </a:cubicBezTo>
                    <a:lnTo>
                      <a:pt x="71" y="212"/>
                    </a:lnTo>
                    <a:cubicBezTo>
                      <a:pt x="0" y="255"/>
                      <a:pt x="0" y="320"/>
                      <a:pt x="71" y="364"/>
                    </a:cubicBezTo>
                    <a:lnTo>
                      <a:pt x="409" y="557"/>
                    </a:lnTo>
                    <a:cubicBezTo>
                      <a:pt x="445" y="578"/>
                      <a:pt x="494" y="589"/>
                      <a:pt x="542" y="589"/>
                    </a:cubicBezTo>
                    <a:cubicBezTo>
                      <a:pt x="591" y="589"/>
                      <a:pt x="639" y="578"/>
                      <a:pt x="675" y="557"/>
                    </a:cubicBezTo>
                    <a:lnTo>
                      <a:pt x="985" y="377"/>
                    </a:lnTo>
                    <a:cubicBezTo>
                      <a:pt x="1056" y="334"/>
                      <a:pt x="1056" y="269"/>
                      <a:pt x="977" y="226"/>
                    </a:cubicBezTo>
                    <a:lnTo>
                      <a:pt x="647" y="32"/>
                    </a:lnTo>
                    <a:cubicBezTo>
                      <a:pt x="607" y="11"/>
                      <a:pt x="559" y="0"/>
                      <a:pt x="51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44">
                <a:extLst>
                  <a:ext uri="{FF2B5EF4-FFF2-40B4-BE49-F238E27FC236}">
                    <a16:creationId xmlns:a16="http://schemas.microsoft.com/office/drawing/2014/main" id="{1DAF5E3F-C395-66B6-C1C6-EA60E5238DA3}"/>
                  </a:ext>
                </a:extLst>
              </p:cNvPr>
              <p:cNvSpPr/>
              <p:nvPr/>
            </p:nvSpPr>
            <p:spPr>
              <a:xfrm>
                <a:off x="-1172941" y="1352828"/>
                <a:ext cx="82893" cy="4653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562" extrusionOk="0">
                    <a:moveTo>
                      <a:pt x="536" y="0"/>
                    </a:moveTo>
                    <a:cubicBezTo>
                      <a:pt x="488" y="0"/>
                      <a:pt x="439" y="11"/>
                      <a:pt x="404" y="33"/>
                    </a:cubicBezTo>
                    <a:lnTo>
                      <a:pt x="73" y="227"/>
                    </a:lnTo>
                    <a:cubicBezTo>
                      <a:pt x="0" y="271"/>
                      <a:pt x="0" y="334"/>
                      <a:pt x="73" y="378"/>
                    </a:cubicBezTo>
                    <a:lnTo>
                      <a:pt x="332" y="529"/>
                    </a:lnTo>
                    <a:cubicBezTo>
                      <a:pt x="368" y="551"/>
                      <a:pt x="416" y="562"/>
                      <a:pt x="465" y="562"/>
                    </a:cubicBezTo>
                    <a:cubicBezTo>
                      <a:pt x="514" y="562"/>
                      <a:pt x="562" y="551"/>
                      <a:pt x="597" y="529"/>
                    </a:cubicBezTo>
                    <a:lnTo>
                      <a:pt x="928" y="334"/>
                    </a:lnTo>
                    <a:cubicBezTo>
                      <a:pt x="1001" y="291"/>
                      <a:pt x="1001" y="227"/>
                      <a:pt x="928" y="184"/>
                    </a:cubicBezTo>
                    <a:lnTo>
                      <a:pt x="670" y="33"/>
                    </a:lnTo>
                    <a:cubicBezTo>
                      <a:pt x="633" y="11"/>
                      <a:pt x="585" y="0"/>
                      <a:pt x="53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44">
                <a:extLst>
                  <a:ext uri="{FF2B5EF4-FFF2-40B4-BE49-F238E27FC236}">
                    <a16:creationId xmlns:a16="http://schemas.microsoft.com/office/drawing/2014/main" id="{6A6EF2C4-B60A-CD68-A181-2B0EF1676B16}"/>
                  </a:ext>
                </a:extLst>
              </p:cNvPr>
              <p:cNvSpPr/>
              <p:nvPr/>
            </p:nvSpPr>
            <p:spPr>
              <a:xfrm>
                <a:off x="-1266352" y="1365332"/>
                <a:ext cx="84632" cy="4703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568" extrusionOk="0">
                    <a:moveTo>
                      <a:pt x="503" y="1"/>
                    </a:moveTo>
                    <a:cubicBezTo>
                      <a:pt x="456" y="1"/>
                      <a:pt x="407" y="12"/>
                      <a:pt x="368" y="33"/>
                    </a:cubicBezTo>
                    <a:lnTo>
                      <a:pt x="73" y="206"/>
                    </a:lnTo>
                    <a:cubicBezTo>
                      <a:pt x="0" y="249"/>
                      <a:pt x="0" y="320"/>
                      <a:pt x="73" y="356"/>
                    </a:cubicBezTo>
                    <a:lnTo>
                      <a:pt x="388" y="535"/>
                    </a:lnTo>
                    <a:cubicBezTo>
                      <a:pt x="424" y="557"/>
                      <a:pt x="471" y="568"/>
                      <a:pt x="518" y="568"/>
                    </a:cubicBezTo>
                    <a:cubicBezTo>
                      <a:pt x="565" y="568"/>
                      <a:pt x="612" y="557"/>
                      <a:pt x="647" y="535"/>
                    </a:cubicBezTo>
                    <a:lnTo>
                      <a:pt x="949" y="363"/>
                    </a:lnTo>
                    <a:cubicBezTo>
                      <a:pt x="1021" y="327"/>
                      <a:pt x="1014" y="256"/>
                      <a:pt x="942" y="213"/>
                    </a:cubicBezTo>
                    <a:lnTo>
                      <a:pt x="633" y="33"/>
                    </a:lnTo>
                    <a:cubicBezTo>
                      <a:pt x="597" y="12"/>
                      <a:pt x="550" y="1"/>
                      <a:pt x="50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44">
                <a:extLst>
                  <a:ext uri="{FF2B5EF4-FFF2-40B4-BE49-F238E27FC236}">
                    <a16:creationId xmlns:a16="http://schemas.microsoft.com/office/drawing/2014/main" id="{49BD766A-150C-7623-C774-96D4AC341721}"/>
                  </a:ext>
                </a:extLst>
              </p:cNvPr>
              <p:cNvSpPr/>
              <p:nvPr/>
            </p:nvSpPr>
            <p:spPr>
              <a:xfrm>
                <a:off x="-1355126" y="1379493"/>
                <a:ext cx="84135" cy="46788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565" extrusionOk="0">
                    <a:moveTo>
                      <a:pt x="512" y="0"/>
                    </a:moveTo>
                    <a:cubicBezTo>
                      <a:pt x="465" y="0"/>
                      <a:pt x="418" y="9"/>
                      <a:pt x="382" y="26"/>
                    </a:cubicBezTo>
                    <a:lnTo>
                      <a:pt x="73" y="207"/>
                    </a:lnTo>
                    <a:cubicBezTo>
                      <a:pt x="1" y="250"/>
                      <a:pt x="1" y="321"/>
                      <a:pt x="73" y="364"/>
                    </a:cubicBezTo>
                    <a:lnTo>
                      <a:pt x="368" y="537"/>
                    </a:lnTo>
                    <a:cubicBezTo>
                      <a:pt x="408" y="555"/>
                      <a:pt x="456" y="564"/>
                      <a:pt x="504" y="564"/>
                    </a:cubicBezTo>
                    <a:cubicBezTo>
                      <a:pt x="551" y="564"/>
                      <a:pt x="598" y="555"/>
                      <a:pt x="634" y="537"/>
                    </a:cubicBezTo>
                    <a:lnTo>
                      <a:pt x="943" y="357"/>
                    </a:lnTo>
                    <a:cubicBezTo>
                      <a:pt x="1015" y="314"/>
                      <a:pt x="1015" y="242"/>
                      <a:pt x="943" y="199"/>
                    </a:cubicBezTo>
                    <a:lnTo>
                      <a:pt x="641" y="26"/>
                    </a:lnTo>
                    <a:cubicBezTo>
                      <a:pt x="605" y="9"/>
                      <a:pt x="559" y="0"/>
                      <a:pt x="51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44">
                <a:extLst>
                  <a:ext uri="{FF2B5EF4-FFF2-40B4-BE49-F238E27FC236}">
                    <a16:creationId xmlns:a16="http://schemas.microsoft.com/office/drawing/2014/main" id="{FF9662E9-3803-ACF6-54F6-E03F1E9AC85C}"/>
                  </a:ext>
                </a:extLst>
              </p:cNvPr>
              <p:cNvSpPr/>
              <p:nvPr/>
            </p:nvSpPr>
            <p:spPr>
              <a:xfrm>
                <a:off x="-1119942" y="1383220"/>
                <a:ext cx="89352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606" extrusionOk="0">
                    <a:moveTo>
                      <a:pt x="539" y="1"/>
                    </a:moveTo>
                    <a:cubicBezTo>
                      <a:pt x="491" y="1"/>
                      <a:pt x="443" y="11"/>
                      <a:pt x="404" y="33"/>
                    </a:cubicBezTo>
                    <a:lnTo>
                      <a:pt x="73" y="226"/>
                    </a:lnTo>
                    <a:cubicBezTo>
                      <a:pt x="0" y="269"/>
                      <a:pt x="0" y="342"/>
                      <a:pt x="73" y="385"/>
                    </a:cubicBezTo>
                    <a:lnTo>
                      <a:pt x="411" y="578"/>
                    </a:lnTo>
                    <a:cubicBezTo>
                      <a:pt x="446" y="596"/>
                      <a:pt x="493" y="605"/>
                      <a:pt x="540" y="605"/>
                    </a:cubicBezTo>
                    <a:cubicBezTo>
                      <a:pt x="588" y="605"/>
                      <a:pt x="637" y="596"/>
                      <a:pt x="677" y="578"/>
                    </a:cubicBezTo>
                    <a:lnTo>
                      <a:pt x="1008" y="385"/>
                    </a:lnTo>
                    <a:cubicBezTo>
                      <a:pt x="1079" y="342"/>
                      <a:pt x="1079" y="269"/>
                      <a:pt x="1008" y="226"/>
                    </a:cubicBezTo>
                    <a:lnTo>
                      <a:pt x="670" y="33"/>
                    </a:lnTo>
                    <a:cubicBezTo>
                      <a:pt x="633" y="11"/>
                      <a:pt x="586" y="1"/>
                      <a:pt x="53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44">
                <a:extLst>
                  <a:ext uri="{FF2B5EF4-FFF2-40B4-BE49-F238E27FC236}">
                    <a16:creationId xmlns:a16="http://schemas.microsoft.com/office/drawing/2014/main" id="{5F7A8A66-7C3D-1359-C5E1-CBD0A1A2479C}"/>
                  </a:ext>
                </a:extLst>
              </p:cNvPr>
              <p:cNvSpPr/>
              <p:nvPr/>
            </p:nvSpPr>
            <p:spPr>
              <a:xfrm>
                <a:off x="-1209212" y="1398623"/>
                <a:ext cx="80491" cy="44800"/>
              </a:xfrm>
              <a:custGeom>
                <a:avLst/>
                <a:gdLst/>
                <a:ahLst/>
                <a:cxnLst/>
                <a:rect l="l" t="t" r="r" b="b"/>
                <a:pathLst>
                  <a:path w="972" h="541" extrusionOk="0">
                    <a:moveTo>
                      <a:pt x="504" y="1"/>
                    </a:moveTo>
                    <a:cubicBezTo>
                      <a:pt x="457" y="1"/>
                      <a:pt x="411" y="12"/>
                      <a:pt x="374" y="33"/>
                    </a:cubicBezTo>
                    <a:lnTo>
                      <a:pt x="73" y="206"/>
                    </a:lnTo>
                    <a:cubicBezTo>
                      <a:pt x="0" y="242"/>
                      <a:pt x="0" y="313"/>
                      <a:pt x="79" y="356"/>
                    </a:cubicBezTo>
                    <a:lnTo>
                      <a:pt x="338" y="508"/>
                    </a:lnTo>
                    <a:cubicBezTo>
                      <a:pt x="374" y="529"/>
                      <a:pt x="421" y="540"/>
                      <a:pt x="468" y="540"/>
                    </a:cubicBezTo>
                    <a:cubicBezTo>
                      <a:pt x="516" y="540"/>
                      <a:pt x="564" y="529"/>
                      <a:pt x="604" y="508"/>
                    </a:cubicBezTo>
                    <a:lnTo>
                      <a:pt x="899" y="335"/>
                    </a:lnTo>
                    <a:cubicBezTo>
                      <a:pt x="971" y="292"/>
                      <a:pt x="971" y="220"/>
                      <a:pt x="899" y="183"/>
                    </a:cubicBezTo>
                    <a:lnTo>
                      <a:pt x="633" y="33"/>
                    </a:lnTo>
                    <a:cubicBezTo>
                      <a:pt x="597" y="12"/>
                      <a:pt x="550" y="1"/>
                      <a:pt x="50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4">
                <a:extLst>
                  <a:ext uri="{FF2B5EF4-FFF2-40B4-BE49-F238E27FC236}">
                    <a16:creationId xmlns:a16="http://schemas.microsoft.com/office/drawing/2014/main" id="{441B52B3-3F5C-4C77-0FFA-2F19E7B118BF}"/>
                  </a:ext>
                </a:extLst>
              </p:cNvPr>
              <p:cNvSpPr/>
              <p:nvPr/>
            </p:nvSpPr>
            <p:spPr>
              <a:xfrm>
                <a:off x="-1299063" y="1411790"/>
                <a:ext cx="85211" cy="47616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575" extrusionOk="0">
                    <a:moveTo>
                      <a:pt x="514" y="1"/>
                    </a:moveTo>
                    <a:cubicBezTo>
                      <a:pt x="466" y="1"/>
                      <a:pt x="418" y="11"/>
                      <a:pt x="381" y="33"/>
                    </a:cubicBezTo>
                    <a:lnTo>
                      <a:pt x="72" y="212"/>
                    </a:lnTo>
                    <a:cubicBezTo>
                      <a:pt x="0" y="256"/>
                      <a:pt x="0" y="319"/>
                      <a:pt x="72" y="362"/>
                    </a:cubicBezTo>
                    <a:lnTo>
                      <a:pt x="388" y="542"/>
                    </a:lnTo>
                    <a:cubicBezTo>
                      <a:pt x="424" y="563"/>
                      <a:pt x="471" y="574"/>
                      <a:pt x="518" y="574"/>
                    </a:cubicBezTo>
                    <a:cubicBezTo>
                      <a:pt x="564" y="574"/>
                      <a:pt x="611" y="563"/>
                      <a:pt x="647" y="542"/>
                    </a:cubicBezTo>
                    <a:lnTo>
                      <a:pt x="956" y="362"/>
                    </a:lnTo>
                    <a:cubicBezTo>
                      <a:pt x="1028" y="319"/>
                      <a:pt x="1028" y="256"/>
                      <a:pt x="956" y="212"/>
                    </a:cubicBezTo>
                    <a:lnTo>
                      <a:pt x="647" y="33"/>
                    </a:lnTo>
                    <a:cubicBezTo>
                      <a:pt x="611" y="11"/>
                      <a:pt x="562" y="1"/>
                      <a:pt x="51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44">
                <a:extLst>
                  <a:ext uri="{FF2B5EF4-FFF2-40B4-BE49-F238E27FC236}">
                    <a16:creationId xmlns:a16="http://schemas.microsoft.com/office/drawing/2014/main" id="{7C17E907-1BFA-2860-CB94-3C12EE5E0BE0}"/>
                  </a:ext>
                </a:extLst>
              </p:cNvPr>
              <p:cNvSpPr/>
              <p:nvPr/>
            </p:nvSpPr>
            <p:spPr>
              <a:xfrm>
                <a:off x="-1155634" y="1428931"/>
                <a:ext cx="85791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583" extrusionOk="0">
                    <a:moveTo>
                      <a:pt x="496" y="1"/>
                    </a:moveTo>
                    <a:cubicBezTo>
                      <a:pt x="449" y="1"/>
                      <a:pt x="403" y="11"/>
                      <a:pt x="367" y="33"/>
                    </a:cubicBezTo>
                    <a:lnTo>
                      <a:pt x="72" y="206"/>
                    </a:lnTo>
                    <a:cubicBezTo>
                      <a:pt x="0" y="249"/>
                      <a:pt x="0" y="321"/>
                      <a:pt x="72" y="357"/>
                    </a:cubicBezTo>
                    <a:lnTo>
                      <a:pt x="411" y="551"/>
                    </a:lnTo>
                    <a:cubicBezTo>
                      <a:pt x="446" y="572"/>
                      <a:pt x="493" y="583"/>
                      <a:pt x="539" y="583"/>
                    </a:cubicBezTo>
                    <a:cubicBezTo>
                      <a:pt x="586" y="583"/>
                      <a:pt x="633" y="572"/>
                      <a:pt x="669" y="551"/>
                    </a:cubicBezTo>
                    <a:lnTo>
                      <a:pt x="964" y="378"/>
                    </a:lnTo>
                    <a:cubicBezTo>
                      <a:pt x="1035" y="344"/>
                      <a:pt x="1035" y="271"/>
                      <a:pt x="964" y="228"/>
                    </a:cubicBezTo>
                    <a:lnTo>
                      <a:pt x="626" y="33"/>
                    </a:lnTo>
                    <a:cubicBezTo>
                      <a:pt x="590" y="11"/>
                      <a:pt x="543" y="1"/>
                      <a:pt x="49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44">
                <a:extLst>
                  <a:ext uri="{FF2B5EF4-FFF2-40B4-BE49-F238E27FC236}">
                    <a16:creationId xmlns:a16="http://schemas.microsoft.com/office/drawing/2014/main" id="{E4F8336A-7D1C-4133-52CF-90891C867975}"/>
                  </a:ext>
                </a:extLst>
              </p:cNvPr>
              <p:cNvSpPr/>
              <p:nvPr/>
            </p:nvSpPr>
            <p:spPr>
              <a:xfrm>
                <a:off x="-1241923" y="1445080"/>
                <a:ext cx="81071" cy="44883"/>
              </a:xfrm>
              <a:custGeom>
                <a:avLst/>
                <a:gdLst/>
                <a:ahLst/>
                <a:cxnLst/>
                <a:rect l="l" t="t" r="r" b="b"/>
                <a:pathLst>
                  <a:path w="979" h="542" extrusionOk="0">
                    <a:moveTo>
                      <a:pt x="514" y="1"/>
                    </a:moveTo>
                    <a:cubicBezTo>
                      <a:pt x="466" y="1"/>
                      <a:pt x="418" y="11"/>
                      <a:pt x="381" y="33"/>
                    </a:cubicBezTo>
                    <a:lnTo>
                      <a:pt x="73" y="205"/>
                    </a:lnTo>
                    <a:cubicBezTo>
                      <a:pt x="0" y="249"/>
                      <a:pt x="0" y="321"/>
                      <a:pt x="73" y="364"/>
                    </a:cubicBezTo>
                    <a:lnTo>
                      <a:pt x="338" y="514"/>
                    </a:lnTo>
                    <a:cubicBezTo>
                      <a:pt x="374" y="532"/>
                      <a:pt x="421" y="541"/>
                      <a:pt x="468" y="541"/>
                    </a:cubicBezTo>
                    <a:cubicBezTo>
                      <a:pt x="514" y="541"/>
                      <a:pt x="561" y="532"/>
                      <a:pt x="597" y="514"/>
                    </a:cubicBezTo>
                    <a:lnTo>
                      <a:pt x="906" y="335"/>
                    </a:lnTo>
                    <a:cubicBezTo>
                      <a:pt x="978" y="292"/>
                      <a:pt x="978" y="219"/>
                      <a:pt x="906" y="176"/>
                    </a:cubicBezTo>
                    <a:lnTo>
                      <a:pt x="647" y="33"/>
                    </a:lnTo>
                    <a:cubicBezTo>
                      <a:pt x="611" y="11"/>
                      <a:pt x="562" y="1"/>
                      <a:pt x="51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44">
                <a:extLst>
                  <a:ext uri="{FF2B5EF4-FFF2-40B4-BE49-F238E27FC236}">
                    <a16:creationId xmlns:a16="http://schemas.microsoft.com/office/drawing/2014/main" id="{DB762DF8-E790-C949-66A1-D4540412D88F}"/>
                  </a:ext>
                </a:extLst>
              </p:cNvPr>
              <p:cNvSpPr/>
              <p:nvPr/>
            </p:nvSpPr>
            <p:spPr>
              <a:xfrm>
                <a:off x="-1096672" y="1463547"/>
                <a:ext cx="83390" cy="46539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562" extrusionOk="0">
                    <a:moveTo>
                      <a:pt x="503" y="0"/>
                    </a:moveTo>
                    <a:cubicBezTo>
                      <a:pt x="456" y="0"/>
                      <a:pt x="409" y="11"/>
                      <a:pt x="373" y="32"/>
                    </a:cubicBezTo>
                    <a:lnTo>
                      <a:pt x="71" y="205"/>
                    </a:lnTo>
                    <a:cubicBezTo>
                      <a:pt x="1" y="248"/>
                      <a:pt x="1" y="314"/>
                      <a:pt x="80" y="357"/>
                    </a:cubicBezTo>
                    <a:lnTo>
                      <a:pt x="373" y="529"/>
                    </a:lnTo>
                    <a:cubicBezTo>
                      <a:pt x="409" y="551"/>
                      <a:pt x="458" y="562"/>
                      <a:pt x="507" y="562"/>
                    </a:cubicBezTo>
                    <a:cubicBezTo>
                      <a:pt x="556" y="562"/>
                      <a:pt x="604" y="551"/>
                      <a:pt x="641" y="529"/>
                    </a:cubicBezTo>
                    <a:lnTo>
                      <a:pt x="934" y="357"/>
                    </a:lnTo>
                    <a:cubicBezTo>
                      <a:pt x="1006" y="314"/>
                      <a:pt x="1006" y="248"/>
                      <a:pt x="934" y="205"/>
                    </a:cubicBezTo>
                    <a:lnTo>
                      <a:pt x="632" y="32"/>
                    </a:lnTo>
                    <a:cubicBezTo>
                      <a:pt x="597" y="11"/>
                      <a:pt x="550" y="0"/>
                      <a:pt x="50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44">
                <a:extLst>
                  <a:ext uri="{FF2B5EF4-FFF2-40B4-BE49-F238E27FC236}">
                    <a16:creationId xmlns:a16="http://schemas.microsoft.com/office/drawing/2014/main" id="{30F75EB4-635B-A596-6AA0-417C184C6ED3}"/>
                  </a:ext>
                </a:extLst>
              </p:cNvPr>
              <p:cNvSpPr/>
              <p:nvPr/>
            </p:nvSpPr>
            <p:spPr>
              <a:xfrm>
                <a:off x="-1188924" y="1475389"/>
                <a:ext cx="87447" cy="49024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592" extrusionOk="0">
                    <a:moveTo>
                      <a:pt x="517" y="0"/>
                    </a:moveTo>
                    <a:cubicBezTo>
                      <a:pt x="469" y="0"/>
                      <a:pt x="421" y="11"/>
                      <a:pt x="381" y="33"/>
                    </a:cubicBezTo>
                    <a:lnTo>
                      <a:pt x="79" y="214"/>
                    </a:lnTo>
                    <a:cubicBezTo>
                      <a:pt x="0" y="257"/>
                      <a:pt x="7" y="321"/>
                      <a:pt x="79" y="364"/>
                    </a:cubicBezTo>
                    <a:lnTo>
                      <a:pt x="409" y="559"/>
                    </a:lnTo>
                    <a:cubicBezTo>
                      <a:pt x="449" y="580"/>
                      <a:pt x="497" y="591"/>
                      <a:pt x="545" y="591"/>
                    </a:cubicBezTo>
                    <a:cubicBezTo>
                      <a:pt x="593" y="591"/>
                      <a:pt x="640" y="580"/>
                      <a:pt x="676" y="559"/>
                    </a:cubicBezTo>
                    <a:lnTo>
                      <a:pt x="985" y="378"/>
                    </a:lnTo>
                    <a:cubicBezTo>
                      <a:pt x="1056" y="335"/>
                      <a:pt x="1056" y="271"/>
                      <a:pt x="985" y="228"/>
                    </a:cubicBezTo>
                    <a:lnTo>
                      <a:pt x="647" y="33"/>
                    </a:lnTo>
                    <a:cubicBezTo>
                      <a:pt x="611" y="11"/>
                      <a:pt x="564" y="0"/>
                      <a:pt x="51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4">
                <a:extLst>
                  <a:ext uri="{FF2B5EF4-FFF2-40B4-BE49-F238E27FC236}">
                    <a16:creationId xmlns:a16="http://schemas.microsoft.com/office/drawing/2014/main" id="{1BB86AA3-1FC8-AED6-1336-2CD902A7388E}"/>
                  </a:ext>
                </a:extLst>
              </p:cNvPr>
              <p:cNvSpPr/>
              <p:nvPr/>
            </p:nvSpPr>
            <p:spPr>
              <a:xfrm>
                <a:off x="-1520003" y="1349764"/>
                <a:ext cx="362128" cy="207439"/>
              </a:xfrm>
              <a:custGeom>
                <a:avLst/>
                <a:gdLst/>
                <a:ahLst/>
                <a:cxnLst/>
                <a:rect l="l" t="t" r="r" b="b"/>
                <a:pathLst>
                  <a:path w="4373" h="2505" extrusionOk="0">
                    <a:moveTo>
                      <a:pt x="512" y="1"/>
                    </a:moveTo>
                    <a:cubicBezTo>
                      <a:pt x="465" y="1"/>
                      <a:pt x="418" y="12"/>
                      <a:pt x="382" y="33"/>
                    </a:cubicBezTo>
                    <a:lnTo>
                      <a:pt x="73" y="213"/>
                    </a:lnTo>
                    <a:cubicBezTo>
                      <a:pt x="1" y="256"/>
                      <a:pt x="1" y="321"/>
                      <a:pt x="73" y="365"/>
                    </a:cubicBezTo>
                    <a:lnTo>
                      <a:pt x="3726" y="2478"/>
                    </a:lnTo>
                    <a:cubicBezTo>
                      <a:pt x="3761" y="2496"/>
                      <a:pt x="3809" y="2505"/>
                      <a:pt x="3858" y="2505"/>
                    </a:cubicBezTo>
                    <a:cubicBezTo>
                      <a:pt x="3906" y="2505"/>
                      <a:pt x="3955" y="2496"/>
                      <a:pt x="3991" y="2478"/>
                    </a:cubicBezTo>
                    <a:lnTo>
                      <a:pt x="4300" y="2298"/>
                    </a:lnTo>
                    <a:cubicBezTo>
                      <a:pt x="4372" y="2255"/>
                      <a:pt x="4372" y="2183"/>
                      <a:pt x="4293" y="2147"/>
                    </a:cubicBezTo>
                    <a:lnTo>
                      <a:pt x="641" y="33"/>
                    </a:lnTo>
                    <a:cubicBezTo>
                      <a:pt x="605" y="12"/>
                      <a:pt x="558" y="1"/>
                      <a:pt x="512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4">
                <a:extLst>
                  <a:ext uri="{FF2B5EF4-FFF2-40B4-BE49-F238E27FC236}">
                    <a16:creationId xmlns:a16="http://schemas.microsoft.com/office/drawing/2014/main" id="{7403314B-E831-8383-F58D-E4AD73328E50}"/>
                  </a:ext>
                </a:extLst>
              </p:cNvPr>
              <p:cNvSpPr/>
              <p:nvPr/>
            </p:nvSpPr>
            <p:spPr>
              <a:xfrm>
                <a:off x="-1185943" y="1542632"/>
                <a:ext cx="83887" cy="47202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570" extrusionOk="0">
                    <a:moveTo>
                      <a:pt x="510" y="1"/>
                    </a:moveTo>
                    <a:cubicBezTo>
                      <a:pt x="464" y="1"/>
                      <a:pt x="417" y="12"/>
                      <a:pt x="382" y="33"/>
                    </a:cubicBezTo>
                    <a:lnTo>
                      <a:pt x="71" y="213"/>
                    </a:lnTo>
                    <a:cubicBezTo>
                      <a:pt x="0" y="256"/>
                      <a:pt x="0" y="321"/>
                      <a:pt x="71" y="364"/>
                    </a:cubicBezTo>
                    <a:lnTo>
                      <a:pt x="366" y="537"/>
                    </a:lnTo>
                    <a:cubicBezTo>
                      <a:pt x="406" y="558"/>
                      <a:pt x="454" y="569"/>
                      <a:pt x="502" y="569"/>
                    </a:cubicBezTo>
                    <a:cubicBezTo>
                      <a:pt x="550" y="569"/>
                      <a:pt x="596" y="558"/>
                      <a:pt x="632" y="537"/>
                    </a:cubicBezTo>
                    <a:lnTo>
                      <a:pt x="942" y="358"/>
                    </a:lnTo>
                    <a:cubicBezTo>
                      <a:pt x="1013" y="314"/>
                      <a:pt x="1013" y="249"/>
                      <a:pt x="942" y="206"/>
                    </a:cubicBezTo>
                    <a:lnTo>
                      <a:pt x="640" y="33"/>
                    </a:lnTo>
                    <a:cubicBezTo>
                      <a:pt x="604" y="12"/>
                      <a:pt x="557" y="1"/>
                      <a:pt x="51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4">
                <a:extLst>
                  <a:ext uri="{FF2B5EF4-FFF2-40B4-BE49-F238E27FC236}">
                    <a16:creationId xmlns:a16="http://schemas.microsoft.com/office/drawing/2014/main" id="{08EC69A8-CAE0-D00F-760E-8DDB75B7918E}"/>
                  </a:ext>
                </a:extLst>
              </p:cNvPr>
              <p:cNvSpPr/>
              <p:nvPr/>
            </p:nvSpPr>
            <p:spPr>
              <a:xfrm>
                <a:off x="-1591966" y="1541224"/>
                <a:ext cx="272693" cy="154855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1870" extrusionOk="0">
                    <a:moveTo>
                      <a:pt x="756" y="0"/>
                    </a:moveTo>
                    <a:lnTo>
                      <a:pt x="1" y="438"/>
                    </a:lnTo>
                    <a:lnTo>
                      <a:pt x="2438" y="1848"/>
                    </a:lnTo>
                    <a:cubicBezTo>
                      <a:pt x="2467" y="1862"/>
                      <a:pt x="2502" y="1870"/>
                      <a:pt x="2537" y="1870"/>
                    </a:cubicBezTo>
                    <a:cubicBezTo>
                      <a:pt x="2572" y="1870"/>
                      <a:pt x="2606" y="1862"/>
                      <a:pt x="2631" y="1848"/>
                    </a:cubicBezTo>
                    <a:lnTo>
                      <a:pt x="3292" y="1460"/>
                    </a:lnTo>
                    <a:lnTo>
                      <a:pt x="75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44">
                <a:extLst>
                  <a:ext uri="{FF2B5EF4-FFF2-40B4-BE49-F238E27FC236}">
                    <a16:creationId xmlns:a16="http://schemas.microsoft.com/office/drawing/2014/main" id="{60C9FC91-64DA-E5C4-F14F-AD1F9B05B995}"/>
                  </a:ext>
                </a:extLst>
              </p:cNvPr>
              <p:cNvSpPr/>
              <p:nvPr/>
            </p:nvSpPr>
            <p:spPr>
              <a:xfrm>
                <a:off x="-1769927" y="1436467"/>
                <a:ext cx="240646" cy="141108"/>
              </a:xfrm>
              <a:custGeom>
                <a:avLst/>
                <a:gdLst/>
                <a:ahLst/>
                <a:cxnLst/>
                <a:rect l="l" t="t" r="r" b="b"/>
                <a:pathLst>
                  <a:path w="2906" h="1704" extrusionOk="0">
                    <a:moveTo>
                      <a:pt x="719" y="1"/>
                    </a:moveTo>
                    <a:lnTo>
                      <a:pt x="59" y="382"/>
                    </a:lnTo>
                    <a:cubicBezTo>
                      <a:pt x="0" y="416"/>
                      <a:pt x="0" y="468"/>
                      <a:pt x="59" y="496"/>
                    </a:cubicBezTo>
                    <a:lnTo>
                      <a:pt x="2150" y="1703"/>
                    </a:lnTo>
                    <a:lnTo>
                      <a:pt x="2905" y="1265"/>
                    </a:lnTo>
                    <a:lnTo>
                      <a:pt x="719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44">
                <a:extLst>
                  <a:ext uri="{FF2B5EF4-FFF2-40B4-BE49-F238E27FC236}">
                    <a16:creationId xmlns:a16="http://schemas.microsoft.com/office/drawing/2014/main" id="{5822E702-EF75-C2D3-318C-CAB5CAF7DBEF}"/>
                  </a:ext>
                </a:extLst>
              </p:cNvPr>
              <p:cNvSpPr/>
              <p:nvPr/>
            </p:nvSpPr>
            <p:spPr>
              <a:xfrm>
                <a:off x="-1710386" y="1363842"/>
                <a:ext cx="517397" cy="298282"/>
              </a:xfrm>
              <a:custGeom>
                <a:avLst/>
                <a:gdLst/>
                <a:ahLst/>
                <a:cxnLst/>
                <a:rect l="l" t="t" r="r" b="b"/>
                <a:pathLst>
                  <a:path w="6248" h="3602" extrusionOk="0">
                    <a:moveTo>
                      <a:pt x="1560" y="0"/>
                    </a:moveTo>
                    <a:cubicBezTo>
                      <a:pt x="1524" y="0"/>
                      <a:pt x="1488" y="7"/>
                      <a:pt x="1460" y="22"/>
                    </a:cubicBezTo>
                    <a:lnTo>
                      <a:pt x="0" y="878"/>
                    </a:lnTo>
                    <a:lnTo>
                      <a:pt x="2186" y="2142"/>
                    </a:lnTo>
                    <a:lnTo>
                      <a:pt x="4722" y="3602"/>
                    </a:lnTo>
                    <a:lnTo>
                      <a:pt x="6188" y="2753"/>
                    </a:lnTo>
                    <a:cubicBezTo>
                      <a:pt x="6247" y="2725"/>
                      <a:pt x="6240" y="2674"/>
                      <a:pt x="6188" y="2639"/>
                    </a:cubicBezTo>
                    <a:lnTo>
                      <a:pt x="1660" y="22"/>
                    </a:lnTo>
                    <a:cubicBezTo>
                      <a:pt x="1632" y="7"/>
                      <a:pt x="1596" y="0"/>
                      <a:pt x="156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44">
                <a:extLst>
                  <a:ext uri="{FF2B5EF4-FFF2-40B4-BE49-F238E27FC236}">
                    <a16:creationId xmlns:a16="http://schemas.microsoft.com/office/drawing/2014/main" id="{B5F5DB5B-7F74-01E3-C0B8-6491463938E9}"/>
                  </a:ext>
                </a:extLst>
              </p:cNvPr>
              <p:cNvSpPr/>
              <p:nvPr/>
            </p:nvSpPr>
            <p:spPr>
              <a:xfrm>
                <a:off x="-1130128" y="1575342"/>
                <a:ext cx="81651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986" h="549" extrusionOk="0">
                    <a:moveTo>
                      <a:pt x="516" y="1"/>
                    </a:moveTo>
                    <a:cubicBezTo>
                      <a:pt x="467" y="1"/>
                      <a:pt x="418" y="12"/>
                      <a:pt x="382" y="33"/>
                    </a:cubicBezTo>
                    <a:lnTo>
                      <a:pt x="73" y="206"/>
                    </a:lnTo>
                    <a:cubicBezTo>
                      <a:pt x="1" y="249"/>
                      <a:pt x="1" y="321"/>
                      <a:pt x="73" y="364"/>
                    </a:cubicBezTo>
                    <a:lnTo>
                      <a:pt x="346" y="516"/>
                    </a:lnTo>
                    <a:cubicBezTo>
                      <a:pt x="382" y="538"/>
                      <a:pt x="429" y="549"/>
                      <a:pt x="476" y="549"/>
                    </a:cubicBezTo>
                    <a:cubicBezTo>
                      <a:pt x="523" y="549"/>
                      <a:pt x="569" y="538"/>
                      <a:pt x="605" y="516"/>
                    </a:cubicBezTo>
                    <a:lnTo>
                      <a:pt x="915" y="335"/>
                    </a:lnTo>
                    <a:cubicBezTo>
                      <a:pt x="986" y="292"/>
                      <a:pt x="986" y="228"/>
                      <a:pt x="915" y="185"/>
                    </a:cubicBezTo>
                    <a:lnTo>
                      <a:pt x="648" y="33"/>
                    </a:lnTo>
                    <a:cubicBezTo>
                      <a:pt x="612" y="12"/>
                      <a:pt x="564" y="1"/>
                      <a:pt x="51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44">
                <a:extLst>
                  <a:ext uri="{FF2B5EF4-FFF2-40B4-BE49-F238E27FC236}">
                    <a16:creationId xmlns:a16="http://schemas.microsoft.com/office/drawing/2014/main" id="{E769E9E4-7AAC-5B25-0001-A1DD2F5A2F9D}"/>
                  </a:ext>
                </a:extLst>
              </p:cNvPr>
              <p:cNvSpPr/>
              <p:nvPr/>
            </p:nvSpPr>
            <p:spPr>
              <a:xfrm>
                <a:off x="-1634282" y="1284260"/>
                <a:ext cx="85294" cy="47450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573" extrusionOk="0">
                    <a:moveTo>
                      <a:pt x="509" y="1"/>
                    </a:moveTo>
                    <a:cubicBezTo>
                      <a:pt x="463" y="1"/>
                      <a:pt x="417" y="10"/>
                      <a:pt x="382" y="27"/>
                    </a:cubicBezTo>
                    <a:lnTo>
                      <a:pt x="73" y="207"/>
                    </a:lnTo>
                    <a:cubicBezTo>
                      <a:pt x="1" y="250"/>
                      <a:pt x="1" y="322"/>
                      <a:pt x="73" y="365"/>
                    </a:cubicBezTo>
                    <a:lnTo>
                      <a:pt x="389" y="545"/>
                    </a:lnTo>
                    <a:cubicBezTo>
                      <a:pt x="425" y="563"/>
                      <a:pt x="472" y="572"/>
                      <a:pt x="519" y="572"/>
                    </a:cubicBezTo>
                    <a:cubicBezTo>
                      <a:pt x="566" y="572"/>
                      <a:pt x="612" y="563"/>
                      <a:pt x="648" y="545"/>
                    </a:cubicBezTo>
                    <a:lnTo>
                      <a:pt x="957" y="365"/>
                    </a:lnTo>
                    <a:cubicBezTo>
                      <a:pt x="1029" y="322"/>
                      <a:pt x="1029" y="250"/>
                      <a:pt x="957" y="214"/>
                    </a:cubicBezTo>
                    <a:lnTo>
                      <a:pt x="648" y="34"/>
                    </a:lnTo>
                    <a:cubicBezTo>
                      <a:pt x="611" y="12"/>
                      <a:pt x="560" y="1"/>
                      <a:pt x="50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44">
                <a:extLst>
                  <a:ext uri="{FF2B5EF4-FFF2-40B4-BE49-F238E27FC236}">
                    <a16:creationId xmlns:a16="http://schemas.microsoft.com/office/drawing/2014/main" id="{61E9CB11-4269-0180-2350-92D319E9B349}"/>
                  </a:ext>
                </a:extLst>
              </p:cNvPr>
              <p:cNvSpPr/>
              <p:nvPr/>
            </p:nvSpPr>
            <p:spPr>
              <a:xfrm>
                <a:off x="-1690097" y="1251632"/>
                <a:ext cx="83969" cy="47036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568" extrusionOk="0">
                    <a:moveTo>
                      <a:pt x="510" y="1"/>
                    </a:moveTo>
                    <a:cubicBezTo>
                      <a:pt x="463" y="1"/>
                      <a:pt x="416" y="12"/>
                      <a:pt x="380" y="33"/>
                    </a:cubicBezTo>
                    <a:lnTo>
                      <a:pt x="71" y="213"/>
                    </a:lnTo>
                    <a:cubicBezTo>
                      <a:pt x="0" y="256"/>
                      <a:pt x="0" y="320"/>
                      <a:pt x="71" y="363"/>
                    </a:cubicBezTo>
                    <a:lnTo>
                      <a:pt x="366" y="535"/>
                    </a:lnTo>
                    <a:cubicBezTo>
                      <a:pt x="406" y="557"/>
                      <a:pt x="455" y="568"/>
                      <a:pt x="502" y="568"/>
                    </a:cubicBezTo>
                    <a:cubicBezTo>
                      <a:pt x="550" y="568"/>
                      <a:pt x="596" y="557"/>
                      <a:pt x="632" y="535"/>
                    </a:cubicBezTo>
                    <a:lnTo>
                      <a:pt x="941" y="356"/>
                    </a:lnTo>
                    <a:cubicBezTo>
                      <a:pt x="1013" y="313"/>
                      <a:pt x="1013" y="249"/>
                      <a:pt x="941" y="206"/>
                    </a:cubicBezTo>
                    <a:lnTo>
                      <a:pt x="639" y="33"/>
                    </a:lnTo>
                    <a:cubicBezTo>
                      <a:pt x="603" y="12"/>
                      <a:pt x="557" y="1"/>
                      <a:pt x="51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44">
                <a:extLst>
                  <a:ext uri="{FF2B5EF4-FFF2-40B4-BE49-F238E27FC236}">
                    <a16:creationId xmlns:a16="http://schemas.microsoft.com/office/drawing/2014/main" id="{5C2BC3EC-989E-1C85-DA22-6C4B5DD2D3DB}"/>
                  </a:ext>
                </a:extLst>
              </p:cNvPr>
              <p:cNvSpPr/>
              <p:nvPr/>
            </p:nvSpPr>
            <p:spPr>
              <a:xfrm>
                <a:off x="-1749638" y="1217514"/>
                <a:ext cx="87447" cy="48609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587" extrusionOk="0">
                    <a:moveTo>
                      <a:pt x="511" y="1"/>
                    </a:moveTo>
                    <a:cubicBezTo>
                      <a:pt x="463" y="1"/>
                      <a:pt x="417" y="10"/>
                      <a:pt x="381" y="28"/>
                    </a:cubicBezTo>
                    <a:lnTo>
                      <a:pt x="72" y="207"/>
                    </a:lnTo>
                    <a:cubicBezTo>
                      <a:pt x="0" y="250"/>
                      <a:pt x="0" y="323"/>
                      <a:pt x="72" y="366"/>
                    </a:cubicBezTo>
                    <a:lnTo>
                      <a:pt x="409" y="559"/>
                    </a:lnTo>
                    <a:cubicBezTo>
                      <a:pt x="445" y="577"/>
                      <a:pt x="494" y="586"/>
                      <a:pt x="543" y="586"/>
                    </a:cubicBezTo>
                    <a:cubicBezTo>
                      <a:pt x="591" y="586"/>
                      <a:pt x="640" y="577"/>
                      <a:pt x="676" y="559"/>
                    </a:cubicBezTo>
                    <a:lnTo>
                      <a:pt x="978" y="380"/>
                    </a:lnTo>
                    <a:cubicBezTo>
                      <a:pt x="1056" y="336"/>
                      <a:pt x="1049" y="266"/>
                      <a:pt x="978" y="223"/>
                    </a:cubicBezTo>
                    <a:lnTo>
                      <a:pt x="647" y="28"/>
                    </a:lnTo>
                    <a:cubicBezTo>
                      <a:pt x="607" y="10"/>
                      <a:pt x="559" y="1"/>
                      <a:pt x="51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44">
                <a:extLst>
                  <a:ext uri="{FF2B5EF4-FFF2-40B4-BE49-F238E27FC236}">
                    <a16:creationId xmlns:a16="http://schemas.microsoft.com/office/drawing/2014/main" id="{13F5101D-75C2-5EEC-63F3-282F454B3947}"/>
                  </a:ext>
                </a:extLst>
              </p:cNvPr>
              <p:cNvSpPr/>
              <p:nvPr/>
            </p:nvSpPr>
            <p:spPr>
              <a:xfrm>
                <a:off x="-844346" y="1609378"/>
                <a:ext cx="89352" cy="49438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597" extrusionOk="0">
                    <a:moveTo>
                      <a:pt x="500" y="0"/>
                    </a:moveTo>
                    <a:cubicBezTo>
                      <a:pt x="452" y="0"/>
                      <a:pt x="404" y="11"/>
                      <a:pt x="368" y="33"/>
                    </a:cubicBezTo>
                    <a:lnTo>
                      <a:pt x="73" y="198"/>
                    </a:lnTo>
                    <a:cubicBezTo>
                      <a:pt x="0" y="242"/>
                      <a:pt x="0" y="312"/>
                      <a:pt x="73" y="355"/>
                    </a:cubicBezTo>
                    <a:lnTo>
                      <a:pt x="447" y="564"/>
                    </a:lnTo>
                    <a:cubicBezTo>
                      <a:pt x="482" y="586"/>
                      <a:pt x="529" y="597"/>
                      <a:pt x="576" y="597"/>
                    </a:cubicBezTo>
                    <a:cubicBezTo>
                      <a:pt x="622" y="597"/>
                      <a:pt x="669" y="586"/>
                      <a:pt x="706" y="564"/>
                    </a:cubicBezTo>
                    <a:lnTo>
                      <a:pt x="1008" y="392"/>
                    </a:lnTo>
                    <a:cubicBezTo>
                      <a:pt x="1078" y="355"/>
                      <a:pt x="1078" y="285"/>
                      <a:pt x="1001" y="242"/>
                    </a:cubicBezTo>
                    <a:lnTo>
                      <a:pt x="633" y="33"/>
                    </a:lnTo>
                    <a:cubicBezTo>
                      <a:pt x="597" y="11"/>
                      <a:pt x="549" y="0"/>
                      <a:pt x="50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44">
                <a:extLst>
                  <a:ext uri="{FF2B5EF4-FFF2-40B4-BE49-F238E27FC236}">
                    <a16:creationId xmlns:a16="http://schemas.microsoft.com/office/drawing/2014/main" id="{48C9E711-3651-1159-12D0-B8F0F6F612BE}"/>
                  </a:ext>
                </a:extLst>
              </p:cNvPr>
              <p:cNvSpPr/>
              <p:nvPr/>
            </p:nvSpPr>
            <p:spPr>
              <a:xfrm>
                <a:off x="-900824" y="1641508"/>
                <a:ext cx="89932" cy="50763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613" extrusionOk="0">
                    <a:moveTo>
                      <a:pt x="510" y="1"/>
                    </a:moveTo>
                    <a:cubicBezTo>
                      <a:pt x="463" y="1"/>
                      <a:pt x="416" y="11"/>
                      <a:pt x="380" y="33"/>
                    </a:cubicBezTo>
                    <a:lnTo>
                      <a:pt x="71" y="212"/>
                    </a:lnTo>
                    <a:cubicBezTo>
                      <a:pt x="1" y="256"/>
                      <a:pt x="1" y="321"/>
                      <a:pt x="71" y="364"/>
                    </a:cubicBezTo>
                    <a:lnTo>
                      <a:pt x="439" y="580"/>
                    </a:lnTo>
                    <a:cubicBezTo>
                      <a:pt x="474" y="601"/>
                      <a:pt x="522" y="612"/>
                      <a:pt x="571" y="612"/>
                    </a:cubicBezTo>
                    <a:cubicBezTo>
                      <a:pt x="620" y="612"/>
                      <a:pt x="668" y="601"/>
                      <a:pt x="704" y="580"/>
                    </a:cubicBezTo>
                    <a:lnTo>
                      <a:pt x="1013" y="399"/>
                    </a:lnTo>
                    <a:cubicBezTo>
                      <a:pt x="1086" y="356"/>
                      <a:pt x="1086" y="292"/>
                      <a:pt x="1013" y="249"/>
                    </a:cubicBezTo>
                    <a:lnTo>
                      <a:pt x="639" y="33"/>
                    </a:lnTo>
                    <a:cubicBezTo>
                      <a:pt x="604" y="11"/>
                      <a:pt x="557" y="1"/>
                      <a:pt x="51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44">
                <a:extLst>
                  <a:ext uri="{FF2B5EF4-FFF2-40B4-BE49-F238E27FC236}">
                    <a16:creationId xmlns:a16="http://schemas.microsoft.com/office/drawing/2014/main" id="{F11666E7-1E95-9746-ABAC-8D1019709C61}"/>
                  </a:ext>
                </a:extLst>
              </p:cNvPr>
              <p:cNvSpPr/>
              <p:nvPr/>
            </p:nvSpPr>
            <p:spPr>
              <a:xfrm>
                <a:off x="-1528781" y="1278960"/>
                <a:ext cx="85211" cy="47699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576" extrusionOk="0">
                    <a:moveTo>
                      <a:pt x="513" y="0"/>
                    </a:moveTo>
                    <a:cubicBezTo>
                      <a:pt x="465" y="0"/>
                      <a:pt x="417" y="11"/>
                      <a:pt x="381" y="33"/>
                    </a:cubicBezTo>
                    <a:lnTo>
                      <a:pt x="71" y="214"/>
                    </a:lnTo>
                    <a:cubicBezTo>
                      <a:pt x="0" y="257"/>
                      <a:pt x="0" y="328"/>
                      <a:pt x="71" y="364"/>
                    </a:cubicBezTo>
                    <a:lnTo>
                      <a:pt x="388" y="543"/>
                    </a:lnTo>
                    <a:cubicBezTo>
                      <a:pt x="424" y="565"/>
                      <a:pt x="470" y="576"/>
                      <a:pt x="517" y="576"/>
                    </a:cubicBezTo>
                    <a:cubicBezTo>
                      <a:pt x="564" y="576"/>
                      <a:pt x="611" y="565"/>
                      <a:pt x="647" y="543"/>
                    </a:cubicBezTo>
                    <a:lnTo>
                      <a:pt x="956" y="364"/>
                    </a:lnTo>
                    <a:cubicBezTo>
                      <a:pt x="1028" y="328"/>
                      <a:pt x="1028" y="257"/>
                      <a:pt x="956" y="214"/>
                    </a:cubicBezTo>
                    <a:lnTo>
                      <a:pt x="647" y="33"/>
                    </a:lnTo>
                    <a:cubicBezTo>
                      <a:pt x="611" y="11"/>
                      <a:pt x="562" y="0"/>
                      <a:pt x="51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44">
                <a:extLst>
                  <a:ext uri="{FF2B5EF4-FFF2-40B4-BE49-F238E27FC236}">
                    <a16:creationId xmlns:a16="http://schemas.microsoft.com/office/drawing/2014/main" id="{52E4BBF5-8189-3601-C48A-451E3CA7CE32}"/>
                  </a:ext>
                </a:extLst>
              </p:cNvPr>
              <p:cNvSpPr/>
              <p:nvPr/>
            </p:nvSpPr>
            <p:spPr>
              <a:xfrm>
                <a:off x="-1474705" y="1058268"/>
                <a:ext cx="65503" cy="36271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38" extrusionOk="0">
                    <a:moveTo>
                      <a:pt x="249" y="0"/>
                    </a:moveTo>
                    <a:cubicBezTo>
                      <a:pt x="200" y="0"/>
                      <a:pt x="152" y="11"/>
                      <a:pt x="116" y="32"/>
                    </a:cubicBezTo>
                    <a:lnTo>
                      <a:pt x="73" y="60"/>
                    </a:lnTo>
                    <a:cubicBezTo>
                      <a:pt x="1" y="103"/>
                      <a:pt x="1" y="176"/>
                      <a:pt x="73" y="212"/>
                    </a:cubicBezTo>
                    <a:lnTo>
                      <a:pt x="410" y="405"/>
                    </a:lnTo>
                    <a:cubicBezTo>
                      <a:pt x="446" y="427"/>
                      <a:pt x="493" y="437"/>
                      <a:pt x="540" y="437"/>
                    </a:cubicBezTo>
                    <a:cubicBezTo>
                      <a:pt x="587" y="437"/>
                      <a:pt x="633" y="427"/>
                      <a:pt x="668" y="405"/>
                    </a:cubicBezTo>
                    <a:lnTo>
                      <a:pt x="720" y="377"/>
                    </a:lnTo>
                    <a:cubicBezTo>
                      <a:pt x="791" y="341"/>
                      <a:pt x="791" y="269"/>
                      <a:pt x="720" y="226"/>
                    </a:cubicBezTo>
                    <a:lnTo>
                      <a:pt x="382" y="32"/>
                    </a:lnTo>
                    <a:cubicBezTo>
                      <a:pt x="346" y="11"/>
                      <a:pt x="297" y="0"/>
                      <a:pt x="24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44">
                <a:extLst>
                  <a:ext uri="{FF2B5EF4-FFF2-40B4-BE49-F238E27FC236}">
                    <a16:creationId xmlns:a16="http://schemas.microsoft.com/office/drawing/2014/main" id="{68594099-0BE6-9E23-7974-174BB32EA569}"/>
                  </a:ext>
                </a:extLst>
              </p:cNvPr>
              <p:cNvSpPr/>
              <p:nvPr/>
            </p:nvSpPr>
            <p:spPr>
              <a:xfrm>
                <a:off x="-1536565" y="1022907"/>
                <a:ext cx="67987" cy="37761"/>
              </a:xfrm>
              <a:custGeom>
                <a:avLst/>
                <a:gdLst/>
                <a:ahLst/>
                <a:cxnLst/>
                <a:rect l="l" t="t" r="r" b="b"/>
                <a:pathLst>
                  <a:path w="821" h="456" extrusionOk="0">
                    <a:moveTo>
                      <a:pt x="252" y="1"/>
                    </a:moveTo>
                    <a:cubicBezTo>
                      <a:pt x="205" y="1"/>
                      <a:pt x="158" y="10"/>
                      <a:pt x="122" y="28"/>
                    </a:cubicBezTo>
                    <a:lnTo>
                      <a:pt x="72" y="56"/>
                    </a:lnTo>
                    <a:cubicBezTo>
                      <a:pt x="1" y="99"/>
                      <a:pt x="1" y="171"/>
                      <a:pt x="72" y="214"/>
                    </a:cubicBezTo>
                    <a:lnTo>
                      <a:pt x="439" y="423"/>
                    </a:lnTo>
                    <a:cubicBezTo>
                      <a:pt x="474" y="445"/>
                      <a:pt x="521" y="455"/>
                      <a:pt x="568" y="455"/>
                    </a:cubicBezTo>
                    <a:cubicBezTo>
                      <a:pt x="615" y="455"/>
                      <a:pt x="662" y="445"/>
                      <a:pt x="698" y="423"/>
                    </a:cubicBezTo>
                    <a:lnTo>
                      <a:pt x="748" y="394"/>
                    </a:lnTo>
                    <a:cubicBezTo>
                      <a:pt x="820" y="351"/>
                      <a:pt x="820" y="287"/>
                      <a:pt x="748" y="244"/>
                    </a:cubicBezTo>
                    <a:lnTo>
                      <a:pt x="380" y="28"/>
                    </a:lnTo>
                    <a:cubicBezTo>
                      <a:pt x="345" y="10"/>
                      <a:pt x="298" y="1"/>
                      <a:pt x="252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44">
                <a:extLst>
                  <a:ext uri="{FF2B5EF4-FFF2-40B4-BE49-F238E27FC236}">
                    <a16:creationId xmlns:a16="http://schemas.microsoft.com/office/drawing/2014/main" id="{A9F412B7-A6A3-BB34-32FE-117618B9FB02}"/>
                  </a:ext>
                </a:extLst>
              </p:cNvPr>
              <p:cNvSpPr/>
              <p:nvPr/>
            </p:nvSpPr>
            <p:spPr>
              <a:xfrm>
                <a:off x="-1593125" y="1043776"/>
                <a:ext cx="88855" cy="49603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599" extrusionOk="0">
                    <a:moveTo>
                      <a:pt x="500" y="0"/>
                    </a:moveTo>
                    <a:cubicBezTo>
                      <a:pt x="451" y="0"/>
                      <a:pt x="403" y="9"/>
                      <a:pt x="366" y="26"/>
                    </a:cubicBezTo>
                    <a:lnTo>
                      <a:pt x="71" y="207"/>
                    </a:lnTo>
                    <a:cubicBezTo>
                      <a:pt x="1" y="242"/>
                      <a:pt x="1" y="314"/>
                      <a:pt x="71" y="357"/>
                    </a:cubicBezTo>
                    <a:lnTo>
                      <a:pt x="439" y="566"/>
                    </a:lnTo>
                    <a:cubicBezTo>
                      <a:pt x="475" y="588"/>
                      <a:pt x="522" y="599"/>
                      <a:pt x="568" y="599"/>
                    </a:cubicBezTo>
                    <a:cubicBezTo>
                      <a:pt x="615" y="599"/>
                      <a:pt x="661" y="588"/>
                      <a:pt x="698" y="566"/>
                    </a:cubicBezTo>
                    <a:lnTo>
                      <a:pt x="1000" y="394"/>
                    </a:lnTo>
                    <a:cubicBezTo>
                      <a:pt x="1072" y="351"/>
                      <a:pt x="1072" y="285"/>
                      <a:pt x="1000" y="242"/>
                    </a:cubicBezTo>
                    <a:lnTo>
                      <a:pt x="632" y="26"/>
                    </a:lnTo>
                    <a:cubicBezTo>
                      <a:pt x="597" y="9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44">
                <a:extLst>
                  <a:ext uri="{FF2B5EF4-FFF2-40B4-BE49-F238E27FC236}">
                    <a16:creationId xmlns:a16="http://schemas.microsoft.com/office/drawing/2014/main" id="{A4BDA328-B1BA-7D2B-C3AA-A401CC2E76EA}"/>
                  </a:ext>
                </a:extLst>
              </p:cNvPr>
              <p:cNvSpPr/>
              <p:nvPr/>
            </p:nvSpPr>
            <p:spPr>
              <a:xfrm>
                <a:off x="-1531265" y="1078971"/>
                <a:ext cx="86371" cy="48444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585" extrusionOk="0">
                    <a:moveTo>
                      <a:pt x="500" y="0"/>
                    </a:moveTo>
                    <a:cubicBezTo>
                      <a:pt x="452" y="0"/>
                      <a:pt x="404" y="11"/>
                      <a:pt x="368" y="32"/>
                    </a:cubicBezTo>
                    <a:lnTo>
                      <a:pt x="73" y="205"/>
                    </a:lnTo>
                    <a:cubicBezTo>
                      <a:pt x="1" y="248"/>
                      <a:pt x="1" y="321"/>
                      <a:pt x="73" y="364"/>
                    </a:cubicBezTo>
                    <a:lnTo>
                      <a:pt x="411" y="559"/>
                    </a:lnTo>
                    <a:cubicBezTo>
                      <a:pt x="447" y="576"/>
                      <a:pt x="493" y="585"/>
                      <a:pt x="540" y="585"/>
                    </a:cubicBezTo>
                    <a:cubicBezTo>
                      <a:pt x="587" y="585"/>
                      <a:pt x="634" y="576"/>
                      <a:pt x="670" y="559"/>
                    </a:cubicBezTo>
                    <a:lnTo>
                      <a:pt x="972" y="378"/>
                    </a:lnTo>
                    <a:cubicBezTo>
                      <a:pt x="1043" y="343"/>
                      <a:pt x="1043" y="271"/>
                      <a:pt x="972" y="227"/>
                    </a:cubicBezTo>
                    <a:lnTo>
                      <a:pt x="634" y="32"/>
                    </a:lnTo>
                    <a:cubicBezTo>
                      <a:pt x="598" y="11"/>
                      <a:pt x="549" y="0"/>
                      <a:pt x="50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44">
                <a:extLst>
                  <a:ext uri="{FF2B5EF4-FFF2-40B4-BE49-F238E27FC236}">
                    <a16:creationId xmlns:a16="http://schemas.microsoft.com/office/drawing/2014/main" id="{800EA910-6BEB-0A60-3B7A-C8EC2300E32A}"/>
                  </a:ext>
                </a:extLst>
              </p:cNvPr>
              <p:cNvSpPr/>
              <p:nvPr/>
            </p:nvSpPr>
            <p:spPr>
              <a:xfrm>
                <a:off x="-1652087" y="1076072"/>
                <a:ext cx="106659" cy="60203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727" extrusionOk="0">
                    <a:moveTo>
                      <a:pt x="536" y="1"/>
                    </a:moveTo>
                    <a:cubicBezTo>
                      <a:pt x="488" y="1"/>
                      <a:pt x="439" y="11"/>
                      <a:pt x="404" y="33"/>
                    </a:cubicBezTo>
                    <a:lnTo>
                      <a:pt x="73" y="226"/>
                    </a:lnTo>
                    <a:cubicBezTo>
                      <a:pt x="0" y="269"/>
                      <a:pt x="0" y="342"/>
                      <a:pt x="73" y="378"/>
                    </a:cubicBezTo>
                    <a:lnTo>
                      <a:pt x="620" y="694"/>
                    </a:lnTo>
                    <a:cubicBezTo>
                      <a:pt x="655" y="715"/>
                      <a:pt x="702" y="726"/>
                      <a:pt x="749" y="726"/>
                    </a:cubicBezTo>
                    <a:cubicBezTo>
                      <a:pt x="797" y="726"/>
                      <a:pt x="846" y="715"/>
                      <a:pt x="885" y="694"/>
                    </a:cubicBezTo>
                    <a:lnTo>
                      <a:pt x="1215" y="499"/>
                    </a:lnTo>
                    <a:cubicBezTo>
                      <a:pt x="1287" y="456"/>
                      <a:pt x="1287" y="392"/>
                      <a:pt x="1215" y="349"/>
                    </a:cubicBezTo>
                    <a:lnTo>
                      <a:pt x="670" y="33"/>
                    </a:lnTo>
                    <a:cubicBezTo>
                      <a:pt x="633" y="11"/>
                      <a:pt x="585" y="1"/>
                      <a:pt x="53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44">
                <a:extLst>
                  <a:ext uri="{FF2B5EF4-FFF2-40B4-BE49-F238E27FC236}">
                    <a16:creationId xmlns:a16="http://schemas.microsoft.com/office/drawing/2014/main" id="{0E04C119-5B24-93C7-859D-3023BFA647A1}"/>
                  </a:ext>
                </a:extLst>
              </p:cNvPr>
              <p:cNvSpPr/>
              <p:nvPr/>
            </p:nvSpPr>
            <p:spPr>
              <a:xfrm>
                <a:off x="-1575238" y="1120542"/>
                <a:ext cx="89352" cy="50266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607" extrusionOk="0">
                    <a:moveTo>
                      <a:pt x="536" y="0"/>
                    </a:moveTo>
                    <a:cubicBezTo>
                      <a:pt x="487" y="0"/>
                      <a:pt x="439" y="9"/>
                      <a:pt x="402" y="27"/>
                    </a:cubicBezTo>
                    <a:lnTo>
                      <a:pt x="71" y="229"/>
                    </a:lnTo>
                    <a:cubicBezTo>
                      <a:pt x="0" y="264"/>
                      <a:pt x="0" y="336"/>
                      <a:pt x="71" y="379"/>
                    </a:cubicBezTo>
                    <a:lnTo>
                      <a:pt x="409" y="574"/>
                    </a:lnTo>
                    <a:cubicBezTo>
                      <a:pt x="445" y="596"/>
                      <a:pt x="492" y="607"/>
                      <a:pt x="539" y="607"/>
                    </a:cubicBezTo>
                    <a:cubicBezTo>
                      <a:pt x="586" y="607"/>
                      <a:pt x="633" y="596"/>
                      <a:pt x="668" y="574"/>
                    </a:cubicBezTo>
                    <a:lnTo>
                      <a:pt x="1006" y="379"/>
                    </a:lnTo>
                    <a:cubicBezTo>
                      <a:pt x="1079" y="336"/>
                      <a:pt x="1079" y="264"/>
                      <a:pt x="1006" y="229"/>
                    </a:cubicBezTo>
                    <a:lnTo>
                      <a:pt x="668" y="27"/>
                    </a:lnTo>
                    <a:cubicBezTo>
                      <a:pt x="633" y="9"/>
                      <a:pt x="584" y="0"/>
                      <a:pt x="53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44">
                <a:extLst>
                  <a:ext uri="{FF2B5EF4-FFF2-40B4-BE49-F238E27FC236}">
                    <a16:creationId xmlns:a16="http://schemas.microsoft.com/office/drawing/2014/main" id="{E6EC3282-EED8-9832-669D-AD7FF923E405}"/>
                  </a:ext>
                </a:extLst>
              </p:cNvPr>
              <p:cNvSpPr/>
              <p:nvPr/>
            </p:nvSpPr>
            <p:spPr>
              <a:xfrm>
                <a:off x="-1707984" y="1110522"/>
                <a:ext cx="123221" cy="69726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842" extrusionOk="0">
                    <a:moveTo>
                      <a:pt x="500" y="0"/>
                    </a:moveTo>
                    <a:cubicBezTo>
                      <a:pt x="451" y="0"/>
                      <a:pt x="403" y="11"/>
                      <a:pt x="366" y="33"/>
                    </a:cubicBezTo>
                    <a:lnTo>
                      <a:pt x="71" y="205"/>
                    </a:lnTo>
                    <a:cubicBezTo>
                      <a:pt x="1" y="241"/>
                      <a:pt x="1" y="314"/>
                      <a:pt x="71" y="357"/>
                    </a:cubicBezTo>
                    <a:lnTo>
                      <a:pt x="863" y="809"/>
                    </a:lnTo>
                    <a:cubicBezTo>
                      <a:pt x="899" y="831"/>
                      <a:pt x="945" y="841"/>
                      <a:pt x="992" y="841"/>
                    </a:cubicBezTo>
                    <a:cubicBezTo>
                      <a:pt x="1039" y="841"/>
                      <a:pt x="1086" y="831"/>
                      <a:pt x="1122" y="809"/>
                    </a:cubicBezTo>
                    <a:lnTo>
                      <a:pt x="1415" y="637"/>
                    </a:lnTo>
                    <a:cubicBezTo>
                      <a:pt x="1488" y="593"/>
                      <a:pt x="1488" y="530"/>
                      <a:pt x="1415" y="486"/>
                    </a:cubicBezTo>
                    <a:lnTo>
                      <a:pt x="632" y="33"/>
                    </a:lnTo>
                    <a:cubicBezTo>
                      <a:pt x="597" y="11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44">
                <a:extLst>
                  <a:ext uri="{FF2B5EF4-FFF2-40B4-BE49-F238E27FC236}">
                    <a16:creationId xmlns:a16="http://schemas.microsoft.com/office/drawing/2014/main" id="{E8237CD0-E521-B9A3-EA4F-29A0273451E8}"/>
                  </a:ext>
                </a:extLst>
              </p:cNvPr>
              <p:cNvSpPr/>
              <p:nvPr/>
            </p:nvSpPr>
            <p:spPr>
              <a:xfrm>
                <a:off x="-1821684" y="1176108"/>
                <a:ext cx="100117" cy="55980"/>
              </a:xfrm>
              <a:custGeom>
                <a:avLst/>
                <a:gdLst/>
                <a:ahLst/>
                <a:cxnLst/>
                <a:rect l="l" t="t" r="r" b="b"/>
                <a:pathLst>
                  <a:path w="1209" h="676" extrusionOk="0">
                    <a:moveTo>
                      <a:pt x="514" y="0"/>
                    </a:moveTo>
                    <a:cubicBezTo>
                      <a:pt x="465" y="0"/>
                      <a:pt x="417" y="11"/>
                      <a:pt x="382" y="33"/>
                    </a:cubicBezTo>
                    <a:lnTo>
                      <a:pt x="71" y="205"/>
                    </a:lnTo>
                    <a:cubicBezTo>
                      <a:pt x="1" y="248"/>
                      <a:pt x="1" y="319"/>
                      <a:pt x="71" y="362"/>
                    </a:cubicBezTo>
                    <a:lnTo>
                      <a:pt x="561" y="643"/>
                    </a:lnTo>
                    <a:cubicBezTo>
                      <a:pt x="597" y="665"/>
                      <a:pt x="645" y="676"/>
                      <a:pt x="693" y="676"/>
                    </a:cubicBezTo>
                    <a:cubicBezTo>
                      <a:pt x="742" y="676"/>
                      <a:pt x="791" y="665"/>
                      <a:pt x="827" y="643"/>
                    </a:cubicBezTo>
                    <a:lnTo>
                      <a:pt x="1136" y="464"/>
                    </a:lnTo>
                    <a:cubicBezTo>
                      <a:pt x="1208" y="421"/>
                      <a:pt x="1208" y="355"/>
                      <a:pt x="1136" y="312"/>
                    </a:cubicBezTo>
                    <a:lnTo>
                      <a:pt x="647" y="33"/>
                    </a:lnTo>
                    <a:cubicBezTo>
                      <a:pt x="611" y="11"/>
                      <a:pt x="563" y="0"/>
                      <a:pt x="5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44">
                <a:extLst>
                  <a:ext uri="{FF2B5EF4-FFF2-40B4-BE49-F238E27FC236}">
                    <a16:creationId xmlns:a16="http://schemas.microsoft.com/office/drawing/2014/main" id="{1A98B0D4-FE4F-FA10-6226-F0CEE7AD6E10}"/>
                  </a:ext>
                </a:extLst>
              </p:cNvPr>
              <p:cNvSpPr/>
              <p:nvPr/>
            </p:nvSpPr>
            <p:spPr>
              <a:xfrm>
                <a:off x="-1764544" y="1142653"/>
                <a:ext cx="148230" cy="84549"/>
              </a:xfrm>
              <a:custGeom>
                <a:avLst/>
                <a:gdLst/>
                <a:ahLst/>
                <a:cxnLst/>
                <a:rect l="l" t="t" r="r" b="b"/>
                <a:pathLst>
                  <a:path w="1790" h="1021" extrusionOk="0">
                    <a:moveTo>
                      <a:pt x="511" y="1"/>
                    </a:moveTo>
                    <a:cubicBezTo>
                      <a:pt x="464" y="1"/>
                      <a:pt x="417" y="11"/>
                      <a:pt x="382" y="33"/>
                    </a:cubicBezTo>
                    <a:lnTo>
                      <a:pt x="71" y="212"/>
                    </a:lnTo>
                    <a:cubicBezTo>
                      <a:pt x="1" y="255"/>
                      <a:pt x="1" y="321"/>
                      <a:pt x="71" y="364"/>
                    </a:cubicBezTo>
                    <a:lnTo>
                      <a:pt x="1143" y="989"/>
                    </a:lnTo>
                    <a:cubicBezTo>
                      <a:pt x="1182" y="1010"/>
                      <a:pt x="1231" y="1021"/>
                      <a:pt x="1279" y="1021"/>
                    </a:cubicBezTo>
                    <a:cubicBezTo>
                      <a:pt x="1326" y="1021"/>
                      <a:pt x="1373" y="1010"/>
                      <a:pt x="1408" y="989"/>
                    </a:cubicBezTo>
                    <a:lnTo>
                      <a:pt x="1719" y="809"/>
                    </a:lnTo>
                    <a:cubicBezTo>
                      <a:pt x="1790" y="766"/>
                      <a:pt x="1790" y="695"/>
                      <a:pt x="1719" y="659"/>
                    </a:cubicBezTo>
                    <a:lnTo>
                      <a:pt x="641" y="33"/>
                    </a:lnTo>
                    <a:cubicBezTo>
                      <a:pt x="604" y="11"/>
                      <a:pt x="557" y="1"/>
                      <a:pt x="51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44">
                <a:extLst>
                  <a:ext uri="{FF2B5EF4-FFF2-40B4-BE49-F238E27FC236}">
                    <a16:creationId xmlns:a16="http://schemas.microsoft.com/office/drawing/2014/main" id="{82F33F88-9FE8-F351-98AA-04F1ABD76A03}"/>
                  </a:ext>
                </a:extLst>
              </p:cNvPr>
              <p:cNvSpPr/>
              <p:nvPr/>
            </p:nvSpPr>
            <p:spPr>
              <a:xfrm>
                <a:off x="-1644385" y="1212380"/>
                <a:ext cx="87613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590" extrusionOk="0">
                    <a:moveTo>
                      <a:pt x="515" y="0"/>
                    </a:moveTo>
                    <a:cubicBezTo>
                      <a:pt x="467" y="0"/>
                      <a:pt x="418" y="11"/>
                      <a:pt x="382" y="33"/>
                    </a:cubicBezTo>
                    <a:lnTo>
                      <a:pt x="73" y="212"/>
                    </a:lnTo>
                    <a:cubicBezTo>
                      <a:pt x="0" y="255"/>
                      <a:pt x="0" y="319"/>
                      <a:pt x="73" y="362"/>
                    </a:cubicBezTo>
                    <a:lnTo>
                      <a:pt x="411" y="557"/>
                    </a:lnTo>
                    <a:cubicBezTo>
                      <a:pt x="447" y="579"/>
                      <a:pt x="496" y="590"/>
                      <a:pt x="544" y="590"/>
                    </a:cubicBezTo>
                    <a:cubicBezTo>
                      <a:pt x="592" y="590"/>
                      <a:pt x="640" y="579"/>
                      <a:pt x="677" y="557"/>
                    </a:cubicBezTo>
                    <a:lnTo>
                      <a:pt x="985" y="378"/>
                    </a:lnTo>
                    <a:cubicBezTo>
                      <a:pt x="1058" y="342"/>
                      <a:pt x="1058" y="269"/>
                      <a:pt x="985" y="226"/>
                    </a:cubicBezTo>
                    <a:lnTo>
                      <a:pt x="647" y="33"/>
                    </a:lnTo>
                    <a:cubicBezTo>
                      <a:pt x="612" y="11"/>
                      <a:pt x="564" y="0"/>
                      <a:pt x="51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44">
                <a:extLst>
                  <a:ext uri="{FF2B5EF4-FFF2-40B4-BE49-F238E27FC236}">
                    <a16:creationId xmlns:a16="http://schemas.microsoft.com/office/drawing/2014/main" id="{EA7ED2E4-C276-9422-C05F-3CB07B61CB71}"/>
                  </a:ext>
                </a:extLst>
              </p:cNvPr>
              <p:cNvSpPr/>
              <p:nvPr/>
            </p:nvSpPr>
            <p:spPr>
              <a:xfrm>
                <a:off x="-1584844" y="1246829"/>
                <a:ext cx="84135" cy="47119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569" extrusionOk="0">
                    <a:moveTo>
                      <a:pt x="512" y="0"/>
                    </a:moveTo>
                    <a:cubicBezTo>
                      <a:pt x="465" y="0"/>
                      <a:pt x="418" y="11"/>
                      <a:pt x="382" y="32"/>
                    </a:cubicBezTo>
                    <a:lnTo>
                      <a:pt x="73" y="214"/>
                    </a:lnTo>
                    <a:cubicBezTo>
                      <a:pt x="1" y="257"/>
                      <a:pt x="1" y="321"/>
                      <a:pt x="73" y="364"/>
                    </a:cubicBezTo>
                    <a:lnTo>
                      <a:pt x="375" y="536"/>
                    </a:lnTo>
                    <a:cubicBezTo>
                      <a:pt x="411" y="558"/>
                      <a:pt x="457" y="569"/>
                      <a:pt x="504" y="569"/>
                    </a:cubicBezTo>
                    <a:cubicBezTo>
                      <a:pt x="551" y="569"/>
                      <a:pt x="598" y="558"/>
                      <a:pt x="634" y="536"/>
                    </a:cubicBezTo>
                    <a:lnTo>
                      <a:pt x="943" y="357"/>
                    </a:lnTo>
                    <a:cubicBezTo>
                      <a:pt x="1015" y="314"/>
                      <a:pt x="1015" y="248"/>
                      <a:pt x="943" y="205"/>
                    </a:cubicBezTo>
                    <a:lnTo>
                      <a:pt x="648" y="32"/>
                    </a:lnTo>
                    <a:cubicBezTo>
                      <a:pt x="608" y="11"/>
                      <a:pt x="560" y="0"/>
                      <a:pt x="51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44">
                <a:extLst>
                  <a:ext uri="{FF2B5EF4-FFF2-40B4-BE49-F238E27FC236}">
                    <a16:creationId xmlns:a16="http://schemas.microsoft.com/office/drawing/2014/main" id="{299C6496-E331-9DFF-143B-3562EE94DB64}"/>
                  </a:ext>
                </a:extLst>
              </p:cNvPr>
              <p:cNvSpPr/>
              <p:nvPr/>
            </p:nvSpPr>
            <p:spPr>
              <a:xfrm>
                <a:off x="-888982" y="1516960"/>
                <a:ext cx="130426" cy="73535"/>
              </a:xfrm>
              <a:custGeom>
                <a:avLst/>
                <a:gdLst/>
                <a:ahLst/>
                <a:cxnLst/>
                <a:rect l="l" t="t" r="r" b="b"/>
                <a:pathLst>
                  <a:path w="1575" h="888" extrusionOk="0">
                    <a:moveTo>
                      <a:pt x="540" y="0"/>
                    </a:moveTo>
                    <a:cubicBezTo>
                      <a:pt x="493" y="0"/>
                      <a:pt x="446" y="9"/>
                      <a:pt x="410" y="28"/>
                    </a:cubicBezTo>
                    <a:lnTo>
                      <a:pt x="73" y="221"/>
                    </a:lnTo>
                    <a:cubicBezTo>
                      <a:pt x="1" y="264"/>
                      <a:pt x="1" y="336"/>
                      <a:pt x="73" y="379"/>
                    </a:cubicBezTo>
                    <a:lnTo>
                      <a:pt x="907" y="861"/>
                    </a:lnTo>
                    <a:cubicBezTo>
                      <a:pt x="943" y="879"/>
                      <a:pt x="991" y="888"/>
                      <a:pt x="1039" y="888"/>
                    </a:cubicBezTo>
                    <a:cubicBezTo>
                      <a:pt x="1088" y="888"/>
                      <a:pt x="1136" y="879"/>
                      <a:pt x="1172" y="861"/>
                    </a:cubicBezTo>
                    <a:lnTo>
                      <a:pt x="1503" y="668"/>
                    </a:lnTo>
                    <a:cubicBezTo>
                      <a:pt x="1574" y="624"/>
                      <a:pt x="1574" y="552"/>
                      <a:pt x="1503" y="509"/>
                    </a:cubicBezTo>
                    <a:lnTo>
                      <a:pt x="668" y="28"/>
                    </a:lnTo>
                    <a:cubicBezTo>
                      <a:pt x="633" y="9"/>
                      <a:pt x="587" y="0"/>
                      <a:pt x="54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44">
                <a:extLst>
                  <a:ext uri="{FF2B5EF4-FFF2-40B4-BE49-F238E27FC236}">
                    <a16:creationId xmlns:a16="http://schemas.microsoft.com/office/drawing/2014/main" id="{1564761D-ECB8-A04D-DB9E-77700577D87F}"/>
                  </a:ext>
                </a:extLst>
              </p:cNvPr>
              <p:cNvSpPr/>
              <p:nvPr/>
            </p:nvSpPr>
            <p:spPr>
              <a:xfrm>
                <a:off x="-947281" y="1483256"/>
                <a:ext cx="88690" cy="49438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597" extrusionOk="0">
                    <a:moveTo>
                      <a:pt x="539" y="0"/>
                    </a:moveTo>
                    <a:cubicBezTo>
                      <a:pt x="493" y="0"/>
                      <a:pt x="446" y="11"/>
                      <a:pt x="410" y="33"/>
                    </a:cubicBezTo>
                    <a:lnTo>
                      <a:pt x="72" y="226"/>
                    </a:lnTo>
                    <a:cubicBezTo>
                      <a:pt x="1" y="269"/>
                      <a:pt x="1" y="334"/>
                      <a:pt x="72" y="378"/>
                    </a:cubicBezTo>
                    <a:lnTo>
                      <a:pt x="396" y="564"/>
                    </a:lnTo>
                    <a:cubicBezTo>
                      <a:pt x="431" y="585"/>
                      <a:pt x="480" y="596"/>
                      <a:pt x="528" y="596"/>
                    </a:cubicBezTo>
                    <a:cubicBezTo>
                      <a:pt x="577" y="596"/>
                      <a:pt x="625" y="585"/>
                      <a:pt x="662" y="564"/>
                    </a:cubicBezTo>
                    <a:lnTo>
                      <a:pt x="993" y="369"/>
                    </a:lnTo>
                    <a:cubicBezTo>
                      <a:pt x="1071" y="326"/>
                      <a:pt x="1064" y="262"/>
                      <a:pt x="993" y="219"/>
                    </a:cubicBezTo>
                    <a:lnTo>
                      <a:pt x="669" y="33"/>
                    </a:lnTo>
                    <a:cubicBezTo>
                      <a:pt x="632" y="11"/>
                      <a:pt x="586" y="0"/>
                      <a:pt x="53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44">
                <a:extLst>
                  <a:ext uri="{FF2B5EF4-FFF2-40B4-BE49-F238E27FC236}">
                    <a16:creationId xmlns:a16="http://schemas.microsoft.com/office/drawing/2014/main" id="{55C5DA67-3023-00DA-9E7B-477667E45035}"/>
                  </a:ext>
                </a:extLst>
              </p:cNvPr>
              <p:cNvSpPr/>
              <p:nvPr/>
            </p:nvSpPr>
            <p:spPr>
              <a:xfrm>
                <a:off x="-982972" y="1528968"/>
                <a:ext cx="165537" cy="94155"/>
              </a:xfrm>
              <a:custGeom>
                <a:avLst/>
                <a:gdLst/>
                <a:ahLst/>
                <a:cxnLst/>
                <a:rect l="l" t="t" r="r" b="b"/>
                <a:pathLst>
                  <a:path w="1999" h="1137" extrusionOk="0">
                    <a:moveTo>
                      <a:pt x="500" y="0"/>
                    </a:moveTo>
                    <a:cubicBezTo>
                      <a:pt x="451" y="0"/>
                      <a:pt x="403" y="11"/>
                      <a:pt x="366" y="33"/>
                    </a:cubicBezTo>
                    <a:lnTo>
                      <a:pt x="71" y="205"/>
                    </a:lnTo>
                    <a:cubicBezTo>
                      <a:pt x="1" y="248"/>
                      <a:pt x="1" y="314"/>
                      <a:pt x="71" y="357"/>
                    </a:cubicBezTo>
                    <a:lnTo>
                      <a:pt x="1365" y="1104"/>
                    </a:lnTo>
                    <a:cubicBezTo>
                      <a:pt x="1405" y="1125"/>
                      <a:pt x="1454" y="1136"/>
                      <a:pt x="1501" y="1136"/>
                    </a:cubicBezTo>
                    <a:cubicBezTo>
                      <a:pt x="1549" y="1136"/>
                      <a:pt x="1596" y="1125"/>
                      <a:pt x="1631" y="1104"/>
                    </a:cubicBezTo>
                    <a:lnTo>
                      <a:pt x="1926" y="931"/>
                    </a:lnTo>
                    <a:cubicBezTo>
                      <a:pt x="1998" y="888"/>
                      <a:pt x="1998" y="824"/>
                      <a:pt x="1926" y="781"/>
                    </a:cubicBezTo>
                    <a:lnTo>
                      <a:pt x="632" y="33"/>
                    </a:lnTo>
                    <a:cubicBezTo>
                      <a:pt x="597" y="11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44">
                <a:extLst>
                  <a:ext uri="{FF2B5EF4-FFF2-40B4-BE49-F238E27FC236}">
                    <a16:creationId xmlns:a16="http://schemas.microsoft.com/office/drawing/2014/main" id="{50FE551D-6662-9792-FC7E-8EFE5126561E}"/>
                  </a:ext>
                </a:extLst>
              </p:cNvPr>
              <p:cNvSpPr/>
              <p:nvPr/>
            </p:nvSpPr>
            <p:spPr>
              <a:xfrm>
                <a:off x="-1040112" y="1495677"/>
                <a:ext cx="83969" cy="47119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569" extrusionOk="0">
                    <a:moveTo>
                      <a:pt x="500" y="0"/>
                    </a:moveTo>
                    <a:cubicBezTo>
                      <a:pt x="451" y="0"/>
                      <a:pt x="403" y="11"/>
                      <a:pt x="366" y="33"/>
                    </a:cubicBezTo>
                    <a:lnTo>
                      <a:pt x="71" y="205"/>
                    </a:lnTo>
                    <a:cubicBezTo>
                      <a:pt x="1" y="248"/>
                      <a:pt x="1" y="321"/>
                      <a:pt x="71" y="357"/>
                    </a:cubicBezTo>
                    <a:lnTo>
                      <a:pt x="380" y="536"/>
                    </a:lnTo>
                    <a:cubicBezTo>
                      <a:pt x="416" y="558"/>
                      <a:pt x="465" y="569"/>
                      <a:pt x="514" y="569"/>
                    </a:cubicBezTo>
                    <a:cubicBezTo>
                      <a:pt x="563" y="569"/>
                      <a:pt x="611" y="558"/>
                      <a:pt x="648" y="536"/>
                    </a:cubicBezTo>
                    <a:lnTo>
                      <a:pt x="941" y="364"/>
                    </a:lnTo>
                    <a:cubicBezTo>
                      <a:pt x="1013" y="328"/>
                      <a:pt x="1013" y="255"/>
                      <a:pt x="941" y="212"/>
                    </a:cubicBezTo>
                    <a:lnTo>
                      <a:pt x="632" y="33"/>
                    </a:lnTo>
                    <a:cubicBezTo>
                      <a:pt x="597" y="11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44">
                <a:extLst>
                  <a:ext uri="{FF2B5EF4-FFF2-40B4-BE49-F238E27FC236}">
                    <a16:creationId xmlns:a16="http://schemas.microsoft.com/office/drawing/2014/main" id="{0CCEE213-8777-FD39-41B1-7CF09A3F73A0}"/>
                  </a:ext>
                </a:extLst>
              </p:cNvPr>
              <p:cNvSpPr/>
              <p:nvPr/>
            </p:nvSpPr>
            <p:spPr>
              <a:xfrm>
                <a:off x="-1496070" y="1233083"/>
                <a:ext cx="84632" cy="4670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564" extrusionOk="0">
                    <a:moveTo>
                      <a:pt x="503" y="0"/>
                    </a:moveTo>
                    <a:cubicBezTo>
                      <a:pt x="456" y="0"/>
                      <a:pt x="410" y="9"/>
                      <a:pt x="374" y="26"/>
                    </a:cubicBezTo>
                    <a:lnTo>
                      <a:pt x="79" y="198"/>
                    </a:lnTo>
                    <a:cubicBezTo>
                      <a:pt x="0" y="242"/>
                      <a:pt x="7" y="314"/>
                      <a:pt x="79" y="357"/>
                    </a:cubicBezTo>
                    <a:lnTo>
                      <a:pt x="388" y="537"/>
                    </a:lnTo>
                    <a:cubicBezTo>
                      <a:pt x="424" y="555"/>
                      <a:pt x="471" y="564"/>
                      <a:pt x="518" y="564"/>
                    </a:cubicBezTo>
                    <a:cubicBezTo>
                      <a:pt x="566" y="564"/>
                      <a:pt x="614" y="555"/>
                      <a:pt x="654" y="537"/>
                    </a:cubicBezTo>
                    <a:lnTo>
                      <a:pt x="949" y="364"/>
                    </a:lnTo>
                    <a:cubicBezTo>
                      <a:pt x="1021" y="321"/>
                      <a:pt x="1021" y="250"/>
                      <a:pt x="949" y="207"/>
                    </a:cubicBezTo>
                    <a:lnTo>
                      <a:pt x="633" y="26"/>
                    </a:lnTo>
                    <a:cubicBezTo>
                      <a:pt x="597" y="9"/>
                      <a:pt x="550" y="0"/>
                      <a:pt x="50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44">
                <a:extLst>
                  <a:ext uri="{FF2B5EF4-FFF2-40B4-BE49-F238E27FC236}">
                    <a16:creationId xmlns:a16="http://schemas.microsoft.com/office/drawing/2014/main" id="{D954677D-F926-E4C7-E063-7629001DDF46}"/>
                  </a:ext>
                </a:extLst>
              </p:cNvPr>
              <p:cNvSpPr/>
              <p:nvPr/>
            </p:nvSpPr>
            <p:spPr>
              <a:xfrm>
                <a:off x="-729405" y="1542052"/>
                <a:ext cx="89352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606" extrusionOk="0">
                    <a:moveTo>
                      <a:pt x="503" y="1"/>
                    </a:moveTo>
                    <a:cubicBezTo>
                      <a:pt x="457" y="1"/>
                      <a:pt x="410" y="12"/>
                      <a:pt x="373" y="33"/>
                    </a:cubicBezTo>
                    <a:lnTo>
                      <a:pt x="72" y="206"/>
                    </a:lnTo>
                    <a:cubicBezTo>
                      <a:pt x="1" y="249"/>
                      <a:pt x="1" y="321"/>
                      <a:pt x="72" y="365"/>
                    </a:cubicBezTo>
                    <a:lnTo>
                      <a:pt x="446" y="573"/>
                    </a:lnTo>
                    <a:cubicBezTo>
                      <a:pt x="482" y="595"/>
                      <a:pt x="529" y="606"/>
                      <a:pt x="575" y="606"/>
                    </a:cubicBezTo>
                    <a:cubicBezTo>
                      <a:pt x="622" y="606"/>
                      <a:pt x="668" y="595"/>
                      <a:pt x="705" y="573"/>
                    </a:cubicBezTo>
                    <a:lnTo>
                      <a:pt x="1007" y="401"/>
                    </a:lnTo>
                    <a:cubicBezTo>
                      <a:pt x="1079" y="358"/>
                      <a:pt x="1079" y="292"/>
                      <a:pt x="1007" y="249"/>
                    </a:cubicBezTo>
                    <a:lnTo>
                      <a:pt x="632" y="33"/>
                    </a:lnTo>
                    <a:cubicBezTo>
                      <a:pt x="597" y="12"/>
                      <a:pt x="550" y="1"/>
                      <a:pt x="50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44">
                <a:extLst>
                  <a:ext uri="{FF2B5EF4-FFF2-40B4-BE49-F238E27FC236}">
                    <a16:creationId xmlns:a16="http://schemas.microsoft.com/office/drawing/2014/main" id="{636CA1E7-FF44-8256-1957-9E327817CFED}"/>
                  </a:ext>
                </a:extLst>
              </p:cNvPr>
              <p:cNvSpPr/>
              <p:nvPr/>
            </p:nvSpPr>
            <p:spPr>
              <a:xfrm>
                <a:off x="-788366" y="1574845"/>
                <a:ext cx="92333" cy="51839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626" extrusionOk="0">
                    <a:moveTo>
                      <a:pt x="540" y="0"/>
                    </a:moveTo>
                    <a:cubicBezTo>
                      <a:pt x="493" y="0"/>
                      <a:pt x="446" y="11"/>
                      <a:pt x="411" y="32"/>
                    </a:cubicBezTo>
                    <a:lnTo>
                      <a:pt x="73" y="227"/>
                    </a:lnTo>
                    <a:cubicBezTo>
                      <a:pt x="0" y="270"/>
                      <a:pt x="0" y="334"/>
                      <a:pt x="73" y="377"/>
                    </a:cubicBezTo>
                    <a:lnTo>
                      <a:pt x="438" y="593"/>
                    </a:lnTo>
                    <a:cubicBezTo>
                      <a:pt x="478" y="615"/>
                      <a:pt x="527" y="625"/>
                      <a:pt x="575" y="625"/>
                    </a:cubicBezTo>
                    <a:cubicBezTo>
                      <a:pt x="622" y="625"/>
                      <a:pt x="669" y="615"/>
                      <a:pt x="704" y="593"/>
                    </a:cubicBezTo>
                    <a:lnTo>
                      <a:pt x="1042" y="400"/>
                    </a:lnTo>
                    <a:cubicBezTo>
                      <a:pt x="1115" y="357"/>
                      <a:pt x="1115" y="284"/>
                      <a:pt x="1042" y="248"/>
                    </a:cubicBezTo>
                    <a:lnTo>
                      <a:pt x="670" y="32"/>
                    </a:lnTo>
                    <a:cubicBezTo>
                      <a:pt x="633" y="11"/>
                      <a:pt x="586" y="0"/>
                      <a:pt x="54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44">
                <a:extLst>
                  <a:ext uri="{FF2B5EF4-FFF2-40B4-BE49-F238E27FC236}">
                    <a16:creationId xmlns:a16="http://schemas.microsoft.com/office/drawing/2014/main" id="{E1AD579F-B5D3-A326-2188-7A2BCFBA9F9B}"/>
                  </a:ext>
                </a:extLst>
              </p:cNvPr>
              <p:cNvSpPr/>
              <p:nvPr/>
            </p:nvSpPr>
            <p:spPr>
              <a:xfrm>
                <a:off x="-1128803" y="1311836"/>
                <a:ext cx="79746" cy="44717"/>
              </a:xfrm>
              <a:custGeom>
                <a:avLst/>
                <a:gdLst/>
                <a:ahLst/>
                <a:cxnLst/>
                <a:rect l="l" t="t" r="r" b="b"/>
                <a:pathLst>
                  <a:path w="963" h="540" extrusionOk="0">
                    <a:moveTo>
                      <a:pt x="500" y="0"/>
                    </a:moveTo>
                    <a:cubicBezTo>
                      <a:pt x="451" y="0"/>
                      <a:pt x="402" y="11"/>
                      <a:pt x="366" y="32"/>
                    </a:cubicBezTo>
                    <a:lnTo>
                      <a:pt x="71" y="205"/>
                    </a:lnTo>
                    <a:cubicBezTo>
                      <a:pt x="0" y="239"/>
                      <a:pt x="0" y="312"/>
                      <a:pt x="71" y="355"/>
                    </a:cubicBezTo>
                    <a:lnTo>
                      <a:pt x="330" y="507"/>
                    </a:lnTo>
                    <a:cubicBezTo>
                      <a:pt x="366" y="528"/>
                      <a:pt x="415" y="539"/>
                      <a:pt x="464" y="539"/>
                    </a:cubicBezTo>
                    <a:cubicBezTo>
                      <a:pt x="512" y="539"/>
                      <a:pt x="561" y="528"/>
                      <a:pt x="597" y="507"/>
                    </a:cubicBezTo>
                    <a:lnTo>
                      <a:pt x="891" y="334"/>
                    </a:lnTo>
                    <a:cubicBezTo>
                      <a:pt x="963" y="291"/>
                      <a:pt x="963" y="219"/>
                      <a:pt x="891" y="176"/>
                    </a:cubicBezTo>
                    <a:lnTo>
                      <a:pt x="632" y="32"/>
                    </a:lnTo>
                    <a:cubicBezTo>
                      <a:pt x="596" y="11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44">
                <a:extLst>
                  <a:ext uri="{FF2B5EF4-FFF2-40B4-BE49-F238E27FC236}">
                    <a16:creationId xmlns:a16="http://schemas.microsoft.com/office/drawing/2014/main" id="{7B7A848C-5FF0-00DD-9019-C09B0F46E1AA}"/>
                  </a:ext>
                </a:extLst>
              </p:cNvPr>
              <p:cNvSpPr/>
              <p:nvPr/>
            </p:nvSpPr>
            <p:spPr>
              <a:xfrm>
                <a:off x="-672927" y="1521266"/>
                <a:ext cx="68649" cy="38093"/>
              </a:xfrm>
              <a:custGeom>
                <a:avLst/>
                <a:gdLst/>
                <a:ahLst/>
                <a:cxnLst/>
                <a:rect l="l" t="t" r="r" b="b"/>
                <a:pathLst>
                  <a:path w="829" h="460" extrusionOk="0">
                    <a:moveTo>
                      <a:pt x="254" y="0"/>
                    </a:moveTo>
                    <a:cubicBezTo>
                      <a:pt x="206" y="0"/>
                      <a:pt x="159" y="11"/>
                      <a:pt x="123" y="32"/>
                    </a:cubicBezTo>
                    <a:lnTo>
                      <a:pt x="73" y="62"/>
                    </a:lnTo>
                    <a:cubicBezTo>
                      <a:pt x="0" y="105"/>
                      <a:pt x="0" y="177"/>
                      <a:pt x="73" y="212"/>
                    </a:cubicBezTo>
                    <a:lnTo>
                      <a:pt x="447" y="427"/>
                    </a:lnTo>
                    <a:cubicBezTo>
                      <a:pt x="482" y="449"/>
                      <a:pt x="529" y="460"/>
                      <a:pt x="576" y="460"/>
                    </a:cubicBezTo>
                    <a:cubicBezTo>
                      <a:pt x="623" y="460"/>
                      <a:pt x="670" y="449"/>
                      <a:pt x="706" y="427"/>
                    </a:cubicBezTo>
                    <a:lnTo>
                      <a:pt x="756" y="400"/>
                    </a:lnTo>
                    <a:cubicBezTo>
                      <a:pt x="828" y="357"/>
                      <a:pt x="828" y="291"/>
                      <a:pt x="756" y="248"/>
                    </a:cubicBezTo>
                    <a:lnTo>
                      <a:pt x="388" y="32"/>
                    </a:lnTo>
                    <a:cubicBezTo>
                      <a:pt x="350" y="11"/>
                      <a:pt x="301" y="0"/>
                      <a:pt x="25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44">
                <a:extLst>
                  <a:ext uri="{FF2B5EF4-FFF2-40B4-BE49-F238E27FC236}">
                    <a16:creationId xmlns:a16="http://schemas.microsoft.com/office/drawing/2014/main" id="{F133BFA3-6F83-37FC-D75B-463DAD7D3014}"/>
                  </a:ext>
                </a:extLst>
              </p:cNvPr>
              <p:cNvSpPr/>
              <p:nvPr/>
            </p:nvSpPr>
            <p:spPr>
              <a:xfrm>
                <a:off x="-788366" y="1454686"/>
                <a:ext cx="65503" cy="36271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38" extrusionOk="0">
                    <a:moveTo>
                      <a:pt x="252" y="0"/>
                    </a:moveTo>
                    <a:cubicBezTo>
                      <a:pt x="206" y="0"/>
                      <a:pt x="159" y="11"/>
                      <a:pt x="123" y="33"/>
                    </a:cubicBezTo>
                    <a:lnTo>
                      <a:pt x="73" y="60"/>
                    </a:lnTo>
                    <a:cubicBezTo>
                      <a:pt x="0" y="103"/>
                      <a:pt x="0" y="169"/>
                      <a:pt x="73" y="212"/>
                    </a:cubicBezTo>
                    <a:lnTo>
                      <a:pt x="411" y="405"/>
                    </a:lnTo>
                    <a:cubicBezTo>
                      <a:pt x="446" y="427"/>
                      <a:pt x="493" y="438"/>
                      <a:pt x="540" y="438"/>
                    </a:cubicBezTo>
                    <a:cubicBezTo>
                      <a:pt x="588" y="438"/>
                      <a:pt x="637" y="427"/>
                      <a:pt x="677" y="405"/>
                    </a:cubicBezTo>
                    <a:lnTo>
                      <a:pt x="720" y="378"/>
                    </a:lnTo>
                    <a:cubicBezTo>
                      <a:pt x="790" y="341"/>
                      <a:pt x="790" y="269"/>
                      <a:pt x="720" y="226"/>
                    </a:cubicBezTo>
                    <a:lnTo>
                      <a:pt x="382" y="33"/>
                    </a:lnTo>
                    <a:cubicBezTo>
                      <a:pt x="345" y="11"/>
                      <a:pt x="299" y="0"/>
                      <a:pt x="25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44">
                <a:extLst>
                  <a:ext uri="{FF2B5EF4-FFF2-40B4-BE49-F238E27FC236}">
                    <a16:creationId xmlns:a16="http://schemas.microsoft.com/office/drawing/2014/main" id="{15D8C35F-A36B-4D0E-48F8-DCF4405FEB3F}"/>
                  </a:ext>
                </a:extLst>
              </p:cNvPr>
              <p:cNvSpPr/>
              <p:nvPr/>
            </p:nvSpPr>
            <p:spPr>
              <a:xfrm>
                <a:off x="-728825" y="1489053"/>
                <a:ext cx="62522" cy="34615"/>
              </a:xfrm>
              <a:custGeom>
                <a:avLst/>
                <a:gdLst/>
                <a:ahLst/>
                <a:cxnLst/>
                <a:rect l="l" t="t" r="r" b="b"/>
                <a:pathLst>
                  <a:path w="755" h="418" extrusionOk="0">
                    <a:moveTo>
                      <a:pt x="252" y="1"/>
                    </a:moveTo>
                    <a:cubicBezTo>
                      <a:pt x="205" y="1"/>
                      <a:pt x="159" y="12"/>
                      <a:pt x="123" y="33"/>
                    </a:cubicBezTo>
                    <a:lnTo>
                      <a:pt x="71" y="63"/>
                    </a:lnTo>
                    <a:cubicBezTo>
                      <a:pt x="1" y="106"/>
                      <a:pt x="1" y="170"/>
                      <a:pt x="71" y="213"/>
                    </a:cubicBezTo>
                    <a:lnTo>
                      <a:pt x="366" y="385"/>
                    </a:lnTo>
                    <a:cubicBezTo>
                      <a:pt x="403" y="407"/>
                      <a:pt x="451" y="418"/>
                      <a:pt x="500" y="418"/>
                    </a:cubicBezTo>
                    <a:cubicBezTo>
                      <a:pt x="548" y="418"/>
                      <a:pt x="597" y="407"/>
                      <a:pt x="632" y="385"/>
                    </a:cubicBezTo>
                    <a:lnTo>
                      <a:pt x="684" y="358"/>
                    </a:lnTo>
                    <a:cubicBezTo>
                      <a:pt x="755" y="314"/>
                      <a:pt x="755" y="242"/>
                      <a:pt x="684" y="206"/>
                    </a:cubicBezTo>
                    <a:lnTo>
                      <a:pt x="382" y="33"/>
                    </a:lnTo>
                    <a:cubicBezTo>
                      <a:pt x="346" y="12"/>
                      <a:pt x="299" y="1"/>
                      <a:pt x="252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44">
                <a:extLst>
                  <a:ext uri="{FF2B5EF4-FFF2-40B4-BE49-F238E27FC236}">
                    <a16:creationId xmlns:a16="http://schemas.microsoft.com/office/drawing/2014/main" id="{8AF5D2C1-AE8A-BAB8-B51F-277CC4565E89}"/>
                  </a:ext>
                </a:extLst>
              </p:cNvPr>
              <p:cNvSpPr/>
              <p:nvPr/>
            </p:nvSpPr>
            <p:spPr>
              <a:xfrm>
                <a:off x="-844926" y="1475389"/>
                <a:ext cx="142930" cy="81154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980" extrusionOk="0">
                    <a:moveTo>
                      <a:pt x="504" y="0"/>
                    </a:moveTo>
                    <a:cubicBezTo>
                      <a:pt x="457" y="0"/>
                      <a:pt x="411" y="11"/>
                      <a:pt x="375" y="33"/>
                    </a:cubicBezTo>
                    <a:lnTo>
                      <a:pt x="73" y="205"/>
                    </a:lnTo>
                    <a:cubicBezTo>
                      <a:pt x="0" y="248"/>
                      <a:pt x="0" y="321"/>
                      <a:pt x="73" y="357"/>
                    </a:cubicBezTo>
                    <a:lnTo>
                      <a:pt x="1085" y="947"/>
                    </a:lnTo>
                    <a:cubicBezTo>
                      <a:pt x="1121" y="969"/>
                      <a:pt x="1170" y="979"/>
                      <a:pt x="1219" y="979"/>
                    </a:cubicBezTo>
                    <a:cubicBezTo>
                      <a:pt x="1268" y="979"/>
                      <a:pt x="1316" y="969"/>
                      <a:pt x="1353" y="947"/>
                    </a:cubicBezTo>
                    <a:lnTo>
                      <a:pt x="1646" y="774"/>
                    </a:lnTo>
                    <a:cubicBezTo>
                      <a:pt x="1725" y="731"/>
                      <a:pt x="1718" y="666"/>
                      <a:pt x="1646" y="623"/>
                    </a:cubicBezTo>
                    <a:lnTo>
                      <a:pt x="633" y="33"/>
                    </a:lnTo>
                    <a:cubicBezTo>
                      <a:pt x="597" y="11"/>
                      <a:pt x="550" y="0"/>
                      <a:pt x="50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44">
                <a:extLst>
                  <a:ext uri="{FF2B5EF4-FFF2-40B4-BE49-F238E27FC236}">
                    <a16:creationId xmlns:a16="http://schemas.microsoft.com/office/drawing/2014/main" id="{F36E7335-5212-DACE-0A26-8DFA2EDDA61F}"/>
                  </a:ext>
                </a:extLst>
              </p:cNvPr>
              <p:cNvSpPr/>
              <p:nvPr/>
            </p:nvSpPr>
            <p:spPr>
              <a:xfrm>
                <a:off x="-846665" y="1421230"/>
                <a:ext cx="64923" cy="35857"/>
              </a:xfrm>
              <a:custGeom>
                <a:avLst/>
                <a:gdLst/>
                <a:ahLst/>
                <a:cxnLst/>
                <a:rect l="l" t="t" r="r" b="b"/>
                <a:pathLst>
                  <a:path w="784" h="433" extrusionOk="0">
                    <a:moveTo>
                      <a:pt x="253" y="1"/>
                    </a:moveTo>
                    <a:cubicBezTo>
                      <a:pt x="205" y="1"/>
                      <a:pt x="158" y="11"/>
                      <a:pt x="123" y="33"/>
                    </a:cubicBezTo>
                    <a:lnTo>
                      <a:pt x="71" y="62"/>
                    </a:lnTo>
                    <a:cubicBezTo>
                      <a:pt x="0" y="98"/>
                      <a:pt x="0" y="169"/>
                      <a:pt x="71" y="212"/>
                    </a:cubicBezTo>
                    <a:lnTo>
                      <a:pt x="396" y="400"/>
                    </a:lnTo>
                    <a:cubicBezTo>
                      <a:pt x="432" y="422"/>
                      <a:pt x="480" y="433"/>
                      <a:pt x="528" y="433"/>
                    </a:cubicBezTo>
                    <a:cubicBezTo>
                      <a:pt x="577" y="433"/>
                      <a:pt x="625" y="422"/>
                      <a:pt x="661" y="400"/>
                    </a:cubicBezTo>
                    <a:lnTo>
                      <a:pt x="711" y="371"/>
                    </a:lnTo>
                    <a:cubicBezTo>
                      <a:pt x="784" y="328"/>
                      <a:pt x="784" y="255"/>
                      <a:pt x="704" y="221"/>
                    </a:cubicBezTo>
                    <a:lnTo>
                      <a:pt x="389" y="33"/>
                    </a:lnTo>
                    <a:cubicBezTo>
                      <a:pt x="349" y="11"/>
                      <a:pt x="300" y="1"/>
                      <a:pt x="25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44">
                <a:extLst>
                  <a:ext uri="{FF2B5EF4-FFF2-40B4-BE49-F238E27FC236}">
                    <a16:creationId xmlns:a16="http://schemas.microsoft.com/office/drawing/2014/main" id="{2163E73F-55B0-39A3-37CE-4AE8C188722D}"/>
                  </a:ext>
                </a:extLst>
              </p:cNvPr>
              <p:cNvSpPr/>
              <p:nvPr/>
            </p:nvSpPr>
            <p:spPr>
              <a:xfrm>
                <a:off x="-903805" y="1387940"/>
                <a:ext cx="63764" cy="35194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25" extrusionOk="0">
                    <a:moveTo>
                      <a:pt x="252" y="1"/>
                    </a:moveTo>
                    <a:cubicBezTo>
                      <a:pt x="205" y="1"/>
                      <a:pt x="158" y="11"/>
                      <a:pt x="123" y="33"/>
                    </a:cubicBezTo>
                    <a:lnTo>
                      <a:pt x="71" y="62"/>
                    </a:lnTo>
                    <a:cubicBezTo>
                      <a:pt x="0" y="105"/>
                      <a:pt x="0" y="169"/>
                      <a:pt x="71" y="212"/>
                    </a:cubicBezTo>
                    <a:lnTo>
                      <a:pt x="382" y="392"/>
                    </a:lnTo>
                    <a:cubicBezTo>
                      <a:pt x="417" y="413"/>
                      <a:pt x="465" y="424"/>
                      <a:pt x="514" y="424"/>
                    </a:cubicBezTo>
                    <a:cubicBezTo>
                      <a:pt x="562" y="424"/>
                      <a:pt x="611" y="413"/>
                      <a:pt x="647" y="392"/>
                    </a:cubicBezTo>
                    <a:lnTo>
                      <a:pt x="697" y="364"/>
                    </a:lnTo>
                    <a:cubicBezTo>
                      <a:pt x="770" y="321"/>
                      <a:pt x="770" y="255"/>
                      <a:pt x="697" y="212"/>
                    </a:cubicBezTo>
                    <a:lnTo>
                      <a:pt x="382" y="33"/>
                    </a:lnTo>
                    <a:cubicBezTo>
                      <a:pt x="345" y="11"/>
                      <a:pt x="298" y="1"/>
                      <a:pt x="252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44">
                <a:extLst>
                  <a:ext uri="{FF2B5EF4-FFF2-40B4-BE49-F238E27FC236}">
                    <a16:creationId xmlns:a16="http://schemas.microsoft.com/office/drawing/2014/main" id="{1829C684-3940-450B-C5FB-81EBAE79A2CC}"/>
                  </a:ext>
                </a:extLst>
              </p:cNvPr>
              <p:cNvSpPr/>
              <p:nvPr/>
            </p:nvSpPr>
            <p:spPr>
              <a:xfrm>
                <a:off x="-959785" y="1355809"/>
                <a:ext cx="62604" cy="3461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418" extrusionOk="0">
                    <a:moveTo>
                      <a:pt x="248" y="0"/>
                    </a:moveTo>
                    <a:cubicBezTo>
                      <a:pt x="199" y="0"/>
                      <a:pt x="151" y="11"/>
                      <a:pt x="116" y="33"/>
                    </a:cubicBezTo>
                    <a:lnTo>
                      <a:pt x="73" y="62"/>
                    </a:lnTo>
                    <a:cubicBezTo>
                      <a:pt x="0" y="97"/>
                      <a:pt x="0" y="169"/>
                      <a:pt x="73" y="212"/>
                    </a:cubicBezTo>
                    <a:lnTo>
                      <a:pt x="368" y="385"/>
                    </a:lnTo>
                    <a:cubicBezTo>
                      <a:pt x="403" y="406"/>
                      <a:pt x="451" y="417"/>
                      <a:pt x="500" y="417"/>
                    </a:cubicBezTo>
                    <a:cubicBezTo>
                      <a:pt x="548" y="417"/>
                      <a:pt x="597" y="406"/>
                      <a:pt x="633" y="385"/>
                    </a:cubicBezTo>
                    <a:lnTo>
                      <a:pt x="683" y="355"/>
                    </a:lnTo>
                    <a:cubicBezTo>
                      <a:pt x="756" y="312"/>
                      <a:pt x="756" y="241"/>
                      <a:pt x="676" y="205"/>
                    </a:cubicBezTo>
                    <a:lnTo>
                      <a:pt x="381" y="33"/>
                    </a:lnTo>
                    <a:cubicBezTo>
                      <a:pt x="345" y="11"/>
                      <a:pt x="296" y="0"/>
                      <a:pt x="24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44">
                <a:extLst>
                  <a:ext uri="{FF2B5EF4-FFF2-40B4-BE49-F238E27FC236}">
                    <a16:creationId xmlns:a16="http://schemas.microsoft.com/office/drawing/2014/main" id="{563D9833-D7E5-7AEE-8B25-D0BC9559098F}"/>
                  </a:ext>
                </a:extLst>
              </p:cNvPr>
              <p:cNvSpPr/>
              <p:nvPr/>
            </p:nvSpPr>
            <p:spPr>
              <a:xfrm>
                <a:off x="-1016345" y="1376678"/>
                <a:ext cx="82727" cy="46456"/>
              </a:xfrm>
              <a:custGeom>
                <a:avLst/>
                <a:gdLst/>
                <a:ahLst/>
                <a:cxnLst/>
                <a:rect l="l" t="t" r="r" b="b"/>
                <a:pathLst>
                  <a:path w="999" h="561" extrusionOk="0">
                    <a:moveTo>
                      <a:pt x="500" y="0"/>
                    </a:moveTo>
                    <a:cubicBezTo>
                      <a:pt x="451" y="0"/>
                      <a:pt x="403" y="11"/>
                      <a:pt x="367" y="33"/>
                    </a:cubicBezTo>
                    <a:lnTo>
                      <a:pt x="72" y="205"/>
                    </a:lnTo>
                    <a:cubicBezTo>
                      <a:pt x="0" y="248"/>
                      <a:pt x="0" y="312"/>
                      <a:pt x="72" y="355"/>
                    </a:cubicBezTo>
                    <a:lnTo>
                      <a:pt x="367" y="528"/>
                    </a:lnTo>
                    <a:cubicBezTo>
                      <a:pt x="403" y="549"/>
                      <a:pt x="451" y="560"/>
                      <a:pt x="500" y="560"/>
                    </a:cubicBezTo>
                    <a:cubicBezTo>
                      <a:pt x="548" y="560"/>
                      <a:pt x="597" y="549"/>
                      <a:pt x="633" y="528"/>
                    </a:cubicBezTo>
                    <a:lnTo>
                      <a:pt x="928" y="355"/>
                    </a:lnTo>
                    <a:cubicBezTo>
                      <a:pt x="999" y="312"/>
                      <a:pt x="999" y="241"/>
                      <a:pt x="928" y="205"/>
                    </a:cubicBezTo>
                    <a:lnTo>
                      <a:pt x="633" y="33"/>
                    </a:lnTo>
                    <a:cubicBezTo>
                      <a:pt x="597" y="11"/>
                      <a:pt x="548" y="0"/>
                      <a:pt x="50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44">
                <a:extLst>
                  <a:ext uri="{FF2B5EF4-FFF2-40B4-BE49-F238E27FC236}">
                    <a16:creationId xmlns:a16="http://schemas.microsoft.com/office/drawing/2014/main" id="{E778A8B3-B072-100E-5558-B602AD378F80}"/>
                  </a:ext>
                </a:extLst>
              </p:cNvPr>
              <p:cNvSpPr/>
              <p:nvPr/>
            </p:nvSpPr>
            <p:spPr>
              <a:xfrm>
                <a:off x="-960365" y="1408808"/>
                <a:ext cx="84632" cy="4703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568" extrusionOk="0">
                    <a:moveTo>
                      <a:pt x="502" y="0"/>
                    </a:moveTo>
                    <a:cubicBezTo>
                      <a:pt x="454" y="0"/>
                      <a:pt x="406" y="11"/>
                      <a:pt x="366" y="33"/>
                    </a:cubicBezTo>
                    <a:lnTo>
                      <a:pt x="73" y="205"/>
                    </a:lnTo>
                    <a:cubicBezTo>
                      <a:pt x="0" y="248"/>
                      <a:pt x="0" y="319"/>
                      <a:pt x="73" y="355"/>
                    </a:cubicBezTo>
                    <a:lnTo>
                      <a:pt x="382" y="535"/>
                    </a:lnTo>
                    <a:cubicBezTo>
                      <a:pt x="421" y="556"/>
                      <a:pt x="470" y="567"/>
                      <a:pt x="517" y="567"/>
                    </a:cubicBezTo>
                    <a:cubicBezTo>
                      <a:pt x="564" y="567"/>
                      <a:pt x="611" y="556"/>
                      <a:pt x="647" y="535"/>
                    </a:cubicBezTo>
                    <a:lnTo>
                      <a:pt x="942" y="362"/>
                    </a:lnTo>
                    <a:cubicBezTo>
                      <a:pt x="1022" y="319"/>
                      <a:pt x="1013" y="255"/>
                      <a:pt x="942" y="212"/>
                    </a:cubicBezTo>
                    <a:lnTo>
                      <a:pt x="633" y="33"/>
                    </a:lnTo>
                    <a:cubicBezTo>
                      <a:pt x="597" y="11"/>
                      <a:pt x="550" y="0"/>
                      <a:pt x="50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44">
                <a:extLst>
                  <a:ext uri="{FF2B5EF4-FFF2-40B4-BE49-F238E27FC236}">
                    <a16:creationId xmlns:a16="http://schemas.microsoft.com/office/drawing/2014/main" id="{0B64E6C2-52AC-29E5-5DC3-9F6214BD8FDB}"/>
                  </a:ext>
                </a:extLst>
              </p:cNvPr>
              <p:cNvSpPr/>
              <p:nvPr/>
            </p:nvSpPr>
            <p:spPr>
              <a:xfrm>
                <a:off x="-903225" y="1442099"/>
                <a:ext cx="85211" cy="47699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576" extrusionOk="0">
                    <a:moveTo>
                      <a:pt x="503" y="0"/>
                    </a:moveTo>
                    <a:cubicBezTo>
                      <a:pt x="457" y="0"/>
                      <a:pt x="410" y="11"/>
                      <a:pt x="375" y="33"/>
                    </a:cubicBezTo>
                    <a:lnTo>
                      <a:pt x="73" y="205"/>
                    </a:lnTo>
                    <a:cubicBezTo>
                      <a:pt x="0" y="248"/>
                      <a:pt x="0" y="314"/>
                      <a:pt x="73" y="357"/>
                    </a:cubicBezTo>
                    <a:lnTo>
                      <a:pt x="395" y="543"/>
                    </a:lnTo>
                    <a:cubicBezTo>
                      <a:pt x="432" y="565"/>
                      <a:pt x="480" y="576"/>
                      <a:pt x="529" y="576"/>
                    </a:cubicBezTo>
                    <a:cubicBezTo>
                      <a:pt x="577" y="576"/>
                      <a:pt x="626" y="565"/>
                      <a:pt x="661" y="543"/>
                    </a:cubicBezTo>
                    <a:lnTo>
                      <a:pt x="956" y="371"/>
                    </a:lnTo>
                    <a:cubicBezTo>
                      <a:pt x="1028" y="328"/>
                      <a:pt x="1028" y="255"/>
                      <a:pt x="956" y="219"/>
                    </a:cubicBezTo>
                    <a:lnTo>
                      <a:pt x="633" y="33"/>
                    </a:lnTo>
                    <a:cubicBezTo>
                      <a:pt x="597" y="11"/>
                      <a:pt x="550" y="0"/>
                      <a:pt x="50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44">
                <a:extLst>
                  <a:ext uri="{FF2B5EF4-FFF2-40B4-BE49-F238E27FC236}">
                    <a16:creationId xmlns:a16="http://schemas.microsoft.com/office/drawing/2014/main" id="{288818DA-6EA4-04CF-57AC-9925258FE541}"/>
                  </a:ext>
                </a:extLst>
              </p:cNvPr>
              <p:cNvSpPr/>
              <p:nvPr/>
            </p:nvSpPr>
            <p:spPr>
              <a:xfrm>
                <a:off x="-1130128" y="1257512"/>
                <a:ext cx="63847" cy="35277"/>
              </a:xfrm>
              <a:custGeom>
                <a:avLst/>
                <a:gdLst/>
                <a:ahLst/>
                <a:cxnLst/>
                <a:rect l="l" t="t" r="r" b="b"/>
                <a:pathLst>
                  <a:path w="771" h="426" extrusionOk="0">
                    <a:moveTo>
                      <a:pt x="257" y="1"/>
                    </a:moveTo>
                    <a:cubicBezTo>
                      <a:pt x="208" y="1"/>
                      <a:pt x="160" y="11"/>
                      <a:pt x="123" y="33"/>
                    </a:cubicBezTo>
                    <a:lnTo>
                      <a:pt x="73" y="62"/>
                    </a:lnTo>
                    <a:cubicBezTo>
                      <a:pt x="1" y="105"/>
                      <a:pt x="9" y="171"/>
                      <a:pt x="80" y="214"/>
                    </a:cubicBezTo>
                    <a:lnTo>
                      <a:pt x="389" y="393"/>
                    </a:lnTo>
                    <a:cubicBezTo>
                      <a:pt x="425" y="415"/>
                      <a:pt x="472" y="426"/>
                      <a:pt x="519" y="426"/>
                    </a:cubicBezTo>
                    <a:cubicBezTo>
                      <a:pt x="566" y="426"/>
                      <a:pt x="612" y="415"/>
                      <a:pt x="648" y="393"/>
                    </a:cubicBezTo>
                    <a:lnTo>
                      <a:pt x="700" y="364"/>
                    </a:lnTo>
                    <a:cubicBezTo>
                      <a:pt x="770" y="321"/>
                      <a:pt x="770" y="257"/>
                      <a:pt x="700" y="214"/>
                    </a:cubicBezTo>
                    <a:lnTo>
                      <a:pt x="389" y="33"/>
                    </a:lnTo>
                    <a:cubicBezTo>
                      <a:pt x="354" y="11"/>
                      <a:pt x="305" y="1"/>
                      <a:pt x="25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44">
                <a:extLst>
                  <a:ext uri="{FF2B5EF4-FFF2-40B4-BE49-F238E27FC236}">
                    <a16:creationId xmlns:a16="http://schemas.microsoft.com/office/drawing/2014/main" id="{D27A7F32-29E6-779A-2F17-0240774188EC}"/>
                  </a:ext>
                </a:extLst>
              </p:cNvPr>
              <p:cNvSpPr/>
              <p:nvPr/>
            </p:nvSpPr>
            <p:spPr>
              <a:xfrm>
                <a:off x="-957963" y="1674633"/>
                <a:ext cx="89932" cy="50348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608" extrusionOk="0">
                    <a:moveTo>
                      <a:pt x="514" y="1"/>
                    </a:moveTo>
                    <a:cubicBezTo>
                      <a:pt x="465" y="1"/>
                      <a:pt x="416" y="10"/>
                      <a:pt x="380" y="28"/>
                    </a:cubicBezTo>
                    <a:lnTo>
                      <a:pt x="71" y="207"/>
                    </a:lnTo>
                    <a:cubicBezTo>
                      <a:pt x="1" y="251"/>
                      <a:pt x="1" y="323"/>
                      <a:pt x="78" y="366"/>
                    </a:cubicBezTo>
                    <a:lnTo>
                      <a:pt x="446" y="575"/>
                    </a:lnTo>
                    <a:cubicBezTo>
                      <a:pt x="482" y="596"/>
                      <a:pt x="530" y="607"/>
                      <a:pt x="579" y="607"/>
                    </a:cubicBezTo>
                    <a:cubicBezTo>
                      <a:pt x="627" y="607"/>
                      <a:pt x="675" y="596"/>
                      <a:pt x="711" y="575"/>
                    </a:cubicBezTo>
                    <a:lnTo>
                      <a:pt x="1013" y="395"/>
                    </a:lnTo>
                    <a:cubicBezTo>
                      <a:pt x="1086" y="359"/>
                      <a:pt x="1086" y="287"/>
                      <a:pt x="1013" y="244"/>
                    </a:cubicBezTo>
                    <a:lnTo>
                      <a:pt x="648" y="28"/>
                    </a:lnTo>
                    <a:cubicBezTo>
                      <a:pt x="611" y="10"/>
                      <a:pt x="563" y="1"/>
                      <a:pt x="51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44">
                <a:extLst>
                  <a:ext uri="{FF2B5EF4-FFF2-40B4-BE49-F238E27FC236}">
                    <a16:creationId xmlns:a16="http://schemas.microsoft.com/office/drawing/2014/main" id="{4C3217DD-7501-BDE5-1759-518E8F4BD764}"/>
                  </a:ext>
                </a:extLst>
              </p:cNvPr>
              <p:cNvSpPr/>
              <p:nvPr/>
            </p:nvSpPr>
            <p:spPr>
              <a:xfrm>
                <a:off x="-1942505" y="1547517"/>
                <a:ext cx="51756" cy="59872"/>
              </a:xfrm>
              <a:custGeom>
                <a:avLst/>
                <a:gdLst/>
                <a:ahLst/>
                <a:cxnLst/>
                <a:rect l="l" t="t" r="r" b="b"/>
                <a:pathLst>
                  <a:path w="625" h="723" extrusionOk="0">
                    <a:moveTo>
                      <a:pt x="294" y="0"/>
                    </a:moveTo>
                    <a:cubicBezTo>
                      <a:pt x="285" y="0"/>
                      <a:pt x="276" y="1"/>
                      <a:pt x="266" y="4"/>
                    </a:cubicBezTo>
                    <a:cubicBezTo>
                      <a:pt x="245" y="10"/>
                      <a:pt x="223" y="17"/>
                      <a:pt x="193" y="33"/>
                    </a:cubicBezTo>
                    <a:lnTo>
                      <a:pt x="0" y="147"/>
                    </a:lnTo>
                    <a:lnTo>
                      <a:pt x="223" y="276"/>
                    </a:lnTo>
                    <a:lnTo>
                      <a:pt x="338" y="571"/>
                    </a:lnTo>
                    <a:lnTo>
                      <a:pt x="230" y="723"/>
                    </a:lnTo>
                    <a:cubicBezTo>
                      <a:pt x="323" y="664"/>
                      <a:pt x="424" y="607"/>
                      <a:pt x="504" y="564"/>
                    </a:cubicBezTo>
                    <a:cubicBezTo>
                      <a:pt x="511" y="557"/>
                      <a:pt x="525" y="550"/>
                      <a:pt x="531" y="542"/>
                    </a:cubicBezTo>
                    <a:cubicBezTo>
                      <a:pt x="538" y="535"/>
                      <a:pt x="547" y="528"/>
                      <a:pt x="554" y="521"/>
                    </a:cubicBezTo>
                    <a:cubicBezTo>
                      <a:pt x="568" y="507"/>
                      <a:pt x="581" y="485"/>
                      <a:pt x="590" y="471"/>
                    </a:cubicBezTo>
                    <a:cubicBezTo>
                      <a:pt x="597" y="471"/>
                      <a:pt x="597" y="471"/>
                      <a:pt x="597" y="464"/>
                    </a:cubicBezTo>
                    <a:cubicBezTo>
                      <a:pt x="597" y="464"/>
                      <a:pt x="604" y="456"/>
                      <a:pt x="604" y="449"/>
                    </a:cubicBezTo>
                    <a:cubicBezTo>
                      <a:pt x="604" y="449"/>
                      <a:pt x="604" y="442"/>
                      <a:pt x="611" y="442"/>
                    </a:cubicBezTo>
                    <a:lnTo>
                      <a:pt x="611" y="428"/>
                    </a:lnTo>
                    <a:cubicBezTo>
                      <a:pt x="611" y="421"/>
                      <a:pt x="618" y="421"/>
                      <a:pt x="618" y="412"/>
                    </a:cubicBezTo>
                    <a:lnTo>
                      <a:pt x="618" y="405"/>
                    </a:lnTo>
                    <a:cubicBezTo>
                      <a:pt x="618" y="399"/>
                      <a:pt x="625" y="392"/>
                      <a:pt x="625" y="385"/>
                    </a:cubicBezTo>
                    <a:lnTo>
                      <a:pt x="625" y="355"/>
                    </a:lnTo>
                    <a:lnTo>
                      <a:pt x="625" y="349"/>
                    </a:lnTo>
                    <a:lnTo>
                      <a:pt x="625" y="335"/>
                    </a:lnTo>
                    <a:cubicBezTo>
                      <a:pt x="625" y="305"/>
                      <a:pt x="625" y="283"/>
                      <a:pt x="611" y="240"/>
                    </a:cubicBezTo>
                    <a:cubicBezTo>
                      <a:pt x="611" y="233"/>
                      <a:pt x="604" y="212"/>
                      <a:pt x="597" y="205"/>
                    </a:cubicBezTo>
                    <a:cubicBezTo>
                      <a:pt x="590" y="190"/>
                      <a:pt x="590" y="190"/>
                      <a:pt x="575" y="162"/>
                    </a:cubicBezTo>
                    <a:cubicBezTo>
                      <a:pt x="575" y="154"/>
                      <a:pt x="561" y="126"/>
                      <a:pt x="525" y="97"/>
                    </a:cubicBezTo>
                    <a:cubicBezTo>
                      <a:pt x="504" y="76"/>
                      <a:pt x="481" y="54"/>
                      <a:pt x="468" y="47"/>
                    </a:cubicBezTo>
                    <a:cubicBezTo>
                      <a:pt x="431" y="24"/>
                      <a:pt x="381" y="4"/>
                      <a:pt x="338" y="4"/>
                    </a:cubicBezTo>
                    <a:cubicBezTo>
                      <a:pt x="328" y="4"/>
                      <a:pt x="312" y="0"/>
                      <a:pt x="294" y="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44">
                <a:extLst>
                  <a:ext uri="{FF2B5EF4-FFF2-40B4-BE49-F238E27FC236}">
                    <a16:creationId xmlns:a16="http://schemas.microsoft.com/office/drawing/2014/main" id="{E76365B4-B70E-EDD1-599A-C510AEB98789}"/>
                  </a:ext>
                </a:extLst>
              </p:cNvPr>
              <p:cNvSpPr/>
              <p:nvPr/>
            </p:nvSpPr>
            <p:spPr>
              <a:xfrm>
                <a:off x="-1945569" y="1594803"/>
                <a:ext cx="31137" cy="2616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16" extrusionOk="0">
                    <a:moveTo>
                      <a:pt x="375" y="0"/>
                    </a:moveTo>
                    <a:lnTo>
                      <a:pt x="116" y="152"/>
                    </a:lnTo>
                    <a:lnTo>
                      <a:pt x="73" y="216"/>
                    </a:lnTo>
                    <a:lnTo>
                      <a:pt x="1" y="316"/>
                    </a:lnTo>
                    <a:lnTo>
                      <a:pt x="260" y="166"/>
                    </a:lnTo>
                    <a:lnTo>
                      <a:pt x="267" y="152"/>
                    </a:lnTo>
                    <a:lnTo>
                      <a:pt x="375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44">
                <a:extLst>
                  <a:ext uri="{FF2B5EF4-FFF2-40B4-BE49-F238E27FC236}">
                    <a16:creationId xmlns:a16="http://schemas.microsoft.com/office/drawing/2014/main" id="{C419A6DB-7ACD-8879-171F-B25C2A570778}"/>
                  </a:ext>
                </a:extLst>
              </p:cNvPr>
              <p:cNvSpPr/>
              <p:nvPr/>
            </p:nvSpPr>
            <p:spPr>
              <a:xfrm>
                <a:off x="-2344388" y="1571616"/>
                <a:ext cx="398896" cy="230957"/>
              </a:xfrm>
              <a:custGeom>
                <a:avLst/>
                <a:gdLst/>
                <a:ahLst/>
                <a:cxnLst/>
                <a:rect l="l" t="t" r="r" b="b"/>
                <a:pathLst>
                  <a:path w="4817" h="2789" extrusionOk="0">
                    <a:moveTo>
                      <a:pt x="4594" y="1"/>
                    </a:moveTo>
                    <a:lnTo>
                      <a:pt x="0" y="2659"/>
                    </a:lnTo>
                    <a:lnTo>
                      <a:pt x="232" y="2788"/>
                    </a:lnTo>
                    <a:lnTo>
                      <a:pt x="4644" y="237"/>
                    </a:lnTo>
                    <a:lnTo>
                      <a:pt x="4817" y="137"/>
                    </a:lnTo>
                    <a:lnTo>
                      <a:pt x="4631" y="21"/>
                    </a:lnTo>
                    <a:lnTo>
                      <a:pt x="4594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44">
                <a:extLst>
                  <a:ext uri="{FF2B5EF4-FFF2-40B4-BE49-F238E27FC236}">
                    <a16:creationId xmlns:a16="http://schemas.microsoft.com/office/drawing/2014/main" id="{D13BFD6D-2471-E85C-BD31-70DEFDBBC6B7}"/>
                  </a:ext>
                </a:extLst>
              </p:cNvPr>
              <p:cNvSpPr/>
              <p:nvPr/>
            </p:nvSpPr>
            <p:spPr>
              <a:xfrm>
                <a:off x="-2325259" y="1582878"/>
                <a:ext cx="389373" cy="244704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2955" extrusionOk="0">
                    <a:moveTo>
                      <a:pt x="4586" y="1"/>
                    </a:moveTo>
                    <a:lnTo>
                      <a:pt x="4413" y="101"/>
                    </a:lnTo>
                    <a:lnTo>
                      <a:pt x="1" y="2652"/>
                    </a:lnTo>
                    <a:lnTo>
                      <a:pt x="114" y="2954"/>
                    </a:lnTo>
                    <a:lnTo>
                      <a:pt x="4622" y="346"/>
                    </a:lnTo>
                    <a:lnTo>
                      <a:pt x="4701" y="296"/>
                    </a:lnTo>
                    <a:lnTo>
                      <a:pt x="4586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44">
                <a:extLst>
                  <a:ext uri="{FF2B5EF4-FFF2-40B4-BE49-F238E27FC236}">
                    <a16:creationId xmlns:a16="http://schemas.microsoft.com/office/drawing/2014/main" id="{18F06B4F-F023-06FD-4416-E128D3D1F6A8}"/>
                  </a:ext>
                </a:extLst>
              </p:cNvPr>
              <p:cNvSpPr/>
              <p:nvPr/>
            </p:nvSpPr>
            <p:spPr>
              <a:xfrm>
                <a:off x="-1945569" y="1570373"/>
                <a:ext cx="31137" cy="37016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47" extrusionOk="0">
                    <a:moveTo>
                      <a:pt x="260" y="0"/>
                    </a:moveTo>
                    <a:lnTo>
                      <a:pt x="1" y="152"/>
                    </a:lnTo>
                    <a:lnTo>
                      <a:pt x="116" y="447"/>
                    </a:lnTo>
                    <a:lnTo>
                      <a:pt x="375" y="295"/>
                    </a:lnTo>
                    <a:lnTo>
                      <a:pt x="260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44">
                <a:extLst>
                  <a:ext uri="{FF2B5EF4-FFF2-40B4-BE49-F238E27FC236}">
                    <a16:creationId xmlns:a16="http://schemas.microsoft.com/office/drawing/2014/main" id="{C4C94F41-0034-E779-60EB-59CAF3EA1F40}"/>
                  </a:ext>
                </a:extLst>
              </p:cNvPr>
              <p:cNvSpPr/>
              <p:nvPr/>
            </p:nvSpPr>
            <p:spPr>
              <a:xfrm>
                <a:off x="-1963953" y="1559608"/>
                <a:ext cx="39914" cy="23352"/>
              </a:xfrm>
              <a:custGeom>
                <a:avLst/>
                <a:gdLst/>
                <a:ahLst/>
                <a:cxnLst/>
                <a:rect l="l" t="t" r="r" b="b"/>
                <a:pathLst>
                  <a:path w="482" h="282" extrusionOk="0">
                    <a:moveTo>
                      <a:pt x="252" y="1"/>
                    </a:moveTo>
                    <a:lnTo>
                      <a:pt x="0" y="146"/>
                    </a:lnTo>
                    <a:lnTo>
                      <a:pt x="37" y="166"/>
                    </a:lnTo>
                    <a:lnTo>
                      <a:pt x="223" y="282"/>
                    </a:lnTo>
                    <a:lnTo>
                      <a:pt x="482" y="130"/>
                    </a:lnTo>
                    <a:lnTo>
                      <a:pt x="259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44">
                <a:extLst>
                  <a:ext uri="{FF2B5EF4-FFF2-40B4-BE49-F238E27FC236}">
                    <a16:creationId xmlns:a16="http://schemas.microsoft.com/office/drawing/2014/main" id="{5A5F5A4A-E483-FE5D-56BA-91590489FE28}"/>
                  </a:ext>
                </a:extLst>
              </p:cNvPr>
              <p:cNvSpPr/>
              <p:nvPr/>
            </p:nvSpPr>
            <p:spPr>
              <a:xfrm>
                <a:off x="-2377678" y="1791811"/>
                <a:ext cx="61942" cy="57222"/>
              </a:xfrm>
              <a:custGeom>
                <a:avLst/>
                <a:gdLst/>
                <a:ahLst/>
                <a:cxnLst/>
                <a:rect l="l" t="t" r="r" b="b"/>
                <a:pathLst>
                  <a:path w="748" h="691" extrusionOk="0">
                    <a:moveTo>
                      <a:pt x="402" y="0"/>
                    </a:moveTo>
                    <a:cubicBezTo>
                      <a:pt x="402" y="0"/>
                      <a:pt x="180" y="223"/>
                      <a:pt x="0" y="404"/>
                    </a:cubicBezTo>
                    <a:lnTo>
                      <a:pt x="0" y="411"/>
                    </a:lnTo>
                    <a:cubicBezTo>
                      <a:pt x="0" y="411"/>
                      <a:pt x="173" y="490"/>
                      <a:pt x="152" y="690"/>
                    </a:cubicBezTo>
                    <a:cubicBezTo>
                      <a:pt x="375" y="647"/>
                      <a:pt x="634" y="590"/>
                      <a:pt x="634" y="590"/>
                    </a:cubicBezTo>
                    <a:lnTo>
                      <a:pt x="747" y="431"/>
                    </a:lnTo>
                    <a:lnTo>
                      <a:pt x="634" y="129"/>
                    </a:lnTo>
                    <a:lnTo>
                      <a:pt x="402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44">
                <a:extLst>
                  <a:ext uri="{FF2B5EF4-FFF2-40B4-BE49-F238E27FC236}">
                    <a16:creationId xmlns:a16="http://schemas.microsoft.com/office/drawing/2014/main" id="{D36FB0FE-277C-0C82-5012-5D3232608D7A}"/>
                  </a:ext>
                </a:extLst>
              </p:cNvPr>
              <p:cNvSpPr/>
              <p:nvPr/>
            </p:nvSpPr>
            <p:spPr>
              <a:xfrm>
                <a:off x="-2400037" y="1825184"/>
                <a:ext cx="36685" cy="2873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347" extrusionOk="0">
                    <a:moveTo>
                      <a:pt x="270" y="1"/>
                    </a:moveTo>
                    <a:cubicBezTo>
                      <a:pt x="170" y="101"/>
                      <a:pt x="91" y="194"/>
                      <a:pt x="55" y="230"/>
                    </a:cubicBezTo>
                    <a:cubicBezTo>
                      <a:pt x="1" y="284"/>
                      <a:pt x="23" y="346"/>
                      <a:pt x="99" y="346"/>
                    </a:cubicBezTo>
                    <a:cubicBezTo>
                      <a:pt x="103" y="346"/>
                      <a:pt x="107" y="346"/>
                      <a:pt x="112" y="346"/>
                    </a:cubicBezTo>
                    <a:cubicBezTo>
                      <a:pt x="148" y="337"/>
                      <a:pt x="277" y="316"/>
                      <a:pt x="422" y="287"/>
                    </a:cubicBezTo>
                    <a:cubicBezTo>
                      <a:pt x="443" y="87"/>
                      <a:pt x="270" y="8"/>
                      <a:pt x="270" y="8"/>
                    </a:cubicBezTo>
                    <a:lnTo>
                      <a:pt x="27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44">
                <a:extLst>
                  <a:ext uri="{FF2B5EF4-FFF2-40B4-BE49-F238E27FC236}">
                    <a16:creationId xmlns:a16="http://schemas.microsoft.com/office/drawing/2014/main" id="{AA6E2DB9-97D2-C240-8758-8F4848126A24}"/>
                  </a:ext>
                </a:extLst>
              </p:cNvPr>
              <p:cNvSpPr/>
              <p:nvPr/>
            </p:nvSpPr>
            <p:spPr>
              <a:xfrm>
                <a:off x="-2365091" y="1848951"/>
                <a:ext cx="83" cy="83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44">
                <a:extLst>
                  <a:ext uri="{FF2B5EF4-FFF2-40B4-BE49-F238E27FC236}">
                    <a16:creationId xmlns:a16="http://schemas.microsoft.com/office/drawing/2014/main" id="{A2B54146-D116-62FD-4479-86C382308CAA}"/>
                  </a:ext>
                </a:extLst>
              </p:cNvPr>
              <p:cNvSpPr/>
              <p:nvPr/>
            </p:nvSpPr>
            <p:spPr>
              <a:xfrm>
                <a:off x="-2365091" y="1848951"/>
                <a:ext cx="83" cy="83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44">
                <a:extLst>
                  <a:ext uri="{FF2B5EF4-FFF2-40B4-BE49-F238E27FC236}">
                    <a16:creationId xmlns:a16="http://schemas.microsoft.com/office/drawing/2014/main" id="{B58DA615-DF28-27AA-4C85-7380D59211DA}"/>
                  </a:ext>
                </a:extLst>
              </p:cNvPr>
              <p:cNvSpPr/>
              <p:nvPr/>
            </p:nvSpPr>
            <p:spPr>
              <a:xfrm>
                <a:off x="-2325259" y="1607307"/>
                <a:ext cx="389373" cy="233359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2818" extrusionOk="0">
                    <a:moveTo>
                      <a:pt x="4701" y="1"/>
                    </a:moveTo>
                    <a:lnTo>
                      <a:pt x="4622" y="51"/>
                    </a:lnTo>
                    <a:lnTo>
                      <a:pt x="114" y="2659"/>
                    </a:lnTo>
                    <a:lnTo>
                      <a:pt x="1" y="2818"/>
                    </a:lnTo>
                    <a:lnTo>
                      <a:pt x="4586" y="165"/>
                    </a:lnTo>
                    <a:lnTo>
                      <a:pt x="4658" y="65"/>
                    </a:lnTo>
                    <a:lnTo>
                      <a:pt x="470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44">
                <a:extLst>
                  <a:ext uri="{FF2B5EF4-FFF2-40B4-BE49-F238E27FC236}">
                    <a16:creationId xmlns:a16="http://schemas.microsoft.com/office/drawing/2014/main" id="{EA884C3A-E150-5D5F-408B-B0C1C7E052D4}"/>
                  </a:ext>
                </a:extLst>
              </p:cNvPr>
              <p:cNvSpPr/>
              <p:nvPr/>
            </p:nvSpPr>
            <p:spPr>
              <a:xfrm>
                <a:off x="-2271100" y="1785931"/>
                <a:ext cx="781064" cy="307308"/>
              </a:xfrm>
              <a:custGeom>
                <a:avLst/>
                <a:gdLst/>
                <a:ahLst/>
                <a:cxnLst/>
                <a:rect l="l" t="t" r="r" b="b"/>
                <a:pathLst>
                  <a:path w="9432" h="3711" extrusionOk="0">
                    <a:moveTo>
                      <a:pt x="9432" y="0"/>
                    </a:moveTo>
                    <a:cubicBezTo>
                      <a:pt x="9432" y="35"/>
                      <a:pt x="9409" y="71"/>
                      <a:pt x="9366" y="93"/>
                    </a:cubicBezTo>
                    <a:lnTo>
                      <a:pt x="3875" y="3285"/>
                    </a:lnTo>
                    <a:cubicBezTo>
                      <a:pt x="3828" y="3310"/>
                      <a:pt x="3769" y="3322"/>
                      <a:pt x="3709" y="3322"/>
                    </a:cubicBezTo>
                    <a:cubicBezTo>
                      <a:pt x="3650" y="3322"/>
                      <a:pt x="3590" y="3310"/>
                      <a:pt x="3544" y="3285"/>
                    </a:cubicBezTo>
                    <a:lnTo>
                      <a:pt x="7" y="1242"/>
                    </a:lnTo>
                    <a:lnTo>
                      <a:pt x="7" y="1624"/>
                    </a:lnTo>
                    <a:lnTo>
                      <a:pt x="0" y="1631"/>
                    </a:lnTo>
                    <a:lnTo>
                      <a:pt x="107" y="1689"/>
                    </a:lnTo>
                    <a:lnTo>
                      <a:pt x="116" y="1380"/>
                    </a:lnTo>
                    <a:lnTo>
                      <a:pt x="332" y="1510"/>
                    </a:lnTo>
                    <a:lnTo>
                      <a:pt x="332" y="1819"/>
                    </a:lnTo>
                    <a:lnTo>
                      <a:pt x="3544" y="3673"/>
                    </a:lnTo>
                    <a:cubicBezTo>
                      <a:pt x="3590" y="3698"/>
                      <a:pt x="3650" y="3711"/>
                      <a:pt x="3709" y="3711"/>
                    </a:cubicBezTo>
                    <a:cubicBezTo>
                      <a:pt x="3769" y="3711"/>
                      <a:pt x="3828" y="3698"/>
                      <a:pt x="3875" y="3673"/>
                    </a:cubicBezTo>
                    <a:lnTo>
                      <a:pt x="9366" y="482"/>
                    </a:lnTo>
                    <a:cubicBezTo>
                      <a:pt x="9409" y="459"/>
                      <a:pt x="9432" y="423"/>
                      <a:pt x="9432" y="388"/>
                    </a:cubicBezTo>
                    <a:lnTo>
                      <a:pt x="9432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44">
                <a:extLst>
                  <a:ext uri="{FF2B5EF4-FFF2-40B4-BE49-F238E27FC236}">
                    <a16:creationId xmlns:a16="http://schemas.microsoft.com/office/drawing/2014/main" id="{3229B890-E299-1E0D-10DA-FC03C45EC54F}"/>
                  </a:ext>
                </a:extLst>
              </p:cNvPr>
              <p:cNvSpPr/>
              <p:nvPr/>
            </p:nvSpPr>
            <p:spPr>
              <a:xfrm>
                <a:off x="-2279381" y="1879922"/>
                <a:ext cx="8943" cy="41074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96" extrusionOk="0">
                    <a:moveTo>
                      <a:pt x="0" y="0"/>
                    </a:moveTo>
                    <a:lnTo>
                      <a:pt x="0" y="382"/>
                    </a:lnTo>
                    <a:cubicBezTo>
                      <a:pt x="0" y="409"/>
                      <a:pt x="21" y="445"/>
                      <a:pt x="64" y="468"/>
                    </a:cubicBezTo>
                    <a:lnTo>
                      <a:pt x="100" y="496"/>
                    </a:lnTo>
                    <a:lnTo>
                      <a:pt x="107" y="489"/>
                    </a:lnTo>
                    <a:lnTo>
                      <a:pt x="107" y="107"/>
                    </a:lnTo>
                    <a:lnTo>
                      <a:pt x="64" y="87"/>
                    </a:lnTo>
                    <a:cubicBezTo>
                      <a:pt x="28" y="57"/>
                      <a:pt x="7" y="30"/>
                      <a:pt x="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44">
                <a:extLst>
                  <a:ext uri="{FF2B5EF4-FFF2-40B4-BE49-F238E27FC236}">
                    <a16:creationId xmlns:a16="http://schemas.microsoft.com/office/drawing/2014/main" id="{CA8038AA-DDBE-BC98-9EFB-C4F7F6EC356B}"/>
                  </a:ext>
                </a:extLst>
              </p:cNvPr>
              <p:cNvSpPr/>
              <p:nvPr/>
            </p:nvSpPr>
            <p:spPr>
              <a:xfrm>
                <a:off x="-2279381" y="1878763"/>
                <a:ext cx="83" cy="1242"/>
              </a:xfrm>
              <a:custGeom>
                <a:avLst/>
                <a:gdLst/>
                <a:ahLst/>
                <a:cxnLst/>
                <a:rect l="l" t="t" r="r" b="b"/>
                <a:pathLst>
                  <a:path w="1" h="15" extrusionOk="0">
                    <a:moveTo>
                      <a:pt x="0" y="14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44">
                <a:extLst>
                  <a:ext uri="{FF2B5EF4-FFF2-40B4-BE49-F238E27FC236}">
                    <a16:creationId xmlns:a16="http://schemas.microsoft.com/office/drawing/2014/main" id="{1DB45554-A7D3-BE85-976B-4A0876D10EDB}"/>
                  </a:ext>
                </a:extLst>
              </p:cNvPr>
              <p:cNvSpPr/>
              <p:nvPr/>
            </p:nvSpPr>
            <p:spPr>
              <a:xfrm>
                <a:off x="-2279381" y="1878763"/>
                <a:ext cx="83" cy="1242"/>
              </a:xfrm>
              <a:custGeom>
                <a:avLst/>
                <a:gdLst/>
                <a:ahLst/>
                <a:cxnLst/>
                <a:rect l="l" t="t" r="r" b="b"/>
                <a:pathLst>
                  <a:path w="1" h="15" fill="none" extrusionOk="0">
                    <a:moveTo>
                      <a:pt x="0" y="14"/>
                    </a:moveTo>
                    <a:lnTo>
                      <a:pt x="0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44">
                <a:extLst>
                  <a:ext uri="{FF2B5EF4-FFF2-40B4-BE49-F238E27FC236}">
                    <a16:creationId xmlns:a16="http://schemas.microsoft.com/office/drawing/2014/main" id="{183A7391-B749-8125-F5AD-F46022539C31}"/>
                  </a:ext>
                </a:extLst>
              </p:cNvPr>
              <p:cNvSpPr/>
              <p:nvPr/>
            </p:nvSpPr>
            <p:spPr>
              <a:xfrm>
                <a:off x="-2279381" y="1598820"/>
                <a:ext cx="789345" cy="457856"/>
              </a:xfrm>
              <a:custGeom>
                <a:avLst/>
                <a:gdLst/>
                <a:ahLst/>
                <a:cxnLst/>
                <a:rect l="l" t="t" r="r" b="b"/>
                <a:pathLst>
                  <a:path w="9532" h="5529" extrusionOk="0">
                    <a:moveTo>
                      <a:pt x="5860" y="667"/>
                    </a:moveTo>
                    <a:cubicBezTo>
                      <a:pt x="5910" y="667"/>
                      <a:pt x="5959" y="678"/>
                      <a:pt x="5995" y="699"/>
                    </a:cubicBezTo>
                    <a:lnTo>
                      <a:pt x="8143" y="1936"/>
                    </a:lnTo>
                    <a:cubicBezTo>
                      <a:pt x="8222" y="1979"/>
                      <a:pt x="8222" y="2050"/>
                      <a:pt x="8143" y="2093"/>
                    </a:cubicBezTo>
                    <a:lnTo>
                      <a:pt x="7108" y="2697"/>
                    </a:lnTo>
                    <a:cubicBezTo>
                      <a:pt x="7069" y="2718"/>
                      <a:pt x="7019" y="2729"/>
                      <a:pt x="6970" y="2729"/>
                    </a:cubicBezTo>
                    <a:cubicBezTo>
                      <a:pt x="6920" y="2729"/>
                      <a:pt x="6871" y="2718"/>
                      <a:pt x="6835" y="2697"/>
                    </a:cubicBezTo>
                    <a:lnTo>
                      <a:pt x="4686" y="1462"/>
                    </a:lnTo>
                    <a:cubicBezTo>
                      <a:pt x="4606" y="1418"/>
                      <a:pt x="4606" y="1346"/>
                      <a:pt x="4686" y="1303"/>
                    </a:cubicBezTo>
                    <a:lnTo>
                      <a:pt x="5721" y="699"/>
                    </a:lnTo>
                    <a:cubicBezTo>
                      <a:pt x="5760" y="678"/>
                      <a:pt x="5811" y="667"/>
                      <a:pt x="5860" y="667"/>
                    </a:cubicBezTo>
                    <a:close/>
                    <a:moveTo>
                      <a:pt x="5721" y="1"/>
                    </a:moveTo>
                    <a:cubicBezTo>
                      <a:pt x="5662" y="1"/>
                      <a:pt x="5603" y="13"/>
                      <a:pt x="5555" y="38"/>
                    </a:cubicBezTo>
                    <a:lnTo>
                      <a:pt x="64" y="3230"/>
                    </a:lnTo>
                    <a:cubicBezTo>
                      <a:pt x="21" y="3257"/>
                      <a:pt x="0" y="3294"/>
                      <a:pt x="0" y="3323"/>
                    </a:cubicBezTo>
                    <a:cubicBezTo>
                      <a:pt x="0" y="3359"/>
                      <a:pt x="21" y="3395"/>
                      <a:pt x="64" y="3423"/>
                    </a:cubicBezTo>
                    <a:lnTo>
                      <a:pt x="3651" y="5486"/>
                    </a:lnTo>
                    <a:cubicBezTo>
                      <a:pt x="3694" y="5515"/>
                      <a:pt x="3752" y="5529"/>
                      <a:pt x="3810" y="5529"/>
                    </a:cubicBezTo>
                    <a:cubicBezTo>
                      <a:pt x="3869" y="5529"/>
                      <a:pt x="3928" y="5515"/>
                      <a:pt x="3975" y="5486"/>
                    </a:cubicBezTo>
                    <a:lnTo>
                      <a:pt x="9466" y="2295"/>
                    </a:lnTo>
                    <a:cubicBezTo>
                      <a:pt x="9509" y="2274"/>
                      <a:pt x="9532" y="2238"/>
                      <a:pt x="9532" y="2202"/>
                    </a:cubicBezTo>
                    <a:cubicBezTo>
                      <a:pt x="9532" y="2172"/>
                      <a:pt x="9509" y="2136"/>
                      <a:pt x="9466" y="2109"/>
                    </a:cubicBezTo>
                    <a:lnTo>
                      <a:pt x="5886" y="38"/>
                    </a:lnTo>
                    <a:cubicBezTo>
                      <a:pt x="5840" y="13"/>
                      <a:pt x="5781" y="1"/>
                      <a:pt x="572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44">
                <a:extLst>
                  <a:ext uri="{FF2B5EF4-FFF2-40B4-BE49-F238E27FC236}">
                    <a16:creationId xmlns:a16="http://schemas.microsoft.com/office/drawing/2014/main" id="{7DC670CE-7995-AF55-3CCD-39145D71DA64}"/>
                  </a:ext>
                </a:extLst>
              </p:cNvPr>
              <p:cNvSpPr/>
              <p:nvPr/>
            </p:nvSpPr>
            <p:spPr>
              <a:xfrm>
                <a:off x="-2262239" y="1900211"/>
                <a:ext cx="18632" cy="4463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539" extrusionOk="0">
                    <a:moveTo>
                      <a:pt x="9" y="0"/>
                    </a:moveTo>
                    <a:lnTo>
                      <a:pt x="0" y="309"/>
                    </a:lnTo>
                    <a:lnTo>
                      <a:pt x="0" y="409"/>
                    </a:lnTo>
                    <a:lnTo>
                      <a:pt x="116" y="395"/>
                    </a:lnTo>
                    <a:lnTo>
                      <a:pt x="225" y="539"/>
                    </a:lnTo>
                    <a:lnTo>
                      <a:pt x="225" y="439"/>
                    </a:lnTo>
                    <a:lnTo>
                      <a:pt x="225" y="13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66" name="Google Shape;1666;p44">
                <a:extLst>
                  <a:ext uri="{FF2B5EF4-FFF2-40B4-BE49-F238E27FC236}">
                    <a16:creationId xmlns:a16="http://schemas.microsoft.com/office/drawing/2014/main" id="{EF7CFBB2-B775-6264-D8E8-28DF85AC4DC9}"/>
                  </a:ext>
                </a:extLst>
              </p:cNvPr>
              <p:cNvGrpSpPr/>
              <p:nvPr/>
            </p:nvGrpSpPr>
            <p:grpSpPr>
              <a:xfrm>
                <a:off x="-1841973" y="1685233"/>
                <a:ext cx="179782" cy="101940"/>
                <a:chOff x="-1841973" y="1685233"/>
                <a:chExt cx="179782" cy="101940"/>
              </a:xfrm>
            </p:grpSpPr>
            <p:sp>
              <p:nvSpPr>
                <p:cNvPr id="1667" name="Google Shape;1667;p44">
                  <a:extLst>
                    <a:ext uri="{FF2B5EF4-FFF2-40B4-BE49-F238E27FC236}">
                      <a16:creationId xmlns:a16="http://schemas.microsoft.com/office/drawing/2014/main" id="{42C28A92-66F4-BFEA-31B6-D74F7164BCC0}"/>
                    </a:ext>
                  </a:extLst>
                </p:cNvPr>
                <p:cNvSpPr/>
                <p:nvPr/>
              </p:nvSpPr>
              <p:spPr>
                <a:xfrm>
                  <a:off x="-1716928" y="1759597"/>
                  <a:ext cx="54737" cy="27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" h="333" extrusionOk="0">
                      <a:moveTo>
                        <a:pt x="370" y="1"/>
                      </a:moveTo>
                      <a:cubicBezTo>
                        <a:pt x="332" y="1"/>
                        <a:pt x="294" y="10"/>
                        <a:pt x="259" y="30"/>
                      </a:cubicBezTo>
                      <a:cubicBezTo>
                        <a:pt x="173" y="80"/>
                        <a:pt x="195" y="116"/>
                        <a:pt x="266" y="173"/>
                      </a:cubicBezTo>
                      <a:cubicBezTo>
                        <a:pt x="324" y="223"/>
                        <a:pt x="324" y="232"/>
                        <a:pt x="309" y="239"/>
                      </a:cubicBezTo>
                      <a:cubicBezTo>
                        <a:pt x="300" y="245"/>
                        <a:pt x="292" y="248"/>
                        <a:pt x="281" y="248"/>
                      </a:cubicBezTo>
                      <a:cubicBezTo>
                        <a:pt x="265" y="248"/>
                        <a:pt x="245" y="241"/>
                        <a:pt x="216" y="223"/>
                      </a:cubicBezTo>
                      <a:cubicBezTo>
                        <a:pt x="173" y="203"/>
                        <a:pt x="93" y="137"/>
                        <a:pt x="93" y="137"/>
                      </a:cubicBezTo>
                      <a:lnTo>
                        <a:pt x="0" y="189"/>
                      </a:lnTo>
                      <a:cubicBezTo>
                        <a:pt x="7" y="189"/>
                        <a:pt x="79" y="246"/>
                        <a:pt x="129" y="282"/>
                      </a:cubicBezTo>
                      <a:cubicBezTo>
                        <a:pt x="185" y="314"/>
                        <a:pt x="240" y="332"/>
                        <a:pt x="292" y="332"/>
                      </a:cubicBezTo>
                      <a:cubicBezTo>
                        <a:pt x="333" y="332"/>
                        <a:pt x="373" y="321"/>
                        <a:pt x="411" y="296"/>
                      </a:cubicBezTo>
                      <a:cubicBezTo>
                        <a:pt x="488" y="253"/>
                        <a:pt x="481" y="223"/>
                        <a:pt x="411" y="160"/>
                      </a:cubicBezTo>
                      <a:cubicBezTo>
                        <a:pt x="352" y="110"/>
                        <a:pt x="345" y="103"/>
                        <a:pt x="359" y="87"/>
                      </a:cubicBezTo>
                      <a:cubicBezTo>
                        <a:pt x="367" y="85"/>
                        <a:pt x="375" y="83"/>
                        <a:pt x="383" y="83"/>
                      </a:cubicBezTo>
                      <a:cubicBezTo>
                        <a:pt x="399" y="83"/>
                        <a:pt x="417" y="88"/>
                        <a:pt x="445" y="103"/>
                      </a:cubicBezTo>
                      <a:cubicBezTo>
                        <a:pt x="488" y="130"/>
                        <a:pt x="568" y="189"/>
                        <a:pt x="575" y="189"/>
                      </a:cubicBezTo>
                      <a:lnTo>
                        <a:pt x="661" y="146"/>
                      </a:lnTo>
                      <a:cubicBezTo>
                        <a:pt x="654" y="137"/>
                        <a:pt x="583" y="80"/>
                        <a:pt x="531" y="44"/>
                      </a:cubicBezTo>
                      <a:cubicBezTo>
                        <a:pt x="481" y="19"/>
                        <a:pt x="425" y="1"/>
                        <a:pt x="37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8" name="Google Shape;1668;p44">
                  <a:extLst>
                    <a:ext uri="{FF2B5EF4-FFF2-40B4-BE49-F238E27FC236}">
                      <a16:creationId xmlns:a16="http://schemas.microsoft.com/office/drawing/2014/main" id="{410885F9-990F-BFCF-7B30-18576EA7D102}"/>
                    </a:ext>
                  </a:extLst>
                </p:cNvPr>
                <p:cNvSpPr/>
                <p:nvPr/>
              </p:nvSpPr>
              <p:spPr>
                <a:xfrm>
                  <a:off x="-1747237" y="1741793"/>
                  <a:ext cx="52916" cy="29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" h="361" extrusionOk="0">
                      <a:moveTo>
                        <a:pt x="378" y="76"/>
                      </a:moveTo>
                      <a:cubicBezTo>
                        <a:pt x="398" y="76"/>
                        <a:pt x="417" y="81"/>
                        <a:pt x="439" y="93"/>
                      </a:cubicBezTo>
                      <a:cubicBezTo>
                        <a:pt x="489" y="123"/>
                        <a:pt x="489" y="145"/>
                        <a:pt x="423" y="180"/>
                      </a:cubicBezTo>
                      <a:lnTo>
                        <a:pt x="287" y="102"/>
                      </a:lnTo>
                      <a:cubicBezTo>
                        <a:pt x="324" y="85"/>
                        <a:pt x="352" y="76"/>
                        <a:pt x="378" y="76"/>
                      </a:cubicBezTo>
                      <a:close/>
                      <a:moveTo>
                        <a:pt x="361" y="0"/>
                      </a:moveTo>
                      <a:cubicBezTo>
                        <a:pt x="292" y="0"/>
                        <a:pt x="219" y="22"/>
                        <a:pt x="144" y="66"/>
                      </a:cubicBezTo>
                      <a:cubicBezTo>
                        <a:pt x="7" y="145"/>
                        <a:pt x="0" y="209"/>
                        <a:pt x="114" y="275"/>
                      </a:cubicBezTo>
                      <a:cubicBezTo>
                        <a:pt x="187" y="318"/>
                        <a:pt x="294" y="352"/>
                        <a:pt x="302" y="361"/>
                      </a:cubicBezTo>
                      <a:lnTo>
                        <a:pt x="373" y="309"/>
                      </a:lnTo>
                      <a:cubicBezTo>
                        <a:pt x="366" y="309"/>
                        <a:pt x="287" y="266"/>
                        <a:pt x="223" y="231"/>
                      </a:cubicBezTo>
                      <a:cubicBezTo>
                        <a:pt x="173" y="202"/>
                        <a:pt x="164" y="173"/>
                        <a:pt x="216" y="152"/>
                      </a:cubicBezTo>
                      <a:lnTo>
                        <a:pt x="216" y="152"/>
                      </a:lnTo>
                      <a:lnTo>
                        <a:pt x="439" y="281"/>
                      </a:lnTo>
                      <a:lnTo>
                        <a:pt x="518" y="245"/>
                      </a:lnTo>
                      <a:cubicBezTo>
                        <a:pt x="632" y="173"/>
                        <a:pt x="639" y="109"/>
                        <a:pt x="525" y="43"/>
                      </a:cubicBezTo>
                      <a:cubicBezTo>
                        <a:pt x="473" y="15"/>
                        <a:pt x="418" y="0"/>
                        <a:pt x="3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9" name="Google Shape;1669;p44">
                  <a:extLst>
                    <a:ext uri="{FF2B5EF4-FFF2-40B4-BE49-F238E27FC236}">
                      <a16:creationId xmlns:a16="http://schemas.microsoft.com/office/drawing/2014/main" id="{0EEB4AB3-5B8E-C426-4792-A635C471044B}"/>
                    </a:ext>
                  </a:extLst>
                </p:cNvPr>
                <p:cNvSpPr/>
                <p:nvPr/>
              </p:nvSpPr>
              <p:spPr>
                <a:xfrm>
                  <a:off x="-1769430" y="1720924"/>
                  <a:ext cx="47864" cy="32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" h="398" extrusionOk="0">
                      <a:moveTo>
                        <a:pt x="475" y="0"/>
                      </a:moveTo>
                      <a:lnTo>
                        <a:pt x="368" y="59"/>
                      </a:lnTo>
                      <a:lnTo>
                        <a:pt x="318" y="37"/>
                      </a:lnTo>
                      <a:lnTo>
                        <a:pt x="232" y="87"/>
                      </a:lnTo>
                      <a:lnTo>
                        <a:pt x="275" y="109"/>
                      </a:lnTo>
                      <a:lnTo>
                        <a:pt x="117" y="202"/>
                      </a:lnTo>
                      <a:cubicBezTo>
                        <a:pt x="10" y="268"/>
                        <a:pt x="1" y="302"/>
                        <a:pt x="96" y="361"/>
                      </a:cubicBezTo>
                      <a:cubicBezTo>
                        <a:pt x="117" y="375"/>
                        <a:pt x="182" y="397"/>
                        <a:pt x="182" y="397"/>
                      </a:cubicBezTo>
                      <a:lnTo>
                        <a:pt x="260" y="345"/>
                      </a:lnTo>
                      <a:cubicBezTo>
                        <a:pt x="260" y="345"/>
                        <a:pt x="225" y="325"/>
                        <a:pt x="203" y="318"/>
                      </a:cubicBezTo>
                      <a:cubicBezTo>
                        <a:pt x="167" y="295"/>
                        <a:pt x="189" y="288"/>
                        <a:pt x="225" y="268"/>
                      </a:cubicBezTo>
                      <a:lnTo>
                        <a:pt x="382" y="173"/>
                      </a:lnTo>
                      <a:lnTo>
                        <a:pt x="475" y="225"/>
                      </a:lnTo>
                      <a:lnTo>
                        <a:pt x="562" y="173"/>
                      </a:lnTo>
                      <a:lnTo>
                        <a:pt x="468" y="123"/>
                      </a:lnTo>
                      <a:lnTo>
                        <a:pt x="577" y="59"/>
                      </a:lnTo>
                      <a:lnTo>
                        <a:pt x="47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0" name="Google Shape;1670;p44">
                  <a:extLst>
                    <a:ext uri="{FF2B5EF4-FFF2-40B4-BE49-F238E27FC236}">
                      <a16:creationId xmlns:a16="http://schemas.microsoft.com/office/drawing/2014/main" id="{DCDE0B47-3A17-BC1D-6DF8-0FCACE3BF81C}"/>
                    </a:ext>
                  </a:extLst>
                </p:cNvPr>
                <p:cNvSpPr/>
                <p:nvPr/>
              </p:nvSpPr>
              <p:spPr>
                <a:xfrm>
                  <a:off x="-1805122" y="1708503"/>
                  <a:ext cx="55566" cy="27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333" extrusionOk="0">
                      <a:moveTo>
                        <a:pt x="381" y="80"/>
                      </a:moveTo>
                      <a:cubicBezTo>
                        <a:pt x="404" y="80"/>
                        <a:pt x="425" y="86"/>
                        <a:pt x="447" y="100"/>
                      </a:cubicBezTo>
                      <a:cubicBezTo>
                        <a:pt x="504" y="137"/>
                        <a:pt x="484" y="166"/>
                        <a:pt x="411" y="209"/>
                      </a:cubicBezTo>
                      <a:cubicBezTo>
                        <a:pt x="363" y="235"/>
                        <a:pt x="326" y="250"/>
                        <a:pt x="291" y="250"/>
                      </a:cubicBezTo>
                      <a:cubicBezTo>
                        <a:pt x="269" y="250"/>
                        <a:pt x="247" y="244"/>
                        <a:pt x="225" y="230"/>
                      </a:cubicBezTo>
                      <a:cubicBezTo>
                        <a:pt x="166" y="202"/>
                        <a:pt x="189" y="166"/>
                        <a:pt x="259" y="123"/>
                      </a:cubicBezTo>
                      <a:cubicBezTo>
                        <a:pt x="308" y="96"/>
                        <a:pt x="346" y="80"/>
                        <a:pt x="381" y="80"/>
                      </a:cubicBezTo>
                      <a:close/>
                      <a:moveTo>
                        <a:pt x="364" y="0"/>
                      </a:moveTo>
                      <a:cubicBezTo>
                        <a:pt x="293" y="0"/>
                        <a:pt x="224" y="25"/>
                        <a:pt x="159" y="64"/>
                      </a:cubicBezTo>
                      <a:cubicBezTo>
                        <a:pt x="37" y="130"/>
                        <a:pt x="1" y="209"/>
                        <a:pt x="130" y="288"/>
                      </a:cubicBezTo>
                      <a:cubicBezTo>
                        <a:pt x="189" y="319"/>
                        <a:pt x="246" y="332"/>
                        <a:pt x="301" y="332"/>
                      </a:cubicBezTo>
                      <a:cubicBezTo>
                        <a:pt x="376" y="332"/>
                        <a:pt x="446" y="308"/>
                        <a:pt x="511" y="266"/>
                      </a:cubicBezTo>
                      <a:cubicBezTo>
                        <a:pt x="634" y="202"/>
                        <a:pt x="670" y="130"/>
                        <a:pt x="534" y="50"/>
                      </a:cubicBezTo>
                      <a:cubicBezTo>
                        <a:pt x="477" y="15"/>
                        <a:pt x="420" y="0"/>
                        <a:pt x="36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1" name="Google Shape;1671;p44">
                  <a:extLst>
                    <a:ext uri="{FF2B5EF4-FFF2-40B4-BE49-F238E27FC236}">
                      <a16:creationId xmlns:a16="http://schemas.microsoft.com/office/drawing/2014/main" id="{5DBD03EF-2218-B567-8AB9-0ACF61233F72}"/>
                    </a:ext>
                  </a:extLst>
                </p:cNvPr>
                <p:cNvSpPr/>
                <p:nvPr/>
              </p:nvSpPr>
              <p:spPr>
                <a:xfrm>
                  <a:off x="-1841973" y="1685233"/>
                  <a:ext cx="58381" cy="34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" h="418" extrusionOk="0">
                      <a:moveTo>
                        <a:pt x="389" y="0"/>
                      </a:moveTo>
                      <a:lnTo>
                        <a:pt x="1" y="224"/>
                      </a:lnTo>
                      <a:lnTo>
                        <a:pt x="109" y="281"/>
                      </a:lnTo>
                      <a:lnTo>
                        <a:pt x="396" y="116"/>
                      </a:lnTo>
                      <a:cubicBezTo>
                        <a:pt x="396" y="116"/>
                        <a:pt x="439" y="123"/>
                        <a:pt x="475" y="145"/>
                      </a:cubicBezTo>
                      <a:cubicBezTo>
                        <a:pt x="525" y="173"/>
                        <a:pt x="497" y="202"/>
                        <a:pt x="439" y="238"/>
                      </a:cubicBezTo>
                      <a:lnTo>
                        <a:pt x="230" y="354"/>
                      </a:lnTo>
                      <a:lnTo>
                        <a:pt x="339" y="418"/>
                      </a:lnTo>
                      <a:lnTo>
                        <a:pt x="547" y="295"/>
                      </a:lnTo>
                      <a:cubicBezTo>
                        <a:pt x="661" y="224"/>
                        <a:pt x="704" y="173"/>
                        <a:pt x="597" y="109"/>
                      </a:cubicBezTo>
                      <a:cubicBezTo>
                        <a:pt x="554" y="79"/>
                        <a:pt x="475" y="73"/>
                        <a:pt x="468" y="73"/>
                      </a:cubicBezTo>
                      <a:lnTo>
                        <a:pt x="489" y="59"/>
                      </a:lnTo>
                      <a:lnTo>
                        <a:pt x="38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72" name="Google Shape;1672;p44">
                <a:extLst>
                  <a:ext uri="{FF2B5EF4-FFF2-40B4-BE49-F238E27FC236}">
                    <a16:creationId xmlns:a16="http://schemas.microsoft.com/office/drawing/2014/main" id="{8A21BC7E-68E8-3509-29AD-06D909F3E6BD}"/>
                  </a:ext>
                </a:extLst>
              </p:cNvPr>
              <p:cNvSpPr/>
              <p:nvPr/>
            </p:nvSpPr>
            <p:spPr>
              <a:xfrm>
                <a:off x="-1091952" y="697624"/>
                <a:ext cx="301925" cy="296460"/>
              </a:xfrm>
              <a:custGeom>
                <a:avLst/>
                <a:gdLst/>
                <a:ahLst/>
                <a:cxnLst/>
                <a:rect l="l" t="t" r="r" b="b"/>
                <a:pathLst>
                  <a:path w="3646" h="3580" extrusionOk="0">
                    <a:moveTo>
                      <a:pt x="1576" y="957"/>
                    </a:moveTo>
                    <a:cubicBezTo>
                      <a:pt x="1594" y="957"/>
                      <a:pt x="1613" y="962"/>
                      <a:pt x="1632" y="972"/>
                    </a:cubicBezTo>
                    <a:cubicBezTo>
                      <a:pt x="1669" y="994"/>
                      <a:pt x="1705" y="1030"/>
                      <a:pt x="1739" y="1087"/>
                    </a:cubicBezTo>
                    <a:lnTo>
                      <a:pt x="2272" y="1877"/>
                    </a:lnTo>
                    <a:cubicBezTo>
                      <a:pt x="2402" y="2058"/>
                      <a:pt x="2372" y="2222"/>
                      <a:pt x="2214" y="2245"/>
                    </a:cubicBezTo>
                    <a:lnTo>
                      <a:pt x="1524" y="2331"/>
                    </a:lnTo>
                    <a:cubicBezTo>
                      <a:pt x="1513" y="2333"/>
                      <a:pt x="1502" y="2334"/>
                      <a:pt x="1492" y="2334"/>
                    </a:cubicBezTo>
                    <a:cubicBezTo>
                      <a:pt x="1460" y="2334"/>
                      <a:pt x="1429" y="2326"/>
                      <a:pt x="1403" y="2309"/>
                    </a:cubicBezTo>
                    <a:cubicBezTo>
                      <a:pt x="1324" y="2259"/>
                      <a:pt x="1280" y="2145"/>
                      <a:pt x="1301" y="2000"/>
                    </a:cubicBezTo>
                    <a:lnTo>
                      <a:pt x="1453" y="1123"/>
                    </a:lnTo>
                    <a:cubicBezTo>
                      <a:pt x="1469" y="1013"/>
                      <a:pt x="1516" y="957"/>
                      <a:pt x="1576" y="957"/>
                    </a:cubicBezTo>
                    <a:close/>
                    <a:moveTo>
                      <a:pt x="814" y="1"/>
                    </a:moveTo>
                    <a:cubicBezTo>
                      <a:pt x="487" y="1"/>
                      <a:pt x="218" y="255"/>
                      <a:pt x="144" y="685"/>
                    </a:cubicBezTo>
                    <a:lnTo>
                      <a:pt x="101" y="929"/>
                    </a:lnTo>
                    <a:cubicBezTo>
                      <a:pt x="0" y="1525"/>
                      <a:pt x="309" y="2231"/>
                      <a:pt x="784" y="2504"/>
                    </a:cubicBezTo>
                    <a:lnTo>
                      <a:pt x="2452" y="3466"/>
                    </a:lnTo>
                    <a:cubicBezTo>
                      <a:pt x="2584" y="3543"/>
                      <a:pt x="2715" y="3580"/>
                      <a:pt x="2838" y="3580"/>
                    </a:cubicBezTo>
                    <a:cubicBezTo>
                      <a:pt x="3162" y="3580"/>
                      <a:pt x="3428" y="3325"/>
                      <a:pt x="3501" y="2892"/>
                    </a:cubicBezTo>
                    <a:lnTo>
                      <a:pt x="3544" y="2654"/>
                    </a:lnTo>
                    <a:cubicBezTo>
                      <a:pt x="3646" y="2058"/>
                      <a:pt x="3335" y="1346"/>
                      <a:pt x="2861" y="1073"/>
                    </a:cubicBezTo>
                    <a:lnTo>
                      <a:pt x="1194" y="109"/>
                    </a:lnTo>
                    <a:cubicBezTo>
                      <a:pt x="1064" y="35"/>
                      <a:pt x="935" y="1"/>
                      <a:pt x="8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A038B0F4-2119-0943-790B-D18E8C1DEB5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744128" y="2087392"/>
            <a:ext cx="5943795" cy="284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lbert Sans" panose="020B0604020202020204" charset="0"/>
              </a:rPr>
              <a:t>Where (Onde o impacto ocorrerá?):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bert Sans" panose="020B0604020202020204" charset="0"/>
              </a:rPr>
              <a:t>No ambiente digital (plataforma web), com o objetivo de transpor barreiras geográficas e garantir que a informação chegue aos alunos de todas as regiões de forma unificada.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lbert Sans" panose="020B0604020202020204" charset="0"/>
              </a:rPr>
              <a:t>When (Quando é a atuação?):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bert Sans" panose="020B0604020202020204" charset="0"/>
              </a:rPr>
              <a:t>A atuação ocorre durante o momento crítico de tomada de decisão do estudante (a busca pelo ensino) e, metodologicamente, ao longo deste semestre letivo, onde estruturamos e validamos o escopo do projeto.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lbert Sans" panose="020B0604020202020204" charset="0"/>
              </a:rPr>
              <a:t>Why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lbert Sans" panose="020B0604020202020204" charset="0"/>
              </a:rPr>
              <a:t> (Por que é necessário?):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bert Sans" panose="020B0604020202020204" charset="0"/>
              </a:rPr>
              <a:t>Porque a atual fragmentação e a falta de visibilidade das informações dificultam a inclusão, fazendo com que recursos valiosos passem despercebidos pelo público que mais precisa.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C52F545-4039-5B0A-73CE-29D2A0CC4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207" y="209175"/>
            <a:ext cx="5734440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altLang="pt-BR" b="1" dirty="0" err="1">
                <a:solidFill>
                  <a:schemeClr val="tx2"/>
                </a:solidFill>
                <a:latin typeface="Albert Sans" panose="020B0604020202020204" charset="0"/>
              </a:rPr>
              <a:t>What</a:t>
            </a:r>
            <a:r>
              <a:rPr lang="pt-BR" altLang="pt-BR" b="1" dirty="0">
                <a:solidFill>
                  <a:schemeClr val="tx2"/>
                </a:solidFill>
                <a:latin typeface="Albert Sans" panose="020B0604020202020204" charset="0"/>
              </a:rPr>
              <a:t> (O que será feito?): </a:t>
            </a:r>
            <a:r>
              <a:rPr lang="pt-BR" altLang="pt-BR" dirty="0">
                <a:solidFill>
                  <a:schemeClr val="tx1"/>
                </a:solidFill>
                <a:latin typeface="Albert Sans" panose="020B0604020202020204" charset="0"/>
              </a:rPr>
              <a:t>A construção do </a:t>
            </a:r>
            <a:r>
              <a:rPr lang="pt-BR" altLang="pt-BR" b="1" dirty="0" err="1">
                <a:solidFill>
                  <a:schemeClr val="tx1"/>
                </a:solidFill>
                <a:latin typeface="Albert Sans" panose="020B0604020202020204" charset="0"/>
              </a:rPr>
              <a:t>E-Duca</a:t>
            </a:r>
            <a:r>
              <a:rPr lang="pt-BR" altLang="pt-BR" dirty="0">
                <a:solidFill>
                  <a:schemeClr val="tx1"/>
                </a:solidFill>
                <a:latin typeface="Albert Sans" panose="020B0604020202020204" charset="0"/>
              </a:rPr>
              <a:t>, uma plataforma centralizadora gratuita projetada para catalogar e recomendar oportunidades de ensino, benefícios governamentais e recursos educacionais.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altLang="pt-BR" b="1" dirty="0">
                <a:solidFill>
                  <a:schemeClr val="tx2"/>
                </a:solidFill>
                <a:latin typeface="Albert Sans" panose="020B0604020202020204" charset="0"/>
              </a:rPr>
              <a:t>Who (Quem está envolvido?):</a:t>
            </a:r>
            <a:r>
              <a:rPr lang="pt-BR" altLang="pt-BR" dirty="0">
                <a:solidFill>
                  <a:schemeClr val="tx1"/>
                </a:solidFill>
                <a:latin typeface="Albert Sans" panose="020B0604020202020204" charset="0"/>
              </a:rPr>
              <a:t> Estudantes de todas as etapas de ensino (do básico ao superior) e cidadãos que buscam qualificação, atuando como usuários finais. Do outro lado, moderadores e administradores responsáveis por auditar e aprovar o conteúdo. </a:t>
            </a:r>
          </a:p>
        </p:txBody>
      </p:sp>
    </p:spTree>
    <p:extLst>
      <p:ext uri="{BB962C8B-B14F-4D97-AF65-F5344CB8AC3E}">
        <p14:creationId xmlns:p14="http://schemas.microsoft.com/office/powerpoint/2010/main" val="2518785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7">
          <a:extLst>
            <a:ext uri="{FF2B5EF4-FFF2-40B4-BE49-F238E27FC236}">
              <a16:creationId xmlns:a16="http://schemas.microsoft.com/office/drawing/2014/main" id="{74E06B03-45A0-3068-2AC0-A7DD2F68F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p52">
            <a:extLst>
              <a:ext uri="{FF2B5EF4-FFF2-40B4-BE49-F238E27FC236}">
                <a16:creationId xmlns:a16="http://schemas.microsoft.com/office/drawing/2014/main" id="{8607639B-67F8-B577-0511-E4E5A96A74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28976" y="523875"/>
            <a:ext cx="5592274" cy="33527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sz="2000" dirty="0"/>
              <a:t>Através de uma interface intuitiva com curadoria rigorosa, aliando a entrega de um catálogo personalizado para o estudante a um sistema robusto de moderação, garantindo total </a:t>
            </a:r>
            <a:r>
              <a:rPr lang="pt-BR" sz="2000" b="1" dirty="0">
                <a:solidFill>
                  <a:schemeClr val="tx2"/>
                </a:solidFill>
              </a:rPr>
              <a:t>transparência</a:t>
            </a:r>
            <a:r>
              <a:rPr lang="pt-BR" sz="2000" dirty="0"/>
              <a:t> e </a:t>
            </a:r>
            <a:r>
              <a:rPr lang="pt-BR" sz="2000" b="1" dirty="0">
                <a:solidFill>
                  <a:schemeClr val="tx2"/>
                </a:solidFill>
              </a:rPr>
              <a:t>fiscalização</a:t>
            </a:r>
            <a:r>
              <a:rPr lang="pt-BR" sz="2000" dirty="0"/>
              <a:t> dos dados disponibilizados.</a:t>
            </a:r>
            <a:endParaRPr sz="2000" dirty="0"/>
          </a:p>
        </p:txBody>
      </p:sp>
      <p:sp>
        <p:nvSpPr>
          <p:cNvPr id="2449" name="Google Shape;2449;p52">
            <a:extLst>
              <a:ext uri="{FF2B5EF4-FFF2-40B4-BE49-F238E27FC236}">
                <a16:creationId xmlns:a16="http://schemas.microsoft.com/office/drawing/2014/main" id="{57FBEC6F-3913-5460-17BF-000506A789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75576"/>
            <a:ext cx="868055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1 H – How (Como)?</a:t>
            </a:r>
            <a:endParaRPr sz="6000" dirty="0"/>
          </a:p>
        </p:txBody>
      </p:sp>
      <p:grpSp>
        <p:nvGrpSpPr>
          <p:cNvPr id="2450" name="Google Shape;2450;p52">
            <a:extLst>
              <a:ext uri="{FF2B5EF4-FFF2-40B4-BE49-F238E27FC236}">
                <a16:creationId xmlns:a16="http://schemas.microsoft.com/office/drawing/2014/main" id="{A3E3B3A0-3341-1C83-226F-A99EA5884D02}"/>
              </a:ext>
            </a:extLst>
          </p:cNvPr>
          <p:cNvGrpSpPr/>
          <p:nvPr/>
        </p:nvGrpSpPr>
        <p:grpSpPr>
          <a:xfrm>
            <a:off x="-84650" y="1771791"/>
            <a:ext cx="5215536" cy="3080155"/>
            <a:chOff x="-84650" y="1771791"/>
            <a:chExt cx="5215536" cy="3080155"/>
          </a:xfrm>
        </p:grpSpPr>
        <p:sp>
          <p:nvSpPr>
            <p:cNvPr id="2451" name="Google Shape;2451;p52">
              <a:extLst>
                <a:ext uri="{FF2B5EF4-FFF2-40B4-BE49-F238E27FC236}">
                  <a16:creationId xmlns:a16="http://schemas.microsoft.com/office/drawing/2014/main" id="{B8A4E1BB-22DD-C7E8-B920-020AEE722AD6}"/>
                </a:ext>
              </a:extLst>
            </p:cNvPr>
            <p:cNvSpPr/>
            <p:nvPr/>
          </p:nvSpPr>
          <p:spPr>
            <a:xfrm>
              <a:off x="-84650" y="4745500"/>
              <a:ext cx="5215536" cy="33525"/>
            </a:xfrm>
            <a:custGeom>
              <a:avLst/>
              <a:gdLst/>
              <a:ahLst/>
              <a:cxnLst/>
              <a:rect l="l" t="t" r="r" b="b"/>
              <a:pathLst>
                <a:path w="26050" h="1" fill="none" extrusionOk="0">
                  <a:moveTo>
                    <a:pt x="26050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52">
              <a:extLst>
                <a:ext uri="{FF2B5EF4-FFF2-40B4-BE49-F238E27FC236}">
                  <a16:creationId xmlns:a16="http://schemas.microsoft.com/office/drawing/2014/main" id="{A080E3A2-6F64-FFD3-37A8-FF6CE96EAC09}"/>
                </a:ext>
              </a:extLst>
            </p:cNvPr>
            <p:cNvSpPr/>
            <p:nvPr/>
          </p:nvSpPr>
          <p:spPr>
            <a:xfrm>
              <a:off x="815432" y="3193913"/>
              <a:ext cx="435621" cy="654151"/>
            </a:xfrm>
            <a:custGeom>
              <a:avLst/>
              <a:gdLst/>
              <a:ahLst/>
              <a:cxnLst/>
              <a:rect l="l" t="t" r="r" b="b"/>
              <a:pathLst>
                <a:path w="1202" h="1805" extrusionOk="0">
                  <a:moveTo>
                    <a:pt x="749" y="0"/>
                  </a:moveTo>
                  <a:lnTo>
                    <a:pt x="0" y="1805"/>
                  </a:lnTo>
                  <a:lnTo>
                    <a:pt x="1201" y="1805"/>
                  </a:lnTo>
                  <a:cubicBezTo>
                    <a:pt x="1101" y="1805"/>
                    <a:pt x="1008" y="1725"/>
                    <a:pt x="992" y="1623"/>
                  </a:cubicBezTo>
                  <a:lnTo>
                    <a:pt x="74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2">
              <a:extLst>
                <a:ext uri="{FF2B5EF4-FFF2-40B4-BE49-F238E27FC236}">
                  <a16:creationId xmlns:a16="http://schemas.microsoft.com/office/drawing/2014/main" id="{7B023A62-BBF3-F0EA-AA33-4F9655DCF500}"/>
                </a:ext>
              </a:extLst>
            </p:cNvPr>
            <p:cNvSpPr/>
            <p:nvPr/>
          </p:nvSpPr>
          <p:spPr>
            <a:xfrm>
              <a:off x="982504" y="2482137"/>
              <a:ext cx="341393" cy="1365925"/>
            </a:xfrm>
            <a:custGeom>
              <a:avLst/>
              <a:gdLst/>
              <a:ahLst/>
              <a:cxnLst/>
              <a:rect l="l" t="t" r="r" b="b"/>
              <a:pathLst>
                <a:path w="942" h="3769" extrusionOk="0">
                  <a:moveTo>
                    <a:pt x="166" y="1"/>
                  </a:moveTo>
                  <a:cubicBezTo>
                    <a:pt x="73" y="1"/>
                    <a:pt x="0" y="80"/>
                    <a:pt x="14" y="180"/>
                  </a:cubicBezTo>
                  <a:lnTo>
                    <a:pt x="238" y="1619"/>
                  </a:lnTo>
                  <a:lnTo>
                    <a:pt x="281" y="1905"/>
                  </a:lnTo>
                  <a:lnTo>
                    <a:pt x="288" y="1964"/>
                  </a:lnTo>
                  <a:lnTo>
                    <a:pt x="531" y="3587"/>
                  </a:lnTo>
                  <a:cubicBezTo>
                    <a:pt x="547" y="3689"/>
                    <a:pt x="640" y="3769"/>
                    <a:pt x="740" y="3769"/>
                  </a:cubicBezTo>
                  <a:lnTo>
                    <a:pt x="942" y="3769"/>
                  </a:lnTo>
                  <a:cubicBezTo>
                    <a:pt x="842" y="3769"/>
                    <a:pt x="747" y="3689"/>
                    <a:pt x="733" y="3587"/>
                  </a:cubicBezTo>
                  <a:lnTo>
                    <a:pt x="431" y="1612"/>
                  </a:lnTo>
                  <a:lnTo>
                    <a:pt x="424" y="1554"/>
                  </a:lnTo>
                  <a:lnTo>
                    <a:pt x="418" y="1467"/>
                  </a:lnTo>
                  <a:lnTo>
                    <a:pt x="223" y="180"/>
                  </a:lnTo>
                  <a:cubicBezTo>
                    <a:pt x="202" y="80"/>
                    <a:pt x="273" y="1"/>
                    <a:pt x="374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52">
              <a:extLst>
                <a:ext uri="{FF2B5EF4-FFF2-40B4-BE49-F238E27FC236}">
                  <a16:creationId xmlns:a16="http://schemas.microsoft.com/office/drawing/2014/main" id="{C47447B3-34E6-3F91-BCB2-49E385BF42C4}"/>
                </a:ext>
              </a:extLst>
            </p:cNvPr>
            <p:cNvSpPr/>
            <p:nvPr/>
          </p:nvSpPr>
          <p:spPr>
            <a:xfrm>
              <a:off x="1055348" y="2482137"/>
              <a:ext cx="2081702" cy="1365925"/>
            </a:xfrm>
            <a:custGeom>
              <a:avLst/>
              <a:gdLst/>
              <a:ahLst/>
              <a:cxnLst/>
              <a:rect l="l" t="t" r="r" b="b"/>
              <a:pathLst>
                <a:path w="5744" h="3769" extrusionOk="0">
                  <a:moveTo>
                    <a:pt x="5011" y="110"/>
                  </a:moveTo>
                  <a:lnTo>
                    <a:pt x="5542" y="3660"/>
                  </a:lnTo>
                  <a:lnTo>
                    <a:pt x="770" y="3660"/>
                  </a:lnTo>
                  <a:lnTo>
                    <a:pt x="439" y="1467"/>
                  </a:lnTo>
                  <a:lnTo>
                    <a:pt x="237" y="110"/>
                  </a:lnTo>
                  <a:close/>
                  <a:moveTo>
                    <a:pt x="173" y="1"/>
                  </a:moveTo>
                  <a:cubicBezTo>
                    <a:pt x="72" y="1"/>
                    <a:pt x="1" y="80"/>
                    <a:pt x="22" y="180"/>
                  </a:cubicBezTo>
                  <a:lnTo>
                    <a:pt x="217" y="1467"/>
                  </a:lnTo>
                  <a:lnTo>
                    <a:pt x="223" y="1554"/>
                  </a:lnTo>
                  <a:lnTo>
                    <a:pt x="230" y="1612"/>
                  </a:lnTo>
                  <a:lnTo>
                    <a:pt x="532" y="3587"/>
                  </a:lnTo>
                  <a:cubicBezTo>
                    <a:pt x="546" y="3689"/>
                    <a:pt x="641" y="3769"/>
                    <a:pt x="741" y="3769"/>
                  </a:cubicBezTo>
                  <a:lnTo>
                    <a:pt x="5578" y="3769"/>
                  </a:lnTo>
                  <a:cubicBezTo>
                    <a:pt x="5678" y="3769"/>
                    <a:pt x="5744" y="3689"/>
                    <a:pt x="5730" y="3587"/>
                  </a:cubicBezTo>
                  <a:lnTo>
                    <a:pt x="5492" y="2021"/>
                  </a:lnTo>
                  <a:lnTo>
                    <a:pt x="5442" y="2021"/>
                  </a:lnTo>
                  <a:cubicBezTo>
                    <a:pt x="5392" y="2021"/>
                    <a:pt x="5349" y="1978"/>
                    <a:pt x="5333" y="1928"/>
                  </a:cubicBezTo>
                  <a:lnTo>
                    <a:pt x="5326" y="1842"/>
                  </a:lnTo>
                  <a:cubicBezTo>
                    <a:pt x="5319" y="1792"/>
                    <a:pt x="5349" y="1748"/>
                    <a:pt x="5399" y="1748"/>
                  </a:cubicBezTo>
                  <a:lnTo>
                    <a:pt x="5449" y="1748"/>
                  </a:lnTo>
                  <a:lnTo>
                    <a:pt x="5212" y="180"/>
                  </a:lnTo>
                  <a:cubicBezTo>
                    <a:pt x="5197" y="80"/>
                    <a:pt x="5104" y="1"/>
                    <a:pt x="5011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52">
              <a:extLst>
                <a:ext uri="{FF2B5EF4-FFF2-40B4-BE49-F238E27FC236}">
                  <a16:creationId xmlns:a16="http://schemas.microsoft.com/office/drawing/2014/main" id="{43608C22-62C3-AAF2-BB81-C4BF5D226C32}"/>
                </a:ext>
              </a:extLst>
            </p:cNvPr>
            <p:cNvSpPr/>
            <p:nvPr/>
          </p:nvSpPr>
          <p:spPr>
            <a:xfrm>
              <a:off x="2871033" y="2482137"/>
              <a:ext cx="339219" cy="1365925"/>
            </a:xfrm>
            <a:custGeom>
              <a:avLst/>
              <a:gdLst/>
              <a:ahLst/>
              <a:cxnLst/>
              <a:rect l="l" t="t" r="r" b="b"/>
              <a:pathLst>
                <a:path w="936" h="3769" extrusionOk="0">
                  <a:moveTo>
                    <a:pt x="1" y="1"/>
                  </a:moveTo>
                  <a:cubicBezTo>
                    <a:pt x="94" y="1"/>
                    <a:pt x="187" y="80"/>
                    <a:pt x="202" y="180"/>
                  </a:cubicBezTo>
                  <a:lnTo>
                    <a:pt x="439" y="1748"/>
                  </a:lnTo>
                  <a:lnTo>
                    <a:pt x="482" y="1748"/>
                  </a:lnTo>
                  <a:cubicBezTo>
                    <a:pt x="525" y="1748"/>
                    <a:pt x="575" y="1792"/>
                    <a:pt x="582" y="1842"/>
                  </a:cubicBezTo>
                  <a:lnTo>
                    <a:pt x="598" y="1928"/>
                  </a:lnTo>
                  <a:cubicBezTo>
                    <a:pt x="604" y="1978"/>
                    <a:pt x="568" y="2021"/>
                    <a:pt x="518" y="2021"/>
                  </a:cubicBezTo>
                  <a:lnTo>
                    <a:pt x="482" y="2021"/>
                  </a:lnTo>
                  <a:lnTo>
                    <a:pt x="720" y="3587"/>
                  </a:lnTo>
                  <a:cubicBezTo>
                    <a:pt x="734" y="3689"/>
                    <a:pt x="668" y="3769"/>
                    <a:pt x="568" y="3769"/>
                  </a:cubicBezTo>
                  <a:lnTo>
                    <a:pt x="770" y="3769"/>
                  </a:lnTo>
                  <a:cubicBezTo>
                    <a:pt x="870" y="3769"/>
                    <a:pt x="936" y="3689"/>
                    <a:pt x="920" y="3587"/>
                  </a:cubicBezTo>
                  <a:lnTo>
                    <a:pt x="410" y="180"/>
                  </a:lnTo>
                  <a:cubicBezTo>
                    <a:pt x="396" y="80"/>
                    <a:pt x="303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52">
              <a:extLst>
                <a:ext uri="{FF2B5EF4-FFF2-40B4-BE49-F238E27FC236}">
                  <a16:creationId xmlns:a16="http://schemas.microsoft.com/office/drawing/2014/main" id="{5528ED49-ABD9-9495-2D77-8467DF026542}"/>
                </a:ext>
              </a:extLst>
            </p:cNvPr>
            <p:cNvSpPr/>
            <p:nvPr/>
          </p:nvSpPr>
          <p:spPr>
            <a:xfrm>
              <a:off x="1141240" y="2521640"/>
              <a:ext cx="1922603" cy="1286919"/>
            </a:xfrm>
            <a:custGeom>
              <a:avLst/>
              <a:gdLst/>
              <a:ahLst/>
              <a:cxnLst/>
              <a:rect l="l" t="t" r="r" b="b"/>
              <a:pathLst>
                <a:path w="5305" h="3551" extrusionOk="0">
                  <a:moveTo>
                    <a:pt x="0" y="1"/>
                  </a:moveTo>
                  <a:lnTo>
                    <a:pt x="202" y="1358"/>
                  </a:lnTo>
                  <a:lnTo>
                    <a:pt x="533" y="3551"/>
                  </a:lnTo>
                  <a:lnTo>
                    <a:pt x="5305" y="3551"/>
                  </a:lnTo>
                  <a:lnTo>
                    <a:pt x="4774" y="1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52">
              <a:extLst>
                <a:ext uri="{FF2B5EF4-FFF2-40B4-BE49-F238E27FC236}">
                  <a16:creationId xmlns:a16="http://schemas.microsoft.com/office/drawing/2014/main" id="{D7069345-D458-0BF4-67DE-12B1D6998029}"/>
                </a:ext>
              </a:extLst>
            </p:cNvPr>
            <p:cNvSpPr/>
            <p:nvPr/>
          </p:nvSpPr>
          <p:spPr>
            <a:xfrm>
              <a:off x="2983018" y="3115632"/>
              <a:ext cx="107274" cy="99300"/>
            </a:xfrm>
            <a:custGeom>
              <a:avLst/>
              <a:gdLst/>
              <a:ahLst/>
              <a:cxnLst/>
              <a:rect l="l" t="t" r="r" b="b"/>
              <a:pathLst>
                <a:path w="296" h="274" extrusionOk="0">
                  <a:moveTo>
                    <a:pt x="80" y="0"/>
                  </a:moveTo>
                  <a:cubicBezTo>
                    <a:pt x="30" y="0"/>
                    <a:pt x="0" y="44"/>
                    <a:pt x="7" y="94"/>
                  </a:cubicBezTo>
                  <a:lnTo>
                    <a:pt x="14" y="180"/>
                  </a:lnTo>
                  <a:cubicBezTo>
                    <a:pt x="30" y="230"/>
                    <a:pt x="73" y="273"/>
                    <a:pt x="123" y="273"/>
                  </a:cubicBezTo>
                  <a:lnTo>
                    <a:pt x="209" y="273"/>
                  </a:lnTo>
                  <a:cubicBezTo>
                    <a:pt x="259" y="273"/>
                    <a:pt x="295" y="230"/>
                    <a:pt x="289" y="180"/>
                  </a:cubicBezTo>
                  <a:lnTo>
                    <a:pt x="273" y="94"/>
                  </a:lnTo>
                  <a:cubicBezTo>
                    <a:pt x="266" y="44"/>
                    <a:pt x="216" y="0"/>
                    <a:pt x="173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52">
              <a:extLst>
                <a:ext uri="{FF2B5EF4-FFF2-40B4-BE49-F238E27FC236}">
                  <a16:creationId xmlns:a16="http://schemas.microsoft.com/office/drawing/2014/main" id="{4437A5CC-09C6-946E-1E85-D0AD94B298AE}"/>
                </a:ext>
              </a:extLst>
            </p:cNvPr>
            <p:cNvSpPr/>
            <p:nvPr/>
          </p:nvSpPr>
          <p:spPr>
            <a:xfrm>
              <a:off x="479838" y="3899528"/>
              <a:ext cx="1248152" cy="354800"/>
            </a:xfrm>
            <a:custGeom>
              <a:avLst/>
              <a:gdLst/>
              <a:ahLst/>
              <a:cxnLst/>
              <a:rect l="l" t="t" r="r" b="b"/>
              <a:pathLst>
                <a:path w="3444" h="979" extrusionOk="0">
                  <a:moveTo>
                    <a:pt x="0" y="1"/>
                  </a:moveTo>
                  <a:lnTo>
                    <a:pt x="0" y="979"/>
                  </a:lnTo>
                  <a:lnTo>
                    <a:pt x="3443" y="979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52">
              <a:extLst>
                <a:ext uri="{FF2B5EF4-FFF2-40B4-BE49-F238E27FC236}">
                  <a16:creationId xmlns:a16="http://schemas.microsoft.com/office/drawing/2014/main" id="{BF0C5782-8B53-DB31-C798-08AC234F91C0}"/>
                </a:ext>
              </a:extLst>
            </p:cNvPr>
            <p:cNvSpPr/>
            <p:nvPr/>
          </p:nvSpPr>
          <p:spPr>
            <a:xfrm>
              <a:off x="479838" y="3933233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1"/>
                  </a:moveTo>
                  <a:lnTo>
                    <a:pt x="344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52">
              <a:extLst>
                <a:ext uri="{FF2B5EF4-FFF2-40B4-BE49-F238E27FC236}">
                  <a16:creationId xmlns:a16="http://schemas.microsoft.com/office/drawing/2014/main" id="{C51E4179-6CC6-1633-2D9E-5EA488BB5052}"/>
                </a:ext>
              </a:extLst>
            </p:cNvPr>
            <p:cNvSpPr/>
            <p:nvPr/>
          </p:nvSpPr>
          <p:spPr>
            <a:xfrm>
              <a:off x="479838" y="3933233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1"/>
                  </a:moveTo>
                  <a:lnTo>
                    <a:pt x="3443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52">
              <a:extLst>
                <a:ext uri="{FF2B5EF4-FFF2-40B4-BE49-F238E27FC236}">
                  <a16:creationId xmlns:a16="http://schemas.microsoft.com/office/drawing/2014/main" id="{D15D565C-BFBF-DF15-F1F4-0B237B271400}"/>
                </a:ext>
              </a:extLst>
            </p:cNvPr>
            <p:cNvSpPr/>
            <p:nvPr/>
          </p:nvSpPr>
          <p:spPr>
            <a:xfrm>
              <a:off x="479838" y="3975273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52">
              <a:extLst>
                <a:ext uri="{FF2B5EF4-FFF2-40B4-BE49-F238E27FC236}">
                  <a16:creationId xmlns:a16="http://schemas.microsoft.com/office/drawing/2014/main" id="{68F308DD-05D9-F16E-D4E0-D72D0035D339}"/>
                </a:ext>
              </a:extLst>
            </p:cNvPr>
            <p:cNvSpPr/>
            <p:nvPr/>
          </p:nvSpPr>
          <p:spPr>
            <a:xfrm>
              <a:off x="479838" y="3975273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52">
              <a:extLst>
                <a:ext uri="{FF2B5EF4-FFF2-40B4-BE49-F238E27FC236}">
                  <a16:creationId xmlns:a16="http://schemas.microsoft.com/office/drawing/2014/main" id="{8BBE9DDF-6C6F-6618-3B04-F92E6D15E235}"/>
                </a:ext>
              </a:extLst>
            </p:cNvPr>
            <p:cNvSpPr/>
            <p:nvPr/>
          </p:nvSpPr>
          <p:spPr>
            <a:xfrm>
              <a:off x="479838" y="4014051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52">
              <a:extLst>
                <a:ext uri="{FF2B5EF4-FFF2-40B4-BE49-F238E27FC236}">
                  <a16:creationId xmlns:a16="http://schemas.microsoft.com/office/drawing/2014/main" id="{5348D082-4751-2A99-B76F-7A707F38592B}"/>
                </a:ext>
              </a:extLst>
            </p:cNvPr>
            <p:cNvSpPr/>
            <p:nvPr/>
          </p:nvSpPr>
          <p:spPr>
            <a:xfrm>
              <a:off x="479838" y="4014051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52">
              <a:extLst>
                <a:ext uri="{FF2B5EF4-FFF2-40B4-BE49-F238E27FC236}">
                  <a16:creationId xmlns:a16="http://schemas.microsoft.com/office/drawing/2014/main" id="{18F3F5F5-D254-EAC8-34F1-6762232C7192}"/>
                </a:ext>
              </a:extLst>
            </p:cNvPr>
            <p:cNvSpPr/>
            <p:nvPr/>
          </p:nvSpPr>
          <p:spPr>
            <a:xfrm>
              <a:off x="479838" y="4056090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52">
              <a:extLst>
                <a:ext uri="{FF2B5EF4-FFF2-40B4-BE49-F238E27FC236}">
                  <a16:creationId xmlns:a16="http://schemas.microsoft.com/office/drawing/2014/main" id="{C8969029-A419-06F2-3172-D3AF3F6CA49F}"/>
                </a:ext>
              </a:extLst>
            </p:cNvPr>
            <p:cNvSpPr/>
            <p:nvPr/>
          </p:nvSpPr>
          <p:spPr>
            <a:xfrm>
              <a:off x="479838" y="4056090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52">
              <a:extLst>
                <a:ext uri="{FF2B5EF4-FFF2-40B4-BE49-F238E27FC236}">
                  <a16:creationId xmlns:a16="http://schemas.microsoft.com/office/drawing/2014/main" id="{B940A9F3-FB42-0A45-9FDD-954C6034E4EC}"/>
                </a:ext>
              </a:extLst>
            </p:cNvPr>
            <p:cNvSpPr/>
            <p:nvPr/>
          </p:nvSpPr>
          <p:spPr>
            <a:xfrm>
              <a:off x="479838" y="4097768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1"/>
                  </a:moveTo>
                  <a:lnTo>
                    <a:pt x="344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52">
              <a:extLst>
                <a:ext uri="{FF2B5EF4-FFF2-40B4-BE49-F238E27FC236}">
                  <a16:creationId xmlns:a16="http://schemas.microsoft.com/office/drawing/2014/main" id="{262D05C7-7BD6-D628-D3C5-BE6E8B6931F9}"/>
                </a:ext>
              </a:extLst>
            </p:cNvPr>
            <p:cNvSpPr/>
            <p:nvPr/>
          </p:nvSpPr>
          <p:spPr>
            <a:xfrm>
              <a:off x="479838" y="4097768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1"/>
                  </a:moveTo>
                  <a:lnTo>
                    <a:pt x="3443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52">
              <a:extLst>
                <a:ext uri="{FF2B5EF4-FFF2-40B4-BE49-F238E27FC236}">
                  <a16:creationId xmlns:a16="http://schemas.microsoft.com/office/drawing/2014/main" id="{4B316697-B5C1-52BE-DE96-F5BE34DB67F0}"/>
                </a:ext>
              </a:extLst>
            </p:cNvPr>
            <p:cNvSpPr/>
            <p:nvPr/>
          </p:nvSpPr>
          <p:spPr>
            <a:xfrm>
              <a:off x="479838" y="4136546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1"/>
                  </a:moveTo>
                  <a:lnTo>
                    <a:pt x="344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52">
              <a:extLst>
                <a:ext uri="{FF2B5EF4-FFF2-40B4-BE49-F238E27FC236}">
                  <a16:creationId xmlns:a16="http://schemas.microsoft.com/office/drawing/2014/main" id="{51E492F1-2641-BF42-450D-4E205BB3F729}"/>
                </a:ext>
              </a:extLst>
            </p:cNvPr>
            <p:cNvSpPr/>
            <p:nvPr/>
          </p:nvSpPr>
          <p:spPr>
            <a:xfrm>
              <a:off x="479838" y="4136546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1"/>
                  </a:moveTo>
                  <a:lnTo>
                    <a:pt x="3443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52">
              <a:extLst>
                <a:ext uri="{FF2B5EF4-FFF2-40B4-BE49-F238E27FC236}">
                  <a16:creationId xmlns:a16="http://schemas.microsoft.com/office/drawing/2014/main" id="{DBE31B37-FEBF-1FA9-350A-2BFE7454784C}"/>
                </a:ext>
              </a:extLst>
            </p:cNvPr>
            <p:cNvSpPr/>
            <p:nvPr/>
          </p:nvSpPr>
          <p:spPr>
            <a:xfrm>
              <a:off x="479838" y="4178585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52">
              <a:extLst>
                <a:ext uri="{FF2B5EF4-FFF2-40B4-BE49-F238E27FC236}">
                  <a16:creationId xmlns:a16="http://schemas.microsoft.com/office/drawing/2014/main" id="{5D46FB3C-4553-C6F2-1882-A5C09D26C80F}"/>
                </a:ext>
              </a:extLst>
            </p:cNvPr>
            <p:cNvSpPr/>
            <p:nvPr/>
          </p:nvSpPr>
          <p:spPr>
            <a:xfrm>
              <a:off x="479838" y="4178585"/>
              <a:ext cx="1248152" cy="362"/>
            </a:xfrm>
            <a:custGeom>
              <a:avLst/>
              <a:gdLst/>
              <a:ahLst/>
              <a:cxnLst/>
              <a:rect l="l" t="t" r="r" b="b"/>
              <a:pathLst>
                <a:path w="3444" h="1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52">
              <a:extLst>
                <a:ext uri="{FF2B5EF4-FFF2-40B4-BE49-F238E27FC236}">
                  <a16:creationId xmlns:a16="http://schemas.microsoft.com/office/drawing/2014/main" id="{6AA53236-76A6-5E61-35AB-C905632B5D16}"/>
                </a:ext>
              </a:extLst>
            </p:cNvPr>
            <p:cNvSpPr/>
            <p:nvPr/>
          </p:nvSpPr>
          <p:spPr>
            <a:xfrm>
              <a:off x="479838" y="4219900"/>
              <a:ext cx="1248152" cy="0"/>
            </a:xfrm>
            <a:custGeom>
              <a:avLst/>
              <a:gdLst/>
              <a:ahLst/>
              <a:cxnLst/>
              <a:rect l="l" t="t" r="r" b="b"/>
              <a:pathLst>
                <a:path w="3444" extrusionOk="0">
                  <a:moveTo>
                    <a:pt x="0" y="0"/>
                  </a:move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52">
              <a:extLst>
                <a:ext uri="{FF2B5EF4-FFF2-40B4-BE49-F238E27FC236}">
                  <a16:creationId xmlns:a16="http://schemas.microsoft.com/office/drawing/2014/main" id="{5353D16A-CC59-48A9-FD88-DDA6D19FAD5D}"/>
                </a:ext>
              </a:extLst>
            </p:cNvPr>
            <p:cNvSpPr/>
            <p:nvPr/>
          </p:nvSpPr>
          <p:spPr>
            <a:xfrm>
              <a:off x="479838" y="4219900"/>
              <a:ext cx="1248152" cy="0"/>
            </a:xfrm>
            <a:custGeom>
              <a:avLst/>
              <a:gdLst/>
              <a:ahLst/>
              <a:cxnLst/>
              <a:rect l="l" t="t" r="r" b="b"/>
              <a:pathLst>
                <a:path w="3444" fill="none" extrusionOk="0">
                  <a:moveTo>
                    <a:pt x="0" y="0"/>
                  </a:moveTo>
                  <a:lnTo>
                    <a:pt x="344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52">
              <a:extLst>
                <a:ext uri="{FF2B5EF4-FFF2-40B4-BE49-F238E27FC236}">
                  <a16:creationId xmlns:a16="http://schemas.microsoft.com/office/drawing/2014/main" id="{EFBAD090-D5E3-0AAE-CB23-713586069D63}"/>
                </a:ext>
              </a:extLst>
            </p:cNvPr>
            <p:cNvSpPr/>
            <p:nvPr/>
          </p:nvSpPr>
          <p:spPr>
            <a:xfrm>
              <a:off x="1727623" y="3899528"/>
              <a:ext cx="98939" cy="354800"/>
            </a:xfrm>
            <a:custGeom>
              <a:avLst/>
              <a:gdLst/>
              <a:ahLst/>
              <a:cxnLst/>
              <a:rect l="l" t="t" r="r" b="b"/>
              <a:pathLst>
                <a:path w="273" h="979" extrusionOk="0">
                  <a:moveTo>
                    <a:pt x="0" y="1"/>
                  </a:moveTo>
                  <a:lnTo>
                    <a:pt x="0" y="979"/>
                  </a:lnTo>
                  <a:cubicBezTo>
                    <a:pt x="157" y="963"/>
                    <a:pt x="273" y="834"/>
                    <a:pt x="273" y="677"/>
                  </a:cubicBezTo>
                  <a:lnTo>
                    <a:pt x="273" y="296"/>
                  </a:lnTo>
                  <a:cubicBezTo>
                    <a:pt x="273" y="144"/>
                    <a:pt x="157" y="1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52">
              <a:extLst>
                <a:ext uri="{FF2B5EF4-FFF2-40B4-BE49-F238E27FC236}">
                  <a16:creationId xmlns:a16="http://schemas.microsoft.com/office/drawing/2014/main" id="{D87E7E34-89C2-AFAB-6AA2-0EEF94D6A5C1}"/>
                </a:ext>
              </a:extLst>
            </p:cNvPr>
            <p:cNvSpPr/>
            <p:nvPr/>
          </p:nvSpPr>
          <p:spPr>
            <a:xfrm>
              <a:off x="3288169" y="3842267"/>
              <a:ext cx="117060" cy="8335"/>
            </a:xfrm>
            <a:custGeom>
              <a:avLst/>
              <a:gdLst/>
              <a:ahLst/>
              <a:cxnLst/>
              <a:rect l="l" t="t" r="r" b="b"/>
              <a:pathLst>
                <a:path w="323" h="23" extrusionOk="0">
                  <a:moveTo>
                    <a:pt x="0" y="0"/>
                  </a:moveTo>
                  <a:lnTo>
                    <a:pt x="0" y="16"/>
                  </a:lnTo>
                  <a:lnTo>
                    <a:pt x="266" y="16"/>
                  </a:lnTo>
                  <a:cubicBezTo>
                    <a:pt x="280" y="16"/>
                    <a:pt x="302" y="16"/>
                    <a:pt x="323" y="22"/>
                  </a:cubicBezTo>
                  <a:lnTo>
                    <a:pt x="32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52">
              <a:extLst>
                <a:ext uri="{FF2B5EF4-FFF2-40B4-BE49-F238E27FC236}">
                  <a16:creationId xmlns:a16="http://schemas.microsoft.com/office/drawing/2014/main" id="{8C7A8A9B-6369-C770-B585-20EAB4F70198}"/>
                </a:ext>
              </a:extLst>
            </p:cNvPr>
            <p:cNvSpPr/>
            <p:nvPr/>
          </p:nvSpPr>
          <p:spPr>
            <a:xfrm>
              <a:off x="3384208" y="4303617"/>
              <a:ext cx="21020" cy="2899"/>
            </a:xfrm>
            <a:custGeom>
              <a:avLst/>
              <a:gdLst/>
              <a:ahLst/>
              <a:cxnLst/>
              <a:rect l="l" t="t" r="r" b="b"/>
              <a:pathLst>
                <a:path w="58" h="8" extrusionOk="0">
                  <a:moveTo>
                    <a:pt x="58" y="0"/>
                  </a:moveTo>
                  <a:cubicBezTo>
                    <a:pt x="37" y="7"/>
                    <a:pt x="15" y="7"/>
                    <a:pt x="1" y="7"/>
                  </a:cubicBezTo>
                  <a:lnTo>
                    <a:pt x="58" y="7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52">
              <a:extLst>
                <a:ext uri="{FF2B5EF4-FFF2-40B4-BE49-F238E27FC236}">
                  <a16:creationId xmlns:a16="http://schemas.microsoft.com/office/drawing/2014/main" id="{8F2BE0D1-6C34-0812-8709-2A55B606316D}"/>
                </a:ext>
              </a:extLst>
            </p:cNvPr>
            <p:cNvSpPr/>
            <p:nvPr/>
          </p:nvSpPr>
          <p:spPr>
            <a:xfrm>
              <a:off x="2076626" y="3847704"/>
              <a:ext cx="1467049" cy="458812"/>
            </a:xfrm>
            <a:custGeom>
              <a:avLst/>
              <a:gdLst/>
              <a:ahLst/>
              <a:cxnLst/>
              <a:rect l="l" t="t" r="r" b="b"/>
              <a:pathLst>
                <a:path w="4048" h="1266" extrusionOk="0">
                  <a:moveTo>
                    <a:pt x="0" y="1"/>
                  </a:moveTo>
                  <a:cubicBezTo>
                    <a:pt x="245" y="1"/>
                    <a:pt x="438" y="194"/>
                    <a:pt x="438" y="439"/>
                  </a:cubicBezTo>
                  <a:lnTo>
                    <a:pt x="438" y="820"/>
                  </a:lnTo>
                  <a:cubicBezTo>
                    <a:pt x="438" y="1063"/>
                    <a:pt x="245" y="1265"/>
                    <a:pt x="0" y="1265"/>
                  </a:cubicBezTo>
                  <a:lnTo>
                    <a:pt x="3609" y="1265"/>
                  </a:lnTo>
                  <a:cubicBezTo>
                    <a:pt x="3623" y="1265"/>
                    <a:pt x="3645" y="1265"/>
                    <a:pt x="3666" y="1258"/>
                  </a:cubicBezTo>
                  <a:cubicBezTo>
                    <a:pt x="3882" y="1229"/>
                    <a:pt x="4047" y="1049"/>
                    <a:pt x="4047" y="820"/>
                  </a:cubicBezTo>
                  <a:lnTo>
                    <a:pt x="4047" y="439"/>
                  </a:lnTo>
                  <a:cubicBezTo>
                    <a:pt x="4047" y="216"/>
                    <a:pt x="3882" y="35"/>
                    <a:pt x="3666" y="7"/>
                  </a:cubicBezTo>
                  <a:cubicBezTo>
                    <a:pt x="3645" y="1"/>
                    <a:pt x="3623" y="1"/>
                    <a:pt x="3609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52">
              <a:extLst>
                <a:ext uri="{FF2B5EF4-FFF2-40B4-BE49-F238E27FC236}">
                  <a16:creationId xmlns:a16="http://schemas.microsoft.com/office/drawing/2014/main" id="{E091B293-9017-0A71-2457-05980302A5D0}"/>
                </a:ext>
              </a:extLst>
            </p:cNvPr>
            <p:cNvSpPr/>
            <p:nvPr/>
          </p:nvSpPr>
          <p:spPr>
            <a:xfrm>
              <a:off x="1928399" y="3847704"/>
              <a:ext cx="307327" cy="458812"/>
            </a:xfrm>
            <a:custGeom>
              <a:avLst/>
              <a:gdLst/>
              <a:ahLst/>
              <a:cxnLst/>
              <a:rect l="l" t="t" r="r" b="b"/>
              <a:pathLst>
                <a:path w="848" h="1266" extrusionOk="0">
                  <a:moveTo>
                    <a:pt x="0" y="1"/>
                  </a:moveTo>
                  <a:cubicBezTo>
                    <a:pt x="243" y="1"/>
                    <a:pt x="438" y="194"/>
                    <a:pt x="438" y="439"/>
                  </a:cubicBezTo>
                  <a:lnTo>
                    <a:pt x="438" y="820"/>
                  </a:lnTo>
                  <a:cubicBezTo>
                    <a:pt x="438" y="1063"/>
                    <a:pt x="243" y="1265"/>
                    <a:pt x="0" y="1265"/>
                  </a:cubicBezTo>
                  <a:lnTo>
                    <a:pt x="409" y="1265"/>
                  </a:lnTo>
                  <a:cubicBezTo>
                    <a:pt x="654" y="1265"/>
                    <a:pt x="847" y="1063"/>
                    <a:pt x="847" y="820"/>
                  </a:cubicBezTo>
                  <a:lnTo>
                    <a:pt x="847" y="439"/>
                  </a:lnTo>
                  <a:cubicBezTo>
                    <a:pt x="847" y="194"/>
                    <a:pt x="654" y="1"/>
                    <a:pt x="409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2">
              <a:extLst>
                <a:ext uri="{FF2B5EF4-FFF2-40B4-BE49-F238E27FC236}">
                  <a16:creationId xmlns:a16="http://schemas.microsoft.com/office/drawing/2014/main" id="{EC87CFF7-69A4-4ECF-346E-0B0A0B0E573C}"/>
                </a:ext>
              </a:extLst>
            </p:cNvPr>
            <p:cNvSpPr/>
            <p:nvPr/>
          </p:nvSpPr>
          <p:spPr>
            <a:xfrm>
              <a:off x="1719287" y="3847704"/>
              <a:ext cx="368212" cy="458812"/>
            </a:xfrm>
            <a:custGeom>
              <a:avLst/>
              <a:gdLst/>
              <a:ahLst/>
              <a:cxnLst/>
              <a:rect l="l" t="t" r="r" b="b"/>
              <a:pathLst>
                <a:path w="1016" h="1266" extrusionOk="0">
                  <a:moveTo>
                    <a:pt x="1" y="1"/>
                  </a:moveTo>
                  <a:cubicBezTo>
                    <a:pt x="246" y="1"/>
                    <a:pt x="439" y="194"/>
                    <a:pt x="439" y="439"/>
                  </a:cubicBezTo>
                  <a:lnTo>
                    <a:pt x="439" y="820"/>
                  </a:lnTo>
                  <a:cubicBezTo>
                    <a:pt x="439" y="1063"/>
                    <a:pt x="246" y="1265"/>
                    <a:pt x="1" y="1265"/>
                  </a:cubicBezTo>
                  <a:lnTo>
                    <a:pt x="577" y="1265"/>
                  </a:lnTo>
                  <a:cubicBezTo>
                    <a:pt x="820" y="1265"/>
                    <a:pt x="1015" y="1063"/>
                    <a:pt x="1015" y="820"/>
                  </a:cubicBezTo>
                  <a:lnTo>
                    <a:pt x="1015" y="439"/>
                  </a:lnTo>
                  <a:cubicBezTo>
                    <a:pt x="1015" y="194"/>
                    <a:pt x="820" y="1"/>
                    <a:pt x="57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52">
              <a:extLst>
                <a:ext uri="{FF2B5EF4-FFF2-40B4-BE49-F238E27FC236}">
                  <a16:creationId xmlns:a16="http://schemas.microsoft.com/office/drawing/2014/main" id="{F981BFB3-16C0-DE29-1B84-7C7E5F96AB96}"/>
                </a:ext>
              </a:extLst>
            </p:cNvPr>
            <p:cNvSpPr/>
            <p:nvPr/>
          </p:nvSpPr>
          <p:spPr>
            <a:xfrm>
              <a:off x="414604" y="3847704"/>
              <a:ext cx="1464150" cy="458812"/>
            </a:xfrm>
            <a:custGeom>
              <a:avLst/>
              <a:gdLst/>
              <a:ahLst/>
              <a:cxnLst/>
              <a:rect l="l" t="t" r="r" b="b"/>
              <a:pathLst>
                <a:path w="4040" h="1266" extrusionOk="0">
                  <a:moveTo>
                    <a:pt x="1" y="1"/>
                  </a:moveTo>
                  <a:lnTo>
                    <a:pt x="1" y="144"/>
                  </a:lnTo>
                  <a:lnTo>
                    <a:pt x="3623" y="144"/>
                  </a:lnTo>
                  <a:cubicBezTo>
                    <a:pt x="3780" y="158"/>
                    <a:pt x="3896" y="287"/>
                    <a:pt x="3896" y="439"/>
                  </a:cubicBezTo>
                  <a:lnTo>
                    <a:pt x="3896" y="820"/>
                  </a:lnTo>
                  <a:cubicBezTo>
                    <a:pt x="3896" y="977"/>
                    <a:pt x="3780" y="1106"/>
                    <a:pt x="3623" y="1122"/>
                  </a:cubicBezTo>
                  <a:lnTo>
                    <a:pt x="1" y="1122"/>
                  </a:lnTo>
                  <a:lnTo>
                    <a:pt x="1" y="1265"/>
                  </a:lnTo>
                  <a:lnTo>
                    <a:pt x="3601" y="1265"/>
                  </a:lnTo>
                  <a:cubicBezTo>
                    <a:pt x="3846" y="1265"/>
                    <a:pt x="4039" y="1063"/>
                    <a:pt x="4039" y="820"/>
                  </a:cubicBezTo>
                  <a:lnTo>
                    <a:pt x="4039" y="439"/>
                  </a:lnTo>
                  <a:cubicBezTo>
                    <a:pt x="4039" y="194"/>
                    <a:pt x="3846" y="1"/>
                    <a:pt x="3601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52">
              <a:extLst>
                <a:ext uri="{FF2B5EF4-FFF2-40B4-BE49-F238E27FC236}">
                  <a16:creationId xmlns:a16="http://schemas.microsoft.com/office/drawing/2014/main" id="{47ED73A3-4ED2-BE67-C4D6-41CF4A841570}"/>
                </a:ext>
              </a:extLst>
            </p:cNvPr>
            <p:cNvSpPr/>
            <p:nvPr/>
          </p:nvSpPr>
          <p:spPr>
            <a:xfrm>
              <a:off x="479838" y="3899528"/>
              <a:ext cx="362" cy="354800"/>
            </a:xfrm>
            <a:custGeom>
              <a:avLst/>
              <a:gdLst/>
              <a:ahLst/>
              <a:cxnLst/>
              <a:rect l="l" t="t" r="r" b="b"/>
              <a:pathLst>
                <a:path w="1" h="979" extrusionOk="0">
                  <a:moveTo>
                    <a:pt x="0" y="1"/>
                  </a:moveTo>
                  <a:lnTo>
                    <a:pt x="0" y="979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2">
              <a:extLst>
                <a:ext uri="{FF2B5EF4-FFF2-40B4-BE49-F238E27FC236}">
                  <a16:creationId xmlns:a16="http://schemas.microsoft.com/office/drawing/2014/main" id="{62C00BFA-5189-0421-08D2-773107D71A8C}"/>
                </a:ext>
              </a:extLst>
            </p:cNvPr>
            <p:cNvSpPr/>
            <p:nvPr/>
          </p:nvSpPr>
          <p:spPr>
            <a:xfrm>
              <a:off x="479838" y="3899528"/>
              <a:ext cx="362" cy="354800"/>
            </a:xfrm>
            <a:custGeom>
              <a:avLst/>
              <a:gdLst/>
              <a:ahLst/>
              <a:cxnLst/>
              <a:rect l="l" t="t" r="r" b="b"/>
              <a:pathLst>
                <a:path w="1" h="979" fill="none" extrusionOk="0">
                  <a:moveTo>
                    <a:pt x="0" y="1"/>
                  </a:moveTo>
                  <a:lnTo>
                    <a:pt x="0" y="97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2">
              <a:extLst>
                <a:ext uri="{FF2B5EF4-FFF2-40B4-BE49-F238E27FC236}">
                  <a16:creationId xmlns:a16="http://schemas.microsoft.com/office/drawing/2014/main" id="{E4996D68-F451-339A-BAF7-D967EFC0C16B}"/>
                </a:ext>
              </a:extLst>
            </p:cNvPr>
            <p:cNvSpPr/>
            <p:nvPr/>
          </p:nvSpPr>
          <p:spPr>
            <a:xfrm>
              <a:off x="687863" y="4357979"/>
              <a:ext cx="1250689" cy="357337"/>
            </a:xfrm>
            <a:custGeom>
              <a:avLst/>
              <a:gdLst/>
              <a:ahLst/>
              <a:cxnLst/>
              <a:rect l="l" t="t" r="r" b="b"/>
              <a:pathLst>
                <a:path w="3451" h="986" extrusionOk="0">
                  <a:moveTo>
                    <a:pt x="1" y="0"/>
                  </a:moveTo>
                  <a:lnTo>
                    <a:pt x="1" y="985"/>
                  </a:lnTo>
                  <a:lnTo>
                    <a:pt x="3423" y="985"/>
                  </a:lnTo>
                  <a:cubicBezTo>
                    <a:pt x="3430" y="985"/>
                    <a:pt x="3437" y="985"/>
                    <a:pt x="3451" y="978"/>
                  </a:cubicBezTo>
                  <a:lnTo>
                    <a:pt x="3451" y="7"/>
                  </a:lnTo>
                  <a:cubicBezTo>
                    <a:pt x="3437" y="0"/>
                    <a:pt x="3430" y="0"/>
                    <a:pt x="3423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52">
              <a:extLst>
                <a:ext uri="{FF2B5EF4-FFF2-40B4-BE49-F238E27FC236}">
                  <a16:creationId xmlns:a16="http://schemas.microsoft.com/office/drawing/2014/main" id="{96DD4D3D-EE84-339B-0266-1C5E319B11A0}"/>
                </a:ext>
              </a:extLst>
            </p:cNvPr>
            <p:cNvSpPr/>
            <p:nvPr/>
          </p:nvSpPr>
          <p:spPr>
            <a:xfrm>
              <a:off x="687863" y="4394945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0"/>
                  </a:moveTo>
                  <a:lnTo>
                    <a:pt x="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52">
              <a:extLst>
                <a:ext uri="{FF2B5EF4-FFF2-40B4-BE49-F238E27FC236}">
                  <a16:creationId xmlns:a16="http://schemas.microsoft.com/office/drawing/2014/main" id="{70E240F7-ECCF-D909-936C-80FF71BC9453}"/>
                </a:ext>
              </a:extLst>
            </p:cNvPr>
            <p:cNvSpPr/>
            <p:nvPr/>
          </p:nvSpPr>
          <p:spPr>
            <a:xfrm>
              <a:off x="687863" y="4394945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0"/>
                  </a:moveTo>
                  <a:lnTo>
                    <a:pt x="345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52">
              <a:extLst>
                <a:ext uri="{FF2B5EF4-FFF2-40B4-BE49-F238E27FC236}">
                  <a16:creationId xmlns:a16="http://schemas.microsoft.com/office/drawing/2014/main" id="{DA67E7FC-F7E5-B569-8352-0EE53F9F23C1}"/>
                </a:ext>
              </a:extLst>
            </p:cNvPr>
            <p:cNvSpPr/>
            <p:nvPr/>
          </p:nvSpPr>
          <p:spPr>
            <a:xfrm>
              <a:off x="687863" y="443336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1"/>
                  </a:moveTo>
                  <a:lnTo>
                    <a:pt x="345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52">
              <a:extLst>
                <a:ext uri="{FF2B5EF4-FFF2-40B4-BE49-F238E27FC236}">
                  <a16:creationId xmlns:a16="http://schemas.microsoft.com/office/drawing/2014/main" id="{938A4A05-E3F7-D30C-EBB9-16B5EA82BB42}"/>
                </a:ext>
              </a:extLst>
            </p:cNvPr>
            <p:cNvSpPr/>
            <p:nvPr/>
          </p:nvSpPr>
          <p:spPr>
            <a:xfrm>
              <a:off x="687863" y="443336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1"/>
                  </a:moveTo>
                  <a:lnTo>
                    <a:pt x="345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52">
              <a:extLst>
                <a:ext uri="{FF2B5EF4-FFF2-40B4-BE49-F238E27FC236}">
                  <a16:creationId xmlns:a16="http://schemas.microsoft.com/office/drawing/2014/main" id="{550C0071-B7E6-3BE8-A70D-51F836B1D44B}"/>
                </a:ext>
              </a:extLst>
            </p:cNvPr>
            <p:cNvSpPr/>
            <p:nvPr/>
          </p:nvSpPr>
          <p:spPr>
            <a:xfrm>
              <a:off x="687863" y="447540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1"/>
                  </a:moveTo>
                  <a:lnTo>
                    <a:pt x="345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52">
              <a:extLst>
                <a:ext uri="{FF2B5EF4-FFF2-40B4-BE49-F238E27FC236}">
                  <a16:creationId xmlns:a16="http://schemas.microsoft.com/office/drawing/2014/main" id="{66978D2F-3181-5466-326C-D0DF3C496C8B}"/>
                </a:ext>
              </a:extLst>
            </p:cNvPr>
            <p:cNvSpPr/>
            <p:nvPr/>
          </p:nvSpPr>
          <p:spPr>
            <a:xfrm>
              <a:off x="687863" y="447540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1"/>
                  </a:moveTo>
                  <a:lnTo>
                    <a:pt x="345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52">
              <a:extLst>
                <a:ext uri="{FF2B5EF4-FFF2-40B4-BE49-F238E27FC236}">
                  <a16:creationId xmlns:a16="http://schemas.microsoft.com/office/drawing/2014/main" id="{B36DEC42-D1BC-B950-E400-22B6A3875959}"/>
                </a:ext>
              </a:extLst>
            </p:cNvPr>
            <p:cNvSpPr/>
            <p:nvPr/>
          </p:nvSpPr>
          <p:spPr>
            <a:xfrm>
              <a:off x="687863" y="4516715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0"/>
                  </a:moveTo>
                  <a:lnTo>
                    <a:pt x="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52">
              <a:extLst>
                <a:ext uri="{FF2B5EF4-FFF2-40B4-BE49-F238E27FC236}">
                  <a16:creationId xmlns:a16="http://schemas.microsoft.com/office/drawing/2014/main" id="{EA7CE933-21BB-A95E-5C81-5C1116AAB2F9}"/>
                </a:ext>
              </a:extLst>
            </p:cNvPr>
            <p:cNvSpPr/>
            <p:nvPr/>
          </p:nvSpPr>
          <p:spPr>
            <a:xfrm>
              <a:off x="687863" y="4516715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0"/>
                  </a:moveTo>
                  <a:lnTo>
                    <a:pt x="345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52">
              <a:extLst>
                <a:ext uri="{FF2B5EF4-FFF2-40B4-BE49-F238E27FC236}">
                  <a16:creationId xmlns:a16="http://schemas.microsoft.com/office/drawing/2014/main" id="{CFBFDFAE-846A-D5BE-B789-1C5E443CDF54}"/>
                </a:ext>
              </a:extLst>
            </p:cNvPr>
            <p:cNvSpPr/>
            <p:nvPr/>
          </p:nvSpPr>
          <p:spPr>
            <a:xfrm>
              <a:off x="687863" y="4556218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0"/>
                  </a:moveTo>
                  <a:lnTo>
                    <a:pt x="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52">
              <a:extLst>
                <a:ext uri="{FF2B5EF4-FFF2-40B4-BE49-F238E27FC236}">
                  <a16:creationId xmlns:a16="http://schemas.microsoft.com/office/drawing/2014/main" id="{AFFFD44B-3EA8-1C8F-B1DE-633C7B9EFB3A}"/>
                </a:ext>
              </a:extLst>
            </p:cNvPr>
            <p:cNvSpPr/>
            <p:nvPr/>
          </p:nvSpPr>
          <p:spPr>
            <a:xfrm>
              <a:off x="687863" y="4556218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0"/>
                  </a:moveTo>
                  <a:lnTo>
                    <a:pt x="345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2">
              <a:extLst>
                <a:ext uri="{FF2B5EF4-FFF2-40B4-BE49-F238E27FC236}">
                  <a16:creationId xmlns:a16="http://schemas.microsoft.com/office/drawing/2014/main" id="{9FDE432B-3AB2-5EC2-2934-9A87DA7E20A2}"/>
                </a:ext>
              </a:extLst>
            </p:cNvPr>
            <p:cNvSpPr/>
            <p:nvPr/>
          </p:nvSpPr>
          <p:spPr>
            <a:xfrm>
              <a:off x="687863" y="4597896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1"/>
                  </a:moveTo>
                  <a:lnTo>
                    <a:pt x="345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2">
              <a:extLst>
                <a:ext uri="{FF2B5EF4-FFF2-40B4-BE49-F238E27FC236}">
                  <a16:creationId xmlns:a16="http://schemas.microsoft.com/office/drawing/2014/main" id="{1929B993-DA4E-7C5F-12AD-CC4DD00A7AA9}"/>
                </a:ext>
              </a:extLst>
            </p:cNvPr>
            <p:cNvSpPr/>
            <p:nvPr/>
          </p:nvSpPr>
          <p:spPr>
            <a:xfrm>
              <a:off x="687863" y="4597896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1"/>
                  </a:moveTo>
                  <a:lnTo>
                    <a:pt x="345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2">
              <a:extLst>
                <a:ext uri="{FF2B5EF4-FFF2-40B4-BE49-F238E27FC236}">
                  <a16:creationId xmlns:a16="http://schemas.microsoft.com/office/drawing/2014/main" id="{826E6F9B-F985-D430-B318-BC465D2EEB33}"/>
                </a:ext>
              </a:extLst>
            </p:cNvPr>
            <p:cNvSpPr/>
            <p:nvPr/>
          </p:nvSpPr>
          <p:spPr>
            <a:xfrm>
              <a:off x="687863" y="463921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1"/>
                  </a:moveTo>
                  <a:lnTo>
                    <a:pt x="345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52">
              <a:extLst>
                <a:ext uri="{FF2B5EF4-FFF2-40B4-BE49-F238E27FC236}">
                  <a16:creationId xmlns:a16="http://schemas.microsoft.com/office/drawing/2014/main" id="{B5BDBF9C-D2AC-F9A9-A14E-A02C7073A8EC}"/>
                </a:ext>
              </a:extLst>
            </p:cNvPr>
            <p:cNvSpPr/>
            <p:nvPr/>
          </p:nvSpPr>
          <p:spPr>
            <a:xfrm>
              <a:off x="687863" y="4639211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1"/>
                  </a:moveTo>
                  <a:lnTo>
                    <a:pt x="345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52">
              <a:extLst>
                <a:ext uri="{FF2B5EF4-FFF2-40B4-BE49-F238E27FC236}">
                  <a16:creationId xmlns:a16="http://schemas.microsoft.com/office/drawing/2014/main" id="{5398D4BF-B450-4F10-FEC7-D6E0EFBF9F31}"/>
                </a:ext>
              </a:extLst>
            </p:cNvPr>
            <p:cNvSpPr/>
            <p:nvPr/>
          </p:nvSpPr>
          <p:spPr>
            <a:xfrm>
              <a:off x="687863" y="4681250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extrusionOk="0">
                  <a:moveTo>
                    <a:pt x="1" y="0"/>
                  </a:moveTo>
                  <a:lnTo>
                    <a:pt x="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52">
              <a:extLst>
                <a:ext uri="{FF2B5EF4-FFF2-40B4-BE49-F238E27FC236}">
                  <a16:creationId xmlns:a16="http://schemas.microsoft.com/office/drawing/2014/main" id="{D8E3ED31-C98E-28A9-18B6-83DCB32133F0}"/>
                </a:ext>
              </a:extLst>
            </p:cNvPr>
            <p:cNvSpPr/>
            <p:nvPr/>
          </p:nvSpPr>
          <p:spPr>
            <a:xfrm>
              <a:off x="687863" y="4681250"/>
              <a:ext cx="1250689" cy="362"/>
            </a:xfrm>
            <a:custGeom>
              <a:avLst/>
              <a:gdLst/>
              <a:ahLst/>
              <a:cxnLst/>
              <a:rect l="l" t="t" r="r" b="b"/>
              <a:pathLst>
                <a:path w="3451" h="1" fill="none" extrusionOk="0">
                  <a:moveTo>
                    <a:pt x="1" y="0"/>
                  </a:moveTo>
                  <a:lnTo>
                    <a:pt x="345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2">
              <a:extLst>
                <a:ext uri="{FF2B5EF4-FFF2-40B4-BE49-F238E27FC236}">
                  <a16:creationId xmlns:a16="http://schemas.microsoft.com/office/drawing/2014/main" id="{3F40E6DD-A07F-4D5E-4DF0-CADAF3243306}"/>
                </a:ext>
              </a:extLst>
            </p:cNvPr>
            <p:cNvSpPr/>
            <p:nvPr/>
          </p:nvSpPr>
          <p:spPr>
            <a:xfrm>
              <a:off x="1938184" y="4360516"/>
              <a:ext cx="100026" cy="352263"/>
            </a:xfrm>
            <a:custGeom>
              <a:avLst/>
              <a:gdLst/>
              <a:ahLst/>
              <a:cxnLst/>
              <a:rect l="l" t="t" r="r" b="b"/>
              <a:pathLst>
                <a:path w="276" h="972" extrusionOk="0">
                  <a:moveTo>
                    <a:pt x="1" y="0"/>
                  </a:moveTo>
                  <a:lnTo>
                    <a:pt x="1" y="971"/>
                  </a:lnTo>
                  <a:cubicBezTo>
                    <a:pt x="153" y="964"/>
                    <a:pt x="275" y="835"/>
                    <a:pt x="275" y="676"/>
                  </a:cubicBezTo>
                  <a:lnTo>
                    <a:pt x="275" y="295"/>
                  </a:lnTo>
                  <a:cubicBezTo>
                    <a:pt x="275" y="138"/>
                    <a:pt x="153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2">
              <a:extLst>
                <a:ext uri="{FF2B5EF4-FFF2-40B4-BE49-F238E27FC236}">
                  <a16:creationId xmlns:a16="http://schemas.microsoft.com/office/drawing/2014/main" id="{F539142C-728B-0102-871B-E047BAEAB296}"/>
                </a:ext>
              </a:extLst>
            </p:cNvPr>
            <p:cNvSpPr/>
            <p:nvPr/>
          </p:nvSpPr>
          <p:spPr>
            <a:xfrm>
              <a:off x="3316075" y="4303617"/>
              <a:ext cx="115610" cy="5074"/>
            </a:xfrm>
            <a:custGeom>
              <a:avLst/>
              <a:gdLst/>
              <a:ahLst/>
              <a:cxnLst/>
              <a:rect l="l" t="t" r="r" b="b"/>
              <a:pathLst>
                <a:path w="319" h="14" extrusionOk="0">
                  <a:moveTo>
                    <a:pt x="1" y="0"/>
                  </a:moveTo>
                  <a:lnTo>
                    <a:pt x="1" y="14"/>
                  </a:lnTo>
                  <a:lnTo>
                    <a:pt x="318" y="14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52">
              <a:extLst>
                <a:ext uri="{FF2B5EF4-FFF2-40B4-BE49-F238E27FC236}">
                  <a16:creationId xmlns:a16="http://schemas.microsoft.com/office/drawing/2014/main" id="{00C1699E-0C3D-CB76-B039-9D08BCAFF4E4}"/>
                </a:ext>
              </a:extLst>
            </p:cNvPr>
            <p:cNvSpPr/>
            <p:nvPr/>
          </p:nvSpPr>
          <p:spPr>
            <a:xfrm>
              <a:off x="2284650" y="4308329"/>
              <a:ext cx="1467049" cy="456275"/>
            </a:xfrm>
            <a:custGeom>
              <a:avLst/>
              <a:gdLst/>
              <a:ahLst/>
              <a:cxnLst/>
              <a:rect l="l" t="t" r="r" b="b"/>
              <a:pathLst>
                <a:path w="4048" h="1259" extrusionOk="0">
                  <a:moveTo>
                    <a:pt x="0" y="1"/>
                  </a:moveTo>
                  <a:cubicBezTo>
                    <a:pt x="245" y="1"/>
                    <a:pt x="440" y="196"/>
                    <a:pt x="440" y="439"/>
                  </a:cubicBezTo>
                  <a:lnTo>
                    <a:pt x="440" y="820"/>
                  </a:lnTo>
                  <a:cubicBezTo>
                    <a:pt x="440" y="1065"/>
                    <a:pt x="245" y="1259"/>
                    <a:pt x="0" y="1259"/>
                  </a:cubicBezTo>
                  <a:lnTo>
                    <a:pt x="3609" y="1259"/>
                  </a:lnTo>
                  <a:cubicBezTo>
                    <a:pt x="3854" y="1259"/>
                    <a:pt x="4048" y="1065"/>
                    <a:pt x="4048" y="820"/>
                  </a:cubicBezTo>
                  <a:lnTo>
                    <a:pt x="4048" y="439"/>
                  </a:lnTo>
                  <a:cubicBezTo>
                    <a:pt x="4048" y="196"/>
                    <a:pt x="3854" y="1"/>
                    <a:pt x="3609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52">
              <a:extLst>
                <a:ext uri="{FF2B5EF4-FFF2-40B4-BE49-F238E27FC236}">
                  <a16:creationId xmlns:a16="http://schemas.microsoft.com/office/drawing/2014/main" id="{903D6E29-1B29-6FA1-3E43-0B78CDC308A0}"/>
                </a:ext>
              </a:extLst>
            </p:cNvPr>
            <p:cNvSpPr/>
            <p:nvPr/>
          </p:nvSpPr>
          <p:spPr>
            <a:xfrm>
              <a:off x="2136424" y="4308329"/>
              <a:ext cx="308051" cy="456275"/>
            </a:xfrm>
            <a:custGeom>
              <a:avLst/>
              <a:gdLst/>
              <a:ahLst/>
              <a:cxnLst/>
              <a:rect l="l" t="t" r="r" b="b"/>
              <a:pathLst>
                <a:path w="850" h="1259" extrusionOk="0">
                  <a:moveTo>
                    <a:pt x="1" y="1"/>
                  </a:moveTo>
                  <a:cubicBezTo>
                    <a:pt x="246" y="1"/>
                    <a:pt x="439" y="196"/>
                    <a:pt x="439" y="439"/>
                  </a:cubicBezTo>
                  <a:lnTo>
                    <a:pt x="439" y="820"/>
                  </a:lnTo>
                  <a:cubicBezTo>
                    <a:pt x="439" y="1065"/>
                    <a:pt x="246" y="1259"/>
                    <a:pt x="1" y="1259"/>
                  </a:cubicBezTo>
                  <a:lnTo>
                    <a:pt x="409" y="1259"/>
                  </a:lnTo>
                  <a:cubicBezTo>
                    <a:pt x="654" y="1259"/>
                    <a:pt x="849" y="1065"/>
                    <a:pt x="849" y="820"/>
                  </a:cubicBezTo>
                  <a:lnTo>
                    <a:pt x="849" y="439"/>
                  </a:lnTo>
                  <a:cubicBezTo>
                    <a:pt x="849" y="196"/>
                    <a:pt x="654" y="1"/>
                    <a:pt x="409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52">
              <a:extLst>
                <a:ext uri="{FF2B5EF4-FFF2-40B4-BE49-F238E27FC236}">
                  <a16:creationId xmlns:a16="http://schemas.microsoft.com/office/drawing/2014/main" id="{1A67929E-0EAC-97B8-8C7D-910F61CDAE26}"/>
                </a:ext>
              </a:extLst>
            </p:cNvPr>
            <p:cNvSpPr/>
            <p:nvPr/>
          </p:nvSpPr>
          <p:spPr>
            <a:xfrm>
              <a:off x="1928399" y="4308329"/>
              <a:ext cx="367125" cy="456275"/>
            </a:xfrm>
            <a:custGeom>
              <a:avLst/>
              <a:gdLst/>
              <a:ahLst/>
              <a:cxnLst/>
              <a:rect l="l" t="t" r="r" b="b"/>
              <a:pathLst>
                <a:path w="1013" h="1259" extrusionOk="0">
                  <a:moveTo>
                    <a:pt x="0" y="1"/>
                  </a:moveTo>
                  <a:cubicBezTo>
                    <a:pt x="243" y="1"/>
                    <a:pt x="438" y="196"/>
                    <a:pt x="438" y="439"/>
                  </a:cubicBezTo>
                  <a:lnTo>
                    <a:pt x="438" y="820"/>
                  </a:lnTo>
                  <a:cubicBezTo>
                    <a:pt x="438" y="1065"/>
                    <a:pt x="243" y="1259"/>
                    <a:pt x="0" y="1259"/>
                  </a:cubicBezTo>
                  <a:lnTo>
                    <a:pt x="575" y="1259"/>
                  </a:lnTo>
                  <a:cubicBezTo>
                    <a:pt x="820" y="1259"/>
                    <a:pt x="1013" y="1065"/>
                    <a:pt x="1013" y="820"/>
                  </a:cubicBezTo>
                  <a:lnTo>
                    <a:pt x="1013" y="439"/>
                  </a:lnTo>
                  <a:cubicBezTo>
                    <a:pt x="1013" y="196"/>
                    <a:pt x="820" y="1"/>
                    <a:pt x="575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52">
              <a:extLst>
                <a:ext uri="{FF2B5EF4-FFF2-40B4-BE49-F238E27FC236}">
                  <a16:creationId xmlns:a16="http://schemas.microsoft.com/office/drawing/2014/main" id="{A7CB25F9-3B28-C869-5CFF-419B152E7562}"/>
                </a:ext>
              </a:extLst>
            </p:cNvPr>
            <p:cNvSpPr/>
            <p:nvPr/>
          </p:nvSpPr>
          <p:spPr>
            <a:xfrm>
              <a:off x="622991" y="4308329"/>
              <a:ext cx="1464512" cy="456275"/>
            </a:xfrm>
            <a:custGeom>
              <a:avLst/>
              <a:gdLst/>
              <a:ahLst/>
              <a:cxnLst/>
              <a:rect l="l" t="t" r="r" b="b"/>
              <a:pathLst>
                <a:path w="4041" h="1259" extrusionOk="0">
                  <a:moveTo>
                    <a:pt x="0" y="1"/>
                  </a:moveTo>
                  <a:lnTo>
                    <a:pt x="0" y="137"/>
                  </a:lnTo>
                  <a:lnTo>
                    <a:pt x="3602" y="137"/>
                  </a:lnTo>
                  <a:cubicBezTo>
                    <a:pt x="3609" y="137"/>
                    <a:pt x="3616" y="137"/>
                    <a:pt x="3630" y="144"/>
                  </a:cubicBezTo>
                  <a:cubicBezTo>
                    <a:pt x="3782" y="153"/>
                    <a:pt x="3904" y="282"/>
                    <a:pt x="3904" y="439"/>
                  </a:cubicBezTo>
                  <a:lnTo>
                    <a:pt x="3904" y="820"/>
                  </a:lnTo>
                  <a:cubicBezTo>
                    <a:pt x="3904" y="979"/>
                    <a:pt x="3782" y="1108"/>
                    <a:pt x="3630" y="1115"/>
                  </a:cubicBezTo>
                  <a:cubicBezTo>
                    <a:pt x="3616" y="1122"/>
                    <a:pt x="3609" y="1122"/>
                    <a:pt x="3602" y="1122"/>
                  </a:cubicBezTo>
                  <a:lnTo>
                    <a:pt x="0" y="1122"/>
                  </a:lnTo>
                  <a:lnTo>
                    <a:pt x="0" y="1259"/>
                  </a:lnTo>
                  <a:lnTo>
                    <a:pt x="3602" y="1259"/>
                  </a:lnTo>
                  <a:cubicBezTo>
                    <a:pt x="3845" y="1259"/>
                    <a:pt x="4040" y="1065"/>
                    <a:pt x="4040" y="820"/>
                  </a:cubicBezTo>
                  <a:lnTo>
                    <a:pt x="4040" y="439"/>
                  </a:lnTo>
                  <a:cubicBezTo>
                    <a:pt x="4040" y="196"/>
                    <a:pt x="3845" y="1"/>
                    <a:pt x="3602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52">
              <a:extLst>
                <a:ext uri="{FF2B5EF4-FFF2-40B4-BE49-F238E27FC236}">
                  <a16:creationId xmlns:a16="http://schemas.microsoft.com/office/drawing/2014/main" id="{70A3E15F-5113-CB4D-4522-D63F2A089F0F}"/>
                </a:ext>
              </a:extLst>
            </p:cNvPr>
            <p:cNvSpPr/>
            <p:nvPr/>
          </p:nvSpPr>
          <p:spPr>
            <a:xfrm>
              <a:off x="687863" y="4357979"/>
              <a:ext cx="362" cy="357337"/>
            </a:xfrm>
            <a:custGeom>
              <a:avLst/>
              <a:gdLst/>
              <a:ahLst/>
              <a:cxnLst/>
              <a:rect l="l" t="t" r="r" b="b"/>
              <a:pathLst>
                <a:path w="1" h="986" extrusionOk="0">
                  <a:moveTo>
                    <a:pt x="1" y="0"/>
                  </a:moveTo>
                  <a:lnTo>
                    <a:pt x="1" y="9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52">
              <a:extLst>
                <a:ext uri="{FF2B5EF4-FFF2-40B4-BE49-F238E27FC236}">
                  <a16:creationId xmlns:a16="http://schemas.microsoft.com/office/drawing/2014/main" id="{69363731-8B11-A98C-7A29-63341C2A3048}"/>
                </a:ext>
              </a:extLst>
            </p:cNvPr>
            <p:cNvSpPr/>
            <p:nvPr/>
          </p:nvSpPr>
          <p:spPr>
            <a:xfrm>
              <a:off x="687863" y="4357979"/>
              <a:ext cx="362" cy="357337"/>
            </a:xfrm>
            <a:custGeom>
              <a:avLst/>
              <a:gdLst/>
              <a:ahLst/>
              <a:cxnLst/>
              <a:rect l="l" t="t" r="r" b="b"/>
              <a:pathLst>
                <a:path w="1" h="986" fill="none" extrusionOk="0">
                  <a:moveTo>
                    <a:pt x="1" y="0"/>
                  </a:moveTo>
                  <a:lnTo>
                    <a:pt x="1" y="98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2">
              <a:extLst>
                <a:ext uri="{FF2B5EF4-FFF2-40B4-BE49-F238E27FC236}">
                  <a16:creationId xmlns:a16="http://schemas.microsoft.com/office/drawing/2014/main" id="{F1302408-5EF2-AF96-03CA-EE038EC93541}"/>
                </a:ext>
              </a:extLst>
            </p:cNvPr>
            <p:cNvSpPr/>
            <p:nvPr/>
          </p:nvSpPr>
          <p:spPr>
            <a:xfrm>
              <a:off x="3204452" y="3482755"/>
              <a:ext cx="135905" cy="133367"/>
            </a:xfrm>
            <a:custGeom>
              <a:avLst/>
              <a:gdLst/>
              <a:ahLst/>
              <a:cxnLst/>
              <a:rect l="l" t="t" r="r" b="b"/>
              <a:pathLst>
                <a:path w="375" h="368" extrusionOk="0">
                  <a:moveTo>
                    <a:pt x="180" y="0"/>
                  </a:moveTo>
                  <a:cubicBezTo>
                    <a:pt x="159" y="7"/>
                    <a:pt x="136" y="7"/>
                    <a:pt x="136" y="7"/>
                  </a:cubicBezTo>
                  <a:cubicBezTo>
                    <a:pt x="116" y="16"/>
                    <a:pt x="116" y="16"/>
                    <a:pt x="109" y="23"/>
                  </a:cubicBezTo>
                  <a:cubicBezTo>
                    <a:pt x="102" y="23"/>
                    <a:pt x="93" y="29"/>
                    <a:pt x="86" y="29"/>
                  </a:cubicBezTo>
                  <a:cubicBezTo>
                    <a:pt x="66" y="43"/>
                    <a:pt x="59" y="50"/>
                    <a:pt x="50" y="59"/>
                  </a:cubicBezTo>
                  <a:lnTo>
                    <a:pt x="43" y="66"/>
                  </a:lnTo>
                  <a:cubicBezTo>
                    <a:pt x="43" y="66"/>
                    <a:pt x="36" y="66"/>
                    <a:pt x="36" y="73"/>
                  </a:cubicBezTo>
                  <a:lnTo>
                    <a:pt x="29" y="79"/>
                  </a:lnTo>
                  <a:cubicBezTo>
                    <a:pt x="29" y="86"/>
                    <a:pt x="23" y="86"/>
                    <a:pt x="23" y="93"/>
                  </a:cubicBezTo>
                  <a:lnTo>
                    <a:pt x="23" y="102"/>
                  </a:lnTo>
                  <a:lnTo>
                    <a:pt x="16" y="102"/>
                  </a:lnTo>
                  <a:lnTo>
                    <a:pt x="16" y="109"/>
                  </a:lnTo>
                  <a:lnTo>
                    <a:pt x="16" y="116"/>
                  </a:lnTo>
                  <a:lnTo>
                    <a:pt x="7" y="123"/>
                  </a:lnTo>
                  <a:lnTo>
                    <a:pt x="7" y="129"/>
                  </a:lnTo>
                  <a:cubicBezTo>
                    <a:pt x="7" y="136"/>
                    <a:pt x="0" y="152"/>
                    <a:pt x="0" y="166"/>
                  </a:cubicBezTo>
                  <a:cubicBezTo>
                    <a:pt x="0" y="173"/>
                    <a:pt x="0" y="180"/>
                    <a:pt x="7" y="180"/>
                  </a:cubicBezTo>
                  <a:lnTo>
                    <a:pt x="7" y="202"/>
                  </a:lnTo>
                  <a:cubicBezTo>
                    <a:pt x="23" y="252"/>
                    <a:pt x="43" y="309"/>
                    <a:pt x="59" y="368"/>
                  </a:cubicBezTo>
                  <a:lnTo>
                    <a:pt x="73" y="266"/>
                  </a:lnTo>
                  <a:lnTo>
                    <a:pt x="231" y="195"/>
                  </a:lnTo>
                  <a:lnTo>
                    <a:pt x="374" y="231"/>
                  </a:lnTo>
                  <a:lnTo>
                    <a:pt x="374" y="231"/>
                  </a:lnTo>
                  <a:lnTo>
                    <a:pt x="338" y="109"/>
                  </a:lnTo>
                  <a:cubicBezTo>
                    <a:pt x="331" y="86"/>
                    <a:pt x="324" y="79"/>
                    <a:pt x="318" y="66"/>
                  </a:cubicBezTo>
                  <a:cubicBezTo>
                    <a:pt x="309" y="50"/>
                    <a:pt x="295" y="43"/>
                    <a:pt x="295" y="36"/>
                  </a:cubicBezTo>
                  <a:cubicBezTo>
                    <a:pt x="274" y="23"/>
                    <a:pt x="245" y="7"/>
                    <a:pt x="223" y="7"/>
                  </a:cubicBezTo>
                  <a:cubicBezTo>
                    <a:pt x="216" y="7"/>
                    <a:pt x="195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52">
              <a:extLst>
                <a:ext uri="{FF2B5EF4-FFF2-40B4-BE49-F238E27FC236}">
                  <a16:creationId xmlns:a16="http://schemas.microsoft.com/office/drawing/2014/main" id="{AFC4CEBF-E208-B6D3-1AC4-E9CF602ADA4F}"/>
                </a:ext>
              </a:extLst>
            </p:cNvPr>
            <p:cNvSpPr/>
            <p:nvPr/>
          </p:nvSpPr>
          <p:spPr>
            <a:xfrm>
              <a:off x="3246129" y="3610324"/>
              <a:ext cx="357340" cy="1060413"/>
            </a:xfrm>
            <a:custGeom>
              <a:avLst/>
              <a:gdLst/>
              <a:ahLst/>
              <a:cxnLst/>
              <a:rect l="l" t="t" r="r" b="b"/>
              <a:pathLst>
                <a:path w="986" h="2926" extrusionOk="0">
                  <a:moveTo>
                    <a:pt x="166" y="0"/>
                  </a:moveTo>
                  <a:lnTo>
                    <a:pt x="1" y="79"/>
                  </a:lnTo>
                  <a:lnTo>
                    <a:pt x="15" y="129"/>
                  </a:lnTo>
                  <a:lnTo>
                    <a:pt x="827" y="2926"/>
                  </a:lnTo>
                  <a:lnTo>
                    <a:pt x="986" y="2855"/>
                  </a:lnTo>
                  <a:lnTo>
                    <a:pt x="194" y="109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52">
              <a:extLst>
                <a:ext uri="{FF2B5EF4-FFF2-40B4-BE49-F238E27FC236}">
                  <a16:creationId xmlns:a16="http://schemas.microsoft.com/office/drawing/2014/main" id="{2F1E28E7-63BD-3F2B-EBDD-40BE625B43D4}"/>
                </a:ext>
              </a:extLst>
            </p:cNvPr>
            <p:cNvSpPr/>
            <p:nvPr/>
          </p:nvSpPr>
          <p:spPr>
            <a:xfrm>
              <a:off x="3241055" y="3638955"/>
              <a:ext cx="305152" cy="1071285"/>
            </a:xfrm>
            <a:custGeom>
              <a:avLst/>
              <a:gdLst/>
              <a:ahLst/>
              <a:cxnLst/>
              <a:rect l="l" t="t" r="r" b="b"/>
              <a:pathLst>
                <a:path w="842" h="2956" extrusionOk="0">
                  <a:moveTo>
                    <a:pt x="15" y="0"/>
                  </a:moveTo>
                  <a:lnTo>
                    <a:pt x="8" y="44"/>
                  </a:lnTo>
                  <a:lnTo>
                    <a:pt x="1" y="109"/>
                  </a:lnTo>
                  <a:lnTo>
                    <a:pt x="827" y="2955"/>
                  </a:lnTo>
                  <a:lnTo>
                    <a:pt x="841" y="2847"/>
                  </a:lnTo>
                  <a:lnTo>
                    <a:pt x="29" y="5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2">
              <a:extLst>
                <a:ext uri="{FF2B5EF4-FFF2-40B4-BE49-F238E27FC236}">
                  <a16:creationId xmlns:a16="http://schemas.microsoft.com/office/drawing/2014/main" id="{F9BFCC2C-88E2-3BA5-31BA-7CD5443F78C8}"/>
                </a:ext>
              </a:extLst>
            </p:cNvPr>
            <p:cNvSpPr/>
            <p:nvPr/>
          </p:nvSpPr>
          <p:spPr>
            <a:xfrm>
              <a:off x="3225472" y="3578794"/>
              <a:ext cx="21020" cy="100025"/>
            </a:xfrm>
            <a:custGeom>
              <a:avLst/>
              <a:gdLst/>
              <a:ahLst/>
              <a:cxnLst/>
              <a:rect l="l" t="t" r="r" b="b"/>
              <a:pathLst>
                <a:path w="58" h="276" extrusionOk="0">
                  <a:moveTo>
                    <a:pt x="15" y="1"/>
                  </a:moveTo>
                  <a:lnTo>
                    <a:pt x="1" y="103"/>
                  </a:lnTo>
                  <a:lnTo>
                    <a:pt x="1" y="116"/>
                  </a:lnTo>
                  <a:lnTo>
                    <a:pt x="44" y="275"/>
                  </a:lnTo>
                  <a:lnTo>
                    <a:pt x="51" y="210"/>
                  </a:lnTo>
                  <a:lnTo>
                    <a:pt x="58" y="16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2">
              <a:extLst>
                <a:ext uri="{FF2B5EF4-FFF2-40B4-BE49-F238E27FC236}">
                  <a16:creationId xmlns:a16="http://schemas.microsoft.com/office/drawing/2014/main" id="{FA57CD76-B2B0-0C79-A5EF-5951A0AC85E3}"/>
                </a:ext>
              </a:extLst>
            </p:cNvPr>
            <p:cNvSpPr/>
            <p:nvPr/>
          </p:nvSpPr>
          <p:spPr>
            <a:xfrm>
              <a:off x="3230545" y="3553425"/>
              <a:ext cx="76107" cy="85891"/>
            </a:xfrm>
            <a:custGeom>
              <a:avLst/>
              <a:gdLst/>
              <a:ahLst/>
              <a:cxnLst/>
              <a:rect l="l" t="t" r="r" b="b"/>
              <a:pathLst>
                <a:path w="210" h="237" extrusionOk="0">
                  <a:moveTo>
                    <a:pt x="159" y="0"/>
                  </a:moveTo>
                  <a:lnTo>
                    <a:pt x="1" y="71"/>
                  </a:lnTo>
                  <a:lnTo>
                    <a:pt x="44" y="236"/>
                  </a:lnTo>
                  <a:lnTo>
                    <a:pt x="209" y="157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2">
              <a:extLst>
                <a:ext uri="{FF2B5EF4-FFF2-40B4-BE49-F238E27FC236}">
                  <a16:creationId xmlns:a16="http://schemas.microsoft.com/office/drawing/2014/main" id="{93931A31-BA9E-89E8-F7D7-F7B479CAB8C9}"/>
                </a:ext>
              </a:extLst>
            </p:cNvPr>
            <p:cNvSpPr/>
            <p:nvPr/>
          </p:nvSpPr>
          <p:spPr>
            <a:xfrm>
              <a:off x="3306290" y="3610324"/>
              <a:ext cx="349004" cy="1044829"/>
            </a:xfrm>
            <a:custGeom>
              <a:avLst/>
              <a:gdLst/>
              <a:ahLst/>
              <a:cxnLst/>
              <a:rect l="l" t="t" r="r" b="b"/>
              <a:pathLst>
                <a:path w="963" h="2883" extrusionOk="0">
                  <a:moveTo>
                    <a:pt x="0" y="0"/>
                  </a:moveTo>
                  <a:lnTo>
                    <a:pt x="28" y="109"/>
                  </a:lnTo>
                  <a:lnTo>
                    <a:pt x="820" y="2855"/>
                  </a:lnTo>
                  <a:lnTo>
                    <a:pt x="963" y="2883"/>
                  </a:lnTo>
                  <a:lnTo>
                    <a:pt x="144" y="36"/>
                  </a:lnTo>
                  <a:lnTo>
                    <a:pt x="114" y="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2">
              <a:extLst>
                <a:ext uri="{FF2B5EF4-FFF2-40B4-BE49-F238E27FC236}">
                  <a16:creationId xmlns:a16="http://schemas.microsoft.com/office/drawing/2014/main" id="{F2E5538E-A7B5-5ABC-B412-F0913B671EEB}"/>
                </a:ext>
              </a:extLst>
            </p:cNvPr>
            <p:cNvSpPr/>
            <p:nvPr/>
          </p:nvSpPr>
          <p:spPr>
            <a:xfrm>
              <a:off x="3288169" y="3553425"/>
              <a:ext cx="70308" cy="70308"/>
            </a:xfrm>
            <a:custGeom>
              <a:avLst/>
              <a:gdLst/>
              <a:ahLst/>
              <a:cxnLst/>
              <a:rect l="l" t="t" r="r" b="b"/>
              <a:pathLst>
                <a:path w="194" h="194" extrusionOk="0">
                  <a:moveTo>
                    <a:pt x="0" y="0"/>
                  </a:moveTo>
                  <a:lnTo>
                    <a:pt x="50" y="157"/>
                  </a:lnTo>
                  <a:lnTo>
                    <a:pt x="164" y="186"/>
                  </a:lnTo>
                  <a:lnTo>
                    <a:pt x="194" y="193"/>
                  </a:lnTo>
                  <a:lnTo>
                    <a:pt x="194" y="193"/>
                  </a:lnTo>
                  <a:lnTo>
                    <a:pt x="143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2">
              <a:extLst>
                <a:ext uri="{FF2B5EF4-FFF2-40B4-BE49-F238E27FC236}">
                  <a16:creationId xmlns:a16="http://schemas.microsoft.com/office/drawing/2014/main" id="{F54B6C96-900F-7DC3-9414-1FA94254DB6D}"/>
                </a:ext>
              </a:extLst>
            </p:cNvPr>
            <p:cNvSpPr/>
            <p:nvPr/>
          </p:nvSpPr>
          <p:spPr>
            <a:xfrm>
              <a:off x="3595132" y="4770041"/>
              <a:ext cx="62698" cy="81905"/>
            </a:xfrm>
            <a:custGeom>
              <a:avLst/>
              <a:gdLst/>
              <a:ahLst/>
              <a:cxnLst/>
              <a:rect l="l" t="t" r="r" b="b"/>
              <a:pathLst>
                <a:path w="173" h="226" extrusionOk="0">
                  <a:moveTo>
                    <a:pt x="126" y="0"/>
                  </a:moveTo>
                  <a:cubicBezTo>
                    <a:pt x="91" y="0"/>
                    <a:pt x="41" y="12"/>
                    <a:pt x="0" y="64"/>
                  </a:cubicBezTo>
                  <a:cubicBezTo>
                    <a:pt x="50" y="129"/>
                    <a:pt x="93" y="186"/>
                    <a:pt x="102" y="200"/>
                  </a:cubicBezTo>
                  <a:cubicBezTo>
                    <a:pt x="116" y="218"/>
                    <a:pt x="131" y="226"/>
                    <a:pt x="143" y="226"/>
                  </a:cubicBezTo>
                  <a:cubicBezTo>
                    <a:pt x="160" y="226"/>
                    <a:pt x="173" y="209"/>
                    <a:pt x="173" y="180"/>
                  </a:cubicBezTo>
                  <a:lnTo>
                    <a:pt x="173" y="7"/>
                  </a:lnTo>
                  <a:cubicBezTo>
                    <a:pt x="173" y="7"/>
                    <a:pt x="154" y="0"/>
                    <a:pt x="126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2">
              <a:extLst>
                <a:ext uri="{FF2B5EF4-FFF2-40B4-BE49-F238E27FC236}">
                  <a16:creationId xmlns:a16="http://schemas.microsoft.com/office/drawing/2014/main" id="{F53B95D2-F9B5-FCA0-BF61-5E6E0197439A}"/>
                </a:ext>
              </a:extLst>
            </p:cNvPr>
            <p:cNvSpPr/>
            <p:nvPr/>
          </p:nvSpPr>
          <p:spPr>
            <a:xfrm>
              <a:off x="3540770" y="4645009"/>
              <a:ext cx="117060" cy="148226"/>
            </a:xfrm>
            <a:custGeom>
              <a:avLst/>
              <a:gdLst/>
              <a:ahLst/>
              <a:cxnLst/>
              <a:rect l="l" t="t" r="r" b="b"/>
              <a:pathLst>
                <a:path w="323" h="409" extrusionOk="0">
                  <a:moveTo>
                    <a:pt x="173" y="0"/>
                  </a:moveTo>
                  <a:lnTo>
                    <a:pt x="14" y="71"/>
                  </a:lnTo>
                  <a:lnTo>
                    <a:pt x="0" y="179"/>
                  </a:lnTo>
                  <a:cubicBezTo>
                    <a:pt x="0" y="179"/>
                    <a:pt x="80" y="302"/>
                    <a:pt x="150" y="409"/>
                  </a:cubicBezTo>
                  <a:cubicBezTo>
                    <a:pt x="191" y="357"/>
                    <a:pt x="241" y="345"/>
                    <a:pt x="276" y="345"/>
                  </a:cubicBezTo>
                  <a:cubicBezTo>
                    <a:pt x="304" y="345"/>
                    <a:pt x="323" y="352"/>
                    <a:pt x="323" y="352"/>
                  </a:cubicBezTo>
                  <a:cubicBezTo>
                    <a:pt x="323" y="207"/>
                    <a:pt x="316" y="28"/>
                    <a:pt x="316" y="28"/>
                  </a:cubicBez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2">
              <a:extLst>
                <a:ext uri="{FF2B5EF4-FFF2-40B4-BE49-F238E27FC236}">
                  <a16:creationId xmlns:a16="http://schemas.microsoft.com/office/drawing/2014/main" id="{BBE61383-3A21-68C5-7AF7-E3B946AAB8F3}"/>
                </a:ext>
              </a:extLst>
            </p:cNvPr>
            <p:cNvSpPr/>
            <p:nvPr/>
          </p:nvSpPr>
          <p:spPr>
            <a:xfrm>
              <a:off x="3595132" y="4792873"/>
              <a:ext cx="362" cy="36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2">
              <a:extLst>
                <a:ext uri="{FF2B5EF4-FFF2-40B4-BE49-F238E27FC236}">
                  <a16:creationId xmlns:a16="http://schemas.microsoft.com/office/drawing/2014/main" id="{560B6341-ABD7-0301-270B-668E19FE114A}"/>
                </a:ext>
              </a:extLst>
            </p:cNvPr>
            <p:cNvSpPr/>
            <p:nvPr/>
          </p:nvSpPr>
          <p:spPr>
            <a:xfrm>
              <a:off x="1592081" y="1771810"/>
              <a:ext cx="649082" cy="200775"/>
            </a:xfrm>
            <a:custGeom>
              <a:avLst/>
              <a:gdLst/>
              <a:ahLst/>
              <a:cxnLst/>
              <a:rect l="l" t="t" r="r" b="b"/>
              <a:pathLst>
                <a:path w="1791" h="554" extrusionOk="0">
                  <a:moveTo>
                    <a:pt x="837" y="1"/>
                  </a:moveTo>
                  <a:cubicBezTo>
                    <a:pt x="532" y="1"/>
                    <a:pt x="241" y="118"/>
                    <a:pt x="36" y="351"/>
                  </a:cubicBezTo>
                  <a:cubicBezTo>
                    <a:pt x="0" y="395"/>
                    <a:pt x="7" y="467"/>
                    <a:pt x="57" y="517"/>
                  </a:cubicBezTo>
                  <a:cubicBezTo>
                    <a:pt x="86" y="539"/>
                    <a:pt x="119" y="549"/>
                    <a:pt x="149" y="549"/>
                  </a:cubicBezTo>
                  <a:cubicBezTo>
                    <a:pt x="179" y="549"/>
                    <a:pt x="208" y="539"/>
                    <a:pt x="230" y="517"/>
                  </a:cubicBezTo>
                  <a:cubicBezTo>
                    <a:pt x="392" y="330"/>
                    <a:pt x="624" y="236"/>
                    <a:pt x="868" y="236"/>
                  </a:cubicBezTo>
                  <a:cubicBezTo>
                    <a:pt x="1113" y="236"/>
                    <a:pt x="1370" y="330"/>
                    <a:pt x="1582" y="517"/>
                  </a:cubicBezTo>
                  <a:cubicBezTo>
                    <a:pt x="1610" y="538"/>
                    <a:pt x="1639" y="553"/>
                    <a:pt x="1675" y="553"/>
                  </a:cubicBezTo>
                  <a:cubicBezTo>
                    <a:pt x="1704" y="553"/>
                    <a:pt x="1732" y="538"/>
                    <a:pt x="1755" y="517"/>
                  </a:cubicBezTo>
                  <a:cubicBezTo>
                    <a:pt x="1791" y="467"/>
                    <a:pt x="1782" y="395"/>
                    <a:pt x="1725" y="351"/>
                  </a:cubicBezTo>
                  <a:cubicBezTo>
                    <a:pt x="1463" y="118"/>
                    <a:pt x="1143" y="1"/>
                    <a:pt x="83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2">
              <a:extLst>
                <a:ext uri="{FF2B5EF4-FFF2-40B4-BE49-F238E27FC236}">
                  <a16:creationId xmlns:a16="http://schemas.microsoft.com/office/drawing/2014/main" id="{4F841BD3-81E1-02A9-BC88-8510C6F081A9}"/>
                </a:ext>
              </a:extLst>
            </p:cNvPr>
            <p:cNvSpPr/>
            <p:nvPr/>
          </p:nvSpPr>
          <p:spPr>
            <a:xfrm>
              <a:off x="1693918" y="1914238"/>
              <a:ext cx="471500" cy="164534"/>
            </a:xfrm>
            <a:custGeom>
              <a:avLst/>
              <a:gdLst/>
              <a:ahLst/>
              <a:cxnLst/>
              <a:rect l="l" t="t" r="r" b="b"/>
              <a:pathLst>
                <a:path w="1301" h="454" extrusionOk="0">
                  <a:moveTo>
                    <a:pt x="614" y="1"/>
                  </a:moveTo>
                  <a:cubicBezTo>
                    <a:pt x="395" y="1"/>
                    <a:pt x="187" y="83"/>
                    <a:pt x="43" y="246"/>
                  </a:cubicBezTo>
                  <a:cubicBezTo>
                    <a:pt x="0" y="297"/>
                    <a:pt x="14" y="367"/>
                    <a:pt x="64" y="419"/>
                  </a:cubicBezTo>
                  <a:cubicBezTo>
                    <a:pt x="89" y="441"/>
                    <a:pt x="121" y="451"/>
                    <a:pt x="153" y="451"/>
                  </a:cubicBezTo>
                  <a:cubicBezTo>
                    <a:pt x="184" y="451"/>
                    <a:pt x="215" y="441"/>
                    <a:pt x="237" y="419"/>
                  </a:cubicBezTo>
                  <a:cubicBezTo>
                    <a:pt x="338" y="300"/>
                    <a:pt x="485" y="240"/>
                    <a:pt x="640" y="240"/>
                  </a:cubicBezTo>
                  <a:cubicBezTo>
                    <a:pt x="796" y="240"/>
                    <a:pt x="959" y="300"/>
                    <a:pt x="1092" y="419"/>
                  </a:cubicBezTo>
                  <a:cubicBezTo>
                    <a:pt x="1122" y="440"/>
                    <a:pt x="1149" y="454"/>
                    <a:pt x="1185" y="454"/>
                  </a:cubicBezTo>
                  <a:cubicBezTo>
                    <a:pt x="1215" y="454"/>
                    <a:pt x="1242" y="440"/>
                    <a:pt x="1265" y="419"/>
                  </a:cubicBezTo>
                  <a:cubicBezTo>
                    <a:pt x="1301" y="367"/>
                    <a:pt x="1294" y="297"/>
                    <a:pt x="1242" y="246"/>
                  </a:cubicBezTo>
                  <a:cubicBezTo>
                    <a:pt x="1057" y="82"/>
                    <a:pt x="830" y="1"/>
                    <a:pt x="614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2">
              <a:extLst>
                <a:ext uri="{FF2B5EF4-FFF2-40B4-BE49-F238E27FC236}">
                  <a16:creationId xmlns:a16="http://schemas.microsoft.com/office/drawing/2014/main" id="{8CAD58E7-4E34-6D79-F651-3DB1407C4C5E}"/>
                </a:ext>
              </a:extLst>
            </p:cNvPr>
            <p:cNvSpPr/>
            <p:nvPr/>
          </p:nvSpPr>
          <p:spPr>
            <a:xfrm>
              <a:off x="1797568" y="2057028"/>
              <a:ext cx="295004" cy="128656"/>
            </a:xfrm>
            <a:custGeom>
              <a:avLst/>
              <a:gdLst/>
              <a:ahLst/>
              <a:cxnLst/>
              <a:rect l="l" t="t" r="r" b="b"/>
              <a:pathLst>
                <a:path w="814" h="355" extrusionOk="0">
                  <a:moveTo>
                    <a:pt x="375" y="1"/>
                  </a:moveTo>
                  <a:cubicBezTo>
                    <a:pt x="247" y="1"/>
                    <a:pt x="127" y="49"/>
                    <a:pt x="44" y="146"/>
                  </a:cubicBezTo>
                  <a:cubicBezTo>
                    <a:pt x="1" y="198"/>
                    <a:pt x="8" y="268"/>
                    <a:pt x="66" y="318"/>
                  </a:cubicBezTo>
                  <a:cubicBezTo>
                    <a:pt x="91" y="340"/>
                    <a:pt x="124" y="351"/>
                    <a:pt x="154" y="351"/>
                  </a:cubicBezTo>
                  <a:cubicBezTo>
                    <a:pt x="185" y="351"/>
                    <a:pt x="214" y="340"/>
                    <a:pt x="232" y="318"/>
                  </a:cubicBezTo>
                  <a:cubicBezTo>
                    <a:pt x="275" y="268"/>
                    <a:pt x="337" y="243"/>
                    <a:pt x="405" y="243"/>
                  </a:cubicBezTo>
                  <a:cubicBezTo>
                    <a:pt x="472" y="243"/>
                    <a:pt x="543" y="268"/>
                    <a:pt x="604" y="318"/>
                  </a:cubicBezTo>
                  <a:cubicBezTo>
                    <a:pt x="627" y="341"/>
                    <a:pt x="663" y="354"/>
                    <a:pt x="691" y="354"/>
                  </a:cubicBezTo>
                  <a:cubicBezTo>
                    <a:pt x="720" y="354"/>
                    <a:pt x="749" y="341"/>
                    <a:pt x="770" y="318"/>
                  </a:cubicBezTo>
                  <a:cubicBezTo>
                    <a:pt x="813" y="268"/>
                    <a:pt x="799" y="198"/>
                    <a:pt x="749" y="146"/>
                  </a:cubicBezTo>
                  <a:cubicBezTo>
                    <a:pt x="637" y="49"/>
                    <a:pt x="502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2">
              <a:extLst>
                <a:ext uri="{FF2B5EF4-FFF2-40B4-BE49-F238E27FC236}">
                  <a16:creationId xmlns:a16="http://schemas.microsoft.com/office/drawing/2014/main" id="{6EAEEB0B-0067-17B0-19EE-9444E6A00B1C}"/>
                </a:ext>
              </a:extLst>
            </p:cNvPr>
            <p:cNvSpPr/>
            <p:nvPr/>
          </p:nvSpPr>
          <p:spPr>
            <a:xfrm>
              <a:off x="1904480" y="2206704"/>
              <a:ext cx="109811" cy="98938"/>
            </a:xfrm>
            <a:custGeom>
              <a:avLst/>
              <a:gdLst/>
              <a:ahLst/>
              <a:cxnLst/>
              <a:rect l="l" t="t" r="r" b="b"/>
              <a:pathLst>
                <a:path w="303" h="273" extrusionOk="0">
                  <a:moveTo>
                    <a:pt x="137" y="0"/>
                  </a:moveTo>
                  <a:cubicBezTo>
                    <a:pt x="58" y="0"/>
                    <a:pt x="1" y="57"/>
                    <a:pt x="14" y="136"/>
                  </a:cubicBezTo>
                  <a:cubicBezTo>
                    <a:pt x="23" y="216"/>
                    <a:pt x="94" y="273"/>
                    <a:pt x="173" y="273"/>
                  </a:cubicBezTo>
                  <a:cubicBezTo>
                    <a:pt x="246" y="273"/>
                    <a:pt x="303" y="216"/>
                    <a:pt x="296" y="136"/>
                  </a:cubicBezTo>
                  <a:cubicBezTo>
                    <a:pt x="282" y="57"/>
                    <a:pt x="209" y="0"/>
                    <a:pt x="137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52">
              <a:extLst>
                <a:ext uri="{FF2B5EF4-FFF2-40B4-BE49-F238E27FC236}">
                  <a16:creationId xmlns:a16="http://schemas.microsoft.com/office/drawing/2014/main" id="{3F6293C1-150F-63B3-FAC7-437DC18A6389}"/>
                </a:ext>
              </a:extLst>
            </p:cNvPr>
            <p:cNvSpPr/>
            <p:nvPr/>
          </p:nvSpPr>
          <p:spPr>
            <a:xfrm>
              <a:off x="1737770" y="2970501"/>
              <a:ext cx="724825" cy="241003"/>
            </a:xfrm>
            <a:custGeom>
              <a:avLst/>
              <a:gdLst/>
              <a:ahLst/>
              <a:cxnLst/>
              <a:rect l="l" t="t" r="r" b="b"/>
              <a:pathLst>
                <a:path w="2000" h="665" extrusionOk="0">
                  <a:moveTo>
                    <a:pt x="954" y="1"/>
                  </a:moveTo>
                  <a:cubicBezTo>
                    <a:pt x="917" y="1"/>
                    <a:pt x="881" y="6"/>
                    <a:pt x="856" y="16"/>
                  </a:cubicBezTo>
                  <a:lnTo>
                    <a:pt x="52" y="298"/>
                  </a:lnTo>
                  <a:cubicBezTo>
                    <a:pt x="0" y="318"/>
                    <a:pt x="9" y="348"/>
                    <a:pt x="66" y="368"/>
                  </a:cubicBezTo>
                  <a:lnTo>
                    <a:pt x="949" y="649"/>
                  </a:lnTo>
                  <a:cubicBezTo>
                    <a:pt x="978" y="660"/>
                    <a:pt x="1014" y="665"/>
                    <a:pt x="1050" y="665"/>
                  </a:cubicBezTo>
                  <a:cubicBezTo>
                    <a:pt x="1086" y="665"/>
                    <a:pt x="1122" y="660"/>
                    <a:pt x="1151" y="649"/>
                  </a:cubicBezTo>
                  <a:lnTo>
                    <a:pt x="1949" y="368"/>
                  </a:lnTo>
                  <a:cubicBezTo>
                    <a:pt x="1999" y="348"/>
                    <a:pt x="1999" y="318"/>
                    <a:pt x="1941" y="298"/>
                  </a:cubicBezTo>
                  <a:lnTo>
                    <a:pt x="1058" y="16"/>
                  </a:lnTo>
                  <a:cubicBezTo>
                    <a:pt x="1029" y="6"/>
                    <a:pt x="991" y="1"/>
                    <a:pt x="9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52">
              <a:extLst>
                <a:ext uri="{FF2B5EF4-FFF2-40B4-BE49-F238E27FC236}">
                  <a16:creationId xmlns:a16="http://schemas.microsoft.com/office/drawing/2014/main" id="{5EDE8A81-8727-8B14-0893-E89A4640A587}"/>
                </a:ext>
              </a:extLst>
            </p:cNvPr>
            <p:cNvSpPr/>
            <p:nvPr/>
          </p:nvSpPr>
          <p:spPr>
            <a:xfrm>
              <a:off x="1873312" y="3161129"/>
              <a:ext cx="495418" cy="228681"/>
            </a:xfrm>
            <a:custGeom>
              <a:avLst/>
              <a:gdLst/>
              <a:ahLst/>
              <a:cxnLst/>
              <a:rect l="l" t="t" r="r" b="b"/>
              <a:pathLst>
                <a:path w="1367" h="631" extrusionOk="0">
                  <a:moveTo>
                    <a:pt x="0" y="1"/>
                  </a:moveTo>
                  <a:lnTo>
                    <a:pt x="50" y="324"/>
                  </a:lnTo>
                  <a:cubicBezTo>
                    <a:pt x="57" y="382"/>
                    <a:pt x="109" y="446"/>
                    <a:pt x="166" y="462"/>
                  </a:cubicBezTo>
                  <a:lnTo>
                    <a:pt x="647" y="619"/>
                  </a:lnTo>
                  <a:cubicBezTo>
                    <a:pt x="676" y="626"/>
                    <a:pt x="712" y="630"/>
                    <a:pt x="748" y="630"/>
                  </a:cubicBezTo>
                  <a:cubicBezTo>
                    <a:pt x="784" y="630"/>
                    <a:pt x="820" y="626"/>
                    <a:pt x="849" y="619"/>
                  </a:cubicBezTo>
                  <a:lnTo>
                    <a:pt x="1280" y="462"/>
                  </a:lnTo>
                  <a:cubicBezTo>
                    <a:pt x="1330" y="446"/>
                    <a:pt x="1367" y="382"/>
                    <a:pt x="1360" y="324"/>
                  </a:cubicBezTo>
                  <a:lnTo>
                    <a:pt x="1308" y="1"/>
                  </a:lnTo>
                  <a:lnTo>
                    <a:pt x="784" y="187"/>
                  </a:lnTo>
                  <a:cubicBezTo>
                    <a:pt x="759" y="198"/>
                    <a:pt x="723" y="204"/>
                    <a:pt x="686" y="204"/>
                  </a:cubicBezTo>
                  <a:cubicBezTo>
                    <a:pt x="649" y="204"/>
                    <a:pt x="612" y="198"/>
                    <a:pt x="583" y="18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52">
              <a:extLst>
                <a:ext uri="{FF2B5EF4-FFF2-40B4-BE49-F238E27FC236}">
                  <a16:creationId xmlns:a16="http://schemas.microsoft.com/office/drawing/2014/main" id="{EE68C97C-7970-C992-7AC9-6FEDCC26101E}"/>
                </a:ext>
              </a:extLst>
            </p:cNvPr>
            <p:cNvSpPr/>
            <p:nvPr/>
          </p:nvSpPr>
          <p:spPr>
            <a:xfrm>
              <a:off x="840335" y="177179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2">
              <a:extLst>
                <a:ext uri="{FF2B5EF4-FFF2-40B4-BE49-F238E27FC236}">
                  <a16:creationId xmlns:a16="http://schemas.microsoft.com/office/drawing/2014/main" id="{A569E2AA-1BDA-E6C2-D201-11A6F4DC6A24}"/>
                </a:ext>
              </a:extLst>
            </p:cNvPr>
            <p:cNvSpPr/>
            <p:nvPr/>
          </p:nvSpPr>
          <p:spPr>
            <a:xfrm>
              <a:off x="2600952" y="1961667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52">
              <a:extLst>
                <a:ext uri="{FF2B5EF4-FFF2-40B4-BE49-F238E27FC236}">
                  <a16:creationId xmlns:a16="http://schemas.microsoft.com/office/drawing/2014/main" id="{25224E70-84BE-CD7A-FFB9-00BDC79A0DE5}"/>
                </a:ext>
              </a:extLst>
            </p:cNvPr>
            <p:cNvSpPr/>
            <p:nvPr/>
          </p:nvSpPr>
          <p:spPr>
            <a:xfrm>
              <a:off x="3931190" y="430429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52">
              <a:extLst>
                <a:ext uri="{FF2B5EF4-FFF2-40B4-BE49-F238E27FC236}">
                  <a16:creationId xmlns:a16="http://schemas.microsoft.com/office/drawing/2014/main" id="{A55C8BC2-4B3C-47BD-40FD-D85C6135B98B}"/>
                </a:ext>
              </a:extLst>
            </p:cNvPr>
            <p:cNvSpPr/>
            <p:nvPr/>
          </p:nvSpPr>
          <p:spPr>
            <a:xfrm>
              <a:off x="3931210" y="3881678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018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1">
          <a:extLst>
            <a:ext uri="{FF2B5EF4-FFF2-40B4-BE49-F238E27FC236}">
              <a16:creationId xmlns:a16="http://schemas.microsoft.com/office/drawing/2014/main" id="{BC0EA999-EF42-932B-D0A8-AE285BD19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51">
            <a:extLst>
              <a:ext uri="{FF2B5EF4-FFF2-40B4-BE49-F238E27FC236}">
                <a16:creationId xmlns:a16="http://schemas.microsoft.com/office/drawing/2014/main" id="{EF33CEE3-FD3D-9718-1492-50E909620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1000650"/>
            <a:ext cx="3884100" cy="195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Personas</a:t>
            </a:r>
            <a:endParaRPr dirty="0"/>
          </a:p>
        </p:txBody>
      </p:sp>
      <p:grpSp>
        <p:nvGrpSpPr>
          <p:cNvPr id="2263" name="Google Shape;2263;p51">
            <a:extLst>
              <a:ext uri="{FF2B5EF4-FFF2-40B4-BE49-F238E27FC236}">
                <a16:creationId xmlns:a16="http://schemas.microsoft.com/office/drawing/2014/main" id="{0991BF6F-3835-DD48-9EA9-44654A51BC89}"/>
              </a:ext>
            </a:extLst>
          </p:cNvPr>
          <p:cNvGrpSpPr/>
          <p:nvPr/>
        </p:nvGrpSpPr>
        <p:grpSpPr>
          <a:xfrm>
            <a:off x="4000500" y="27"/>
            <a:ext cx="5215536" cy="4947562"/>
            <a:chOff x="4000500" y="27"/>
            <a:chExt cx="5215536" cy="4947562"/>
          </a:xfrm>
        </p:grpSpPr>
        <p:sp>
          <p:nvSpPr>
            <p:cNvPr id="2264" name="Google Shape;2264;p51">
              <a:extLst>
                <a:ext uri="{FF2B5EF4-FFF2-40B4-BE49-F238E27FC236}">
                  <a16:creationId xmlns:a16="http://schemas.microsoft.com/office/drawing/2014/main" id="{25705B3D-37C4-DA84-20F3-823A970A4AF4}"/>
                </a:ext>
              </a:extLst>
            </p:cNvPr>
            <p:cNvSpPr/>
            <p:nvPr/>
          </p:nvSpPr>
          <p:spPr>
            <a:xfrm>
              <a:off x="5964785" y="100064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51">
              <a:extLst>
                <a:ext uri="{FF2B5EF4-FFF2-40B4-BE49-F238E27FC236}">
                  <a16:creationId xmlns:a16="http://schemas.microsoft.com/office/drawing/2014/main" id="{0020E04D-DF40-52DA-BCE3-F1504338BCC9}"/>
                </a:ext>
              </a:extLst>
            </p:cNvPr>
            <p:cNvSpPr/>
            <p:nvPr/>
          </p:nvSpPr>
          <p:spPr>
            <a:xfrm>
              <a:off x="7893590" y="8192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66" name="Google Shape;2266;p51">
              <a:extLst>
                <a:ext uri="{FF2B5EF4-FFF2-40B4-BE49-F238E27FC236}">
                  <a16:creationId xmlns:a16="http://schemas.microsoft.com/office/drawing/2014/main" id="{A5EF44E0-9AE8-2616-E659-E6BD49901189}"/>
                </a:ext>
              </a:extLst>
            </p:cNvPr>
            <p:cNvGrpSpPr/>
            <p:nvPr/>
          </p:nvGrpSpPr>
          <p:grpSpPr>
            <a:xfrm>
              <a:off x="6456155" y="27"/>
              <a:ext cx="879147" cy="1882108"/>
              <a:chOff x="-761564" y="1307012"/>
              <a:chExt cx="677936" cy="1451348"/>
            </a:xfrm>
          </p:grpSpPr>
          <p:sp>
            <p:nvSpPr>
              <p:cNvPr id="2267" name="Google Shape;2267;p51">
                <a:extLst>
                  <a:ext uri="{FF2B5EF4-FFF2-40B4-BE49-F238E27FC236}">
                    <a16:creationId xmlns:a16="http://schemas.microsoft.com/office/drawing/2014/main" id="{EED5141C-4EBB-E6D6-B771-67D53573AE7A}"/>
                  </a:ext>
                </a:extLst>
              </p:cNvPr>
              <p:cNvSpPr/>
              <p:nvPr/>
            </p:nvSpPr>
            <p:spPr>
              <a:xfrm>
                <a:off x="-510513" y="2624450"/>
                <a:ext cx="175830" cy="68935"/>
              </a:xfrm>
              <a:custGeom>
                <a:avLst/>
                <a:gdLst/>
                <a:ahLst/>
                <a:cxnLst/>
                <a:rect l="l" t="t" r="r" b="b"/>
                <a:pathLst>
                  <a:path w="755" h="296" extrusionOk="0">
                    <a:moveTo>
                      <a:pt x="0" y="0"/>
                    </a:moveTo>
                    <a:cubicBezTo>
                      <a:pt x="43" y="173"/>
                      <a:pt x="193" y="295"/>
                      <a:pt x="382" y="295"/>
                    </a:cubicBezTo>
                    <a:cubicBezTo>
                      <a:pt x="561" y="295"/>
                      <a:pt x="711" y="173"/>
                      <a:pt x="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51">
                <a:extLst>
                  <a:ext uri="{FF2B5EF4-FFF2-40B4-BE49-F238E27FC236}">
                    <a16:creationId xmlns:a16="http://schemas.microsoft.com/office/drawing/2014/main" id="{07F29508-FDAC-B08C-60EA-0C988ED7315B}"/>
                  </a:ext>
                </a:extLst>
              </p:cNvPr>
              <p:cNvSpPr/>
              <p:nvPr/>
            </p:nvSpPr>
            <p:spPr>
              <a:xfrm>
                <a:off x="-421783" y="2724824"/>
                <a:ext cx="233" cy="33536"/>
              </a:xfrm>
              <a:custGeom>
                <a:avLst/>
                <a:gdLst/>
                <a:ahLst/>
                <a:cxnLst/>
                <a:rect l="l" t="t" r="r" b="b"/>
                <a:pathLst>
                  <a:path w="1" h="144" fill="none" extrusionOk="0">
                    <a:moveTo>
                      <a:pt x="1" y="0"/>
                    </a:moveTo>
                    <a:lnTo>
                      <a:pt x="1" y="144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51">
                <a:extLst>
                  <a:ext uri="{FF2B5EF4-FFF2-40B4-BE49-F238E27FC236}">
                    <a16:creationId xmlns:a16="http://schemas.microsoft.com/office/drawing/2014/main" id="{E16F5CBD-2503-569F-60D5-F5940D95E9AB}"/>
                  </a:ext>
                </a:extLst>
              </p:cNvPr>
              <p:cNvSpPr/>
              <p:nvPr/>
            </p:nvSpPr>
            <p:spPr>
              <a:xfrm>
                <a:off x="-361466" y="2708056"/>
                <a:ext cx="16768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72" h="130" fill="none" extrusionOk="0">
                    <a:moveTo>
                      <a:pt x="0" y="0"/>
                    </a:moveTo>
                    <a:lnTo>
                      <a:pt x="71" y="12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51">
                <a:extLst>
                  <a:ext uri="{FF2B5EF4-FFF2-40B4-BE49-F238E27FC236}">
                    <a16:creationId xmlns:a16="http://schemas.microsoft.com/office/drawing/2014/main" id="{7C7F5D30-630D-7047-1009-C7194A54A562}"/>
                  </a:ext>
                </a:extLst>
              </p:cNvPr>
              <p:cNvSpPr/>
              <p:nvPr/>
            </p:nvSpPr>
            <p:spPr>
              <a:xfrm>
                <a:off x="-316519" y="2664506"/>
                <a:ext cx="28645" cy="1676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72" fill="none" extrusionOk="0">
                    <a:moveTo>
                      <a:pt x="1" y="1"/>
                    </a:moveTo>
                    <a:lnTo>
                      <a:pt x="123" y="7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51">
                <a:extLst>
                  <a:ext uri="{FF2B5EF4-FFF2-40B4-BE49-F238E27FC236}">
                    <a16:creationId xmlns:a16="http://schemas.microsoft.com/office/drawing/2014/main" id="{7264EE4E-54BB-B5A2-CC0B-21D868855159}"/>
                  </a:ext>
                </a:extLst>
              </p:cNvPr>
              <p:cNvSpPr/>
              <p:nvPr/>
            </p:nvSpPr>
            <p:spPr>
              <a:xfrm>
                <a:off x="-557556" y="2664506"/>
                <a:ext cx="30275" cy="16768"/>
              </a:xfrm>
              <a:custGeom>
                <a:avLst/>
                <a:gdLst/>
                <a:ahLst/>
                <a:cxnLst/>
                <a:rect l="l" t="t" r="r" b="b"/>
                <a:pathLst>
                  <a:path w="130" h="72" fill="none" extrusionOk="0">
                    <a:moveTo>
                      <a:pt x="130" y="1"/>
                    </a:moveTo>
                    <a:lnTo>
                      <a:pt x="0" y="7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51">
                <a:extLst>
                  <a:ext uri="{FF2B5EF4-FFF2-40B4-BE49-F238E27FC236}">
                    <a16:creationId xmlns:a16="http://schemas.microsoft.com/office/drawing/2014/main" id="{F9D7B7FB-9ABF-2132-07E1-75535CDC9151}"/>
                  </a:ext>
                </a:extLst>
              </p:cNvPr>
              <p:cNvSpPr/>
              <p:nvPr/>
            </p:nvSpPr>
            <p:spPr>
              <a:xfrm>
                <a:off x="-500499" y="2708056"/>
                <a:ext cx="17001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73" h="130" fill="none" extrusionOk="0">
                    <a:moveTo>
                      <a:pt x="73" y="0"/>
                    </a:moveTo>
                    <a:lnTo>
                      <a:pt x="0" y="12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51">
                <a:extLst>
                  <a:ext uri="{FF2B5EF4-FFF2-40B4-BE49-F238E27FC236}">
                    <a16:creationId xmlns:a16="http://schemas.microsoft.com/office/drawing/2014/main" id="{8FB17BC6-500F-1E2F-1B21-46FA71B8148A}"/>
                  </a:ext>
                </a:extLst>
              </p:cNvPr>
              <p:cNvSpPr/>
              <p:nvPr/>
            </p:nvSpPr>
            <p:spPr>
              <a:xfrm>
                <a:off x="-421783" y="1307012"/>
                <a:ext cx="233" cy="1086653"/>
              </a:xfrm>
              <a:custGeom>
                <a:avLst/>
                <a:gdLst/>
                <a:ahLst/>
                <a:cxnLst/>
                <a:rect l="l" t="t" r="r" b="b"/>
                <a:pathLst>
                  <a:path w="1" h="4666" fill="none" extrusionOk="0">
                    <a:moveTo>
                      <a:pt x="1" y="1"/>
                    </a:moveTo>
                    <a:lnTo>
                      <a:pt x="1" y="4665"/>
                    </a:ln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51">
                <a:extLst>
                  <a:ext uri="{FF2B5EF4-FFF2-40B4-BE49-F238E27FC236}">
                    <a16:creationId xmlns:a16="http://schemas.microsoft.com/office/drawing/2014/main" id="{1D48BC8C-509D-5CE0-B18B-2688BDCFDCA8}"/>
                  </a:ext>
                </a:extLst>
              </p:cNvPr>
              <p:cNvSpPr/>
              <p:nvPr/>
            </p:nvSpPr>
            <p:spPr>
              <a:xfrm>
                <a:off x="-761564" y="2393427"/>
                <a:ext cx="677936" cy="231257"/>
              </a:xfrm>
              <a:custGeom>
                <a:avLst/>
                <a:gdLst/>
                <a:ahLst/>
                <a:cxnLst/>
                <a:rect l="l" t="t" r="r" b="b"/>
                <a:pathLst>
                  <a:path w="2911" h="993" extrusionOk="0">
                    <a:moveTo>
                      <a:pt x="1460" y="0"/>
                    </a:moveTo>
                    <a:cubicBezTo>
                      <a:pt x="1337" y="0"/>
                      <a:pt x="1215" y="36"/>
                      <a:pt x="1121" y="100"/>
                    </a:cubicBezTo>
                    <a:lnTo>
                      <a:pt x="179" y="754"/>
                    </a:lnTo>
                    <a:cubicBezTo>
                      <a:pt x="0" y="884"/>
                      <a:pt x="29" y="992"/>
                      <a:pt x="259" y="992"/>
                    </a:cubicBezTo>
                    <a:lnTo>
                      <a:pt x="2652" y="992"/>
                    </a:lnTo>
                    <a:cubicBezTo>
                      <a:pt x="2883" y="992"/>
                      <a:pt x="2910" y="884"/>
                      <a:pt x="2731" y="754"/>
                    </a:cubicBezTo>
                    <a:lnTo>
                      <a:pt x="1789" y="100"/>
                    </a:lnTo>
                    <a:cubicBezTo>
                      <a:pt x="1696" y="36"/>
                      <a:pt x="1582" y="0"/>
                      <a:pt x="14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75" name="Google Shape;2275;p51">
              <a:extLst>
                <a:ext uri="{FF2B5EF4-FFF2-40B4-BE49-F238E27FC236}">
                  <a16:creationId xmlns:a16="http://schemas.microsoft.com/office/drawing/2014/main" id="{11A6C337-81FF-A2C4-36B2-603B3FE5220C}"/>
                </a:ext>
              </a:extLst>
            </p:cNvPr>
            <p:cNvSpPr/>
            <p:nvPr/>
          </p:nvSpPr>
          <p:spPr>
            <a:xfrm>
              <a:off x="4000500" y="4872500"/>
              <a:ext cx="5215536" cy="33525"/>
            </a:xfrm>
            <a:custGeom>
              <a:avLst/>
              <a:gdLst/>
              <a:ahLst/>
              <a:cxnLst/>
              <a:rect l="l" t="t" r="r" b="b"/>
              <a:pathLst>
                <a:path w="26050" h="1" fill="none" extrusionOk="0">
                  <a:moveTo>
                    <a:pt x="26050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51">
              <a:extLst>
                <a:ext uri="{FF2B5EF4-FFF2-40B4-BE49-F238E27FC236}">
                  <a16:creationId xmlns:a16="http://schemas.microsoft.com/office/drawing/2014/main" id="{A3074646-F81C-23DB-D045-0B0C7D41CCD4}"/>
                </a:ext>
              </a:extLst>
            </p:cNvPr>
            <p:cNvSpPr/>
            <p:nvPr/>
          </p:nvSpPr>
          <p:spPr>
            <a:xfrm>
              <a:off x="4938503" y="2556967"/>
              <a:ext cx="2799015" cy="1590981"/>
            </a:xfrm>
            <a:custGeom>
              <a:avLst/>
              <a:gdLst/>
              <a:ahLst/>
              <a:cxnLst/>
              <a:rect l="l" t="t" r="r" b="b"/>
              <a:pathLst>
                <a:path w="11775" h="6693" extrusionOk="0">
                  <a:moveTo>
                    <a:pt x="209" y="1"/>
                  </a:moveTo>
                  <a:cubicBezTo>
                    <a:pt x="95" y="1"/>
                    <a:pt x="0" y="94"/>
                    <a:pt x="0" y="210"/>
                  </a:cubicBezTo>
                  <a:lnTo>
                    <a:pt x="0" y="6693"/>
                  </a:lnTo>
                  <a:lnTo>
                    <a:pt x="11774" y="6693"/>
                  </a:lnTo>
                  <a:lnTo>
                    <a:pt x="11774" y="210"/>
                  </a:lnTo>
                  <a:cubicBezTo>
                    <a:pt x="11774" y="94"/>
                    <a:pt x="11681" y="1"/>
                    <a:pt x="1156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51">
              <a:extLst>
                <a:ext uri="{FF2B5EF4-FFF2-40B4-BE49-F238E27FC236}">
                  <a16:creationId xmlns:a16="http://schemas.microsoft.com/office/drawing/2014/main" id="{70584418-A92C-9F7F-89AE-EAB5147124D9}"/>
                </a:ext>
              </a:extLst>
            </p:cNvPr>
            <p:cNvSpPr/>
            <p:nvPr/>
          </p:nvSpPr>
          <p:spPr>
            <a:xfrm>
              <a:off x="4938503" y="2556967"/>
              <a:ext cx="2799015" cy="1590981"/>
            </a:xfrm>
            <a:custGeom>
              <a:avLst/>
              <a:gdLst/>
              <a:ahLst/>
              <a:cxnLst/>
              <a:rect l="l" t="t" r="r" b="b"/>
              <a:pathLst>
                <a:path w="11775" h="6693" extrusionOk="0">
                  <a:moveTo>
                    <a:pt x="209" y="1"/>
                  </a:moveTo>
                  <a:cubicBezTo>
                    <a:pt x="95" y="1"/>
                    <a:pt x="0" y="94"/>
                    <a:pt x="0" y="210"/>
                  </a:cubicBezTo>
                  <a:lnTo>
                    <a:pt x="0" y="6693"/>
                  </a:lnTo>
                  <a:lnTo>
                    <a:pt x="11774" y="6693"/>
                  </a:lnTo>
                  <a:lnTo>
                    <a:pt x="11774" y="210"/>
                  </a:lnTo>
                  <a:cubicBezTo>
                    <a:pt x="11774" y="94"/>
                    <a:pt x="11681" y="1"/>
                    <a:pt x="1156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51">
              <a:extLst>
                <a:ext uri="{FF2B5EF4-FFF2-40B4-BE49-F238E27FC236}">
                  <a16:creationId xmlns:a16="http://schemas.microsoft.com/office/drawing/2014/main" id="{056A1290-0C3E-4845-7838-BE1EE7EE84F7}"/>
                </a:ext>
              </a:extLst>
            </p:cNvPr>
            <p:cNvSpPr/>
            <p:nvPr/>
          </p:nvSpPr>
          <p:spPr>
            <a:xfrm>
              <a:off x="5022295" y="2678436"/>
              <a:ext cx="2631431" cy="1382511"/>
            </a:xfrm>
            <a:custGeom>
              <a:avLst/>
              <a:gdLst/>
              <a:ahLst/>
              <a:cxnLst/>
              <a:rect l="l" t="t" r="r" b="b"/>
              <a:pathLst>
                <a:path w="11070" h="5816" extrusionOk="0">
                  <a:moveTo>
                    <a:pt x="1" y="0"/>
                  </a:moveTo>
                  <a:lnTo>
                    <a:pt x="1" y="5816"/>
                  </a:lnTo>
                  <a:lnTo>
                    <a:pt x="11069" y="5816"/>
                  </a:lnTo>
                  <a:lnTo>
                    <a:pt x="11069" y="0"/>
                  </a:ln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51">
              <a:extLst>
                <a:ext uri="{FF2B5EF4-FFF2-40B4-BE49-F238E27FC236}">
                  <a16:creationId xmlns:a16="http://schemas.microsoft.com/office/drawing/2014/main" id="{327AA287-CCB3-7F77-F018-C4878EC2EED8}"/>
                </a:ext>
              </a:extLst>
            </p:cNvPr>
            <p:cNvSpPr/>
            <p:nvPr/>
          </p:nvSpPr>
          <p:spPr>
            <a:xfrm>
              <a:off x="5603901" y="4424395"/>
              <a:ext cx="1476644" cy="444514"/>
            </a:xfrm>
            <a:custGeom>
              <a:avLst/>
              <a:gdLst/>
              <a:ahLst/>
              <a:cxnLst/>
              <a:rect l="l" t="t" r="r" b="b"/>
              <a:pathLst>
                <a:path w="6212" h="1870" extrusionOk="0">
                  <a:moveTo>
                    <a:pt x="1862" y="1"/>
                  </a:moveTo>
                  <a:lnTo>
                    <a:pt x="1862" y="498"/>
                  </a:lnTo>
                  <a:cubicBezTo>
                    <a:pt x="1862" y="777"/>
                    <a:pt x="1324" y="1209"/>
                    <a:pt x="37" y="1690"/>
                  </a:cubicBezTo>
                  <a:cubicBezTo>
                    <a:pt x="1" y="1740"/>
                    <a:pt x="1" y="1819"/>
                    <a:pt x="1" y="1869"/>
                  </a:cubicBezTo>
                  <a:lnTo>
                    <a:pt x="6211" y="1869"/>
                  </a:lnTo>
                  <a:cubicBezTo>
                    <a:pt x="6211" y="1819"/>
                    <a:pt x="6211" y="1740"/>
                    <a:pt x="6182" y="1690"/>
                  </a:cubicBezTo>
                  <a:cubicBezTo>
                    <a:pt x="4888" y="1209"/>
                    <a:pt x="4350" y="777"/>
                    <a:pt x="4350" y="498"/>
                  </a:cubicBezTo>
                  <a:lnTo>
                    <a:pt x="435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51">
              <a:extLst>
                <a:ext uri="{FF2B5EF4-FFF2-40B4-BE49-F238E27FC236}">
                  <a16:creationId xmlns:a16="http://schemas.microsoft.com/office/drawing/2014/main" id="{86D97AA6-C436-4A07-269C-D32DA780A7E3}"/>
                </a:ext>
              </a:extLst>
            </p:cNvPr>
            <p:cNvSpPr/>
            <p:nvPr/>
          </p:nvSpPr>
          <p:spPr>
            <a:xfrm>
              <a:off x="4938503" y="4147704"/>
              <a:ext cx="2799015" cy="276930"/>
            </a:xfrm>
            <a:custGeom>
              <a:avLst/>
              <a:gdLst/>
              <a:ahLst/>
              <a:cxnLst/>
              <a:rect l="l" t="t" r="r" b="b"/>
              <a:pathLst>
                <a:path w="11775" h="1165" extrusionOk="0">
                  <a:moveTo>
                    <a:pt x="0" y="1"/>
                  </a:moveTo>
                  <a:lnTo>
                    <a:pt x="0" y="956"/>
                  </a:lnTo>
                  <a:cubicBezTo>
                    <a:pt x="0" y="1072"/>
                    <a:pt x="95" y="1165"/>
                    <a:pt x="209" y="1165"/>
                  </a:cubicBezTo>
                  <a:lnTo>
                    <a:pt x="11567" y="1165"/>
                  </a:lnTo>
                  <a:cubicBezTo>
                    <a:pt x="11681" y="1165"/>
                    <a:pt x="11774" y="1072"/>
                    <a:pt x="11774" y="956"/>
                  </a:cubicBezTo>
                  <a:lnTo>
                    <a:pt x="11774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51">
              <a:extLst>
                <a:ext uri="{FF2B5EF4-FFF2-40B4-BE49-F238E27FC236}">
                  <a16:creationId xmlns:a16="http://schemas.microsoft.com/office/drawing/2014/main" id="{D4154C63-53A2-680F-3427-3DD94DF1B6C8}"/>
                </a:ext>
              </a:extLst>
            </p:cNvPr>
            <p:cNvSpPr/>
            <p:nvPr/>
          </p:nvSpPr>
          <p:spPr>
            <a:xfrm>
              <a:off x="4703466" y="4385173"/>
              <a:ext cx="41361" cy="140486"/>
            </a:xfrm>
            <a:custGeom>
              <a:avLst/>
              <a:gdLst/>
              <a:ahLst/>
              <a:cxnLst/>
              <a:rect l="l" t="t" r="r" b="b"/>
              <a:pathLst>
                <a:path w="174" h="591" extrusionOk="0">
                  <a:moveTo>
                    <a:pt x="1" y="0"/>
                  </a:moveTo>
                  <a:lnTo>
                    <a:pt x="109" y="590"/>
                  </a:lnTo>
                  <a:lnTo>
                    <a:pt x="173" y="590"/>
                  </a:lnTo>
                  <a:lnTo>
                    <a:pt x="66" y="2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51">
              <a:extLst>
                <a:ext uri="{FF2B5EF4-FFF2-40B4-BE49-F238E27FC236}">
                  <a16:creationId xmlns:a16="http://schemas.microsoft.com/office/drawing/2014/main" id="{DD0FA356-D10B-83CD-5344-91938562E7C3}"/>
                </a:ext>
              </a:extLst>
            </p:cNvPr>
            <p:cNvSpPr/>
            <p:nvPr/>
          </p:nvSpPr>
          <p:spPr>
            <a:xfrm>
              <a:off x="4703466" y="4385173"/>
              <a:ext cx="41361" cy="140486"/>
            </a:xfrm>
            <a:custGeom>
              <a:avLst/>
              <a:gdLst/>
              <a:ahLst/>
              <a:cxnLst/>
              <a:rect l="l" t="t" r="r" b="b"/>
              <a:pathLst>
                <a:path w="174" h="591" fill="none" extrusionOk="0">
                  <a:moveTo>
                    <a:pt x="1" y="0"/>
                  </a:moveTo>
                  <a:lnTo>
                    <a:pt x="66" y="232"/>
                  </a:lnTo>
                  <a:lnTo>
                    <a:pt x="173" y="590"/>
                  </a:lnTo>
                  <a:lnTo>
                    <a:pt x="109" y="59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51">
              <a:extLst>
                <a:ext uri="{FF2B5EF4-FFF2-40B4-BE49-F238E27FC236}">
                  <a16:creationId xmlns:a16="http://schemas.microsoft.com/office/drawing/2014/main" id="{64D9737A-1325-42ED-A54F-BE2754D2BA5A}"/>
                </a:ext>
              </a:extLst>
            </p:cNvPr>
            <p:cNvSpPr/>
            <p:nvPr/>
          </p:nvSpPr>
          <p:spPr>
            <a:xfrm>
              <a:off x="4792369" y="3809446"/>
              <a:ext cx="304267" cy="716215"/>
            </a:xfrm>
            <a:custGeom>
              <a:avLst/>
              <a:gdLst/>
              <a:ahLst/>
              <a:cxnLst/>
              <a:rect l="l" t="t" r="r" b="b"/>
              <a:pathLst>
                <a:path w="1280" h="3013" extrusionOk="0">
                  <a:moveTo>
                    <a:pt x="914" y="0"/>
                  </a:moveTo>
                  <a:lnTo>
                    <a:pt x="619" y="978"/>
                  </a:lnTo>
                  <a:lnTo>
                    <a:pt x="339" y="1891"/>
                  </a:lnTo>
                  <a:lnTo>
                    <a:pt x="72" y="2767"/>
                  </a:lnTo>
                  <a:lnTo>
                    <a:pt x="1" y="3012"/>
                  </a:lnTo>
                  <a:lnTo>
                    <a:pt x="144" y="3012"/>
                  </a:lnTo>
                  <a:cubicBezTo>
                    <a:pt x="167" y="2969"/>
                    <a:pt x="180" y="2926"/>
                    <a:pt x="173" y="2883"/>
                  </a:cubicBezTo>
                  <a:cubicBezTo>
                    <a:pt x="158" y="2760"/>
                    <a:pt x="237" y="2688"/>
                    <a:pt x="317" y="2654"/>
                  </a:cubicBezTo>
                  <a:cubicBezTo>
                    <a:pt x="382" y="2624"/>
                    <a:pt x="417" y="2588"/>
                    <a:pt x="432" y="2531"/>
                  </a:cubicBezTo>
                  <a:lnTo>
                    <a:pt x="432" y="2465"/>
                  </a:lnTo>
                  <a:cubicBezTo>
                    <a:pt x="432" y="2365"/>
                    <a:pt x="525" y="2279"/>
                    <a:pt x="582" y="2250"/>
                  </a:cubicBezTo>
                  <a:cubicBezTo>
                    <a:pt x="612" y="2236"/>
                    <a:pt x="655" y="2222"/>
                    <a:pt x="705" y="2186"/>
                  </a:cubicBezTo>
                  <a:cubicBezTo>
                    <a:pt x="734" y="2150"/>
                    <a:pt x="770" y="2120"/>
                    <a:pt x="820" y="2093"/>
                  </a:cubicBezTo>
                  <a:cubicBezTo>
                    <a:pt x="841" y="2070"/>
                    <a:pt x="864" y="2041"/>
                    <a:pt x="884" y="2007"/>
                  </a:cubicBezTo>
                  <a:cubicBezTo>
                    <a:pt x="914" y="1970"/>
                    <a:pt x="943" y="1941"/>
                    <a:pt x="977" y="1920"/>
                  </a:cubicBezTo>
                  <a:cubicBezTo>
                    <a:pt x="1029" y="1812"/>
                    <a:pt x="1043" y="1696"/>
                    <a:pt x="1036" y="1618"/>
                  </a:cubicBezTo>
                  <a:cubicBezTo>
                    <a:pt x="1020" y="1489"/>
                    <a:pt x="943" y="1265"/>
                    <a:pt x="1115" y="870"/>
                  </a:cubicBezTo>
                  <a:cubicBezTo>
                    <a:pt x="1279" y="475"/>
                    <a:pt x="914" y="0"/>
                    <a:pt x="914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51">
              <a:extLst>
                <a:ext uri="{FF2B5EF4-FFF2-40B4-BE49-F238E27FC236}">
                  <a16:creationId xmlns:a16="http://schemas.microsoft.com/office/drawing/2014/main" id="{D4010764-DA3D-D019-A5B6-C8F401ADEBAE}"/>
                </a:ext>
              </a:extLst>
            </p:cNvPr>
            <p:cNvSpPr/>
            <p:nvPr/>
          </p:nvSpPr>
          <p:spPr>
            <a:xfrm>
              <a:off x="4987289" y="4265844"/>
              <a:ext cx="37558" cy="41124"/>
            </a:xfrm>
            <a:custGeom>
              <a:avLst/>
              <a:gdLst/>
              <a:ahLst/>
              <a:cxnLst/>
              <a:rect l="l" t="t" r="r" b="b"/>
              <a:pathLst>
                <a:path w="158" h="173" extrusionOk="0">
                  <a:moveTo>
                    <a:pt x="157" y="0"/>
                  </a:moveTo>
                  <a:cubicBezTo>
                    <a:pt x="123" y="21"/>
                    <a:pt x="94" y="50"/>
                    <a:pt x="64" y="87"/>
                  </a:cubicBezTo>
                  <a:cubicBezTo>
                    <a:pt x="46" y="117"/>
                    <a:pt x="26" y="144"/>
                    <a:pt x="7" y="165"/>
                  </a:cubicBezTo>
                  <a:lnTo>
                    <a:pt x="7" y="165"/>
                  </a:lnTo>
                  <a:cubicBezTo>
                    <a:pt x="9" y="164"/>
                    <a:pt x="11" y="164"/>
                    <a:pt x="14" y="164"/>
                  </a:cubicBezTo>
                  <a:cubicBezTo>
                    <a:pt x="80" y="121"/>
                    <a:pt x="130" y="64"/>
                    <a:pt x="157" y="0"/>
                  </a:cubicBezTo>
                  <a:close/>
                  <a:moveTo>
                    <a:pt x="7" y="165"/>
                  </a:moveTo>
                  <a:lnTo>
                    <a:pt x="7" y="165"/>
                  </a:lnTo>
                  <a:cubicBezTo>
                    <a:pt x="5" y="167"/>
                    <a:pt x="4" y="169"/>
                    <a:pt x="0" y="173"/>
                  </a:cubicBezTo>
                  <a:cubicBezTo>
                    <a:pt x="3" y="170"/>
                    <a:pt x="5" y="168"/>
                    <a:pt x="7" y="165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1">
              <a:extLst>
                <a:ext uri="{FF2B5EF4-FFF2-40B4-BE49-F238E27FC236}">
                  <a16:creationId xmlns:a16="http://schemas.microsoft.com/office/drawing/2014/main" id="{D588A360-C8DE-9401-C4D1-1E65EE8D9DAB}"/>
                </a:ext>
              </a:extLst>
            </p:cNvPr>
            <p:cNvSpPr/>
            <p:nvPr/>
          </p:nvSpPr>
          <p:spPr>
            <a:xfrm>
              <a:off x="4756475" y="3809446"/>
              <a:ext cx="253159" cy="657976"/>
            </a:xfrm>
            <a:custGeom>
              <a:avLst/>
              <a:gdLst/>
              <a:ahLst/>
              <a:cxnLst/>
              <a:rect l="l" t="t" r="r" b="b"/>
              <a:pathLst>
                <a:path w="1065" h="2768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1064" y="0"/>
                    <a:pt x="490" y="195"/>
                    <a:pt x="418" y="618"/>
                  </a:cubicBezTo>
                  <a:cubicBezTo>
                    <a:pt x="338" y="1042"/>
                    <a:pt x="145" y="1179"/>
                    <a:pt x="66" y="1280"/>
                  </a:cubicBezTo>
                  <a:cubicBezTo>
                    <a:pt x="59" y="1287"/>
                    <a:pt x="43" y="1301"/>
                    <a:pt x="36" y="1323"/>
                  </a:cubicBezTo>
                  <a:cubicBezTo>
                    <a:pt x="102" y="1424"/>
                    <a:pt x="152" y="1596"/>
                    <a:pt x="86" y="1732"/>
                  </a:cubicBezTo>
                  <a:cubicBezTo>
                    <a:pt x="0" y="1898"/>
                    <a:pt x="29" y="1998"/>
                    <a:pt x="136" y="2114"/>
                  </a:cubicBezTo>
                  <a:cubicBezTo>
                    <a:pt x="252" y="2229"/>
                    <a:pt x="318" y="2409"/>
                    <a:pt x="209" y="2588"/>
                  </a:cubicBezTo>
                  <a:cubicBezTo>
                    <a:pt x="195" y="2610"/>
                    <a:pt x="180" y="2638"/>
                    <a:pt x="173" y="2667"/>
                  </a:cubicBezTo>
                  <a:lnTo>
                    <a:pt x="223" y="2767"/>
                  </a:lnTo>
                  <a:lnTo>
                    <a:pt x="490" y="1891"/>
                  </a:lnTo>
                  <a:lnTo>
                    <a:pt x="770" y="978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1">
              <a:extLst>
                <a:ext uri="{FF2B5EF4-FFF2-40B4-BE49-F238E27FC236}">
                  <a16:creationId xmlns:a16="http://schemas.microsoft.com/office/drawing/2014/main" id="{E8CC6416-FC79-598B-9A08-A2EE09983E8D}"/>
                </a:ext>
              </a:extLst>
            </p:cNvPr>
            <p:cNvSpPr/>
            <p:nvPr/>
          </p:nvSpPr>
          <p:spPr>
            <a:xfrm>
              <a:off x="4756475" y="3809446"/>
              <a:ext cx="253159" cy="657976"/>
            </a:xfrm>
            <a:custGeom>
              <a:avLst/>
              <a:gdLst/>
              <a:ahLst/>
              <a:cxnLst/>
              <a:rect l="l" t="t" r="r" b="b"/>
              <a:pathLst>
                <a:path w="1065" h="2768" fill="none" extrusionOk="0">
                  <a:moveTo>
                    <a:pt x="223" y="2767"/>
                  </a:moveTo>
                  <a:lnTo>
                    <a:pt x="490" y="1891"/>
                  </a:lnTo>
                  <a:lnTo>
                    <a:pt x="770" y="978"/>
                  </a:lnTo>
                  <a:lnTo>
                    <a:pt x="770" y="978"/>
                  </a:lnTo>
                  <a:lnTo>
                    <a:pt x="1065" y="0"/>
                  </a:lnTo>
                  <a:cubicBezTo>
                    <a:pt x="1065" y="0"/>
                    <a:pt x="490" y="195"/>
                    <a:pt x="418" y="618"/>
                  </a:cubicBezTo>
                  <a:cubicBezTo>
                    <a:pt x="338" y="1042"/>
                    <a:pt x="145" y="1179"/>
                    <a:pt x="66" y="1280"/>
                  </a:cubicBezTo>
                  <a:cubicBezTo>
                    <a:pt x="59" y="1287"/>
                    <a:pt x="43" y="1301"/>
                    <a:pt x="36" y="1323"/>
                  </a:cubicBezTo>
                  <a:cubicBezTo>
                    <a:pt x="102" y="1424"/>
                    <a:pt x="152" y="1596"/>
                    <a:pt x="86" y="1732"/>
                  </a:cubicBezTo>
                  <a:cubicBezTo>
                    <a:pt x="0" y="1898"/>
                    <a:pt x="29" y="1998"/>
                    <a:pt x="136" y="2114"/>
                  </a:cubicBezTo>
                  <a:cubicBezTo>
                    <a:pt x="252" y="2229"/>
                    <a:pt x="318" y="2409"/>
                    <a:pt x="209" y="2588"/>
                  </a:cubicBezTo>
                  <a:cubicBezTo>
                    <a:pt x="195" y="2610"/>
                    <a:pt x="180" y="2638"/>
                    <a:pt x="173" y="2667"/>
                  </a:cubicBezTo>
                  <a:lnTo>
                    <a:pt x="173" y="2667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1">
              <a:extLst>
                <a:ext uri="{FF2B5EF4-FFF2-40B4-BE49-F238E27FC236}">
                  <a16:creationId xmlns:a16="http://schemas.microsoft.com/office/drawing/2014/main" id="{5F3E8AA0-C869-90B4-6292-38AA5E8AA0E3}"/>
                </a:ext>
              </a:extLst>
            </p:cNvPr>
            <p:cNvSpPr/>
            <p:nvPr/>
          </p:nvSpPr>
          <p:spPr>
            <a:xfrm>
              <a:off x="4787139" y="4443411"/>
              <a:ext cx="22345" cy="82247"/>
            </a:xfrm>
            <a:custGeom>
              <a:avLst/>
              <a:gdLst/>
              <a:ahLst/>
              <a:cxnLst/>
              <a:rect l="l" t="t" r="r" b="b"/>
              <a:pathLst>
                <a:path w="94" h="346" extrusionOk="0">
                  <a:moveTo>
                    <a:pt x="44" y="0"/>
                  </a:moveTo>
                  <a:cubicBezTo>
                    <a:pt x="16" y="107"/>
                    <a:pt x="37" y="237"/>
                    <a:pt x="1" y="345"/>
                  </a:cubicBezTo>
                  <a:lnTo>
                    <a:pt x="23" y="345"/>
                  </a:lnTo>
                  <a:lnTo>
                    <a:pt x="94" y="10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1">
              <a:extLst>
                <a:ext uri="{FF2B5EF4-FFF2-40B4-BE49-F238E27FC236}">
                  <a16:creationId xmlns:a16="http://schemas.microsoft.com/office/drawing/2014/main" id="{ED0EAE75-569A-3428-3233-C7C4464838A6}"/>
                </a:ext>
              </a:extLst>
            </p:cNvPr>
            <p:cNvSpPr/>
            <p:nvPr/>
          </p:nvSpPr>
          <p:spPr>
            <a:xfrm>
              <a:off x="4787139" y="4443411"/>
              <a:ext cx="22345" cy="82247"/>
            </a:xfrm>
            <a:custGeom>
              <a:avLst/>
              <a:gdLst/>
              <a:ahLst/>
              <a:cxnLst/>
              <a:rect l="l" t="t" r="r" b="b"/>
              <a:pathLst>
                <a:path w="94" h="346" fill="none" extrusionOk="0">
                  <a:moveTo>
                    <a:pt x="44" y="0"/>
                  </a:moveTo>
                  <a:cubicBezTo>
                    <a:pt x="16" y="107"/>
                    <a:pt x="37" y="237"/>
                    <a:pt x="1" y="345"/>
                  </a:cubicBezTo>
                  <a:lnTo>
                    <a:pt x="23" y="345"/>
                  </a:lnTo>
                  <a:lnTo>
                    <a:pt x="94" y="10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1">
              <a:extLst>
                <a:ext uri="{FF2B5EF4-FFF2-40B4-BE49-F238E27FC236}">
                  <a16:creationId xmlns:a16="http://schemas.microsoft.com/office/drawing/2014/main" id="{F3CF5023-7281-F318-162C-4ACFB470E667}"/>
                </a:ext>
              </a:extLst>
            </p:cNvPr>
            <p:cNvSpPr/>
            <p:nvPr/>
          </p:nvSpPr>
          <p:spPr>
            <a:xfrm>
              <a:off x="4817804" y="4411083"/>
              <a:ext cx="77493" cy="29238"/>
            </a:xfrm>
            <a:custGeom>
              <a:avLst/>
              <a:gdLst/>
              <a:ahLst/>
              <a:cxnLst/>
              <a:rect l="l" t="t" r="r" b="b"/>
              <a:pathLst>
                <a:path w="326" h="123" fill="none" extrusionOk="0">
                  <a:moveTo>
                    <a:pt x="325" y="0"/>
                  </a:moveTo>
                  <a:lnTo>
                    <a:pt x="1" y="123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1">
              <a:extLst>
                <a:ext uri="{FF2B5EF4-FFF2-40B4-BE49-F238E27FC236}">
                  <a16:creationId xmlns:a16="http://schemas.microsoft.com/office/drawing/2014/main" id="{48C0E18E-C95B-BEA4-8B66-8D972AE3A292}"/>
                </a:ext>
              </a:extLst>
            </p:cNvPr>
            <p:cNvSpPr/>
            <p:nvPr/>
          </p:nvSpPr>
          <p:spPr>
            <a:xfrm>
              <a:off x="4949493" y="3976792"/>
              <a:ext cx="82247" cy="33041"/>
            </a:xfrm>
            <a:custGeom>
              <a:avLst/>
              <a:gdLst/>
              <a:ahLst/>
              <a:cxnLst/>
              <a:rect l="l" t="t" r="r" b="b"/>
              <a:pathLst>
                <a:path w="346" h="139" fill="none" extrusionOk="0">
                  <a:moveTo>
                    <a:pt x="1" y="138"/>
                  </a:moveTo>
                  <a:lnTo>
                    <a:pt x="346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1">
              <a:extLst>
                <a:ext uri="{FF2B5EF4-FFF2-40B4-BE49-F238E27FC236}">
                  <a16:creationId xmlns:a16="http://schemas.microsoft.com/office/drawing/2014/main" id="{5A374713-5E3B-4E53-DC4F-74AC2AE564C5}"/>
                </a:ext>
              </a:extLst>
            </p:cNvPr>
            <p:cNvSpPr/>
            <p:nvPr/>
          </p:nvSpPr>
          <p:spPr>
            <a:xfrm>
              <a:off x="4879370" y="4185499"/>
              <a:ext cx="133592" cy="53009"/>
            </a:xfrm>
            <a:custGeom>
              <a:avLst/>
              <a:gdLst/>
              <a:ahLst/>
              <a:cxnLst/>
              <a:rect l="l" t="t" r="r" b="b"/>
              <a:pathLst>
                <a:path w="562" h="223" fill="none" extrusionOk="0">
                  <a:moveTo>
                    <a:pt x="1" y="223"/>
                  </a:moveTo>
                  <a:lnTo>
                    <a:pt x="56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1">
              <a:extLst>
                <a:ext uri="{FF2B5EF4-FFF2-40B4-BE49-F238E27FC236}">
                  <a16:creationId xmlns:a16="http://schemas.microsoft.com/office/drawing/2014/main" id="{1A60E1F0-C69E-A5A7-8255-401D218EA8C2}"/>
                </a:ext>
              </a:extLst>
            </p:cNvPr>
            <p:cNvSpPr/>
            <p:nvPr/>
          </p:nvSpPr>
          <p:spPr>
            <a:xfrm>
              <a:off x="4811386" y="4137482"/>
              <a:ext cx="61804" cy="121707"/>
            </a:xfrm>
            <a:custGeom>
              <a:avLst/>
              <a:gdLst/>
              <a:ahLst/>
              <a:cxnLst/>
              <a:rect l="l" t="t" r="r" b="b"/>
              <a:pathLst>
                <a:path w="260" h="512" fill="none" extrusionOk="0">
                  <a:moveTo>
                    <a:pt x="259" y="511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51">
              <a:extLst>
                <a:ext uri="{FF2B5EF4-FFF2-40B4-BE49-F238E27FC236}">
                  <a16:creationId xmlns:a16="http://schemas.microsoft.com/office/drawing/2014/main" id="{9CEA3B69-F11E-5C17-0E85-7BD5A94A8277}"/>
                </a:ext>
              </a:extLst>
            </p:cNvPr>
            <p:cNvSpPr/>
            <p:nvPr/>
          </p:nvSpPr>
          <p:spPr>
            <a:xfrm>
              <a:off x="4899813" y="3968472"/>
              <a:ext cx="39697" cy="73690"/>
            </a:xfrm>
            <a:custGeom>
              <a:avLst/>
              <a:gdLst/>
              <a:ahLst/>
              <a:cxnLst/>
              <a:rect l="l" t="t" r="r" b="b"/>
              <a:pathLst>
                <a:path w="167" h="310" fill="none" extrusionOk="0">
                  <a:moveTo>
                    <a:pt x="167" y="309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51">
              <a:extLst>
                <a:ext uri="{FF2B5EF4-FFF2-40B4-BE49-F238E27FC236}">
                  <a16:creationId xmlns:a16="http://schemas.microsoft.com/office/drawing/2014/main" id="{B3A3A8EC-0C85-361C-15D9-14CA1448038F}"/>
                </a:ext>
              </a:extLst>
            </p:cNvPr>
            <p:cNvSpPr/>
            <p:nvPr/>
          </p:nvSpPr>
          <p:spPr>
            <a:xfrm>
              <a:off x="4541113" y="3831553"/>
              <a:ext cx="290955" cy="694108"/>
            </a:xfrm>
            <a:custGeom>
              <a:avLst/>
              <a:gdLst/>
              <a:ahLst/>
              <a:cxnLst/>
              <a:rect l="l" t="t" r="r" b="b"/>
              <a:pathLst>
                <a:path w="1224" h="2920" extrusionOk="0">
                  <a:moveTo>
                    <a:pt x="0" y="0"/>
                  </a:moveTo>
                  <a:lnTo>
                    <a:pt x="266" y="906"/>
                  </a:lnTo>
                  <a:lnTo>
                    <a:pt x="511" y="1748"/>
                  </a:lnTo>
                  <a:lnTo>
                    <a:pt x="684" y="2329"/>
                  </a:lnTo>
                  <a:lnTo>
                    <a:pt x="749" y="2561"/>
                  </a:lnTo>
                  <a:lnTo>
                    <a:pt x="856" y="2919"/>
                  </a:lnTo>
                  <a:lnTo>
                    <a:pt x="1036" y="2919"/>
                  </a:lnTo>
                  <a:cubicBezTo>
                    <a:pt x="1072" y="2811"/>
                    <a:pt x="1051" y="2681"/>
                    <a:pt x="1079" y="2574"/>
                  </a:cubicBezTo>
                  <a:cubicBezTo>
                    <a:pt x="1086" y="2545"/>
                    <a:pt x="1101" y="2517"/>
                    <a:pt x="1115" y="2495"/>
                  </a:cubicBezTo>
                  <a:cubicBezTo>
                    <a:pt x="1224" y="2316"/>
                    <a:pt x="1158" y="2136"/>
                    <a:pt x="1042" y="2021"/>
                  </a:cubicBezTo>
                  <a:cubicBezTo>
                    <a:pt x="935" y="1905"/>
                    <a:pt x="906" y="1805"/>
                    <a:pt x="992" y="1639"/>
                  </a:cubicBezTo>
                  <a:cubicBezTo>
                    <a:pt x="1058" y="1503"/>
                    <a:pt x="1008" y="1331"/>
                    <a:pt x="942" y="1230"/>
                  </a:cubicBezTo>
                  <a:cubicBezTo>
                    <a:pt x="929" y="1208"/>
                    <a:pt x="922" y="1194"/>
                    <a:pt x="913" y="1187"/>
                  </a:cubicBezTo>
                  <a:cubicBezTo>
                    <a:pt x="835" y="1094"/>
                    <a:pt x="663" y="965"/>
                    <a:pt x="590" y="577"/>
                  </a:cubicBezTo>
                  <a:cubicBezTo>
                    <a:pt x="525" y="180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51">
              <a:extLst>
                <a:ext uri="{FF2B5EF4-FFF2-40B4-BE49-F238E27FC236}">
                  <a16:creationId xmlns:a16="http://schemas.microsoft.com/office/drawing/2014/main" id="{33BD53DF-2B1D-5887-E798-621A461AC764}"/>
                </a:ext>
              </a:extLst>
            </p:cNvPr>
            <p:cNvSpPr/>
            <p:nvPr/>
          </p:nvSpPr>
          <p:spPr>
            <a:xfrm>
              <a:off x="4459104" y="3831553"/>
              <a:ext cx="285725" cy="694108"/>
            </a:xfrm>
            <a:custGeom>
              <a:avLst/>
              <a:gdLst/>
              <a:ahLst/>
              <a:cxnLst/>
              <a:rect l="l" t="t" r="r" b="b"/>
              <a:pathLst>
                <a:path w="1202" h="2920" extrusionOk="0">
                  <a:moveTo>
                    <a:pt x="345" y="0"/>
                  </a:moveTo>
                  <a:cubicBezTo>
                    <a:pt x="345" y="0"/>
                    <a:pt x="0" y="439"/>
                    <a:pt x="159" y="799"/>
                  </a:cubicBezTo>
                  <a:cubicBezTo>
                    <a:pt x="309" y="1165"/>
                    <a:pt x="232" y="1374"/>
                    <a:pt x="216" y="1489"/>
                  </a:cubicBezTo>
                  <a:cubicBezTo>
                    <a:pt x="209" y="1603"/>
                    <a:pt x="245" y="1819"/>
                    <a:pt x="395" y="1921"/>
                  </a:cubicBezTo>
                  <a:cubicBezTo>
                    <a:pt x="518" y="1991"/>
                    <a:pt x="561" y="2064"/>
                    <a:pt x="561" y="2164"/>
                  </a:cubicBezTo>
                  <a:cubicBezTo>
                    <a:pt x="604" y="2193"/>
                    <a:pt x="654" y="2236"/>
                    <a:pt x="677" y="2293"/>
                  </a:cubicBezTo>
                  <a:cubicBezTo>
                    <a:pt x="690" y="2322"/>
                    <a:pt x="697" y="2345"/>
                    <a:pt x="697" y="2372"/>
                  </a:cubicBezTo>
                  <a:cubicBezTo>
                    <a:pt x="690" y="2481"/>
                    <a:pt x="727" y="2524"/>
                    <a:pt x="813" y="2561"/>
                  </a:cubicBezTo>
                  <a:cubicBezTo>
                    <a:pt x="899" y="2595"/>
                    <a:pt x="972" y="2667"/>
                    <a:pt x="956" y="2790"/>
                  </a:cubicBezTo>
                  <a:cubicBezTo>
                    <a:pt x="949" y="2833"/>
                    <a:pt x="965" y="2876"/>
                    <a:pt x="985" y="2919"/>
                  </a:cubicBezTo>
                  <a:lnTo>
                    <a:pt x="1201" y="2919"/>
                  </a:lnTo>
                  <a:lnTo>
                    <a:pt x="1094" y="2561"/>
                  </a:lnTo>
                  <a:lnTo>
                    <a:pt x="1029" y="2329"/>
                  </a:lnTo>
                  <a:lnTo>
                    <a:pt x="856" y="1748"/>
                  </a:lnTo>
                  <a:lnTo>
                    <a:pt x="611" y="906"/>
                  </a:lnTo>
                  <a:lnTo>
                    <a:pt x="345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51">
              <a:extLst>
                <a:ext uri="{FF2B5EF4-FFF2-40B4-BE49-F238E27FC236}">
                  <a16:creationId xmlns:a16="http://schemas.microsoft.com/office/drawing/2014/main" id="{F9C8D086-E1FC-E062-587B-64A20459CD79}"/>
                </a:ext>
              </a:extLst>
            </p:cNvPr>
            <p:cNvSpPr/>
            <p:nvPr/>
          </p:nvSpPr>
          <p:spPr>
            <a:xfrm>
              <a:off x="4719155" y="4351181"/>
              <a:ext cx="46115" cy="89141"/>
            </a:xfrm>
            <a:custGeom>
              <a:avLst/>
              <a:gdLst/>
              <a:ahLst/>
              <a:cxnLst/>
              <a:rect l="l" t="t" r="r" b="b"/>
              <a:pathLst>
                <a:path w="194" h="375" fill="none" extrusionOk="0">
                  <a:moveTo>
                    <a:pt x="0" y="375"/>
                  </a:moveTo>
                  <a:lnTo>
                    <a:pt x="19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51">
              <a:extLst>
                <a:ext uri="{FF2B5EF4-FFF2-40B4-BE49-F238E27FC236}">
                  <a16:creationId xmlns:a16="http://schemas.microsoft.com/office/drawing/2014/main" id="{2747848E-67B0-9122-BEA5-347C05966247}"/>
                </a:ext>
              </a:extLst>
            </p:cNvPr>
            <p:cNvSpPr/>
            <p:nvPr/>
          </p:nvSpPr>
          <p:spPr>
            <a:xfrm>
              <a:off x="4619794" y="4376615"/>
              <a:ext cx="92469" cy="37796"/>
            </a:xfrm>
            <a:custGeom>
              <a:avLst/>
              <a:gdLst/>
              <a:ahLst/>
              <a:cxnLst/>
              <a:rect l="l" t="t" r="r" b="b"/>
              <a:pathLst>
                <a:path w="389" h="15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346" y="145"/>
                  </a:lnTo>
                  <a:lnTo>
                    <a:pt x="389" y="15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51">
              <a:extLst>
                <a:ext uri="{FF2B5EF4-FFF2-40B4-BE49-F238E27FC236}">
                  <a16:creationId xmlns:a16="http://schemas.microsoft.com/office/drawing/2014/main" id="{BE30CC08-F5B2-068D-F660-B2D995F168D2}"/>
                </a:ext>
              </a:extLst>
            </p:cNvPr>
            <p:cNvSpPr/>
            <p:nvPr/>
          </p:nvSpPr>
          <p:spPr>
            <a:xfrm>
              <a:off x="4519006" y="3985350"/>
              <a:ext cx="75116" cy="30902"/>
            </a:xfrm>
            <a:custGeom>
              <a:avLst/>
              <a:gdLst/>
              <a:ahLst/>
              <a:cxnLst/>
              <a:rect l="l" t="t" r="r" b="b"/>
              <a:pathLst>
                <a:path w="316" h="130" fill="none" extrusionOk="0">
                  <a:moveTo>
                    <a:pt x="316" y="13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51">
              <a:extLst>
                <a:ext uri="{FF2B5EF4-FFF2-40B4-BE49-F238E27FC236}">
                  <a16:creationId xmlns:a16="http://schemas.microsoft.com/office/drawing/2014/main" id="{BE3D8EF2-D55A-E821-7BE4-FE0AF8DA65F0}"/>
                </a:ext>
              </a:extLst>
            </p:cNvPr>
            <p:cNvSpPr/>
            <p:nvPr/>
          </p:nvSpPr>
          <p:spPr>
            <a:xfrm>
              <a:off x="4536121" y="4178368"/>
              <a:ext cx="121707" cy="48255"/>
            </a:xfrm>
            <a:custGeom>
              <a:avLst/>
              <a:gdLst/>
              <a:ahLst/>
              <a:cxnLst/>
              <a:rect l="l" t="t" r="r" b="b"/>
              <a:pathLst>
                <a:path w="512" h="203" fill="none" extrusionOk="0">
                  <a:moveTo>
                    <a:pt x="511" y="203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51">
              <a:extLst>
                <a:ext uri="{FF2B5EF4-FFF2-40B4-BE49-F238E27FC236}">
                  <a16:creationId xmlns:a16="http://schemas.microsoft.com/office/drawing/2014/main" id="{CEC0A7C4-FE74-B5C6-B8A9-0BCE7B82354F}"/>
                </a:ext>
              </a:extLst>
            </p:cNvPr>
            <p:cNvSpPr/>
            <p:nvPr/>
          </p:nvSpPr>
          <p:spPr>
            <a:xfrm>
              <a:off x="4662581" y="4135818"/>
              <a:ext cx="58476" cy="111247"/>
            </a:xfrm>
            <a:custGeom>
              <a:avLst/>
              <a:gdLst/>
              <a:ahLst/>
              <a:cxnLst/>
              <a:rect l="l" t="t" r="r" b="b"/>
              <a:pathLst>
                <a:path w="246" h="468" fill="none" extrusionOk="0">
                  <a:moveTo>
                    <a:pt x="0" y="468"/>
                  </a:moveTo>
                  <a:lnTo>
                    <a:pt x="245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51">
              <a:extLst>
                <a:ext uri="{FF2B5EF4-FFF2-40B4-BE49-F238E27FC236}">
                  <a16:creationId xmlns:a16="http://schemas.microsoft.com/office/drawing/2014/main" id="{F9EF7941-5EFE-1114-34A7-AA4F587F394B}"/>
                </a:ext>
              </a:extLst>
            </p:cNvPr>
            <p:cNvSpPr/>
            <p:nvPr/>
          </p:nvSpPr>
          <p:spPr>
            <a:xfrm>
              <a:off x="4604343" y="3978694"/>
              <a:ext cx="36132" cy="68460"/>
            </a:xfrm>
            <a:custGeom>
              <a:avLst/>
              <a:gdLst/>
              <a:ahLst/>
              <a:cxnLst/>
              <a:rect l="l" t="t" r="r" b="b"/>
              <a:pathLst>
                <a:path w="152" h="288" fill="none" extrusionOk="0">
                  <a:moveTo>
                    <a:pt x="0" y="287"/>
                  </a:moveTo>
                  <a:lnTo>
                    <a:pt x="152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51">
              <a:extLst>
                <a:ext uri="{FF2B5EF4-FFF2-40B4-BE49-F238E27FC236}">
                  <a16:creationId xmlns:a16="http://schemas.microsoft.com/office/drawing/2014/main" id="{5BC90ED6-ED92-A4F4-002E-4FC89CCB6CD1}"/>
                </a:ext>
              </a:extLst>
            </p:cNvPr>
            <p:cNvSpPr/>
            <p:nvPr/>
          </p:nvSpPr>
          <p:spPr>
            <a:xfrm>
              <a:off x="4413226" y="4241598"/>
              <a:ext cx="280258" cy="284061"/>
            </a:xfrm>
            <a:custGeom>
              <a:avLst/>
              <a:gdLst/>
              <a:ahLst/>
              <a:cxnLst/>
              <a:rect l="l" t="t" r="r" b="b"/>
              <a:pathLst>
                <a:path w="1179" h="1195" fill="none" extrusionOk="0">
                  <a:moveTo>
                    <a:pt x="1158" y="1194"/>
                  </a:moveTo>
                  <a:lnTo>
                    <a:pt x="1178" y="1194"/>
                  </a:lnTo>
                  <a:cubicBezTo>
                    <a:pt x="1158" y="1151"/>
                    <a:pt x="1142" y="1108"/>
                    <a:pt x="1149" y="1065"/>
                  </a:cubicBezTo>
                  <a:cubicBezTo>
                    <a:pt x="1165" y="942"/>
                    <a:pt x="1092" y="870"/>
                    <a:pt x="1006" y="836"/>
                  </a:cubicBezTo>
                  <a:cubicBezTo>
                    <a:pt x="920" y="799"/>
                    <a:pt x="883" y="756"/>
                    <a:pt x="890" y="647"/>
                  </a:cubicBezTo>
                  <a:cubicBezTo>
                    <a:pt x="890" y="620"/>
                    <a:pt x="883" y="597"/>
                    <a:pt x="870" y="568"/>
                  </a:cubicBezTo>
                  <a:cubicBezTo>
                    <a:pt x="847" y="511"/>
                    <a:pt x="797" y="468"/>
                    <a:pt x="754" y="439"/>
                  </a:cubicBezTo>
                  <a:cubicBezTo>
                    <a:pt x="754" y="439"/>
                    <a:pt x="747" y="432"/>
                    <a:pt x="740" y="432"/>
                  </a:cubicBezTo>
                  <a:cubicBezTo>
                    <a:pt x="683" y="396"/>
                    <a:pt x="561" y="375"/>
                    <a:pt x="438" y="189"/>
                  </a:cubicBezTo>
                  <a:cubicBezTo>
                    <a:pt x="309" y="1"/>
                    <a:pt x="0" y="30"/>
                    <a:pt x="0" y="30"/>
                  </a:cubicBezTo>
                  <a:lnTo>
                    <a:pt x="345" y="432"/>
                  </a:lnTo>
                  <a:lnTo>
                    <a:pt x="977" y="1181"/>
                  </a:lnTo>
                  <a:lnTo>
                    <a:pt x="985" y="99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51">
              <a:extLst>
                <a:ext uri="{FF2B5EF4-FFF2-40B4-BE49-F238E27FC236}">
                  <a16:creationId xmlns:a16="http://schemas.microsoft.com/office/drawing/2014/main" id="{680090D7-F2AF-154A-73DA-D38219C4AC7C}"/>
                </a:ext>
              </a:extLst>
            </p:cNvPr>
            <p:cNvSpPr/>
            <p:nvPr/>
          </p:nvSpPr>
          <p:spPr>
            <a:xfrm>
              <a:off x="4394210" y="4248491"/>
              <a:ext cx="294283" cy="277168"/>
            </a:xfrm>
            <a:custGeom>
              <a:avLst/>
              <a:gdLst/>
              <a:ahLst/>
              <a:cxnLst/>
              <a:rect l="l" t="t" r="r" b="b"/>
              <a:pathLst>
                <a:path w="1238" h="1166" fill="none" extrusionOk="0">
                  <a:moveTo>
                    <a:pt x="1065" y="970"/>
                  </a:moveTo>
                  <a:lnTo>
                    <a:pt x="1057" y="1152"/>
                  </a:lnTo>
                  <a:lnTo>
                    <a:pt x="425" y="403"/>
                  </a:lnTo>
                  <a:lnTo>
                    <a:pt x="80" y="1"/>
                  </a:lnTo>
                  <a:cubicBezTo>
                    <a:pt x="80" y="1"/>
                    <a:pt x="1" y="303"/>
                    <a:pt x="166" y="462"/>
                  </a:cubicBezTo>
                  <a:cubicBezTo>
                    <a:pt x="323" y="612"/>
                    <a:pt x="332" y="734"/>
                    <a:pt x="353" y="798"/>
                  </a:cubicBezTo>
                  <a:cubicBezTo>
                    <a:pt x="375" y="863"/>
                    <a:pt x="446" y="964"/>
                    <a:pt x="548" y="979"/>
                  </a:cubicBezTo>
                  <a:cubicBezTo>
                    <a:pt x="648" y="993"/>
                    <a:pt x="691" y="1036"/>
                    <a:pt x="705" y="1122"/>
                  </a:cubicBezTo>
                  <a:cubicBezTo>
                    <a:pt x="712" y="1136"/>
                    <a:pt x="720" y="1152"/>
                    <a:pt x="727" y="1165"/>
                  </a:cubicBezTo>
                  <a:lnTo>
                    <a:pt x="1072" y="1165"/>
                  </a:lnTo>
                  <a:lnTo>
                    <a:pt x="1238" y="1165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51">
              <a:extLst>
                <a:ext uri="{FF2B5EF4-FFF2-40B4-BE49-F238E27FC236}">
                  <a16:creationId xmlns:a16="http://schemas.microsoft.com/office/drawing/2014/main" id="{4EDAB0BF-AC6A-CB0D-13C9-410D04A10E79}"/>
                </a:ext>
              </a:extLst>
            </p:cNvPr>
            <p:cNvSpPr/>
            <p:nvPr/>
          </p:nvSpPr>
          <p:spPr>
            <a:xfrm>
              <a:off x="4645228" y="4522092"/>
              <a:ext cx="4041" cy="3566"/>
            </a:xfrm>
            <a:custGeom>
              <a:avLst/>
              <a:gdLst/>
              <a:ahLst/>
              <a:cxnLst/>
              <a:rect l="l" t="t" r="r" b="b"/>
              <a:pathLst>
                <a:path w="17" h="15" fill="none" extrusionOk="0">
                  <a:moveTo>
                    <a:pt x="16" y="1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51">
              <a:extLst>
                <a:ext uri="{FF2B5EF4-FFF2-40B4-BE49-F238E27FC236}">
                  <a16:creationId xmlns:a16="http://schemas.microsoft.com/office/drawing/2014/main" id="{98291E35-D742-5E40-EEAE-7C1004A7C810}"/>
                </a:ext>
              </a:extLst>
            </p:cNvPr>
            <p:cNvSpPr/>
            <p:nvPr/>
          </p:nvSpPr>
          <p:spPr>
            <a:xfrm>
              <a:off x="4647368" y="4465518"/>
              <a:ext cx="1902" cy="13787"/>
            </a:xfrm>
            <a:custGeom>
              <a:avLst/>
              <a:gdLst/>
              <a:ahLst/>
              <a:cxnLst/>
              <a:rect l="l" t="t" r="r" b="b"/>
              <a:pathLst>
                <a:path w="8" h="58" fill="none" extrusionOk="0">
                  <a:moveTo>
                    <a:pt x="7" y="0"/>
                  </a:moveTo>
                  <a:lnTo>
                    <a:pt x="0" y="57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51">
              <a:extLst>
                <a:ext uri="{FF2B5EF4-FFF2-40B4-BE49-F238E27FC236}">
                  <a16:creationId xmlns:a16="http://schemas.microsoft.com/office/drawing/2014/main" id="{0B8EE177-548C-A930-8861-85D9F581AAEC}"/>
                </a:ext>
              </a:extLst>
            </p:cNvPr>
            <p:cNvSpPr/>
            <p:nvPr/>
          </p:nvSpPr>
          <p:spPr>
            <a:xfrm>
              <a:off x="4578908" y="4509731"/>
              <a:ext cx="56337" cy="2377"/>
            </a:xfrm>
            <a:custGeom>
              <a:avLst/>
              <a:gdLst/>
              <a:ahLst/>
              <a:cxnLst/>
              <a:rect l="l" t="t" r="r" b="b"/>
              <a:pathLst>
                <a:path w="237" h="10" fill="none" extrusionOk="0">
                  <a:moveTo>
                    <a:pt x="237" y="1"/>
                  </a:moveTo>
                  <a:lnTo>
                    <a:pt x="0" y="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51">
              <a:extLst>
                <a:ext uri="{FF2B5EF4-FFF2-40B4-BE49-F238E27FC236}">
                  <a16:creationId xmlns:a16="http://schemas.microsoft.com/office/drawing/2014/main" id="{1B21FC81-E0F3-FE89-4CFE-5CFAE1EB5645}"/>
                </a:ext>
              </a:extLst>
            </p:cNvPr>
            <p:cNvSpPr/>
            <p:nvPr/>
          </p:nvSpPr>
          <p:spPr>
            <a:xfrm>
              <a:off x="4436997" y="4332164"/>
              <a:ext cx="46591" cy="238"/>
            </a:xfrm>
            <a:custGeom>
              <a:avLst/>
              <a:gdLst/>
              <a:ahLst/>
              <a:cxnLst/>
              <a:rect l="l" t="t" r="r" b="b"/>
              <a:pathLst>
                <a:path w="196" h="1" fill="none" extrusionOk="0">
                  <a:moveTo>
                    <a:pt x="195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51">
              <a:extLst>
                <a:ext uri="{FF2B5EF4-FFF2-40B4-BE49-F238E27FC236}">
                  <a16:creationId xmlns:a16="http://schemas.microsoft.com/office/drawing/2014/main" id="{03456FD2-3E06-C5B9-B3DA-FE103F8E113D}"/>
                </a:ext>
              </a:extLst>
            </p:cNvPr>
            <p:cNvSpPr/>
            <p:nvPr/>
          </p:nvSpPr>
          <p:spPr>
            <a:xfrm>
              <a:off x="4489768" y="4426059"/>
              <a:ext cx="73690" cy="4041"/>
            </a:xfrm>
            <a:custGeom>
              <a:avLst/>
              <a:gdLst/>
              <a:ahLst/>
              <a:cxnLst/>
              <a:rect l="l" t="t" r="r" b="b"/>
              <a:pathLst>
                <a:path w="310" h="17" fill="none" extrusionOk="0">
                  <a:moveTo>
                    <a:pt x="310" y="1"/>
                  </a:moveTo>
                  <a:lnTo>
                    <a:pt x="1" y="1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51">
              <a:extLst>
                <a:ext uri="{FF2B5EF4-FFF2-40B4-BE49-F238E27FC236}">
                  <a16:creationId xmlns:a16="http://schemas.microsoft.com/office/drawing/2014/main" id="{1100D4E3-71DA-B1AD-33B6-DE500AD89F80}"/>
                </a:ext>
              </a:extLst>
            </p:cNvPr>
            <p:cNvSpPr/>
            <p:nvPr/>
          </p:nvSpPr>
          <p:spPr>
            <a:xfrm>
              <a:off x="4570113" y="4364730"/>
              <a:ext cx="5705" cy="70362"/>
            </a:xfrm>
            <a:custGeom>
              <a:avLst/>
              <a:gdLst/>
              <a:ahLst/>
              <a:cxnLst/>
              <a:rect l="l" t="t" r="r" b="b"/>
              <a:pathLst>
                <a:path w="24" h="296" fill="none" extrusionOk="0">
                  <a:moveTo>
                    <a:pt x="1" y="295"/>
                  </a:moveTo>
                  <a:lnTo>
                    <a:pt x="23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51">
              <a:extLst>
                <a:ext uri="{FF2B5EF4-FFF2-40B4-BE49-F238E27FC236}">
                  <a16:creationId xmlns:a16="http://schemas.microsoft.com/office/drawing/2014/main" id="{6F9D995A-8683-5D3F-35CF-DA315AE3C187}"/>
                </a:ext>
              </a:extLst>
            </p:cNvPr>
            <p:cNvSpPr/>
            <p:nvPr/>
          </p:nvSpPr>
          <p:spPr>
            <a:xfrm>
              <a:off x="4495235" y="4301500"/>
              <a:ext cx="1902" cy="42787"/>
            </a:xfrm>
            <a:custGeom>
              <a:avLst/>
              <a:gdLst/>
              <a:ahLst/>
              <a:cxnLst/>
              <a:rect l="l" t="t" r="r" b="b"/>
              <a:pathLst>
                <a:path w="8" h="180" fill="none" extrusionOk="0">
                  <a:moveTo>
                    <a:pt x="0" y="180"/>
                  </a:moveTo>
                  <a:lnTo>
                    <a:pt x="7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51">
              <a:extLst>
                <a:ext uri="{FF2B5EF4-FFF2-40B4-BE49-F238E27FC236}">
                  <a16:creationId xmlns:a16="http://schemas.microsoft.com/office/drawing/2014/main" id="{561EA315-795C-735B-4E13-3473C6F3C5E1}"/>
                </a:ext>
              </a:extLst>
            </p:cNvPr>
            <p:cNvSpPr/>
            <p:nvPr/>
          </p:nvSpPr>
          <p:spPr>
            <a:xfrm>
              <a:off x="4987289" y="4265844"/>
              <a:ext cx="37558" cy="41124"/>
            </a:xfrm>
            <a:custGeom>
              <a:avLst/>
              <a:gdLst/>
              <a:ahLst/>
              <a:cxnLst/>
              <a:rect l="l" t="t" r="r" b="b"/>
              <a:pathLst>
                <a:path w="158" h="173" extrusionOk="0">
                  <a:moveTo>
                    <a:pt x="157" y="0"/>
                  </a:moveTo>
                  <a:cubicBezTo>
                    <a:pt x="123" y="21"/>
                    <a:pt x="94" y="50"/>
                    <a:pt x="64" y="87"/>
                  </a:cubicBezTo>
                  <a:cubicBezTo>
                    <a:pt x="46" y="117"/>
                    <a:pt x="26" y="144"/>
                    <a:pt x="7" y="165"/>
                  </a:cubicBezTo>
                  <a:lnTo>
                    <a:pt x="7" y="165"/>
                  </a:lnTo>
                  <a:cubicBezTo>
                    <a:pt x="9" y="164"/>
                    <a:pt x="11" y="164"/>
                    <a:pt x="14" y="164"/>
                  </a:cubicBezTo>
                  <a:cubicBezTo>
                    <a:pt x="80" y="121"/>
                    <a:pt x="130" y="64"/>
                    <a:pt x="157" y="0"/>
                  </a:cubicBezTo>
                  <a:close/>
                  <a:moveTo>
                    <a:pt x="7" y="165"/>
                  </a:moveTo>
                  <a:lnTo>
                    <a:pt x="7" y="165"/>
                  </a:lnTo>
                  <a:cubicBezTo>
                    <a:pt x="5" y="167"/>
                    <a:pt x="4" y="169"/>
                    <a:pt x="0" y="173"/>
                  </a:cubicBezTo>
                  <a:cubicBezTo>
                    <a:pt x="3" y="170"/>
                    <a:pt x="5" y="168"/>
                    <a:pt x="7" y="165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51">
              <a:extLst>
                <a:ext uri="{FF2B5EF4-FFF2-40B4-BE49-F238E27FC236}">
                  <a16:creationId xmlns:a16="http://schemas.microsoft.com/office/drawing/2014/main" id="{812BDA61-458C-32DF-1D8F-CA6F8260F55E}"/>
                </a:ext>
              </a:extLst>
            </p:cNvPr>
            <p:cNvSpPr/>
            <p:nvPr/>
          </p:nvSpPr>
          <p:spPr>
            <a:xfrm>
              <a:off x="4870812" y="4248491"/>
              <a:ext cx="254823" cy="277168"/>
            </a:xfrm>
            <a:custGeom>
              <a:avLst/>
              <a:gdLst/>
              <a:ahLst/>
              <a:cxnLst/>
              <a:rect l="l" t="t" r="r" b="b"/>
              <a:pathLst>
                <a:path w="1072" h="1166" extrusionOk="0">
                  <a:moveTo>
                    <a:pt x="1001" y="1"/>
                  </a:moveTo>
                  <a:lnTo>
                    <a:pt x="647" y="403"/>
                  </a:lnTo>
                  <a:lnTo>
                    <a:pt x="339" y="777"/>
                  </a:lnTo>
                  <a:lnTo>
                    <a:pt x="332" y="784"/>
                  </a:lnTo>
                  <a:lnTo>
                    <a:pt x="23" y="1143"/>
                  </a:lnTo>
                  <a:lnTo>
                    <a:pt x="16" y="1152"/>
                  </a:lnTo>
                  <a:lnTo>
                    <a:pt x="0" y="1165"/>
                  </a:lnTo>
                  <a:lnTo>
                    <a:pt x="354" y="1165"/>
                  </a:lnTo>
                  <a:cubicBezTo>
                    <a:pt x="361" y="1152"/>
                    <a:pt x="361" y="1136"/>
                    <a:pt x="368" y="1122"/>
                  </a:cubicBezTo>
                  <a:cubicBezTo>
                    <a:pt x="389" y="1036"/>
                    <a:pt x="425" y="993"/>
                    <a:pt x="527" y="979"/>
                  </a:cubicBezTo>
                  <a:cubicBezTo>
                    <a:pt x="627" y="964"/>
                    <a:pt x="699" y="863"/>
                    <a:pt x="720" y="798"/>
                  </a:cubicBezTo>
                  <a:cubicBezTo>
                    <a:pt x="742" y="734"/>
                    <a:pt x="749" y="612"/>
                    <a:pt x="906" y="462"/>
                  </a:cubicBezTo>
                  <a:cubicBezTo>
                    <a:pt x="1072" y="303"/>
                    <a:pt x="1001" y="1"/>
                    <a:pt x="1001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51">
              <a:extLst>
                <a:ext uri="{FF2B5EF4-FFF2-40B4-BE49-F238E27FC236}">
                  <a16:creationId xmlns:a16="http://schemas.microsoft.com/office/drawing/2014/main" id="{0BF15772-4CEC-6A1E-2F30-4DF2E637B5F5}"/>
                </a:ext>
              </a:extLst>
            </p:cNvPr>
            <p:cNvSpPr/>
            <p:nvPr/>
          </p:nvSpPr>
          <p:spPr>
            <a:xfrm>
              <a:off x="4870812" y="4522092"/>
              <a:ext cx="3803" cy="3566"/>
            </a:xfrm>
            <a:custGeom>
              <a:avLst/>
              <a:gdLst/>
              <a:ahLst/>
              <a:cxnLst/>
              <a:rect l="l" t="t" r="r" b="b"/>
              <a:pathLst>
                <a:path w="16" h="15" extrusionOk="0">
                  <a:moveTo>
                    <a:pt x="16" y="1"/>
                  </a:moveTo>
                  <a:lnTo>
                    <a:pt x="0" y="14"/>
                  </a:lnTo>
                  <a:cubicBezTo>
                    <a:pt x="9" y="7"/>
                    <a:pt x="9" y="7"/>
                    <a:pt x="16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51">
              <a:extLst>
                <a:ext uri="{FF2B5EF4-FFF2-40B4-BE49-F238E27FC236}">
                  <a16:creationId xmlns:a16="http://schemas.microsoft.com/office/drawing/2014/main" id="{151833C4-09F8-5F51-19D2-6B986163A863}"/>
                </a:ext>
              </a:extLst>
            </p:cNvPr>
            <p:cNvSpPr/>
            <p:nvPr/>
          </p:nvSpPr>
          <p:spPr>
            <a:xfrm>
              <a:off x="4826599" y="4248016"/>
              <a:ext cx="282160" cy="277643"/>
            </a:xfrm>
            <a:custGeom>
              <a:avLst/>
              <a:gdLst/>
              <a:ahLst/>
              <a:cxnLst/>
              <a:rect l="l" t="t" r="r" b="b"/>
              <a:pathLst>
                <a:path w="1187" h="1168" extrusionOk="0">
                  <a:moveTo>
                    <a:pt x="1132" y="1"/>
                  </a:moveTo>
                  <a:cubicBezTo>
                    <a:pt x="1060" y="1"/>
                    <a:pt x="932" y="11"/>
                    <a:pt x="833" y="75"/>
                  </a:cubicBezTo>
                  <a:cubicBezTo>
                    <a:pt x="806" y="139"/>
                    <a:pt x="756" y="196"/>
                    <a:pt x="690" y="239"/>
                  </a:cubicBezTo>
                  <a:cubicBezTo>
                    <a:pt x="683" y="239"/>
                    <a:pt x="683" y="239"/>
                    <a:pt x="676" y="248"/>
                  </a:cubicBezTo>
                  <a:cubicBezTo>
                    <a:pt x="640" y="291"/>
                    <a:pt x="597" y="319"/>
                    <a:pt x="561" y="341"/>
                  </a:cubicBezTo>
                  <a:cubicBezTo>
                    <a:pt x="511" y="377"/>
                    <a:pt x="468" y="391"/>
                    <a:pt x="438" y="405"/>
                  </a:cubicBezTo>
                  <a:cubicBezTo>
                    <a:pt x="381" y="434"/>
                    <a:pt x="288" y="520"/>
                    <a:pt x="288" y="620"/>
                  </a:cubicBezTo>
                  <a:lnTo>
                    <a:pt x="288" y="686"/>
                  </a:lnTo>
                  <a:cubicBezTo>
                    <a:pt x="273" y="743"/>
                    <a:pt x="238" y="779"/>
                    <a:pt x="173" y="809"/>
                  </a:cubicBezTo>
                  <a:cubicBezTo>
                    <a:pt x="93" y="843"/>
                    <a:pt x="14" y="915"/>
                    <a:pt x="29" y="1038"/>
                  </a:cubicBezTo>
                  <a:cubicBezTo>
                    <a:pt x="36" y="1081"/>
                    <a:pt x="23" y="1124"/>
                    <a:pt x="0" y="1167"/>
                  </a:cubicBezTo>
                  <a:lnTo>
                    <a:pt x="186" y="1167"/>
                  </a:lnTo>
                  <a:cubicBezTo>
                    <a:pt x="195" y="1160"/>
                    <a:pt x="195" y="1160"/>
                    <a:pt x="202" y="1154"/>
                  </a:cubicBezTo>
                  <a:lnTo>
                    <a:pt x="209" y="1145"/>
                  </a:lnTo>
                  <a:lnTo>
                    <a:pt x="518" y="786"/>
                  </a:lnTo>
                  <a:lnTo>
                    <a:pt x="525" y="779"/>
                  </a:lnTo>
                  <a:lnTo>
                    <a:pt x="833" y="405"/>
                  </a:lnTo>
                  <a:lnTo>
                    <a:pt x="1187" y="3"/>
                  </a:lnTo>
                  <a:cubicBezTo>
                    <a:pt x="1187" y="3"/>
                    <a:pt x="1166" y="1"/>
                    <a:pt x="1132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51">
              <a:extLst>
                <a:ext uri="{FF2B5EF4-FFF2-40B4-BE49-F238E27FC236}">
                  <a16:creationId xmlns:a16="http://schemas.microsoft.com/office/drawing/2014/main" id="{0F92908B-EBB7-91FE-D0E2-E1DB402EA35D}"/>
                </a:ext>
              </a:extLst>
            </p:cNvPr>
            <p:cNvSpPr/>
            <p:nvPr/>
          </p:nvSpPr>
          <p:spPr>
            <a:xfrm>
              <a:off x="4870812" y="4465518"/>
              <a:ext cx="3803" cy="56812"/>
            </a:xfrm>
            <a:custGeom>
              <a:avLst/>
              <a:gdLst/>
              <a:ahLst/>
              <a:cxnLst/>
              <a:rect l="l" t="t" r="r" b="b"/>
              <a:pathLst>
                <a:path w="16" h="239" fill="none" extrusionOk="0">
                  <a:moveTo>
                    <a:pt x="16" y="23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51">
              <a:extLst>
                <a:ext uri="{FF2B5EF4-FFF2-40B4-BE49-F238E27FC236}">
                  <a16:creationId xmlns:a16="http://schemas.microsoft.com/office/drawing/2014/main" id="{8FAD8F41-4D93-DB3F-A7BD-D10EC5594FD0}"/>
                </a:ext>
              </a:extLst>
            </p:cNvPr>
            <p:cNvSpPr/>
            <p:nvPr/>
          </p:nvSpPr>
          <p:spPr>
            <a:xfrm>
              <a:off x="4884837" y="4509731"/>
              <a:ext cx="56337" cy="2377"/>
            </a:xfrm>
            <a:custGeom>
              <a:avLst/>
              <a:gdLst/>
              <a:ahLst/>
              <a:cxnLst/>
              <a:rect l="l" t="t" r="r" b="b"/>
              <a:pathLst>
                <a:path w="237" h="10" fill="none" extrusionOk="0">
                  <a:moveTo>
                    <a:pt x="0" y="1"/>
                  </a:moveTo>
                  <a:lnTo>
                    <a:pt x="236" y="9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51">
              <a:extLst>
                <a:ext uri="{FF2B5EF4-FFF2-40B4-BE49-F238E27FC236}">
                  <a16:creationId xmlns:a16="http://schemas.microsoft.com/office/drawing/2014/main" id="{D0A8B98C-A585-7069-2BA3-C21780D54517}"/>
                </a:ext>
              </a:extLst>
            </p:cNvPr>
            <p:cNvSpPr/>
            <p:nvPr/>
          </p:nvSpPr>
          <p:spPr>
            <a:xfrm>
              <a:off x="5036970" y="4332164"/>
              <a:ext cx="46115" cy="238"/>
            </a:xfrm>
            <a:custGeom>
              <a:avLst/>
              <a:gdLst/>
              <a:ahLst/>
              <a:cxnLst/>
              <a:rect l="l" t="t" r="r" b="b"/>
              <a:pathLst>
                <a:path w="194" h="1" fill="none" extrusionOk="0">
                  <a:moveTo>
                    <a:pt x="0" y="1"/>
                  </a:moveTo>
                  <a:lnTo>
                    <a:pt x="193" y="1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51">
              <a:extLst>
                <a:ext uri="{FF2B5EF4-FFF2-40B4-BE49-F238E27FC236}">
                  <a16:creationId xmlns:a16="http://schemas.microsoft.com/office/drawing/2014/main" id="{1F3DDD63-8C39-5C20-0F9C-255C6F83BDE7}"/>
                </a:ext>
              </a:extLst>
            </p:cNvPr>
            <p:cNvSpPr/>
            <p:nvPr/>
          </p:nvSpPr>
          <p:spPr>
            <a:xfrm>
              <a:off x="4956387" y="4426059"/>
              <a:ext cx="73690" cy="4041"/>
            </a:xfrm>
            <a:custGeom>
              <a:avLst/>
              <a:gdLst/>
              <a:ahLst/>
              <a:cxnLst/>
              <a:rect l="l" t="t" r="r" b="b"/>
              <a:pathLst>
                <a:path w="310" h="17" fill="none" extrusionOk="0">
                  <a:moveTo>
                    <a:pt x="1" y="1"/>
                  </a:moveTo>
                  <a:lnTo>
                    <a:pt x="310" y="16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51">
              <a:extLst>
                <a:ext uri="{FF2B5EF4-FFF2-40B4-BE49-F238E27FC236}">
                  <a16:creationId xmlns:a16="http://schemas.microsoft.com/office/drawing/2014/main" id="{AB0B77F4-CA19-6AAF-3060-88DB45EEB377}"/>
                </a:ext>
              </a:extLst>
            </p:cNvPr>
            <p:cNvSpPr/>
            <p:nvPr/>
          </p:nvSpPr>
          <p:spPr>
            <a:xfrm>
              <a:off x="4944502" y="4364730"/>
              <a:ext cx="5230" cy="70362"/>
            </a:xfrm>
            <a:custGeom>
              <a:avLst/>
              <a:gdLst/>
              <a:ahLst/>
              <a:cxnLst/>
              <a:rect l="l" t="t" r="r" b="b"/>
              <a:pathLst>
                <a:path w="22" h="296" fill="none" extrusionOk="0">
                  <a:moveTo>
                    <a:pt x="22" y="295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51">
              <a:extLst>
                <a:ext uri="{FF2B5EF4-FFF2-40B4-BE49-F238E27FC236}">
                  <a16:creationId xmlns:a16="http://schemas.microsoft.com/office/drawing/2014/main" id="{6F9CA36E-DAB6-7DE6-2A1B-5FF7AE7AEBDC}"/>
                </a:ext>
              </a:extLst>
            </p:cNvPr>
            <p:cNvSpPr/>
            <p:nvPr/>
          </p:nvSpPr>
          <p:spPr>
            <a:xfrm>
              <a:off x="5022945" y="4301500"/>
              <a:ext cx="1902" cy="42787"/>
            </a:xfrm>
            <a:custGeom>
              <a:avLst/>
              <a:gdLst/>
              <a:ahLst/>
              <a:cxnLst/>
              <a:rect l="l" t="t" r="r" b="b"/>
              <a:pathLst>
                <a:path w="8" h="180" fill="none" extrusionOk="0">
                  <a:moveTo>
                    <a:pt x="7" y="18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51">
              <a:extLst>
                <a:ext uri="{FF2B5EF4-FFF2-40B4-BE49-F238E27FC236}">
                  <a16:creationId xmlns:a16="http://schemas.microsoft.com/office/drawing/2014/main" id="{2B0DFD8B-05EE-CFA7-7561-806401DC8250}"/>
                </a:ext>
              </a:extLst>
            </p:cNvPr>
            <p:cNvSpPr/>
            <p:nvPr/>
          </p:nvSpPr>
          <p:spPr>
            <a:xfrm>
              <a:off x="4577244" y="4727234"/>
              <a:ext cx="238" cy="1664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51">
              <a:extLst>
                <a:ext uri="{FF2B5EF4-FFF2-40B4-BE49-F238E27FC236}">
                  <a16:creationId xmlns:a16="http://schemas.microsoft.com/office/drawing/2014/main" id="{F5971D0F-6C49-E988-3FF7-5452116343BB}"/>
                </a:ext>
              </a:extLst>
            </p:cNvPr>
            <p:cNvSpPr/>
            <p:nvPr/>
          </p:nvSpPr>
          <p:spPr>
            <a:xfrm>
              <a:off x="4942600" y="4727234"/>
              <a:ext cx="238" cy="23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51">
              <a:extLst>
                <a:ext uri="{FF2B5EF4-FFF2-40B4-BE49-F238E27FC236}">
                  <a16:creationId xmlns:a16="http://schemas.microsoft.com/office/drawing/2014/main" id="{B308911D-DAF7-2956-12D5-CAE0690B6A26}"/>
                </a:ext>
              </a:extLst>
            </p:cNvPr>
            <p:cNvSpPr/>
            <p:nvPr/>
          </p:nvSpPr>
          <p:spPr>
            <a:xfrm>
              <a:off x="4541113" y="4525420"/>
              <a:ext cx="439523" cy="292143"/>
            </a:xfrm>
            <a:custGeom>
              <a:avLst/>
              <a:gdLst/>
              <a:ahLst/>
              <a:cxnLst/>
              <a:rect l="l" t="t" r="r" b="b"/>
              <a:pathLst>
                <a:path w="1849" h="1229" extrusionOk="0">
                  <a:moveTo>
                    <a:pt x="0" y="0"/>
                  </a:moveTo>
                  <a:lnTo>
                    <a:pt x="152" y="849"/>
                  </a:lnTo>
                  <a:lnTo>
                    <a:pt x="152" y="856"/>
                  </a:lnTo>
                  <a:lnTo>
                    <a:pt x="223" y="1229"/>
                  </a:lnTo>
                  <a:lnTo>
                    <a:pt x="835" y="1229"/>
                  </a:lnTo>
                  <a:lnTo>
                    <a:pt x="835" y="849"/>
                  </a:lnTo>
                  <a:lnTo>
                    <a:pt x="1008" y="849"/>
                  </a:lnTo>
                  <a:lnTo>
                    <a:pt x="1008" y="1229"/>
                  </a:lnTo>
                  <a:lnTo>
                    <a:pt x="1619" y="1229"/>
                  </a:lnTo>
                  <a:lnTo>
                    <a:pt x="1689" y="849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51">
              <a:extLst>
                <a:ext uri="{FF2B5EF4-FFF2-40B4-BE49-F238E27FC236}">
                  <a16:creationId xmlns:a16="http://schemas.microsoft.com/office/drawing/2014/main" id="{78AC45B5-FC17-F629-1697-2A4B7A2EA533}"/>
                </a:ext>
              </a:extLst>
            </p:cNvPr>
            <p:cNvSpPr/>
            <p:nvPr/>
          </p:nvSpPr>
          <p:spPr>
            <a:xfrm>
              <a:off x="4536121" y="4727234"/>
              <a:ext cx="41361" cy="220356"/>
            </a:xfrm>
            <a:custGeom>
              <a:avLst/>
              <a:gdLst/>
              <a:ahLst/>
              <a:cxnLst/>
              <a:rect l="l" t="t" r="r" b="b"/>
              <a:pathLst>
                <a:path w="174" h="927" extrusionOk="0">
                  <a:moveTo>
                    <a:pt x="1" y="0"/>
                  </a:moveTo>
                  <a:lnTo>
                    <a:pt x="1" y="926"/>
                  </a:lnTo>
                  <a:lnTo>
                    <a:pt x="173" y="926"/>
                  </a:lnTo>
                  <a:lnTo>
                    <a:pt x="173" y="7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51">
              <a:extLst>
                <a:ext uri="{FF2B5EF4-FFF2-40B4-BE49-F238E27FC236}">
                  <a16:creationId xmlns:a16="http://schemas.microsoft.com/office/drawing/2014/main" id="{AF392F24-D6B2-3CF7-3228-39D1651C7DE3}"/>
                </a:ext>
              </a:extLst>
            </p:cNvPr>
            <p:cNvSpPr/>
            <p:nvPr/>
          </p:nvSpPr>
          <p:spPr>
            <a:xfrm>
              <a:off x="4577244" y="4727234"/>
              <a:ext cx="238" cy="1664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51">
              <a:extLst>
                <a:ext uri="{FF2B5EF4-FFF2-40B4-BE49-F238E27FC236}">
                  <a16:creationId xmlns:a16="http://schemas.microsoft.com/office/drawing/2014/main" id="{E4C4109A-2B12-B617-D093-3CCF6510BA23}"/>
                </a:ext>
              </a:extLst>
            </p:cNvPr>
            <p:cNvSpPr/>
            <p:nvPr/>
          </p:nvSpPr>
          <p:spPr>
            <a:xfrm>
              <a:off x="4942600" y="4727234"/>
              <a:ext cx="41124" cy="220356"/>
            </a:xfrm>
            <a:custGeom>
              <a:avLst/>
              <a:gdLst/>
              <a:ahLst/>
              <a:cxnLst/>
              <a:rect l="l" t="t" r="r" b="b"/>
              <a:pathLst>
                <a:path w="173" h="927" extrusionOk="0">
                  <a:moveTo>
                    <a:pt x="0" y="0"/>
                  </a:moveTo>
                  <a:lnTo>
                    <a:pt x="0" y="926"/>
                  </a:lnTo>
                  <a:lnTo>
                    <a:pt x="173" y="926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51">
              <a:extLst>
                <a:ext uri="{FF2B5EF4-FFF2-40B4-BE49-F238E27FC236}">
                  <a16:creationId xmlns:a16="http://schemas.microsoft.com/office/drawing/2014/main" id="{7A5FB6E5-E0D6-8D8A-C6C1-9BA4215EE1CA}"/>
                </a:ext>
              </a:extLst>
            </p:cNvPr>
            <p:cNvSpPr/>
            <p:nvPr/>
          </p:nvSpPr>
          <p:spPr>
            <a:xfrm>
              <a:off x="4942600" y="4727234"/>
              <a:ext cx="238" cy="23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51">
              <a:extLst>
                <a:ext uri="{FF2B5EF4-FFF2-40B4-BE49-F238E27FC236}">
                  <a16:creationId xmlns:a16="http://schemas.microsoft.com/office/drawing/2014/main" id="{7FC7B596-7478-86EC-576A-B3965038A09B}"/>
                </a:ext>
              </a:extLst>
            </p:cNvPr>
            <p:cNvSpPr/>
            <p:nvPr/>
          </p:nvSpPr>
          <p:spPr>
            <a:xfrm>
              <a:off x="4780484" y="4817325"/>
              <a:ext cx="162355" cy="38033"/>
            </a:xfrm>
            <a:custGeom>
              <a:avLst/>
              <a:gdLst/>
              <a:ahLst/>
              <a:cxnLst/>
              <a:rect l="l" t="t" r="r" b="b"/>
              <a:pathLst>
                <a:path w="683" h="160" extrusionOk="0">
                  <a:moveTo>
                    <a:pt x="1" y="1"/>
                  </a:moveTo>
                  <a:lnTo>
                    <a:pt x="1" y="159"/>
                  </a:lnTo>
                  <a:lnTo>
                    <a:pt x="682" y="159"/>
                  </a:lnTo>
                  <a:lnTo>
                    <a:pt x="682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51">
              <a:extLst>
                <a:ext uri="{FF2B5EF4-FFF2-40B4-BE49-F238E27FC236}">
                  <a16:creationId xmlns:a16="http://schemas.microsoft.com/office/drawing/2014/main" id="{A56580FB-15D7-C64E-3269-09079729BC09}"/>
                </a:ext>
              </a:extLst>
            </p:cNvPr>
            <p:cNvSpPr/>
            <p:nvPr/>
          </p:nvSpPr>
          <p:spPr>
            <a:xfrm>
              <a:off x="4577244" y="4817325"/>
              <a:ext cx="162592" cy="38033"/>
            </a:xfrm>
            <a:custGeom>
              <a:avLst/>
              <a:gdLst/>
              <a:ahLst/>
              <a:cxnLst/>
              <a:rect l="l" t="t" r="r" b="b"/>
              <a:pathLst>
                <a:path w="684" h="160" extrusionOk="0">
                  <a:moveTo>
                    <a:pt x="0" y="1"/>
                  </a:moveTo>
                  <a:lnTo>
                    <a:pt x="0" y="159"/>
                  </a:lnTo>
                  <a:lnTo>
                    <a:pt x="683" y="159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51">
              <a:extLst>
                <a:ext uri="{FF2B5EF4-FFF2-40B4-BE49-F238E27FC236}">
                  <a16:creationId xmlns:a16="http://schemas.microsoft.com/office/drawing/2014/main" id="{F9D00A71-65AF-8668-3696-90A96E62C4EB}"/>
                </a:ext>
              </a:extLst>
            </p:cNvPr>
            <p:cNvSpPr/>
            <p:nvPr/>
          </p:nvSpPr>
          <p:spPr>
            <a:xfrm>
              <a:off x="4739598" y="4727234"/>
              <a:ext cx="41124" cy="220356"/>
            </a:xfrm>
            <a:custGeom>
              <a:avLst/>
              <a:gdLst/>
              <a:ahLst/>
              <a:cxnLst/>
              <a:rect l="l" t="t" r="r" b="b"/>
              <a:pathLst>
                <a:path w="173" h="927" extrusionOk="0">
                  <a:moveTo>
                    <a:pt x="0" y="0"/>
                  </a:moveTo>
                  <a:lnTo>
                    <a:pt x="0" y="926"/>
                  </a:lnTo>
                  <a:lnTo>
                    <a:pt x="173" y="926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1" name="Google Shape;2331;p51">
              <a:extLst>
                <a:ext uri="{FF2B5EF4-FFF2-40B4-BE49-F238E27FC236}">
                  <a16:creationId xmlns:a16="http://schemas.microsoft.com/office/drawing/2014/main" id="{23BA1D9D-62F3-8F23-CAFA-0A0F25083B37}"/>
                </a:ext>
              </a:extLst>
            </p:cNvPr>
            <p:cNvGrpSpPr/>
            <p:nvPr/>
          </p:nvGrpSpPr>
          <p:grpSpPr>
            <a:xfrm>
              <a:off x="6982782" y="1882079"/>
              <a:ext cx="1613232" cy="3052355"/>
              <a:chOff x="3887096" y="2214803"/>
              <a:chExt cx="1478131" cy="2796734"/>
            </a:xfrm>
          </p:grpSpPr>
          <p:sp>
            <p:nvSpPr>
              <p:cNvPr id="2332" name="Google Shape;2332;p51">
                <a:extLst>
                  <a:ext uri="{FF2B5EF4-FFF2-40B4-BE49-F238E27FC236}">
                    <a16:creationId xmlns:a16="http://schemas.microsoft.com/office/drawing/2014/main" id="{E45C4495-98BD-75E4-35F3-DEFB844C1CC5}"/>
                  </a:ext>
                </a:extLst>
              </p:cNvPr>
              <p:cNvSpPr/>
              <p:nvPr/>
            </p:nvSpPr>
            <p:spPr>
              <a:xfrm>
                <a:off x="5043610" y="3156595"/>
                <a:ext cx="221243" cy="221243"/>
              </a:xfrm>
              <a:custGeom>
                <a:avLst/>
                <a:gdLst/>
                <a:ahLst/>
                <a:cxnLst/>
                <a:rect l="l" t="t" r="r" b="b"/>
                <a:pathLst>
                  <a:path w="950" h="950" extrusionOk="0">
                    <a:moveTo>
                      <a:pt x="777" y="1"/>
                    </a:moveTo>
                    <a:cubicBezTo>
                      <a:pt x="525" y="72"/>
                      <a:pt x="187" y="101"/>
                      <a:pt x="187" y="101"/>
                    </a:cubicBezTo>
                    <a:lnTo>
                      <a:pt x="173" y="65"/>
                    </a:lnTo>
                    <a:cubicBezTo>
                      <a:pt x="144" y="72"/>
                      <a:pt x="101" y="87"/>
                      <a:pt x="58" y="94"/>
                    </a:cubicBezTo>
                    <a:cubicBezTo>
                      <a:pt x="23" y="158"/>
                      <a:pt x="1" y="230"/>
                      <a:pt x="8" y="310"/>
                    </a:cubicBezTo>
                    <a:lnTo>
                      <a:pt x="66" y="950"/>
                    </a:lnTo>
                    <a:lnTo>
                      <a:pt x="73" y="950"/>
                    </a:lnTo>
                    <a:lnTo>
                      <a:pt x="936" y="877"/>
                    </a:lnTo>
                    <a:lnTo>
                      <a:pt x="949" y="877"/>
                    </a:lnTo>
                    <a:lnTo>
                      <a:pt x="893" y="237"/>
                    </a:lnTo>
                    <a:cubicBezTo>
                      <a:pt x="886" y="144"/>
                      <a:pt x="843" y="58"/>
                      <a:pt x="7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51">
                <a:extLst>
                  <a:ext uri="{FF2B5EF4-FFF2-40B4-BE49-F238E27FC236}">
                    <a16:creationId xmlns:a16="http://schemas.microsoft.com/office/drawing/2014/main" id="{9C58A2F7-6233-0F1D-BBDA-62A268DA15BB}"/>
                  </a:ext>
                </a:extLst>
              </p:cNvPr>
              <p:cNvSpPr/>
              <p:nvPr/>
            </p:nvSpPr>
            <p:spPr>
              <a:xfrm>
                <a:off x="5159355" y="3452827"/>
                <a:ext cx="204242" cy="1190521"/>
              </a:xfrm>
              <a:custGeom>
                <a:avLst/>
                <a:gdLst/>
                <a:ahLst/>
                <a:cxnLst/>
                <a:rect l="l" t="t" r="r" b="b"/>
                <a:pathLst>
                  <a:path w="877" h="5112" extrusionOk="0">
                    <a:moveTo>
                      <a:pt x="466" y="0"/>
                    </a:moveTo>
                    <a:lnTo>
                      <a:pt x="44" y="37"/>
                    </a:lnTo>
                    <a:lnTo>
                      <a:pt x="0" y="37"/>
                    </a:lnTo>
                    <a:lnTo>
                      <a:pt x="21" y="288"/>
                    </a:lnTo>
                    <a:lnTo>
                      <a:pt x="402" y="4967"/>
                    </a:lnTo>
                    <a:lnTo>
                      <a:pt x="402" y="4976"/>
                    </a:lnTo>
                    <a:cubicBezTo>
                      <a:pt x="409" y="4976"/>
                      <a:pt x="423" y="4976"/>
                      <a:pt x="439" y="4982"/>
                    </a:cubicBezTo>
                    <a:cubicBezTo>
                      <a:pt x="482" y="4989"/>
                      <a:pt x="518" y="5019"/>
                      <a:pt x="539" y="5053"/>
                    </a:cubicBezTo>
                    <a:cubicBezTo>
                      <a:pt x="539" y="5053"/>
                      <a:pt x="618" y="4995"/>
                      <a:pt x="706" y="4995"/>
                    </a:cubicBezTo>
                    <a:cubicBezTo>
                      <a:pt x="766" y="4995"/>
                      <a:pt x="830" y="5022"/>
                      <a:pt x="877" y="5112"/>
                    </a:cubicBezTo>
                    <a:lnTo>
                      <a:pt x="46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51">
                <a:extLst>
                  <a:ext uri="{FF2B5EF4-FFF2-40B4-BE49-F238E27FC236}">
                    <a16:creationId xmlns:a16="http://schemas.microsoft.com/office/drawing/2014/main" id="{2BAA64E4-FEA2-8D59-D42A-7A805C369034}"/>
                  </a:ext>
                </a:extLst>
              </p:cNvPr>
              <p:cNvSpPr/>
              <p:nvPr/>
            </p:nvSpPr>
            <p:spPr>
              <a:xfrm>
                <a:off x="5068995" y="3461211"/>
                <a:ext cx="184214" cy="119867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5147" extrusionOk="0">
                    <a:moveTo>
                      <a:pt x="388" y="1"/>
                    </a:moveTo>
                    <a:lnTo>
                      <a:pt x="7" y="37"/>
                    </a:lnTo>
                    <a:lnTo>
                      <a:pt x="0" y="37"/>
                    </a:lnTo>
                    <a:lnTo>
                      <a:pt x="409" y="5147"/>
                    </a:lnTo>
                    <a:cubicBezTo>
                      <a:pt x="409" y="5147"/>
                      <a:pt x="460" y="5002"/>
                      <a:pt x="556" y="5002"/>
                    </a:cubicBezTo>
                    <a:cubicBezTo>
                      <a:pt x="562" y="5002"/>
                      <a:pt x="568" y="5002"/>
                      <a:pt x="575" y="5003"/>
                    </a:cubicBezTo>
                    <a:cubicBezTo>
                      <a:pt x="601" y="4953"/>
                      <a:pt x="682" y="4930"/>
                      <a:pt x="760" y="4930"/>
                    </a:cubicBezTo>
                    <a:cubicBezTo>
                      <a:pt x="770" y="4930"/>
                      <a:pt x="780" y="4930"/>
                      <a:pt x="790" y="4931"/>
                    </a:cubicBezTo>
                    <a:lnTo>
                      <a:pt x="409" y="25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51">
                <a:extLst>
                  <a:ext uri="{FF2B5EF4-FFF2-40B4-BE49-F238E27FC236}">
                    <a16:creationId xmlns:a16="http://schemas.microsoft.com/office/drawing/2014/main" id="{C05DBD88-25A2-53E1-4BB3-B218CE7A2D8F}"/>
                  </a:ext>
                </a:extLst>
              </p:cNvPr>
              <p:cNvSpPr/>
              <p:nvPr/>
            </p:nvSpPr>
            <p:spPr>
              <a:xfrm>
                <a:off x="5053624" y="3360837"/>
                <a:ext cx="221243" cy="108991"/>
              </a:xfrm>
              <a:custGeom>
                <a:avLst/>
                <a:gdLst/>
                <a:ahLst/>
                <a:cxnLst/>
                <a:rect l="l" t="t" r="r" b="b"/>
                <a:pathLst>
                  <a:path w="950" h="468" extrusionOk="0">
                    <a:moveTo>
                      <a:pt x="893" y="0"/>
                    </a:moveTo>
                    <a:lnTo>
                      <a:pt x="30" y="73"/>
                    </a:lnTo>
                    <a:lnTo>
                      <a:pt x="23" y="73"/>
                    </a:lnTo>
                    <a:cubicBezTo>
                      <a:pt x="8" y="73"/>
                      <a:pt x="1" y="87"/>
                      <a:pt x="1" y="100"/>
                    </a:cubicBezTo>
                    <a:lnTo>
                      <a:pt x="30" y="438"/>
                    </a:lnTo>
                    <a:cubicBezTo>
                      <a:pt x="30" y="454"/>
                      <a:pt x="44" y="468"/>
                      <a:pt x="58" y="468"/>
                    </a:cubicBezTo>
                    <a:lnTo>
                      <a:pt x="73" y="468"/>
                    </a:lnTo>
                    <a:lnTo>
                      <a:pt x="454" y="432"/>
                    </a:lnTo>
                    <a:lnTo>
                      <a:pt x="498" y="432"/>
                    </a:lnTo>
                    <a:lnTo>
                      <a:pt x="920" y="395"/>
                    </a:lnTo>
                    <a:lnTo>
                      <a:pt x="929" y="395"/>
                    </a:lnTo>
                    <a:cubicBezTo>
                      <a:pt x="943" y="395"/>
                      <a:pt x="950" y="382"/>
                      <a:pt x="950" y="368"/>
                    </a:cubicBezTo>
                    <a:lnTo>
                      <a:pt x="920" y="23"/>
                    </a:lnTo>
                    <a:cubicBezTo>
                      <a:pt x="920" y="7"/>
                      <a:pt x="913" y="0"/>
                      <a:pt x="9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51">
                <a:extLst>
                  <a:ext uri="{FF2B5EF4-FFF2-40B4-BE49-F238E27FC236}">
                    <a16:creationId xmlns:a16="http://schemas.microsoft.com/office/drawing/2014/main" id="{F69427F9-2CF3-ABB4-61BF-AE2FF0C8F2BE}"/>
                  </a:ext>
                </a:extLst>
              </p:cNvPr>
              <p:cNvSpPr/>
              <p:nvPr/>
            </p:nvSpPr>
            <p:spPr>
              <a:xfrm>
                <a:off x="5164245" y="4609108"/>
                <a:ext cx="200982" cy="238477"/>
              </a:xfrm>
              <a:custGeom>
                <a:avLst/>
                <a:gdLst/>
                <a:ahLst/>
                <a:cxnLst/>
                <a:rect l="l" t="t" r="r" b="b"/>
                <a:pathLst>
                  <a:path w="863" h="1024" extrusionOk="0">
                    <a:moveTo>
                      <a:pt x="351" y="1"/>
                    </a:moveTo>
                    <a:cubicBezTo>
                      <a:pt x="273" y="1"/>
                      <a:pt x="192" y="24"/>
                      <a:pt x="166" y="74"/>
                    </a:cubicBezTo>
                    <a:cubicBezTo>
                      <a:pt x="159" y="73"/>
                      <a:pt x="153" y="73"/>
                      <a:pt x="147" y="73"/>
                    </a:cubicBezTo>
                    <a:cubicBezTo>
                      <a:pt x="51" y="73"/>
                      <a:pt x="0" y="218"/>
                      <a:pt x="0" y="218"/>
                    </a:cubicBezTo>
                    <a:lnTo>
                      <a:pt x="295" y="1023"/>
                    </a:lnTo>
                    <a:cubicBezTo>
                      <a:pt x="372" y="998"/>
                      <a:pt x="441" y="988"/>
                      <a:pt x="501" y="988"/>
                    </a:cubicBezTo>
                    <a:cubicBezTo>
                      <a:pt x="576" y="988"/>
                      <a:pt x="639" y="1003"/>
                      <a:pt x="690" y="1023"/>
                    </a:cubicBezTo>
                    <a:lnTo>
                      <a:pt x="863" y="147"/>
                    </a:lnTo>
                    <a:lnTo>
                      <a:pt x="856" y="147"/>
                    </a:lnTo>
                    <a:cubicBezTo>
                      <a:pt x="809" y="57"/>
                      <a:pt x="745" y="30"/>
                      <a:pt x="685" y="30"/>
                    </a:cubicBezTo>
                    <a:cubicBezTo>
                      <a:pt x="597" y="30"/>
                      <a:pt x="518" y="88"/>
                      <a:pt x="518" y="88"/>
                    </a:cubicBezTo>
                    <a:cubicBezTo>
                      <a:pt x="497" y="54"/>
                      <a:pt x="461" y="24"/>
                      <a:pt x="418" y="17"/>
                    </a:cubicBezTo>
                    <a:cubicBezTo>
                      <a:pt x="402" y="11"/>
                      <a:pt x="388" y="11"/>
                      <a:pt x="381" y="11"/>
                    </a:cubicBezTo>
                    <a:lnTo>
                      <a:pt x="381" y="2"/>
                    </a:lnTo>
                    <a:cubicBezTo>
                      <a:pt x="371" y="1"/>
                      <a:pt x="361" y="1"/>
                      <a:pt x="3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51">
                <a:extLst>
                  <a:ext uri="{FF2B5EF4-FFF2-40B4-BE49-F238E27FC236}">
                    <a16:creationId xmlns:a16="http://schemas.microsoft.com/office/drawing/2014/main" id="{F0FEBE70-BA1A-E797-A558-510E985297CA}"/>
                  </a:ext>
                </a:extLst>
              </p:cNvPr>
              <p:cNvSpPr/>
              <p:nvPr/>
            </p:nvSpPr>
            <p:spPr>
              <a:xfrm>
                <a:off x="5232947" y="4838967"/>
                <a:ext cx="92223" cy="17093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734" extrusionOk="0">
                    <a:moveTo>
                      <a:pt x="206" y="1"/>
                    </a:moveTo>
                    <a:cubicBezTo>
                      <a:pt x="146" y="1"/>
                      <a:pt x="77" y="11"/>
                      <a:pt x="0" y="36"/>
                    </a:cubicBezTo>
                    <a:lnTo>
                      <a:pt x="259" y="733"/>
                    </a:lnTo>
                    <a:lnTo>
                      <a:pt x="395" y="36"/>
                    </a:lnTo>
                    <a:cubicBezTo>
                      <a:pt x="344" y="16"/>
                      <a:pt x="281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51">
                <a:extLst>
                  <a:ext uri="{FF2B5EF4-FFF2-40B4-BE49-F238E27FC236}">
                    <a16:creationId xmlns:a16="http://schemas.microsoft.com/office/drawing/2014/main" id="{601E916A-D3DE-E037-2DD3-CA5B58DE6263}"/>
                  </a:ext>
                </a:extLst>
              </p:cNvPr>
              <p:cNvSpPr/>
              <p:nvPr/>
            </p:nvSpPr>
            <p:spPr>
              <a:xfrm>
                <a:off x="4305593" y="3397866"/>
                <a:ext cx="134143" cy="368661"/>
              </a:xfrm>
              <a:custGeom>
                <a:avLst/>
                <a:gdLst/>
                <a:ahLst/>
                <a:cxnLst/>
                <a:rect l="l" t="t" r="r" b="b"/>
                <a:pathLst>
                  <a:path w="576" h="1583" extrusionOk="0">
                    <a:moveTo>
                      <a:pt x="287" y="0"/>
                    </a:moveTo>
                    <a:cubicBezTo>
                      <a:pt x="259" y="179"/>
                      <a:pt x="216" y="431"/>
                      <a:pt x="137" y="747"/>
                    </a:cubicBezTo>
                    <a:cubicBezTo>
                      <a:pt x="101" y="890"/>
                      <a:pt x="8" y="1149"/>
                      <a:pt x="1" y="1164"/>
                    </a:cubicBezTo>
                    <a:cubicBezTo>
                      <a:pt x="1" y="1164"/>
                      <a:pt x="8" y="1308"/>
                      <a:pt x="21" y="1358"/>
                    </a:cubicBezTo>
                    <a:cubicBezTo>
                      <a:pt x="28" y="1394"/>
                      <a:pt x="44" y="1416"/>
                      <a:pt x="51" y="1437"/>
                    </a:cubicBezTo>
                    <a:cubicBezTo>
                      <a:pt x="64" y="1451"/>
                      <a:pt x="94" y="1503"/>
                      <a:pt x="101" y="1516"/>
                    </a:cubicBezTo>
                    <a:cubicBezTo>
                      <a:pt x="110" y="1531"/>
                      <a:pt x="117" y="1546"/>
                      <a:pt x="125" y="1546"/>
                    </a:cubicBezTo>
                    <a:cubicBezTo>
                      <a:pt x="128" y="1546"/>
                      <a:pt x="132" y="1544"/>
                      <a:pt x="137" y="1537"/>
                    </a:cubicBezTo>
                    <a:cubicBezTo>
                      <a:pt x="158" y="1523"/>
                      <a:pt x="173" y="1466"/>
                      <a:pt x="137" y="1423"/>
                    </a:cubicBezTo>
                    <a:cubicBezTo>
                      <a:pt x="101" y="1373"/>
                      <a:pt x="108" y="1351"/>
                      <a:pt x="101" y="1321"/>
                    </a:cubicBezTo>
                    <a:cubicBezTo>
                      <a:pt x="94" y="1301"/>
                      <a:pt x="94" y="1271"/>
                      <a:pt x="101" y="1244"/>
                    </a:cubicBezTo>
                    <a:cubicBezTo>
                      <a:pt x="108" y="1294"/>
                      <a:pt x="121" y="1358"/>
                      <a:pt x="130" y="1380"/>
                    </a:cubicBezTo>
                    <a:cubicBezTo>
                      <a:pt x="144" y="1423"/>
                      <a:pt x="164" y="1444"/>
                      <a:pt x="180" y="1466"/>
                    </a:cubicBezTo>
                    <a:cubicBezTo>
                      <a:pt x="187" y="1487"/>
                      <a:pt x="230" y="1537"/>
                      <a:pt x="244" y="1553"/>
                    </a:cubicBezTo>
                    <a:cubicBezTo>
                      <a:pt x="249" y="1567"/>
                      <a:pt x="261" y="1583"/>
                      <a:pt x="273" y="1583"/>
                    </a:cubicBezTo>
                    <a:cubicBezTo>
                      <a:pt x="278" y="1583"/>
                      <a:pt x="283" y="1580"/>
                      <a:pt x="287" y="1573"/>
                    </a:cubicBezTo>
                    <a:cubicBezTo>
                      <a:pt x="303" y="1553"/>
                      <a:pt x="309" y="1487"/>
                      <a:pt x="266" y="1444"/>
                    </a:cubicBezTo>
                    <a:cubicBezTo>
                      <a:pt x="230" y="1394"/>
                      <a:pt x="223" y="1373"/>
                      <a:pt x="216" y="1337"/>
                    </a:cubicBezTo>
                    <a:cubicBezTo>
                      <a:pt x="202" y="1292"/>
                      <a:pt x="195" y="1234"/>
                      <a:pt x="189" y="1208"/>
                    </a:cubicBezTo>
                    <a:lnTo>
                      <a:pt x="189" y="1208"/>
                    </a:lnTo>
                    <a:cubicBezTo>
                      <a:pt x="203" y="1256"/>
                      <a:pt x="224" y="1316"/>
                      <a:pt x="237" y="1351"/>
                    </a:cubicBezTo>
                    <a:cubicBezTo>
                      <a:pt x="251" y="1380"/>
                      <a:pt x="266" y="1401"/>
                      <a:pt x="280" y="1416"/>
                    </a:cubicBezTo>
                    <a:cubicBezTo>
                      <a:pt x="294" y="1437"/>
                      <a:pt x="330" y="1473"/>
                      <a:pt x="346" y="1494"/>
                    </a:cubicBezTo>
                    <a:cubicBezTo>
                      <a:pt x="353" y="1466"/>
                      <a:pt x="359" y="1430"/>
                      <a:pt x="366" y="1394"/>
                    </a:cubicBezTo>
                    <a:lnTo>
                      <a:pt x="359" y="1394"/>
                    </a:lnTo>
                    <a:cubicBezTo>
                      <a:pt x="323" y="1351"/>
                      <a:pt x="323" y="1330"/>
                      <a:pt x="309" y="1301"/>
                    </a:cubicBezTo>
                    <a:cubicBezTo>
                      <a:pt x="294" y="1271"/>
                      <a:pt x="280" y="1192"/>
                      <a:pt x="280" y="1185"/>
                    </a:cubicBezTo>
                    <a:lnTo>
                      <a:pt x="280" y="1185"/>
                    </a:lnTo>
                    <a:cubicBezTo>
                      <a:pt x="294" y="1214"/>
                      <a:pt x="323" y="1265"/>
                      <a:pt x="330" y="1278"/>
                    </a:cubicBezTo>
                    <a:cubicBezTo>
                      <a:pt x="346" y="1308"/>
                      <a:pt x="366" y="1321"/>
                      <a:pt x="380" y="1337"/>
                    </a:cubicBezTo>
                    <a:cubicBezTo>
                      <a:pt x="380" y="1301"/>
                      <a:pt x="389" y="1271"/>
                      <a:pt x="396" y="1244"/>
                    </a:cubicBezTo>
                    <a:cubicBezTo>
                      <a:pt x="396" y="1235"/>
                      <a:pt x="396" y="1235"/>
                      <a:pt x="389" y="1228"/>
                    </a:cubicBezTo>
                    <a:cubicBezTo>
                      <a:pt x="366" y="1192"/>
                      <a:pt x="353" y="1142"/>
                      <a:pt x="353" y="1142"/>
                    </a:cubicBezTo>
                    <a:cubicBezTo>
                      <a:pt x="373" y="1028"/>
                      <a:pt x="423" y="913"/>
                      <a:pt x="416" y="790"/>
                    </a:cubicBezTo>
                    <a:cubicBezTo>
                      <a:pt x="416" y="776"/>
                      <a:pt x="416" y="726"/>
                      <a:pt x="409" y="683"/>
                    </a:cubicBezTo>
                    <a:cubicBezTo>
                      <a:pt x="432" y="618"/>
                      <a:pt x="459" y="545"/>
                      <a:pt x="489" y="474"/>
                    </a:cubicBezTo>
                    <a:cubicBezTo>
                      <a:pt x="489" y="445"/>
                      <a:pt x="489" y="416"/>
                      <a:pt x="496" y="381"/>
                    </a:cubicBezTo>
                    <a:cubicBezTo>
                      <a:pt x="503" y="352"/>
                      <a:pt x="532" y="229"/>
                      <a:pt x="575" y="71"/>
                    </a:cubicBezTo>
                    <a:cubicBezTo>
                      <a:pt x="423" y="50"/>
                      <a:pt x="287" y="0"/>
                      <a:pt x="287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51">
                <a:extLst>
                  <a:ext uri="{FF2B5EF4-FFF2-40B4-BE49-F238E27FC236}">
                    <a16:creationId xmlns:a16="http://schemas.microsoft.com/office/drawing/2014/main" id="{35AA003F-2F02-9F59-605B-E32C1F2938D1}"/>
                  </a:ext>
                </a:extLst>
              </p:cNvPr>
              <p:cNvSpPr/>
              <p:nvPr/>
            </p:nvSpPr>
            <p:spPr>
              <a:xfrm>
                <a:off x="4360555" y="2982396"/>
                <a:ext cx="124129" cy="432006"/>
              </a:xfrm>
              <a:custGeom>
                <a:avLst/>
                <a:gdLst/>
                <a:ahLst/>
                <a:cxnLst/>
                <a:rect l="l" t="t" r="r" b="b"/>
                <a:pathLst>
                  <a:path w="533" h="1855" extrusionOk="0">
                    <a:moveTo>
                      <a:pt x="462" y="0"/>
                    </a:moveTo>
                    <a:cubicBezTo>
                      <a:pt x="412" y="195"/>
                      <a:pt x="368" y="375"/>
                      <a:pt x="346" y="447"/>
                    </a:cubicBezTo>
                    <a:cubicBezTo>
                      <a:pt x="310" y="613"/>
                      <a:pt x="217" y="813"/>
                      <a:pt x="203" y="842"/>
                    </a:cubicBezTo>
                    <a:cubicBezTo>
                      <a:pt x="187" y="878"/>
                      <a:pt x="210" y="906"/>
                      <a:pt x="203" y="942"/>
                    </a:cubicBezTo>
                    <a:cubicBezTo>
                      <a:pt x="203" y="985"/>
                      <a:pt x="94" y="1130"/>
                      <a:pt x="80" y="1165"/>
                    </a:cubicBezTo>
                    <a:cubicBezTo>
                      <a:pt x="58" y="1201"/>
                      <a:pt x="87" y="1223"/>
                      <a:pt x="87" y="1266"/>
                    </a:cubicBezTo>
                    <a:cubicBezTo>
                      <a:pt x="80" y="1303"/>
                      <a:pt x="30" y="1389"/>
                      <a:pt x="15" y="1467"/>
                    </a:cubicBezTo>
                    <a:cubicBezTo>
                      <a:pt x="1" y="1546"/>
                      <a:pt x="51" y="1568"/>
                      <a:pt x="51" y="1568"/>
                    </a:cubicBezTo>
                    <a:cubicBezTo>
                      <a:pt x="51" y="1568"/>
                      <a:pt x="23" y="1691"/>
                      <a:pt x="15" y="1725"/>
                    </a:cubicBezTo>
                    <a:cubicBezTo>
                      <a:pt x="8" y="1762"/>
                      <a:pt x="51" y="1784"/>
                      <a:pt x="51" y="1784"/>
                    </a:cubicBezTo>
                    <a:cubicBezTo>
                      <a:pt x="51" y="1784"/>
                      <a:pt x="187" y="1834"/>
                      <a:pt x="339" y="1855"/>
                    </a:cubicBezTo>
                    <a:cubicBezTo>
                      <a:pt x="389" y="1655"/>
                      <a:pt x="455" y="1389"/>
                      <a:pt x="482" y="1165"/>
                    </a:cubicBezTo>
                    <a:cubicBezTo>
                      <a:pt x="489" y="1144"/>
                      <a:pt x="489" y="1122"/>
                      <a:pt x="489" y="1101"/>
                    </a:cubicBezTo>
                    <a:cubicBezTo>
                      <a:pt x="498" y="1072"/>
                      <a:pt x="498" y="1051"/>
                      <a:pt x="498" y="1028"/>
                    </a:cubicBezTo>
                    <a:cubicBezTo>
                      <a:pt x="505" y="1015"/>
                      <a:pt x="505" y="1001"/>
                      <a:pt x="505" y="985"/>
                    </a:cubicBezTo>
                    <a:cubicBezTo>
                      <a:pt x="505" y="949"/>
                      <a:pt x="512" y="915"/>
                      <a:pt x="512" y="885"/>
                    </a:cubicBezTo>
                    <a:cubicBezTo>
                      <a:pt x="512" y="856"/>
                      <a:pt x="518" y="842"/>
                      <a:pt x="518" y="820"/>
                    </a:cubicBezTo>
                    <a:cubicBezTo>
                      <a:pt x="525" y="727"/>
                      <a:pt x="525" y="656"/>
                      <a:pt x="532" y="597"/>
                    </a:cubicBezTo>
                    <a:lnTo>
                      <a:pt x="525" y="597"/>
                    </a:lnTo>
                    <a:cubicBezTo>
                      <a:pt x="532" y="576"/>
                      <a:pt x="532" y="554"/>
                      <a:pt x="532" y="533"/>
                    </a:cubicBezTo>
                    <a:cubicBezTo>
                      <a:pt x="532" y="454"/>
                      <a:pt x="525" y="397"/>
                      <a:pt x="512" y="338"/>
                    </a:cubicBezTo>
                    <a:cubicBezTo>
                      <a:pt x="512" y="325"/>
                      <a:pt x="512" y="311"/>
                      <a:pt x="505" y="295"/>
                    </a:cubicBezTo>
                    <a:lnTo>
                      <a:pt x="505" y="275"/>
                    </a:lnTo>
                    <a:cubicBezTo>
                      <a:pt x="505" y="268"/>
                      <a:pt x="498" y="259"/>
                      <a:pt x="498" y="252"/>
                    </a:cubicBezTo>
                    <a:lnTo>
                      <a:pt x="498" y="231"/>
                    </a:lnTo>
                    <a:cubicBezTo>
                      <a:pt x="482" y="159"/>
                      <a:pt x="468" y="73"/>
                      <a:pt x="4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51">
                <a:extLst>
                  <a:ext uri="{FF2B5EF4-FFF2-40B4-BE49-F238E27FC236}">
                    <a16:creationId xmlns:a16="http://schemas.microsoft.com/office/drawing/2014/main" id="{4BA00045-210F-0036-4848-40CB2BC4D7CA}"/>
                  </a:ext>
                </a:extLst>
              </p:cNvPr>
              <p:cNvSpPr/>
              <p:nvPr/>
            </p:nvSpPr>
            <p:spPr>
              <a:xfrm>
                <a:off x="4482820" y="3106525"/>
                <a:ext cx="1863" cy="15138"/>
              </a:xfrm>
              <a:custGeom>
                <a:avLst/>
                <a:gdLst/>
                <a:ahLst/>
                <a:cxnLst/>
                <a:rect l="l" t="t" r="r" b="b"/>
                <a:pathLst>
                  <a:path w="8" h="65" extrusionOk="0">
                    <a:moveTo>
                      <a:pt x="7" y="0"/>
                    </a:moveTo>
                    <a:cubicBezTo>
                      <a:pt x="7" y="21"/>
                      <a:pt x="7" y="43"/>
                      <a:pt x="0" y="64"/>
                    </a:cubicBezTo>
                    <a:lnTo>
                      <a:pt x="7" y="64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51">
                <a:extLst>
                  <a:ext uri="{FF2B5EF4-FFF2-40B4-BE49-F238E27FC236}">
                    <a16:creationId xmlns:a16="http://schemas.microsoft.com/office/drawing/2014/main" id="{71CEF15E-2B22-413B-D588-5EAD5615BCCE}"/>
                  </a:ext>
                </a:extLst>
              </p:cNvPr>
              <p:cNvSpPr/>
              <p:nvPr/>
            </p:nvSpPr>
            <p:spPr>
              <a:xfrm>
                <a:off x="4496560" y="2741359"/>
                <a:ext cx="75223" cy="14439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620" extrusionOk="0">
                    <a:moveTo>
                      <a:pt x="323" y="0"/>
                    </a:moveTo>
                    <a:lnTo>
                      <a:pt x="323" y="0"/>
                    </a:lnTo>
                    <a:cubicBezTo>
                      <a:pt x="286" y="36"/>
                      <a:pt x="207" y="130"/>
                      <a:pt x="93" y="354"/>
                    </a:cubicBezTo>
                    <a:cubicBezTo>
                      <a:pt x="71" y="404"/>
                      <a:pt x="35" y="497"/>
                      <a:pt x="0" y="620"/>
                    </a:cubicBezTo>
                    <a:cubicBezTo>
                      <a:pt x="21" y="583"/>
                      <a:pt x="43" y="540"/>
                      <a:pt x="64" y="504"/>
                    </a:cubicBezTo>
                    <a:cubicBezTo>
                      <a:pt x="78" y="483"/>
                      <a:pt x="86" y="468"/>
                      <a:pt x="100" y="447"/>
                    </a:cubicBezTo>
                    <a:cubicBezTo>
                      <a:pt x="114" y="418"/>
                      <a:pt x="129" y="397"/>
                      <a:pt x="143" y="375"/>
                    </a:cubicBezTo>
                    <a:cubicBezTo>
                      <a:pt x="193" y="274"/>
                      <a:pt x="259" y="73"/>
                      <a:pt x="3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51">
                <a:extLst>
                  <a:ext uri="{FF2B5EF4-FFF2-40B4-BE49-F238E27FC236}">
                    <a16:creationId xmlns:a16="http://schemas.microsoft.com/office/drawing/2014/main" id="{8F34B820-94EE-B564-E693-947A0F3CB67C}"/>
                  </a:ext>
                </a:extLst>
              </p:cNvPr>
              <p:cNvSpPr/>
              <p:nvPr/>
            </p:nvSpPr>
            <p:spPr>
              <a:xfrm>
                <a:off x="4154916" y="4840364"/>
                <a:ext cx="1863" cy="3959"/>
              </a:xfrm>
              <a:custGeom>
                <a:avLst/>
                <a:gdLst/>
                <a:ahLst/>
                <a:cxnLst/>
                <a:rect l="l" t="t" r="r" b="b"/>
                <a:pathLst>
                  <a:path w="8" h="17" extrusionOk="0">
                    <a:moveTo>
                      <a:pt x="8" y="1"/>
                    </a:moveTo>
                    <a:lnTo>
                      <a:pt x="4" y="10"/>
                    </a:lnTo>
                    <a:lnTo>
                      <a:pt x="4" y="10"/>
                    </a:lnTo>
                    <a:cubicBezTo>
                      <a:pt x="5" y="8"/>
                      <a:pt x="8" y="6"/>
                      <a:pt x="8" y="1"/>
                    </a:cubicBezTo>
                    <a:close/>
                    <a:moveTo>
                      <a:pt x="4" y="10"/>
                    </a:moveTo>
                    <a:cubicBezTo>
                      <a:pt x="2" y="12"/>
                      <a:pt x="1" y="13"/>
                      <a:pt x="1" y="16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51">
                <a:extLst>
                  <a:ext uri="{FF2B5EF4-FFF2-40B4-BE49-F238E27FC236}">
                    <a16:creationId xmlns:a16="http://schemas.microsoft.com/office/drawing/2014/main" id="{AA72AD19-7A88-C211-8EC0-695F102534E9}"/>
                  </a:ext>
                </a:extLst>
              </p:cNvPr>
              <p:cNvSpPr/>
              <p:nvPr/>
            </p:nvSpPr>
            <p:spPr>
              <a:xfrm>
                <a:off x="4205219" y="3526652"/>
                <a:ext cx="418499" cy="1193548"/>
              </a:xfrm>
              <a:custGeom>
                <a:avLst/>
                <a:gdLst/>
                <a:ahLst/>
                <a:cxnLst/>
                <a:rect l="l" t="t" r="r" b="b"/>
                <a:pathLst>
                  <a:path w="1797" h="5125" extrusionOk="0">
                    <a:moveTo>
                      <a:pt x="956" y="1"/>
                    </a:moveTo>
                    <a:cubicBezTo>
                      <a:pt x="934" y="137"/>
                      <a:pt x="884" y="396"/>
                      <a:pt x="827" y="691"/>
                    </a:cubicBezTo>
                    <a:cubicBezTo>
                      <a:pt x="820" y="718"/>
                      <a:pt x="811" y="748"/>
                      <a:pt x="811" y="784"/>
                    </a:cubicBezTo>
                    <a:cubicBezTo>
                      <a:pt x="804" y="805"/>
                      <a:pt x="804" y="820"/>
                      <a:pt x="797" y="841"/>
                    </a:cubicBezTo>
                    <a:cubicBezTo>
                      <a:pt x="790" y="877"/>
                      <a:pt x="784" y="913"/>
                      <a:pt x="777" y="941"/>
                    </a:cubicBezTo>
                    <a:cubicBezTo>
                      <a:pt x="668" y="1538"/>
                      <a:pt x="539" y="2214"/>
                      <a:pt x="489" y="2487"/>
                    </a:cubicBezTo>
                    <a:cubicBezTo>
                      <a:pt x="395" y="3011"/>
                      <a:pt x="207" y="4291"/>
                      <a:pt x="0" y="4888"/>
                    </a:cubicBezTo>
                    <a:lnTo>
                      <a:pt x="28" y="4902"/>
                    </a:lnTo>
                    <a:lnTo>
                      <a:pt x="568" y="5111"/>
                    </a:lnTo>
                    <a:lnTo>
                      <a:pt x="595" y="5124"/>
                    </a:lnTo>
                    <a:cubicBezTo>
                      <a:pt x="595" y="5124"/>
                      <a:pt x="1156" y="3975"/>
                      <a:pt x="1236" y="3644"/>
                    </a:cubicBezTo>
                    <a:cubicBezTo>
                      <a:pt x="1322" y="3306"/>
                      <a:pt x="1380" y="2811"/>
                      <a:pt x="1437" y="2645"/>
                    </a:cubicBezTo>
                    <a:cubicBezTo>
                      <a:pt x="1474" y="2530"/>
                      <a:pt x="1653" y="2062"/>
                      <a:pt x="1796" y="1690"/>
                    </a:cubicBezTo>
                    <a:cubicBezTo>
                      <a:pt x="1682" y="1093"/>
                      <a:pt x="1553" y="410"/>
                      <a:pt x="1501" y="137"/>
                    </a:cubicBezTo>
                    <a:cubicBezTo>
                      <a:pt x="1322" y="115"/>
                      <a:pt x="1142" y="72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51">
                <a:extLst>
                  <a:ext uri="{FF2B5EF4-FFF2-40B4-BE49-F238E27FC236}">
                    <a16:creationId xmlns:a16="http://schemas.microsoft.com/office/drawing/2014/main" id="{3B0EE4BA-D164-7E6A-E8CF-3A339594942F}"/>
                  </a:ext>
                </a:extLst>
              </p:cNvPr>
              <p:cNvSpPr/>
              <p:nvPr/>
            </p:nvSpPr>
            <p:spPr>
              <a:xfrm>
                <a:off x="4174944" y="4668028"/>
                <a:ext cx="162555" cy="20796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893" extrusionOk="0">
                    <a:moveTo>
                      <a:pt x="158" y="1"/>
                    </a:moveTo>
                    <a:lnTo>
                      <a:pt x="1" y="491"/>
                    </a:lnTo>
                    <a:lnTo>
                      <a:pt x="15" y="491"/>
                    </a:lnTo>
                    <a:cubicBezTo>
                      <a:pt x="58" y="511"/>
                      <a:pt x="87" y="591"/>
                      <a:pt x="15" y="655"/>
                    </a:cubicBezTo>
                    <a:cubicBezTo>
                      <a:pt x="44" y="663"/>
                      <a:pt x="65" y="684"/>
                      <a:pt x="87" y="713"/>
                    </a:cubicBezTo>
                    <a:cubicBezTo>
                      <a:pt x="137" y="770"/>
                      <a:pt x="201" y="827"/>
                      <a:pt x="280" y="856"/>
                    </a:cubicBezTo>
                    <a:cubicBezTo>
                      <a:pt x="330" y="879"/>
                      <a:pt x="367" y="879"/>
                      <a:pt x="389" y="893"/>
                    </a:cubicBezTo>
                    <a:lnTo>
                      <a:pt x="698" y="210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51">
                <a:extLst>
                  <a:ext uri="{FF2B5EF4-FFF2-40B4-BE49-F238E27FC236}">
                    <a16:creationId xmlns:a16="http://schemas.microsoft.com/office/drawing/2014/main" id="{F73C018E-24F6-1BCA-0ECE-B4023E5A6829}"/>
                  </a:ext>
                </a:extLst>
              </p:cNvPr>
              <p:cNvSpPr/>
              <p:nvPr/>
            </p:nvSpPr>
            <p:spPr>
              <a:xfrm>
                <a:off x="4012389" y="4805431"/>
                <a:ext cx="28645" cy="2887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24" extrusionOk="0">
                    <a:moveTo>
                      <a:pt x="72" y="0"/>
                    </a:moveTo>
                    <a:cubicBezTo>
                      <a:pt x="14" y="0"/>
                      <a:pt x="0" y="37"/>
                      <a:pt x="0" y="37"/>
                    </a:cubicBezTo>
                    <a:cubicBezTo>
                      <a:pt x="9" y="51"/>
                      <a:pt x="23" y="80"/>
                      <a:pt x="30" y="123"/>
                    </a:cubicBezTo>
                    <a:cubicBezTo>
                      <a:pt x="30" y="123"/>
                      <a:pt x="36" y="73"/>
                      <a:pt x="109" y="65"/>
                    </a:cubicBezTo>
                    <a:lnTo>
                      <a:pt x="123" y="65"/>
                    </a:lnTo>
                    <a:lnTo>
                      <a:pt x="109" y="1"/>
                    </a:lnTo>
                    <a:lnTo>
                      <a:pt x="87" y="1"/>
                    </a:lnTo>
                    <a:cubicBezTo>
                      <a:pt x="81" y="0"/>
                      <a:pt x="76" y="0"/>
                      <a:pt x="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51">
                <a:extLst>
                  <a:ext uri="{FF2B5EF4-FFF2-40B4-BE49-F238E27FC236}">
                    <a16:creationId xmlns:a16="http://schemas.microsoft.com/office/drawing/2014/main" id="{ACFC9AC3-2804-B997-D76D-3998CFFE5261}"/>
                  </a:ext>
                </a:extLst>
              </p:cNvPr>
              <p:cNvSpPr/>
              <p:nvPr/>
            </p:nvSpPr>
            <p:spPr>
              <a:xfrm>
                <a:off x="4052446" y="4803801"/>
                <a:ext cx="20494" cy="15138"/>
              </a:xfrm>
              <a:custGeom>
                <a:avLst/>
                <a:gdLst/>
                <a:ahLst/>
                <a:cxnLst/>
                <a:rect l="l" t="t" r="r" b="b"/>
                <a:pathLst>
                  <a:path w="88" h="65" extrusionOk="0">
                    <a:moveTo>
                      <a:pt x="66" y="1"/>
                    </a:moveTo>
                    <a:cubicBezTo>
                      <a:pt x="44" y="1"/>
                      <a:pt x="23" y="1"/>
                      <a:pt x="1" y="8"/>
                    </a:cubicBezTo>
                    <a:lnTo>
                      <a:pt x="16" y="65"/>
                    </a:lnTo>
                    <a:lnTo>
                      <a:pt x="87" y="65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51">
                <a:extLst>
                  <a:ext uri="{FF2B5EF4-FFF2-40B4-BE49-F238E27FC236}">
                    <a16:creationId xmlns:a16="http://schemas.microsoft.com/office/drawing/2014/main" id="{53324A17-FB03-27BA-AFA5-355DC0F9E8EB}"/>
                  </a:ext>
                </a:extLst>
              </p:cNvPr>
              <p:cNvSpPr/>
              <p:nvPr/>
            </p:nvSpPr>
            <p:spPr>
              <a:xfrm>
                <a:off x="4084584" y="4802171"/>
                <a:ext cx="18398" cy="16768"/>
              </a:xfrm>
              <a:custGeom>
                <a:avLst/>
                <a:gdLst/>
                <a:ahLst/>
                <a:cxnLst/>
                <a:rect l="l" t="t" r="r" b="b"/>
                <a:pathLst>
                  <a:path w="79" h="72" extrusionOk="0">
                    <a:moveTo>
                      <a:pt x="65" y="1"/>
                    </a:moveTo>
                    <a:cubicBezTo>
                      <a:pt x="44" y="1"/>
                      <a:pt x="21" y="8"/>
                      <a:pt x="1" y="8"/>
                    </a:cubicBezTo>
                    <a:lnTo>
                      <a:pt x="15" y="72"/>
                    </a:lnTo>
                    <a:cubicBezTo>
                      <a:pt x="35" y="72"/>
                      <a:pt x="58" y="65"/>
                      <a:pt x="78" y="65"/>
                    </a:cubicBezTo>
                    <a:lnTo>
                      <a:pt x="6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51">
                <a:extLst>
                  <a:ext uri="{FF2B5EF4-FFF2-40B4-BE49-F238E27FC236}">
                    <a16:creationId xmlns:a16="http://schemas.microsoft.com/office/drawing/2014/main" id="{B15C6C06-0A02-8A8E-F011-0AECB6455F77}"/>
                  </a:ext>
                </a:extLst>
              </p:cNvPr>
              <p:cNvSpPr/>
              <p:nvPr/>
            </p:nvSpPr>
            <p:spPr>
              <a:xfrm>
                <a:off x="4114859" y="4798677"/>
                <a:ext cx="20261" cy="18631"/>
              </a:xfrm>
              <a:custGeom>
                <a:avLst/>
                <a:gdLst/>
                <a:ahLst/>
                <a:cxnLst/>
                <a:rect l="l" t="t" r="r" b="b"/>
                <a:pathLst>
                  <a:path w="87" h="80" extrusionOk="0">
                    <a:moveTo>
                      <a:pt x="43" y="0"/>
                    </a:moveTo>
                    <a:cubicBezTo>
                      <a:pt x="35" y="7"/>
                      <a:pt x="21" y="7"/>
                      <a:pt x="14" y="7"/>
                    </a:cubicBezTo>
                    <a:lnTo>
                      <a:pt x="0" y="7"/>
                    </a:lnTo>
                    <a:lnTo>
                      <a:pt x="14" y="80"/>
                    </a:lnTo>
                    <a:lnTo>
                      <a:pt x="86" y="8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51">
                <a:extLst>
                  <a:ext uri="{FF2B5EF4-FFF2-40B4-BE49-F238E27FC236}">
                    <a16:creationId xmlns:a16="http://schemas.microsoft.com/office/drawing/2014/main" id="{2609C787-5FAA-1A4C-334D-685ED1D0C7E5}"/>
                  </a:ext>
                </a:extLst>
              </p:cNvPr>
              <p:cNvSpPr/>
              <p:nvPr/>
            </p:nvSpPr>
            <p:spPr>
              <a:xfrm>
                <a:off x="4154916" y="4840364"/>
                <a:ext cx="1863" cy="3959"/>
              </a:xfrm>
              <a:custGeom>
                <a:avLst/>
                <a:gdLst/>
                <a:ahLst/>
                <a:cxnLst/>
                <a:rect l="l" t="t" r="r" b="b"/>
                <a:pathLst>
                  <a:path w="8" h="17" extrusionOk="0">
                    <a:moveTo>
                      <a:pt x="8" y="1"/>
                    </a:moveTo>
                    <a:lnTo>
                      <a:pt x="4" y="10"/>
                    </a:lnTo>
                    <a:lnTo>
                      <a:pt x="4" y="10"/>
                    </a:lnTo>
                    <a:cubicBezTo>
                      <a:pt x="5" y="8"/>
                      <a:pt x="8" y="6"/>
                      <a:pt x="8" y="1"/>
                    </a:cubicBezTo>
                    <a:close/>
                    <a:moveTo>
                      <a:pt x="4" y="10"/>
                    </a:moveTo>
                    <a:cubicBezTo>
                      <a:pt x="2" y="12"/>
                      <a:pt x="1" y="13"/>
                      <a:pt x="1" y="16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51">
                <a:extLst>
                  <a:ext uri="{FF2B5EF4-FFF2-40B4-BE49-F238E27FC236}">
                    <a16:creationId xmlns:a16="http://schemas.microsoft.com/office/drawing/2014/main" id="{138BFC1C-72C2-C6BD-2179-D5F7BDD7D0F3}"/>
                  </a:ext>
                </a:extLst>
              </p:cNvPr>
              <p:cNvSpPr/>
              <p:nvPr/>
            </p:nvSpPr>
            <p:spPr>
              <a:xfrm>
                <a:off x="3887096" y="4840364"/>
                <a:ext cx="363304" cy="171172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735" extrusionOk="0">
                    <a:moveTo>
                      <a:pt x="64" y="1"/>
                    </a:moveTo>
                    <a:lnTo>
                      <a:pt x="0" y="146"/>
                    </a:lnTo>
                    <a:lnTo>
                      <a:pt x="1496" y="734"/>
                    </a:lnTo>
                    <a:lnTo>
                      <a:pt x="1560" y="598"/>
                    </a:lnTo>
                    <a:lnTo>
                      <a:pt x="538" y="189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51">
                <a:extLst>
                  <a:ext uri="{FF2B5EF4-FFF2-40B4-BE49-F238E27FC236}">
                    <a16:creationId xmlns:a16="http://schemas.microsoft.com/office/drawing/2014/main" id="{B28E2FB9-A0EA-E9FE-63B0-D819A1350288}"/>
                  </a:ext>
                </a:extLst>
              </p:cNvPr>
              <p:cNvSpPr/>
              <p:nvPr/>
            </p:nvSpPr>
            <p:spPr>
              <a:xfrm>
                <a:off x="3901768" y="4807993"/>
                <a:ext cx="119238" cy="7638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328" extrusionOk="0">
                    <a:moveTo>
                      <a:pt x="306" y="1"/>
                    </a:moveTo>
                    <a:cubicBezTo>
                      <a:pt x="61" y="1"/>
                      <a:pt x="1" y="140"/>
                      <a:pt x="1" y="140"/>
                    </a:cubicBezTo>
                    <a:lnTo>
                      <a:pt x="475" y="328"/>
                    </a:lnTo>
                    <a:cubicBezTo>
                      <a:pt x="511" y="242"/>
                      <a:pt x="511" y="162"/>
                      <a:pt x="505" y="112"/>
                    </a:cubicBezTo>
                    <a:cubicBezTo>
                      <a:pt x="498" y="69"/>
                      <a:pt x="484" y="40"/>
                      <a:pt x="475" y="26"/>
                    </a:cubicBezTo>
                    <a:lnTo>
                      <a:pt x="475" y="19"/>
                    </a:lnTo>
                    <a:cubicBezTo>
                      <a:pt x="411" y="6"/>
                      <a:pt x="355" y="1"/>
                      <a:pt x="3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51">
                <a:extLst>
                  <a:ext uri="{FF2B5EF4-FFF2-40B4-BE49-F238E27FC236}">
                    <a16:creationId xmlns:a16="http://schemas.microsoft.com/office/drawing/2014/main" id="{B28FA8EA-C82D-23C2-80ED-305B048BA0F2}"/>
                  </a:ext>
                </a:extLst>
              </p:cNvPr>
              <p:cNvSpPr/>
              <p:nvPr/>
            </p:nvSpPr>
            <p:spPr>
              <a:xfrm>
                <a:off x="4012389" y="4817075"/>
                <a:ext cx="261300" cy="162555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698" extrusionOk="0">
                    <a:moveTo>
                      <a:pt x="388" y="1"/>
                    </a:moveTo>
                    <a:cubicBezTo>
                      <a:pt x="368" y="1"/>
                      <a:pt x="345" y="8"/>
                      <a:pt x="325" y="8"/>
                    </a:cubicBezTo>
                    <a:lnTo>
                      <a:pt x="345" y="87"/>
                    </a:lnTo>
                    <a:cubicBezTo>
                      <a:pt x="345" y="101"/>
                      <a:pt x="338" y="116"/>
                      <a:pt x="318" y="123"/>
                    </a:cubicBezTo>
                    <a:lnTo>
                      <a:pt x="311" y="123"/>
                    </a:lnTo>
                    <a:cubicBezTo>
                      <a:pt x="295" y="123"/>
                      <a:pt x="281" y="116"/>
                      <a:pt x="281" y="101"/>
                    </a:cubicBezTo>
                    <a:lnTo>
                      <a:pt x="259" y="8"/>
                    </a:lnTo>
                    <a:lnTo>
                      <a:pt x="188" y="8"/>
                    </a:lnTo>
                    <a:lnTo>
                      <a:pt x="209" y="80"/>
                    </a:lnTo>
                    <a:cubicBezTo>
                      <a:pt x="209" y="94"/>
                      <a:pt x="202" y="116"/>
                      <a:pt x="181" y="116"/>
                    </a:cubicBezTo>
                    <a:cubicBezTo>
                      <a:pt x="181" y="123"/>
                      <a:pt x="181" y="123"/>
                      <a:pt x="173" y="123"/>
                    </a:cubicBezTo>
                    <a:cubicBezTo>
                      <a:pt x="159" y="123"/>
                      <a:pt x="145" y="110"/>
                      <a:pt x="145" y="94"/>
                    </a:cubicBezTo>
                    <a:lnTo>
                      <a:pt x="123" y="15"/>
                    </a:lnTo>
                    <a:lnTo>
                      <a:pt x="109" y="15"/>
                    </a:lnTo>
                    <a:cubicBezTo>
                      <a:pt x="36" y="23"/>
                      <a:pt x="30" y="73"/>
                      <a:pt x="30" y="73"/>
                    </a:cubicBezTo>
                    <a:cubicBezTo>
                      <a:pt x="36" y="123"/>
                      <a:pt x="36" y="203"/>
                      <a:pt x="0" y="289"/>
                    </a:cubicBezTo>
                    <a:lnTo>
                      <a:pt x="1022" y="698"/>
                    </a:lnTo>
                    <a:cubicBezTo>
                      <a:pt x="1108" y="548"/>
                      <a:pt x="1122" y="353"/>
                      <a:pt x="1108" y="296"/>
                    </a:cubicBezTo>
                    <a:cubicBezTo>
                      <a:pt x="1108" y="289"/>
                      <a:pt x="1108" y="282"/>
                      <a:pt x="1101" y="273"/>
                    </a:cubicBezTo>
                    <a:lnTo>
                      <a:pt x="1101" y="266"/>
                    </a:lnTo>
                    <a:cubicBezTo>
                      <a:pt x="1094" y="260"/>
                      <a:pt x="1087" y="253"/>
                      <a:pt x="1087" y="253"/>
                    </a:cubicBezTo>
                    <a:cubicBezTo>
                      <a:pt x="1065" y="239"/>
                      <a:pt x="1028" y="239"/>
                      <a:pt x="978" y="216"/>
                    </a:cubicBezTo>
                    <a:cubicBezTo>
                      <a:pt x="899" y="187"/>
                      <a:pt x="835" y="130"/>
                      <a:pt x="785" y="73"/>
                    </a:cubicBezTo>
                    <a:cubicBezTo>
                      <a:pt x="763" y="44"/>
                      <a:pt x="742" y="23"/>
                      <a:pt x="713" y="15"/>
                    </a:cubicBezTo>
                    <a:cubicBezTo>
                      <a:pt x="713" y="8"/>
                      <a:pt x="706" y="8"/>
                      <a:pt x="699" y="8"/>
                    </a:cubicBezTo>
                    <a:cubicBezTo>
                      <a:pt x="690" y="1"/>
                      <a:pt x="683" y="1"/>
                      <a:pt x="677" y="1"/>
                    </a:cubicBezTo>
                    <a:lnTo>
                      <a:pt x="590" y="1"/>
                    </a:lnTo>
                    <a:lnTo>
                      <a:pt x="620" y="94"/>
                    </a:lnTo>
                    <a:lnTo>
                      <a:pt x="620" y="101"/>
                    </a:lnTo>
                    <a:cubicBezTo>
                      <a:pt x="620" y="110"/>
                      <a:pt x="613" y="110"/>
                      <a:pt x="613" y="116"/>
                    </a:cubicBezTo>
                    <a:cubicBezTo>
                      <a:pt x="604" y="123"/>
                      <a:pt x="597" y="130"/>
                      <a:pt x="590" y="130"/>
                    </a:cubicBezTo>
                    <a:lnTo>
                      <a:pt x="583" y="130"/>
                    </a:lnTo>
                    <a:cubicBezTo>
                      <a:pt x="570" y="130"/>
                      <a:pt x="554" y="123"/>
                      <a:pt x="554" y="110"/>
                    </a:cubicBezTo>
                    <a:lnTo>
                      <a:pt x="526" y="1"/>
                    </a:lnTo>
                    <a:lnTo>
                      <a:pt x="454" y="1"/>
                    </a:lnTo>
                    <a:lnTo>
                      <a:pt x="475" y="87"/>
                    </a:lnTo>
                    <a:cubicBezTo>
                      <a:pt x="483" y="101"/>
                      <a:pt x="475" y="123"/>
                      <a:pt x="454" y="123"/>
                    </a:cubicBezTo>
                    <a:cubicBezTo>
                      <a:pt x="454" y="130"/>
                      <a:pt x="447" y="130"/>
                      <a:pt x="447" y="130"/>
                    </a:cubicBezTo>
                    <a:cubicBezTo>
                      <a:pt x="432" y="130"/>
                      <a:pt x="418" y="116"/>
                      <a:pt x="418" y="101"/>
                    </a:cubicBez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51">
                <a:extLst>
                  <a:ext uri="{FF2B5EF4-FFF2-40B4-BE49-F238E27FC236}">
                    <a16:creationId xmlns:a16="http://schemas.microsoft.com/office/drawing/2014/main" id="{50CD6818-19F7-5B51-B446-688FA725A64F}"/>
                  </a:ext>
                </a:extLst>
              </p:cNvPr>
              <p:cNvSpPr/>
              <p:nvPr/>
            </p:nvSpPr>
            <p:spPr>
              <a:xfrm>
                <a:off x="4144902" y="4782142"/>
                <a:ext cx="50537" cy="3842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165" extrusionOk="0">
                    <a:moveTo>
                      <a:pt x="101" y="1"/>
                    </a:moveTo>
                    <a:cubicBezTo>
                      <a:pt x="78" y="8"/>
                      <a:pt x="57" y="28"/>
                      <a:pt x="21" y="44"/>
                    </a:cubicBezTo>
                    <a:cubicBezTo>
                      <a:pt x="14" y="44"/>
                      <a:pt x="7" y="51"/>
                      <a:pt x="1" y="51"/>
                    </a:cubicBezTo>
                    <a:lnTo>
                      <a:pt x="21" y="151"/>
                    </a:lnTo>
                    <a:lnTo>
                      <a:pt x="108" y="151"/>
                    </a:lnTo>
                    <a:cubicBezTo>
                      <a:pt x="114" y="151"/>
                      <a:pt x="121" y="151"/>
                      <a:pt x="130" y="158"/>
                    </a:cubicBezTo>
                    <a:cubicBezTo>
                      <a:pt x="137" y="158"/>
                      <a:pt x="144" y="158"/>
                      <a:pt x="144" y="165"/>
                    </a:cubicBezTo>
                    <a:cubicBezTo>
                      <a:pt x="216" y="101"/>
                      <a:pt x="187" y="21"/>
                      <a:pt x="1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51">
                <a:extLst>
                  <a:ext uri="{FF2B5EF4-FFF2-40B4-BE49-F238E27FC236}">
                    <a16:creationId xmlns:a16="http://schemas.microsoft.com/office/drawing/2014/main" id="{60A49859-86D5-5F9D-38DB-8DE451D14023}"/>
                  </a:ext>
                </a:extLst>
              </p:cNvPr>
              <p:cNvSpPr/>
              <p:nvPr/>
            </p:nvSpPr>
            <p:spPr>
              <a:xfrm>
                <a:off x="4168190" y="4782142"/>
                <a:ext cx="6987" cy="233"/>
              </a:xfrm>
              <a:custGeom>
                <a:avLst/>
                <a:gdLst/>
                <a:ahLst/>
                <a:cxnLst/>
                <a:rect l="l" t="t" r="r" b="b"/>
                <a:pathLst>
                  <a:path w="30" h="1" fill="none" extrusionOk="0">
                    <a:moveTo>
                      <a:pt x="30" y="1"/>
                    </a:moveTo>
                    <a:lnTo>
                      <a:pt x="14" y="1"/>
                    </a:ln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51">
                <a:extLst>
                  <a:ext uri="{FF2B5EF4-FFF2-40B4-BE49-F238E27FC236}">
                    <a16:creationId xmlns:a16="http://schemas.microsoft.com/office/drawing/2014/main" id="{80CC75F8-D9B9-288C-832D-4C6A23793BC3}"/>
                  </a:ext>
                </a:extLst>
              </p:cNvPr>
              <p:cNvSpPr/>
              <p:nvPr/>
            </p:nvSpPr>
            <p:spPr>
              <a:xfrm>
                <a:off x="4114859" y="4798677"/>
                <a:ext cx="14905" cy="1863"/>
              </a:xfrm>
              <a:custGeom>
                <a:avLst/>
                <a:gdLst/>
                <a:ahLst/>
                <a:cxnLst/>
                <a:rect l="l" t="t" r="r" b="b"/>
                <a:pathLst>
                  <a:path w="64" h="8" fill="none" extrusionOk="0">
                    <a:moveTo>
                      <a:pt x="0" y="7"/>
                    </a:moveTo>
                    <a:lnTo>
                      <a:pt x="14" y="7"/>
                    </a:lnTo>
                    <a:cubicBezTo>
                      <a:pt x="21" y="7"/>
                      <a:pt x="35" y="7"/>
                      <a:pt x="43" y="0"/>
                    </a:cubicBezTo>
                    <a:lnTo>
                      <a:pt x="64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51">
                <a:extLst>
                  <a:ext uri="{FF2B5EF4-FFF2-40B4-BE49-F238E27FC236}">
                    <a16:creationId xmlns:a16="http://schemas.microsoft.com/office/drawing/2014/main" id="{FC0EA9C9-B9E0-E2FA-46E2-9C99CE802D23}"/>
                  </a:ext>
                </a:extLst>
              </p:cNvPr>
              <p:cNvSpPr/>
              <p:nvPr/>
            </p:nvSpPr>
            <p:spPr>
              <a:xfrm>
                <a:off x="4052446" y="4803801"/>
                <a:ext cx="15603" cy="1863"/>
              </a:xfrm>
              <a:custGeom>
                <a:avLst/>
                <a:gdLst/>
                <a:ahLst/>
                <a:cxnLst/>
                <a:rect l="l" t="t" r="r" b="b"/>
                <a:pathLst>
                  <a:path w="67" h="8" fill="none" extrusionOk="0">
                    <a:moveTo>
                      <a:pt x="66" y="1"/>
                    </a:moveTo>
                    <a:cubicBezTo>
                      <a:pt x="44" y="1"/>
                      <a:pt x="23" y="1"/>
                      <a:pt x="1" y="8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51">
                <a:extLst>
                  <a:ext uri="{FF2B5EF4-FFF2-40B4-BE49-F238E27FC236}">
                    <a16:creationId xmlns:a16="http://schemas.microsoft.com/office/drawing/2014/main" id="{466CCA23-93D9-C5D2-7158-EAAA36EB56F2}"/>
                  </a:ext>
                </a:extLst>
              </p:cNvPr>
              <p:cNvSpPr/>
              <p:nvPr/>
            </p:nvSpPr>
            <p:spPr>
              <a:xfrm>
                <a:off x="4012389" y="4803801"/>
                <a:ext cx="25385" cy="104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" fill="none" extrusionOk="0">
                    <a:moveTo>
                      <a:pt x="0" y="44"/>
                    </a:moveTo>
                    <a:cubicBezTo>
                      <a:pt x="0" y="44"/>
                      <a:pt x="16" y="1"/>
                      <a:pt x="87" y="8"/>
                    </a:cubicBezTo>
                    <a:lnTo>
                      <a:pt x="109" y="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51">
                <a:extLst>
                  <a:ext uri="{FF2B5EF4-FFF2-40B4-BE49-F238E27FC236}">
                    <a16:creationId xmlns:a16="http://schemas.microsoft.com/office/drawing/2014/main" id="{A91C0582-B2E3-A0DC-4E22-E9F3F3F9A496}"/>
                  </a:ext>
                </a:extLst>
              </p:cNvPr>
              <p:cNvSpPr/>
              <p:nvPr/>
            </p:nvSpPr>
            <p:spPr>
              <a:xfrm>
                <a:off x="4084584" y="4802171"/>
                <a:ext cx="15138" cy="1863"/>
              </a:xfrm>
              <a:custGeom>
                <a:avLst/>
                <a:gdLst/>
                <a:ahLst/>
                <a:cxnLst/>
                <a:rect l="l" t="t" r="r" b="b"/>
                <a:pathLst>
                  <a:path w="65" h="8" fill="none" extrusionOk="0">
                    <a:moveTo>
                      <a:pt x="65" y="1"/>
                    </a:moveTo>
                    <a:cubicBezTo>
                      <a:pt x="44" y="1"/>
                      <a:pt x="21" y="8"/>
                      <a:pt x="1" y="8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51">
                <a:extLst>
                  <a:ext uri="{FF2B5EF4-FFF2-40B4-BE49-F238E27FC236}">
                    <a16:creationId xmlns:a16="http://schemas.microsoft.com/office/drawing/2014/main" id="{9E1F0842-9CB7-0C38-78B8-302ABF19AD86}"/>
                  </a:ext>
                </a:extLst>
              </p:cNvPr>
              <p:cNvSpPr/>
              <p:nvPr/>
            </p:nvSpPr>
            <p:spPr>
              <a:xfrm>
                <a:off x="4036144" y="4792156"/>
                <a:ext cx="24919" cy="53797"/>
              </a:xfrm>
              <a:custGeom>
                <a:avLst/>
                <a:gdLst/>
                <a:ahLst/>
                <a:cxnLst/>
                <a:rect l="l" t="t" r="r" b="b"/>
                <a:pathLst>
                  <a:path w="107" h="231" extrusionOk="0">
                    <a:moveTo>
                      <a:pt x="28" y="1"/>
                    </a:moveTo>
                    <a:cubicBezTo>
                      <a:pt x="7" y="8"/>
                      <a:pt x="0" y="22"/>
                      <a:pt x="0" y="44"/>
                    </a:cubicBezTo>
                    <a:lnTo>
                      <a:pt x="7" y="58"/>
                    </a:lnTo>
                    <a:lnTo>
                      <a:pt x="21" y="122"/>
                    </a:lnTo>
                    <a:lnTo>
                      <a:pt x="43" y="201"/>
                    </a:lnTo>
                    <a:cubicBezTo>
                      <a:pt x="43" y="217"/>
                      <a:pt x="57" y="230"/>
                      <a:pt x="71" y="230"/>
                    </a:cubicBezTo>
                    <a:cubicBezTo>
                      <a:pt x="79" y="230"/>
                      <a:pt x="79" y="230"/>
                      <a:pt x="79" y="223"/>
                    </a:cubicBezTo>
                    <a:cubicBezTo>
                      <a:pt x="100" y="223"/>
                      <a:pt x="107" y="201"/>
                      <a:pt x="107" y="187"/>
                    </a:cubicBezTo>
                    <a:lnTo>
                      <a:pt x="86" y="115"/>
                    </a:lnTo>
                    <a:lnTo>
                      <a:pt x="71" y="58"/>
                    </a:lnTo>
                    <a:lnTo>
                      <a:pt x="64" y="28"/>
                    </a:lnTo>
                    <a:cubicBezTo>
                      <a:pt x="64" y="15"/>
                      <a:pt x="50" y="1"/>
                      <a:pt x="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51">
                <a:extLst>
                  <a:ext uri="{FF2B5EF4-FFF2-40B4-BE49-F238E27FC236}">
                    <a16:creationId xmlns:a16="http://schemas.microsoft.com/office/drawing/2014/main" id="{1BAF76DC-AE15-E74C-B080-C728339F2796}"/>
                  </a:ext>
                </a:extLst>
              </p:cNvPr>
              <p:cNvSpPr/>
              <p:nvPr/>
            </p:nvSpPr>
            <p:spPr>
              <a:xfrm>
                <a:off x="4066186" y="4790293"/>
                <a:ext cx="26782" cy="5566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239" extrusionOk="0">
                    <a:moveTo>
                      <a:pt x="28" y="0"/>
                    </a:moveTo>
                    <a:cubicBezTo>
                      <a:pt x="14" y="9"/>
                      <a:pt x="0" y="23"/>
                      <a:pt x="7" y="43"/>
                    </a:cubicBezTo>
                    <a:lnTo>
                      <a:pt x="7" y="59"/>
                    </a:lnTo>
                    <a:lnTo>
                      <a:pt x="28" y="123"/>
                    </a:lnTo>
                    <a:lnTo>
                      <a:pt x="50" y="216"/>
                    </a:lnTo>
                    <a:cubicBezTo>
                      <a:pt x="50" y="231"/>
                      <a:pt x="64" y="238"/>
                      <a:pt x="80" y="238"/>
                    </a:cubicBezTo>
                    <a:lnTo>
                      <a:pt x="87" y="238"/>
                    </a:lnTo>
                    <a:cubicBezTo>
                      <a:pt x="107" y="231"/>
                      <a:pt x="114" y="216"/>
                      <a:pt x="114" y="202"/>
                    </a:cubicBezTo>
                    <a:lnTo>
                      <a:pt x="94" y="123"/>
                    </a:lnTo>
                    <a:lnTo>
                      <a:pt x="80" y="59"/>
                    </a:lnTo>
                    <a:lnTo>
                      <a:pt x="64" y="23"/>
                    </a:lnTo>
                    <a:cubicBezTo>
                      <a:pt x="64" y="9"/>
                      <a:pt x="50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51">
                <a:extLst>
                  <a:ext uri="{FF2B5EF4-FFF2-40B4-BE49-F238E27FC236}">
                    <a16:creationId xmlns:a16="http://schemas.microsoft.com/office/drawing/2014/main" id="{1439777C-1121-6D87-C2B9-8935458BB2FF}"/>
                  </a:ext>
                </a:extLst>
              </p:cNvPr>
              <p:cNvSpPr/>
              <p:nvPr/>
            </p:nvSpPr>
            <p:spPr>
              <a:xfrm>
                <a:off x="4096228" y="4788663"/>
                <a:ext cx="28878" cy="58921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53" extrusionOk="0">
                    <a:moveTo>
                      <a:pt x="28" y="0"/>
                    </a:moveTo>
                    <a:cubicBezTo>
                      <a:pt x="15" y="0"/>
                      <a:pt x="1" y="23"/>
                      <a:pt x="8" y="37"/>
                    </a:cubicBezTo>
                    <a:lnTo>
                      <a:pt x="15" y="59"/>
                    </a:lnTo>
                    <a:lnTo>
                      <a:pt x="28" y="123"/>
                    </a:lnTo>
                    <a:lnTo>
                      <a:pt x="58" y="223"/>
                    </a:lnTo>
                    <a:cubicBezTo>
                      <a:pt x="58" y="238"/>
                      <a:pt x="72" y="252"/>
                      <a:pt x="87" y="252"/>
                    </a:cubicBezTo>
                    <a:cubicBezTo>
                      <a:pt x="87" y="252"/>
                      <a:pt x="94" y="252"/>
                      <a:pt x="94" y="245"/>
                    </a:cubicBezTo>
                    <a:cubicBezTo>
                      <a:pt x="115" y="245"/>
                      <a:pt x="123" y="223"/>
                      <a:pt x="115" y="209"/>
                    </a:cubicBezTo>
                    <a:lnTo>
                      <a:pt x="94" y="123"/>
                    </a:lnTo>
                    <a:lnTo>
                      <a:pt x="80" y="50"/>
                    </a:lnTo>
                    <a:lnTo>
                      <a:pt x="72" y="23"/>
                    </a:lnTo>
                    <a:cubicBezTo>
                      <a:pt x="65" y="7"/>
                      <a:pt x="51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51">
                <a:extLst>
                  <a:ext uri="{FF2B5EF4-FFF2-40B4-BE49-F238E27FC236}">
                    <a16:creationId xmlns:a16="http://schemas.microsoft.com/office/drawing/2014/main" id="{DD7FDBAE-7E96-471D-7E8D-CD9CC0B78152}"/>
                  </a:ext>
                </a:extLst>
              </p:cNvPr>
              <p:cNvSpPr/>
              <p:nvPr/>
            </p:nvSpPr>
            <p:spPr>
              <a:xfrm>
                <a:off x="4128134" y="4785403"/>
                <a:ext cx="28645" cy="62181"/>
              </a:xfrm>
              <a:custGeom>
                <a:avLst/>
                <a:gdLst/>
                <a:ahLst/>
                <a:cxnLst/>
                <a:rect l="l" t="t" r="r" b="b"/>
                <a:pathLst>
                  <a:path w="123" h="267" extrusionOk="0">
                    <a:moveTo>
                      <a:pt x="29" y="1"/>
                    </a:moveTo>
                    <a:cubicBezTo>
                      <a:pt x="7" y="7"/>
                      <a:pt x="0" y="21"/>
                      <a:pt x="0" y="44"/>
                    </a:cubicBezTo>
                    <a:lnTo>
                      <a:pt x="7" y="57"/>
                    </a:lnTo>
                    <a:lnTo>
                      <a:pt x="29" y="137"/>
                    </a:lnTo>
                    <a:lnTo>
                      <a:pt x="57" y="246"/>
                    </a:lnTo>
                    <a:cubicBezTo>
                      <a:pt x="57" y="259"/>
                      <a:pt x="73" y="266"/>
                      <a:pt x="86" y="266"/>
                    </a:cubicBezTo>
                    <a:lnTo>
                      <a:pt x="93" y="266"/>
                    </a:lnTo>
                    <a:cubicBezTo>
                      <a:pt x="100" y="266"/>
                      <a:pt x="107" y="259"/>
                      <a:pt x="116" y="252"/>
                    </a:cubicBezTo>
                    <a:lnTo>
                      <a:pt x="123" y="237"/>
                    </a:lnTo>
                    <a:lnTo>
                      <a:pt x="123" y="230"/>
                    </a:lnTo>
                    <a:lnTo>
                      <a:pt x="93" y="137"/>
                    </a:lnTo>
                    <a:lnTo>
                      <a:pt x="73" y="37"/>
                    </a:lnTo>
                    <a:lnTo>
                      <a:pt x="64" y="30"/>
                    </a:lnTo>
                    <a:cubicBezTo>
                      <a:pt x="64" y="14"/>
                      <a:pt x="50" y="1"/>
                      <a:pt x="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51">
                <a:extLst>
                  <a:ext uri="{FF2B5EF4-FFF2-40B4-BE49-F238E27FC236}">
                    <a16:creationId xmlns:a16="http://schemas.microsoft.com/office/drawing/2014/main" id="{4090708B-5E41-F5C0-C0A6-8820E3754106}"/>
                  </a:ext>
                </a:extLst>
              </p:cNvPr>
              <p:cNvSpPr/>
              <p:nvPr/>
            </p:nvSpPr>
            <p:spPr>
              <a:xfrm>
                <a:off x="4154916" y="4840364"/>
                <a:ext cx="1863" cy="3959"/>
              </a:xfrm>
              <a:custGeom>
                <a:avLst/>
                <a:gdLst/>
                <a:ahLst/>
                <a:cxnLst/>
                <a:rect l="l" t="t" r="r" b="b"/>
                <a:pathLst>
                  <a:path w="8" h="17" extrusionOk="0">
                    <a:moveTo>
                      <a:pt x="8" y="1"/>
                    </a:moveTo>
                    <a:lnTo>
                      <a:pt x="4" y="10"/>
                    </a:lnTo>
                    <a:lnTo>
                      <a:pt x="4" y="10"/>
                    </a:lnTo>
                    <a:cubicBezTo>
                      <a:pt x="5" y="8"/>
                      <a:pt x="8" y="6"/>
                      <a:pt x="8" y="1"/>
                    </a:cubicBezTo>
                    <a:close/>
                    <a:moveTo>
                      <a:pt x="4" y="10"/>
                    </a:moveTo>
                    <a:cubicBezTo>
                      <a:pt x="2" y="12"/>
                      <a:pt x="1" y="13"/>
                      <a:pt x="1" y="16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51">
                <a:extLst>
                  <a:ext uri="{FF2B5EF4-FFF2-40B4-BE49-F238E27FC236}">
                    <a16:creationId xmlns:a16="http://schemas.microsoft.com/office/drawing/2014/main" id="{A06F2DF1-43EE-0588-E7F0-EC69974B024A}"/>
                  </a:ext>
                </a:extLst>
              </p:cNvPr>
              <p:cNvSpPr/>
              <p:nvPr/>
            </p:nvSpPr>
            <p:spPr>
              <a:xfrm>
                <a:off x="4774161" y="4699933"/>
                <a:ext cx="134376" cy="176063"/>
              </a:xfrm>
              <a:custGeom>
                <a:avLst/>
                <a:gdLst/>
                <a:ahLst/>
                <a:cxnLst/>
                <a:rect l="l" t="t" r="r" b="b"/>
                <a:pathLst>
                  <a:path w="577" h="756" extrusionOk="0">
                    <a:moveTo>
                      <a:pt x="0" y="0"/>
                    </a:moveTo>
                    <a:lnTo>
                      <a:pt x="29" y="518"/>
                    </a:lnTo>
                    <a:cubicBezTo>
                      <a:pt x="36" y="511"/>
                      <a:pt x="36" y="511"/>
                      <a:pt x="43" y="511"/>
                    </a:cubicBezTo>
                    <a:lnTo>
                      <a:pt x="50" y="511"/>
                    </a:lnTo>
                    <a:cubicBezTo>
                      <a:pt x="93" y="518"/>
                      <a:pt x="152" y="583"/>
                      <a:pt x="109" y="663"/>
                    </a:cubicBezTo>
                    <a:cubicBezTo>
                      <a:pt x="136" y="663"/>
                      <a:pt x="166" y="676"/>
                      <a:pt x="195" y="690"/>
                    </a:cubicBezTo>
                    <a:cubicBezTo>
                      <a:pt x="259" y="726"/>
                      <a:pt x="345" y="756"/>
                      <a:pt x="431" y="756"/>
                    </a:cubicBezTo>
                    <a:lnTo>
                      <a:pt x="474" y="756"/>
                    </a:lnTo>
                    <a:cubicBezTo>
                      <a:pt x="481" y="749"/>
                      <a:pt x="490" y="749"/>
                      <a:pt x="497" y="749"/>
                    </a:cubicBezTo>
                    <a:lnTo>
                      <a:pt x="540" y="749"/>
                    </a:lnTo>
                    <a:lnTo>
                      <a:pt x="576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51">
                <a:extLst>
                  <a:ext uri="{FF2B5EF4-FFF2-40B4-BE49-F238E27FC236}">
                    <a16:creationId xmlns:a16="http://schemas.microsoft.com/office/drawing/2014/main" id="{484E8667-D88E-C998-E9BD-C7A4FDBFB226}"/>
                  </a:ext>
                </a:extLst>
              </p:cNvPr>
              <p:cNvSpPr/>
              <p:nvPr/>
            </p:nvSpPr>
            <p:spPr>
              <a:xfrm>
                <a:off x="4641881" y="4892763"/>
                <a:ext cx="28645" cy="33536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44" extrusionOk="0">
                    <a:moveTo>
                      <a:pt x="87" y="0"/>
                    </a:moveTo>
                    <a:cubicBezTo>
                      <a:pt x="80" y="0"/>
                      <a:pt x="73" y="0"/>
                      <a:pt x="66" y="7"/>
                    </a:cubicBezTo>
                    <a:cubicBezTo>
                      <a:pt x="1" y="28"/>
                      <a:pt x="7" y="71"/>
                      <a:pt x="7" y="71"/>
                    </a:cubicBezTo>
                    <a:cubicBezTo>
                      <a:pt x="14" y="86"/>
                      <a:pt x="37" y="107"/>
                      <a:pt x="57" y="143"/>
                    </a:cubicBezTo>
                    <a:cubicBezTo>
                      <a:pt x="57" y="143"/>
                      <a:pt x="44" y="93"/>
                      <a:pt x="116" y="57"/>
                    </a:cubicBezTo>
                    <a:cubicBezTo>
                      <a:pt x="116" y="57"/>
                      <a:pt x="123" y="57"/>
                      <a:pt x="123" y="50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51">
                <a:extLst>
                  <a:ext uri="{FF2B5EF4-FFF2-40B4-BE49-F238E27FC236}">
                    <a16:creationId xmlns:a16="http://schemas.microsoft.com/office/drawing/2014/main" id="{01A19954-8972-9397-627B-6398BCFF9238}"/>
                  </a:ext>
                </a:extLst>
              </p:cNvPr>
              <p:cNvSpPr/>
              <p:nvPr/>
            </p:nvSpPr>
            <p:spPr>
              <a:xfrm>
                <a:off x="4677280" y="4880653"/>
                <a:ext cx="21891" cy="18631"/>
              </a:xfrm>
              <a:custGeom>
                <a:avLst/>
                <a:gdLst/>
                <a:ahLst/>
                <a:cxnLst/>
                <a:rect l="l" t="t" r="r" b="b"/>
                <a:pathLst>
                  <a:path w="94" h="80" extrusionOk="0">
                    <a:moveTo>
                      <a:pt x="57" y="0"/>
                    </a:moveTo>
                    <a:cubicBezTo>
                      <a:pt x="35" y="9"/>
                      <a:pt x="14" y="16"/>
                      <a:pt x="0" y="23"/>
                    </a:cubicBezTo>
                    <a:lnTo>
                      <a:pt x="35" y="80"/>
                    </a:lnTo>
                    <a:lnTo>
                      <a:pt x="43" y="73"/>
                    </a:lnTo>
                    <a:cubicBezTo>
                      <a:pt x="50" y="73"/>
                      <a:pt x="57" y="66"/>
                      <a:pt x="64" y="66"/>
                    </a:cubicBezTo>
                    <a:cubicBezTo>
                      <a:pt x="71" y="59"/>
                      <a:pt x="87" y="59"/>
                      <a:pt x="93" y="52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51">
                <a:extLst>
                  <a:ext uri="{FF2B5EF4-FFF2-40B4-BE49-F238E27FC236}">
                    <a16:creationId xmlns:a16="http://schemas.microsoft.com/office/drawing/2014/main" id="{5FB77676-679B-5224-14DA-FA1D06C532EF}"/>
                  </a:ext>
                </a:extLst>
              </p:cNvPr>
              <p:cNvSpPr/>
              <p:nvPr/>
            </p:nvSpPr>
            <p:spPr>
              <a:xfrm>
                <a:off x="4705459" y="4867379"/>
                <a:ext cx="23755" cy="18631"/>
              </a:xfrm>
              <a:custGeom>
                <a:avLst/>
                <a:gdLst/>
                <a:ahLst/>
                <a:cxnLst/>
                <a:rect l="l" t="t" r="r" b="b"/>
                <a:pathLst>
                  <a:path w="102" h="80" extrusionOk="0">
                    <a:moveTo>
                      <a:pt x="59" y="0"/>
                    </a:moveTo>
                    <a:cubicBezTo>
                      <a:pt x="36" y="7"/>
                      <a:pt x="16" y="23"/>
                      <a:pt x="0" y="30"/>
                    </a:cubicBezTo>
                    <a:lnTo>
                      <a:pt x="36" y="80"/>
                    </a:lnTo>
                    <a:cubicBezTo>
                      <a:pt x="59" y="73"/>
                      <a:pt x="79" y="66"/>
                      <a:pt x="102" y="57"/>
                    </a:cubicBezTo>
                    <a:lnTo>
                      <a:pt x="5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51">
                <a:extLst>
                  <a:ext uri="{FF2B5EF4-FFF2-40B4-BE49-F238E27FC236}">
                    <a16:creationId xmlns:a16="http://schemas.microsoft.com/office/drawing/2014/main" id="{7460C89C-67CE-4D39-1516-9AFDEDD83A96}"/>
                  </a:ext>
                </a:extLst>
              </p:cNvPr>
              <p:cNvSpPr/>
              <p:nvPr/>
            </p:nvSpPr>
            <p:spPr>
              <a:xfrm>
                <a:off x="4732241" y="4852474"/>
                <a:ext cx="25618" cy="21891"/>
              </a:xfrm>
              <a:custGeom>
                <a:avLst/>
                <a:gdLst/>
                <a:ahLst/>
                <a:cxnLst/>
                <a:rect l="l" t="t" r="r" b="b"/>
                <a:pathLst>
                  <a:path w="110" h="94" extrusionOk="0">
                    <a:moveTo>
                      <a:pt x="58" y="1"/>
                    </a:moveTo>
                    <a:cubicBezTo>
                      <a:pt x="44" y="8"/>
                      <a:pt x="23" y="21"/>
                      <a:pt x="1" y="35"/>
                    </a:cubicBezTo>
                    <a:lnTo>
                      <a:pt x="44" y="94"/>
                    </a:lnTo>
                    <a:cubicBezTo>
                      <a:pt x="66" y="87"/>
                      <a:pt x="87" y="71"/>
                      <a:pt x="109" y="64"/>
                    </a:cubicBez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51">
                <a:extLst>
                  <a:ext uri="{FF2B5EF4-FFF2-40B4-BE49-F238E27FC236}">
                    <a16:creationId xmlns:a16="http://schemas.microsoft.com/office/drawing/2014/main" id="{C8678B1F-A0E4-E275-87AE-8BC466F86276}"/>
                  </a:ext>
                </a:extLst>
              </p:cNvPr>
              <p:cNvSpPr/>
              <p:nvPr/>
            </p:nvSpPr>
            <p:spPr>
              <a:xfrm>
                <a:off x="4548261" y="4976137"/>
                <a:ext cx="376579" cy="35399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152" extrusionOk="0">
                    <a:moveTo>
                      <a:pt x="7" y="1"/>
                    </a:moveTo>
                    <a:lnTo>
                      <a:pt x="1" y="151"/>
                    </a:lnTo>
                    <a:lnTo>
                      <a:pt x="1603" y="151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51">
                <a:extLst>
                  <a:ext uri="{FF2B5EF4-FFF2-40B4-BE49-F238E27FC236}">
                    <a16:creationId xmlns:a16="http://schemas.microsoft.com/office/drawing/2014/main" id="{0390C5F9-8467-6276-6475-291DF545CEA5}"/>
                  </a:ext>
                </a:extLst>
              </p:cNvPr>
              <p:cNvSpPr/>
              <p:nvPr/>
            </p:nvSpPr>
            <p:spPr>
              <a:xfrm>
                <a:off x="4549891" y="4907435"/>
                <a:ext cx="119238" cy="68935"/>
              </a:xfrm>
              <a:custGeom>
                <a:avLst/>
                <a:gdLst/>
                <a:ahLst/>
                <a:cxnLst/>
                <a:rect l="l" t="t" r="r" b="b"/>
                <a:pathLst>
                  <a:path w="512" h="296" extrusionOk="0">
                    <a:moveTo>
                      <a:pt x="396" y="1"/>
                    </a:moveTo>
                    <a:cubicBezTo>
                      <a:pt x="0" y="73"/>
                      <a:pt x="0" y="296"/>
                      <a:pt x="0" y="296"/>
                    </a:cubicBezTo>
                    <a:lnTo>
                      <a:pt x="511" y="296"/>
                    </a:lnTo>
                    <a:cubicBezTo>
                      <a:pt x="511" y="196"/>
                      <a:pt x="482" y="130"/>
                      <a:pt x="452" y="80"/>
                    </a:cubicBezTo>
                    <a:cubicBezTo>
                      <a:pt x="432" y="44"/>
                      <a:pt x="409" y="23"/>
                      <a:pt x="402" y="8"/>
                    </a:cubicBezTo>
                    <a:cubicBezTo>
                      <a:pt x="396" y="8"/>
                      <a:pt x="396" y="1"/>
                      <a:pt x="3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51">
                <a:extLst>
                  <a:ext uri="{FF2B5EF4-FFF2-40B4-BE49-F238E27FC236}">
                    <a16:creationId xmlns:a16="http://schemas.microsoft.com/office/drawing/2014/main" id="{5B34C6C3-6558-1052-2701-4543C995B1EE}"/>
                  </a:ext>
                </a:extLst>
              </p:cNvPr>
              <p:cNvSpPr/>
              <p:nvPr/>
            </p:nvSpPr>
            <p:spPr>
              <a:xfrm>
                <a:off x="4651895" y="4854104"/>
                <a:ext cx="278301" cy="122266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525" extrusionOk="0">
                    <a:moveTo>
                      <a:pt x="634" y="1"/>
                    </a:moveTo>
                    <a:cubicBezTo>
                      <a:pt x="611" y="1"/>
                      <a:pt x="591" y="7"/>
                      <a:pt x="568" y="14"/>
                    </a:cubicBezTo>
                    <a:cubicBezTo>
                      <a:pt x="561" y="14"/>
                      <a:pt x="548" y="21"/>
                      <a:pt x="541" y="21"/>
                    </a:cubicBezTo>
                    <a:cubicBezTo>
                      <a:pt x="532" y="28"/>
                      <a:pt x="525" y="28"/>
                      <a:pt x="511" y="37"/>
                    </a:cubicBezTo>
                    <a:lnTo>
                      <a:pt x="568" y="107"/>
                    </a:lnTo>
                    <a:cubicBezTo>
                      <a:pt x="568" y="114"/>
                      <a:pt x="575" y="114"/>
                      <a:pt x="575" y="114"/>
                    </a:cubicBezTo>
                    <a:lnTo>
                      <a:pt x="575" y="137"/>
                    </a:lnTo>
                    <a:cubicBezTo>
                      <a:pt x="575" y="144"/>
                      <a:pt x="568" y="151"/>
                      <a:pt x="561" y="158"/>
                    </a:cubicBezTo>
                    <a:lnTo>
                      <a:pt x="541" y="158"/>
                    </a:lnTo>
                    <a:cubicBezTo>
                      <a:pt x="532" y="158"/>
                      <a:pt x="525" y="158"/>
                      <a:pt x="518" y="144"/>
                    </a:cubicBezTo>
                    <a:lnTo>
                      <a:pt x="454" y="57"/>
                    </a:lnTo>
                    <a:cubicBezTo>
                      <a:pt x="432" y="64"/>
                      <a:pt x="411" y="80"/>
                      <a:pt x="389" y="87"/>
                    </a:cubicBezTo>
                    <a:lnTo>
                      <a:pt x="439" y="158"/>
                    </a:lnTo>
                    <a:cubicBezTo>
                      <a:pt x="454" y="173"/>
                      <a:pt x="446" y="194"/>
                      <a:pt x="432" y="201"/>
                    </a:cubicBezTo>
                    <a:cubicBezTo>
                      <a:pt x="425" y="209"/>
                      <a:pt x="425" y="209"/>
                      <a:pt x="418" y="209"/>
                    </a:cubicBezTo>
                    <a:cubicBezTo>
                      <a:pt x="403" y="209"/>
                      <a:pt x="396" y="201"/>
                      <a:pt x="389" y="194"/>
                    </a:cubicBezTo>
                    <a:lnTo>
                      <a:pt x="332" y="114"/>
                    </a:lnTo>
                    <a:cubicBezTo>
                      <a:pt x="309" y="123"/>
                      <a:pt x="289" y="130"/>
                      <a:pt x="266" y="137"/>
                    </a:cubicBezTo>
                    <a:lnTo>
                      <a:pt x="309" y="201"/>
                    </a:lnTo>
                    <a:cubicBezTo>
                      <a:pt x="325" y="216"/>
                      <a:pt x="316" y="237"/>
                      <a:pt x="303" y="252"/>
                    </a:cubicBezTo>
                    <a:lnTo>
                      <a:pt x="289" y="252"/>
                    </a:lnTo>
                    <a:cubicBezTo>
                      <a:pt x="273" y="252"/>
                      <a:pt x="266" y="252"/>
                      <a:pt x="259" y="237"/>
                    </a:cubicBezTo>
                    <a:lnTo>
                      <a:pt x="202" y="166"/>
                    </a:lnTo>
                    <a:cubicBezTo>
                      <a:pt x="196" y="173"/>
                      <a:pt x="180" y="173"/>
                      <a:pt x="173" y="180"/>
                    </a:cubicBezTo>
                    <a:cubicBezTo>
                      <a:pt x="166" y="180"/>
                      <a:pt x="159" y="187"/>
                      <a:pt x="152" y="187"/>
                    </a:cubicBezTo>
                    <a:lnTo>
                      <a:pt x="144" y="194"/>
                    </a:lnTo>
                    <a:lnTo>
                      <a:pt x="187" y="252"/>
                    </a:lnTo>
                    <a:cubicBezTo>
                      <a:pt x="196" y="266"/>
                      <a:pt x="196" y="287"/>
                      <a:pt x="180" y="296"/>
                    </a:cubicBezTo>
                    <a:cubicBezTo>
                      <a:pt x="173" y="302"/>
                      <a:pt x="166" y="302"/>
                      <a:pt x="159" y="302"/>
                    </a:cubicBezTo>
                    <a:cubicBezTo>
                      <a:pt x="152" y="302"/>
                      <a:pt x="137" y="296"/>
                      <a:pt x="130" y="287"/>
                    </a:cubicBezTo>
                    <a:lnTo>
                      <a:pt x="87" y="216"/>
                    </a:lnTo>
                    <a:lnTo>
                      <a:pt x="80" y="216"/>
                    </a:lnTo>
                    <a:cubicBezTo>
                      <a:pt x="80" y="223"/>
                      <a:pt x="73" y="223"/>
                      <a:pt x="73" y="223"/>
                    </a:cubicBezTo>
                    <a:cubicBezTo>
                      <a:pt x="1" y="259"/>
                      <a:pt x="14" y="309"/>
                      <a:pt x="14" y="309"/>
                    </a:cubicBezTo>
                    <a:cubicBezTo>
                      <a:pt x="44" y="359"/>
                      <a:pt x="73" y="425"/>
                      <a:pt x="73" y="525"/>
                    </a:cubicBezTo>
                    <a:lnTo>
                      <a:pt x="1172" y="525"/>
                    </a:lnTo>
                    <a:cubicBezTo>
                      <a:pt x="1194" y="352"/>
                      <a:pt x="1136" y="173"/>
                      <a:pt x="1101" y="114"/>
                    </a:cubicBezTo>
                    <a:cubicBezTo>
                      <a:pt x="1101" y="114"/>
                      <a:pt x="1093" y="107"/>
                      <a:pt x="1093" y="101"/>
                    </a:cubicBezTo>
                    <a:cubicBezTo>
                      <a:pt x="1093" y="101"/>
                      <a:pt x="1086" y="101"/>
                      <a:pt x="1086" y="94"/>
                    </a:cubicBezTo>
                    <a:lnTo>
                      <a:pt x="1079" y="94"/>
                    </a:lnTo>
                    <a:lnTo>
                      <a:pt x="1072" y="87"/>
                    </a:lnTo>
                    <a:lnTo>
                      <a:pt x="1022" y="87"/>
                    </a:lnTo>
                    <a:cubicBezTo>
                      <a:pt x="1015" y="87"/>
                      <a:pt x="1006" y="87"/>
                      <a:pt x="999" y="94"/>
                    </a:cubicBezTo>
                    <a:lnTo>
                      <a:pt x="956" y="94"/>
                    </a:lnTo>
                    <a:cubicBezTo>
                      <a:pt x="870" y="94"/>
                      <a:pt x="784" y="64"/>
                      <a:pt x="720" y="28"/>
                    </a:cubicBezTo>
                    <a:cubicBezTo>
                      <a:pt x="691" y="14"/>
                      <a:pt x="661" y="1"/>
                      <a:pt x="6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51">
                <a:extLst>
                  <a:ext uri="{FF2B5EF4-FFF2-40B4-BE49-F238E27FC236}">
                    <a16:creationId xmlns:a16="http://schemas.microsoft.com/office/drawing/2014/main" id="{10C25C83-5C7B-ED33-93D2-E9A5CFC77259}"/>
                  </a:ext>
                </a:extLst>
              </p:cNvPr>
              <p:cNvSpPr/>
              <p:nvPr/>
            </p:nvSpPr>
            <p:spPr>
              <a:xfrm>
                <a:off x="4891303" y="4874132"/>
                <a:ext cx="7220" cy="233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fill="none" extrusionOk="0">
                    <a:moveTo>
                      <a:pt x="1" y="1"/>
                    </a:moveTo>
                    <a:lnTo>
                      <a:pt x="30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51">
                <a:extLst>
                  <a:ext uri="{FF2B5EF4-FFF2-40B4-BE49-F238E27FC236}">
                    <a16:creationId xmlns:a16="http://schemas.microsoft.com/office/drawing/2014/main" id="{9821C6BD-78E4-1167-15F9-A5852CD0FE2D}"/>
                  </a:ext>
                </a:extLst>
              </p:cNvPr>
              <p:cNvSpPr/>
              <p:nvPr/>
            </p:nvSpPr>
            <p:spPr>
              <a:xfrm>
                <a:off x="4677280" y="4880653"/>
                <a:ext cx="13507" cy="5356"/>
              </a:xfrm>
              <a:custGeom>
                <a:avLst/>
                <a:gdLst/>
                <a:ahLst/>
                <a:cxnLst/>
                <a:rect l="l" t="t" r="r" b="b"/>
                <a:pathLst>
                  <a:path w="58" h="23" fill="none" extrusionOk="0">
                    <a:moveTo>
                      <a:pt x="57" y="0"/>
                    </a:moveTo>
                    <a:cubicBezTo>
                      <a:pt x="35" y="9"/>
                      <a:pt x="14" y="16"/>
                      <a:pt x="0" y="23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51">
                <a:extLst>
                  <a:ext uri="{FF2B5EF4-FFF2-40B4-BE49-F238E27FC236}">
                    <a16:creationId xmlns:a16="http://schemas.microsoft.com/office/drawing/2014/main" id="{2AB37736-126A-B0A9-7128-34CF2BC82A13}"/>
                  </a:ext>
                </a:extLst>
              </p:cNvPr>
              <p:cNvSpPr/>
              <p:nvPr/>
            </p:nvSpPr>
            <p:spPr>
              <a:xfrm>
                <a:off x="4732241" y="4852474"/>
                <a:ext cx="13507" cy="8384"/>
              </a:xfrm>
              <a:custGeom>
                <a:avLst/>
                <a:gdLst/>
                <a:ahLst/>
                <a:cxnLst/>
                <a:rect l="l" t="t" r="r" b="b"/>
                <a:pathLst>
                  <a:path w="58" h="36" fill="none" extrusionOk="0">
                    <a:moveTo>
                      <a:pt x="58" y="1"/>
                    </a:moveTo>
                    <a:cubicBezTo>
                      <a:pt x="44" y="8"/>
                      <a:pt x="23" y="21"/>
                      <a:pt x="1" y="35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51">
                <a:extLst>
                  <a:ext uri="{FF2B5EF4-FFF2-40B4-BE49-F238E27FC236}">
                    <a16:creationId xmlns:a16="http://schemas.microsoft.com/office/drawing/2014/main" id="{ACBFB8E6-B44F-9257-D3C2-A0099F53FF27}"/>
                  </a:ext>
                </a:extLst>
              </p:cNvPr>
              <p:cNvSpPr/>
              <p:nvPr/>
            </p:nvSpPr>
            <p:spPr>
              <a:xfrm>
                <a:off x="4757626" y="4818705"/>
                <a:ext cx="51934" cy="44016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89" extrusionOk="0">
                    <a:moveTo>
                      <a:pt x="114" y="1"/>
                    </a:moveTo>
                    <a:cubicBezTo>
                      <a:pt x="107" y="1"/>
                      <a:pt x="107" y="1"/>
                      <a:pt x="100" y="8"/>
                    </a:cubicBezTo>
                    <a:lnTo>
                      <a:pt x="94" y="8"/>
                    </a:lnTo>
                    <a:lnTo>
                      <a:pt x="87" y="16"/>
                    </a:lnTo>
                    <a:cubicBezTo>
                      <a:pt x="87" y="16"/>
                      <a:pt x="78" y="16"/>
                      <a:pt x="78" y="23"/>
                    </a:cubicBezTo>
                    <a:cubicBezTo>
                      <a:pt x="78" y="23"/>
                      <a:pt x="71" y="23"/>
                      <a:pt x="71" y="30"/>
                    </a:cubicBezTo>
                    <a:lnTo>
                      <a:pt x="50" y="51"/>
                    </a:lnTo>
                    <a:lnTo>
                      <a:pt x="28" y="73"/>
                    </a:lnTo>
                    <a:cubicBezTo>
                      <a:pt x="21" y="80"/>
                      <a:pt x="21" y="87"/>
                      <a:pt x="14" y="87"/>
                    </a:cubicBezTo>
                    <a:cubicBezTo>
                      <a:pt x="7" y="94"/>
                      <a:pt x="7" y="103"/>
                      <a:pt x="0" y="103"/>
                    </a:cubicBezTo>
                    <a:lnTo>
                      <a:pt x="57" y="189"/>
                    </a:lnTo>
                    <a:cubicBezTo>
                      <a:pt x="71" y="180"/>
                      <a:pt x="78" y="180"/>
                      <a:pt x="87" y="173"/>
                    </a:cubicBezTo>
                    <a:cubicBezTo>
                      <a:pt x="94" y="173"/>
                      <a:pt x="107" y="166"/>
                      <a:pt x="114" y="166"/>
                    </a:cubicBezTo>
                    <a:cubicBezTo>
                      <a:pt x="137" y="159"/>
                      <a:pt x="157" y="153"/>
                      <a:pt x="180" y="153"/>
                    </a:cubicBezTo>
                    <a:cubicBezTo>
                      <a:pt x="223" y="73"/>
                      <a:pt x="164" y="8"/>
                      <a:pt x="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51">
                <a:extLst>
                  <a:ext uri="{FF2B5EF4-FFF2-40B4-BE49-F238E27FC236}">
                    <a16:creationId xmlns:a16="http://schemas.microsoft.com/office/drawing/2014/main" id="{C891FBAF-B7F4-125F-17DC-63D9427495B6}"/>
                  </a:ext>
                </a:extLst>
              </p:cNvPr>
              <p:cNvSpPr/>
              <p:nvPr/>
            </p:nvSpPr>
            <p:spPr>
              <a:xfrm>
                <a:off x="4779284" y="4820336"/>
                <a:ext cx="1863" cy="233"/>
              </a:xfrm>
              <a:custGeom>
                <a:avLst/>
                <a:gdLst/>
                <a:ahLst/>
                <a:cxnLst/>
                <a:rect l="l" t="t" r="r" b="b"/>
                <a:pathLst>
                  <a:path w="8" h="1" fill="none" extrusionOk="0">
                    <a:moveTo>
                      <a:pt x="7" y="1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51">
                <a:extLst>
                  <a:ext uri="{FF2B5EF4-FFF2-40B4-BE49-F238E27FC236}">
                    <a16:creationId xmlns:a16="http://schemas.microsoft.com/office/drawing/2014/main" id="{D8D811B1-281E-553E-E66B-4C48549661BF}"/>
                  </a:ext>
                </a:extLst>
              </p:cNvPr>
              <p:cNvSpPr/>
              <p:nvPr/>
            </p:nvSpPr>
            <p:spPr>
              <a:xfrm>
                <a:off x="4769270" y="4825692"/>
                <a:ext cx="5124" cy="4891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fill="none" extrusionOk="0">
                    <a:moveTo>
                      <a:pt x="21" y="0"/>
                    </a:moveTo>
                    <a:lnTo>
                      <a:pt x="0" y="21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51">
                <a:extLst>
                  <a:ext uri="{FF2B5EF4-FFF2-40B4-BE49-F238E27FC236}">
                    <a16:creationId xmlns:a16="http://schemas.microsoft.com/office/drawing/2014/main" id="{814F896A-40C7-CB8C-B4FF-E28A57EF839D}"/>
                  </a:ext>
                </a:extLst>
              </p:cNvPr>
              <p:cNvSpPr/>
              <p:nvPr/>
            </p:nvSpPr>
            <p:spPr>
              <a:xfrm>
                <a:off x="4705459" y="4867379"/>
                <a:ext cx="13740" cy="6987"/>
              </a:xfrm>
              <a:custGeom>
                <a:avLst/>
                <a:gdLst/>
                <a:ahLst/>
                <a:cxnLst/>
                <a:rect l="l" t="t" r="r" b="b"/>
                <a:pathLst>
                  <a:path w="59" h="30" fill="none" extrusionOk="0">
                    <a:moveTo>
                      <a:pt x="59" y="0"/>
                    </a:moveTo>
                    <a:cubicBezTo>
                      <a:pt x="36" y="7"/>
                      <a:pt x="16" y="23"/>
                      <a:pt x="0" y="3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51">
                <a:extLst>
                  <a:ext uri="{FF2B5EF4-FFF2-40B4-BE49-F238E27FC236}">
                    <a16:creationId xmlns:a16="http://schemas.microsoft.com/office/drawing/2014/main" id="{2946CA7A-E84F-F317-1727-E9DCC119BF11}"/>
                  </a:ext>
                </a:extLst>
              </p:cNvPr>
              <p:cNvSpPr/>
              <p:nvPr/>
            </p:nvSpPr>
            <p:spPr>
              <a:xfrm>
                <a:off x="4641881" y="4892763"/>
                <a:ext cx="20261" cy="16535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fill="none" extrusionOk="0">
                    <a:moveTo>
                      <a:pt x="7" y="71"/>
                    </a:moveTo>
                    <a:cubicBezTo>
                      <a:pt x="7" y="71"/>
                      <a:pt x="1" y="28"/>
                      <a:pt x="66" y="7"/>
                    </a:cubicBezTo>
                    <a:cubicBezTo>
                      <a:pt x="73" y="0"/>
                      <a:pt x="80" y="0"/>
                      <a:pt x="87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51">
                <a:extLst>
                  <a:ext uri="{FF2B5EF4-FFF2-40B4-BE49-F238E27FC236}">
                    <a16:creationId xmlns:a16="http://schemas.microsoft.com/office/drawing/2014/main" id="{79FA4F6B-11F5-701A-E12B-50D97BFB11BB}"/>
                  </a:ext>
                </a:extLst>
              </p:cNvPr>
              <p:cNvSpPr/>
              <p:nvPr/>
            </p:nvSpPr>
            <p:spPr>
              <a:xfrm>
                <a:off x="4658649" y="4877393"/>
                <a:ext cx="38892" cy="47276"/>
              </a:xfrm>
              <a:custGeom>
                <a:avLst/>
                <a:gdLst/>
                <a:ahLst/>
                <a:cxnLst/>
                <a:rect l="l" t="t" r="r" b="b"/>
                <a:pathLst>
                  <a:path w="167" h="203" extrusionOk="0">
                    <a:moveTo>
                      <a:pt x="37" y="1"/>
                    </a:moveTo>
                    <a:cubicBezTo>
                      <a:pt x="29" y="1"/>
                      <a:pt x="22" y="1"/>
                      <a:pt x="15" y="7"/>
                    </a:cubicBezTo>
                    <a:cubicBezTo>
                      <a:pt x="1" y="14"/>
                      <a:pt x="1" y="37"/>
                      <a:pt x="8" y="51"/>
                    </a:cubicBezTo>
                    <a:lnTo>
                      <a:pt x="15" y="66"/>
                    </a:lnTo>
                    <a:lnTo>
                      <a:pt x="51" y="116"/>
                    </a:lnTo>
                    <a:lnTo>
                      <a:pt x="58" y="116"/>
                    </a:lnTo>
                    <a:lnTo>
                      <a:pt x="101" y="187"/>
                    </a:lnTo>
                    <a:cubicBezTo>
                      <a:pt x="108" y="196"/>
                      <a:pt x="123" y="202"/>
                      <a:pt x="130" y="202"/>
                    </a:cubicBezTo>
                    <a:cubicBezTo>
                      <a:pt x="137" y="202"/>
                      <a:pt x="144" y="202"/>
                      <a:pt x="151" y="196"/>
                    </a:cubicBezTo>
                    <a:cubicBezTo>
                      <a:pt x="167" y="187"/>
                      <a:pt x="167" y="166"/>
                      <a:pt x="158" y="152"/>
                    </a:cubicBezTo>
                    <a:lnTo>
                      <a:pt x="115" y="94"/>
                    </a:lnTo>
                    <a:lnTo>
                      <a:pt x="80" y="37"/>
                    </a:lnTo>
                    <a:lnTo>
                      <a:pt x="58" y="14"/>
                    </a:lnTo>
                    <a:cubicBezTo>
                      <a:pt x="51" y="7"/>
                      <a:pt x="44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51">
                <a:extLst>
                  <a:ext uri="{FF2B5EF4-FFF2-40B4-BE49-F238E27FC236}">
                    <a16:creationId xmlns:a16="http://schemas.microsoft.com/office/drawing/2014/main" id="{4C746E2E-D45C-D9DF-C60C-AE250945F3A6}"/>
                  </a:ext>
                </a:extLst>
              </p:cNvPr>
              <p:cNvSpPr/>
              <p:nvPr/>
            </p:nvSpPr>
            <p:spPr>
              <a:xfrm>
                <a:off x="4685198" y="4864118"/>
                <a:ext cx="42386" cy="48906"/>
              </a:xfrm>
              <a:custGeom>
                <a:avLst/>
                <a:gdLst/>
                <a:ahLst/>
                <a:cxnLst/>
                <a:rect l="l" t="t" r="r" b="b"/>
                <a:pathLst>
                  <a:path w="182" h="210" extrusionOk="0">
                    <a:moveTo>
                      <a:pt x="37" y="1"/>
                    </a:moveTo>
                    <a:cubicBezTo>
                      <a:pt x="30" y="1"/>
                      <a:pt x="23" y="1"/>
                      <a:pt x="23" y="8"/>
                    </a:cubicBezTo>
                    <a:cubicBezTo>
                      <a:pt x="9" y="14"/>
                      <a:pt x="1" y="37"/>
                      <a:pt x="16" y="51"/>
                    </a:cubicBezTo>
                    <a:lnTo>
                      <a:pt x="23" y="71"/>
                    </a:lnTo>
                    <a:lnTo>
                      <a:pt x="59" y="123"/>
                    </a:lnTo>
                    <a:lnTo>
                      <a:pt x="116" y="194"/>
                    </a:lnTo>
                    <a:cubicBezTo>
                      <a:pt x="123" y="209"/>
                      <a:pt x="130" y="209"/>
                      <a:pt x="146" y="209"/>
                    </a:cubicBezTo>
                    <a:lnTo>
                      <a:pt x="160" y="209"/>
                    </a:lnTo>
                    <a:cubicBezTo>
                      <a:pt x="173" y="194"/>
                      <a:pt x="182" y="173"/>
                      <a:pt x="166" y="158"/>
                    </a:cubicBezTo>
                    <a:lnTo>
                      <a:pt x="123" y="94"/>
                    </a:lnTo>
                    <a:lnTo>
                      <a:pt x="87" y="44"/>
                    </a:lnTo>
                    <a:lnTo>
                      <a:pt x="66" y="14"/>
                    </a:lnTo>
                    <a:cubicBezTo>
                      <a:pt x="59" y="8"/>
                      <a:pt x="53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51">
                <a:extLst>
                  <a:ext uri="{FF2B5EF4-FFF2-40B4-BE49-F238E27FC236}">
                    <a16:creationId xmlns:a16="http://schemas.microsoft.com/office/drawing/2014/main" id="{BFD2BD5F-60A8-2E77-37DE-BA8C3861AFE1}"/>
                  </a:ext>
                </a:extLst>
              </p:cNvPr>
              <p:cNvSpPr/>
              <p:nvPr/>
            </p:nvSpPr>
            <p:spPr>
              <a:xfrm>
                <a:off x="4713843" y="4850611"/>
                <a:ext cx="44016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5" extrusionOk="0">
                    <a:moveTo>
                      <a:pt x="37" y="0"/>
                    </a:moveTo>
                    <a:cubicBezTo>
                      <a:pt x="30" y="0"/>
                      <a:pt x="23" y="0"/>
                      <a:pt x="16" y="9"/>
                    </a:cubicBezTo>
                    <a:cubicBezTo>
                      <a:pt x="0" y="16"/>
                      <a:pt x="0" y="36"/>
                      <a:pt x="7" y="52"/>
                    </a:cubicBezTo>
                    <a:lnTo>
                      <a:pt x="23" y="72"/>
                    </a:lnTo>
                    <a:lnTo>
                      <a:pt x="66" y="129"/>
                    </a:lnTo>
                    <a:lnTo>
                      <a:pt x="123" y="209"/>
                    </a:lnTo>
                    <a:cubicBezTo>
                      <a:pt x="130" y="216"/>
                      <a:pt x="137" y="224"/>
                      <a:pt x="152" y="224"/>
                    </a:cubicBezTo>
                    <a:cubicBezTo>
                      <a:pt x="159" y="224"/>
                      <a:pt x="159" y="224"/>
                      <a:pt x="166" y="216"/>
                    </a:cubicBezTo>
                    <a:cubicBezTo>
                      <a:pt x="180" y="209"/>
                      <a:pt x="188" y="188"/>
                      <a:pt x="173" y="173"/>
                    </a:cubicBezTo>
                    <a:lnTo>
                      <a:pt x="123" y="102"/>
                    </a:lnTo>
                    <a:lnTo>
                      <a:pt x="80" y="43"/>
                    </a:lnTo>
                    <a:lnTo>
                      <a:pt x="59" y="16"/>
                    </a:lnTo>
                    <a:cubicBezTo>
                      <a:pt x="59" y="9"/>
                      <a:pt x="43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51">
                <a:extLst>
                  <a:ext uri="{FF2B5EF4-FFF2-40B4-BE49-F238E27FC236}">
                    <a16:creationId xmlns:a16="http://schemas.microsoft.com/office/drawing/2014/main" id="{8C31B1CC-6213-B42A-7297-CFCE7E2AA1E9}"/>
                  </a:ext>
                </a:extLst>
              </p:cNvPr>
              <p:cNvSpPr/>
              <p:nvPr/>
            </p:nvSpPr>
            <p:spPr>
              <a:xfrm>
                <a:off x="4740625" y="4837336"/>
                <a:ext cx="45413" cy="53564"/>
              </a:xfrm>
              <a:custGeom>
                <a:avLst/>
                <a:gdLst/>
                <a:ahLst/>
                <a:cxnLst/>
                <a:rect l="l" t="t" r="r" b="b"/>
                <a:pathLst>
                  <a:path w="195" h="230" extrusionOk="0">
                    <a:moveTo>
                      <a:pt x="37" y="0"/>
                    </a:moveTo>
                    <a:cubicBezTo>
                      <a:pt x="30" y="0"/>
                      <a:pt x="22" y="0"/>
                      <a:pt x="22" y="7"/>
                    </a:cubicBezTo>
                    <a:cubicBezTo>
                      <a:pt x="8" y="14"/>
                      <a:pt x="1" y="36"/>
                      <a:pt x="15" y="50"/>
                    </a:cubicBezTo>
                    <a:lnTo>
                      <a:pt x="22" y="66"/>
                    </a:lnTo>
                    <a:lnTo>
                      <a:pt x="73" y="129"/>
                    </a:lnTo>
                    <a:lnTo>
                      <a:pt x="137" y="216"/>
                    </a:lnTo>
                    <a:cubicBezTo>
                      <a:pt x="144" y="230"/>
                      <a:pt x="151" y="230"/>
                      <a:pt x="160" y="230"/>
                    </a:cubicBezTo>
                    <a:lnTo>
                      <a:pt x="180" y="230"/>
                    </a:lnTo>
                    <a:cubicBezTo>
                      <a:pt x="187" y="223"/>
                      <a:pt x="194" y="216"/>
                      <a:pt x="194" y="209"/>
                    </a:cubicBezTo>
                    <a:lnTo>
                      <a:pt x="194" y="186"/>
                    </a:lnTo>
                    <a:cubicBezTo>
                      <a:pt x="194" y="186"/>
                      <a:pt x="187" y="186"/>
                      <a:pt x="187" y="179"/>
                    </a:cubicBezTo>
                    <a:lnTo>
                      <a:pt x="130" y="109"/>
                    </a:lnTo>
                    <a:lnTo>
                      <a:pt x="73" y="23"/>
                    </a:lnTo>
                    <a:lnTo>
                      <a:pt x="65" y="14"/>
                    </a:lnTo>
                    <a:cubicBezTo>
                      <a:pt x="58" y="7"/>
                      <a:pt x="51" y="0"/>
                      <a:pt x="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51">
                <a:extLst>
                  <a:ext uri="{FF2B5EF4-FFF2-40B4-BE49-F238E27FC236}">
                    <a16:creationId xmlns:a16="http://schemas.microsoft.com/office/drawing/2014/main" id="{B9B55E0E-4C04-4B1B-423F-3D355C4B7197}"/>
                  </a:ext>
                </a:extLst>
              </p:cNvPr>
              <p:cNvSpPr/>
              <p:nvPr/>
            </p:nvSpPr>
            <p:spPr>
              <a:xfrm>
                <a:off x="4554782" y="3524789"/>
                <a:ext cx="383799" cy="1175383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5047" extrusionOk="0">
                    <a:moveTo>
                      <a:pt x="1337" y="0"/>
                    </a:moveTo>
                    <a:cubicBezTo>
                      <a:pt x="1310" y="16"/>
                      <a:pt x="921" y="152"/>
                      <a:pt x="411" y="166"/>
                    </a:cubicBezTo>
                    <a:cubicBezTo>
                      <a:pt x="378" y="167"/>
                      <a:pt x="346" y="168"/>
                      <a:pt x="312" y="168"/>
                    </a:cubicBezTo>
                    <a:cubicBezTo>
                      <a:pt x="213" y="168"/>
                      <a:pt x="109" y="161"/>
                      <a:pt x="0" y="145"/>
                    </a:cubicBezTo>
                    <a:lnTo>
                      <a:pt x="0" y="145"/>
                    </a:lnTo>
                    <a:cubicBezTo>
                      <a:pt x="52" y="418"/>
                      <a:pt x="181" y="1101"/>
                      <a:pt x="295" y="1698"/>
                    </a:cubicBezTo>
                    <a:cubicBezTo>
                      <a:pt x="375" y="2093"/>
                      <a:pt x="447" y="2452"/>
                      <a:pt x="483" y="2631"/>
                    </a:cubicBezTo>
                    <a:cubicBezTo>
                      <a:pt x="590" y="3157"/>
                      <a:pt x="878" y="4415"/>
                      <a:pt x="914" y="5046"/>
                    </a:cubicBezTo>
                    <a:lnTo>
                      <a:pt x="1553" y="5046"/>
                    </a:lnTo>
                    <a:cubicBezTo>
                      <a:pt x="1553" y="5046"/>
                      <a:pt x="1648" y="3775"/>
                      <a:pt x="1605" y="3437"/>
                    </a:cubicBezTo>
                    <a:cubicBezTo>
                      <a:pt x="1553" y="3092"/>
                      <a:pt x="1432" y="2610"/>
                      <a:pt x="1416" y="2431"/>
                    </a:cubicBezTo>
                    <a:cubicBezTo>
                      <a:pt x="1410" y="2251"/>
                      <a:pt x="1403" y="1101"/>
                      <a:pt x="1410" y="928"/>
                    </a:cubicBezTo>
                    <a:cubicBezTo>
                      <a:pt x="1410" y="756"/>
                      <a:pt x="1518" y="454"/>
                      <a:pt x="13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51">
                <a:extLst>
                  <a:ext uri="{FF2B5EF4-FFF2-40B4-BE49-F238E27FC236}">
                    <a16:creationId xmlns:a16="http://schemas.microsoft.com/office/drawing/2014/main" id="{85A45BD7-142E-C160-6585-D03E1B4723B9}"/>
                  </a:ext>
                </a:extLst>
              </p:cNvPr>
              <p:cNvSpPr/>
              <p:nvPr/>
            </p:nvSpPr>
            <p:spPr>
              <a:xfrm>
                <a:off x="4820971" y="2572516"/>
                <a:ext cx="1863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8" y="1"/>
                    </a:moveTo>
                    <a:lnTo>
                      <a:pt x="8" y="1"/>
                    </a:lnTo>
                    <a:cubicBezTo>
                      <a:pt x="8" y="8"/>
                      <a:pt x="1" y="14"/>
                      <a:pt x="1" y="21"/>
                    </a:cubicBezTo>
                    <a:cubicBezTo>
                      <a:pt x="8" y="14"/>
                      <a:pt x="8" y="8"/>
                      <a:pt x="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51">
                <a:extLst>
                  <a:ext uri="{FF2B5EF4-FFF2-40B4-BE49-F238E27FC236}">
                    <a16:creationId xmlns:a16="http://schemas.microsoft.com/office/drawing/2014/main" id="{33704615-8274-954A-48AC-CC70D725BBB7}"/>
                  </a:ext>
                </a:extLst>
              </p:cNvPr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avLst/>
                <a:gdLst/>
                <a:ahLst/>
                <a:cxnLst/>
                <a:rect l="l" t="t" r="r" b="b"/>
                <a:pathLst>
                  <a:path w="15" h="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6"/>
                      <a:pt x="8" y="36"/>
                      <a:pt x="15" y="52"/>
                    </a:cubicBezTo>
                    <a:cubicBezTo>
                      <a:pt x="8" y="30"/>
                      <a:pt x="1" y="16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51">
                <a:extLst>
                  <a:ext uri="{FF2B5EF4-FFF2-40B4-BE49-F238E27FC236}">
                    <a16:creationId xmlns:a16="http://schemas.microsoft.com/office/drawing/2014/main" id="{13DEEB61-2BFD-EF2E-BA43-0DF5FC791966}"/>
                  </a:ext>
                </a:extLst>
              </p:cNvPr>
              <p:cNvSpPr/>
              <p:nvPr/>
            </p:nvSpPr>
            <p:spPr>
              <a:xfrm>
                <a:off x="4467915" y="2979136"/>
                <a:ext cx="1863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8" h="15" extrusionOk="0">
                    <a:moveTo>
                      <a:pt x="1" y="0"/>
                    </a:moveTo>
                    <a:lnTo>
                      <a:pt x="1" y="14"/>
                    </a:lnTo>
                    <a:cubicBezTo>
                      <a:pt x="7" y="7"/>
                      <a:pt x="7" y="7"/>
                      <a:pt x="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51">
                <a:extLst>
                  <a:ext uri="{FF2B5EF4-FFF2-40B4-BE49-F238E27FC236}">
                    <a16:creationId xmlns:a16="http://schemas.microsoft.com/office/drawing/2014/main" id="{63A01920-3057-54DE-4B73-E55E673B56D1}"/>
                  </a:ext>
                </a:extLst>
              </p:cNvPr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5" extrusionOk="0">
                    <a:moveTo>
                      <a:pt x="0" y="0"/>
                    </a:moveTo>
                    <a:cubicBezTo>
                      <a:pt x="7" y="7"/>
                      <a:pt x="21" y="7"/>
                      <a:pt x="37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51">
                <a:extLst>
                  <a:ext uri="{FF2B5EF4-FFF2-40B4-BE49-F238E27FC236}">
                    <a16:creationId xmlns:a16="http://schemas.microsoft.com/office/drawing/2014/main" id="{B13E582B-7170-CDD9-90A0-9D3AE9A6210A}"/>
                  </a:ext>
                </a:extLst>
              </p:cNvPr>
              <p:cNvSpPr/>
              <p:nvPr/>
            </p:nvSpPr>
            <p:spPr>
              <a:xfrm>
                <a:off x="4904577" y="3087894"/>
                <a:ext cx="7220" cy="151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65" extrusionOk="0">
                    <a:moveTo>
                      <a:pt x="30" y="1"/>
                    </a:moveTo>
                    <a:cubicBezTo>
                      <a:pt x="23" y="22"/>
                      <a:pt x="16" y="44"/>
                      <a:pt x="1" y="65"/>
                    </a:cubicBezTo>
                    <a:lnTo>
                      <a:pt x="1" y="65"/>
                    </a:lnTo>
                    <a:cubicBezTo>
                      <a:pt x="16" y="44"/>
                      <a:pt x="23" y="22"/>
                      <a:pt x="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51">
                <a:extLst>
                  <a:ext uri="{FF2B5EF4-FFF2-40B4-BE49-F238E27FC236}">
                    <a16:creationId xmlns:a16="http://schemas.microsoft.com/office/drawing/2014/main" id="{C21223BF-D9BB-C070-DD6A-444280842888}"/>
                  </a:ext>
                </a:extLst>
              </p:cNvPr>
              <p:cNvSpPr/>
              <p:nvPr/>
            </p:nvSpPr>
            <p:spPr>
              <a:xfrm>
                <a:off x="4482820" y="3106525"/>
                <a:ext cx="1863" cy="15138"/>
              </a:xfrm>
              <a:custGeom>
                <a:avLst/>
                <a:gdLst/>
                <a:ahLst/>
                <a:cxnLst/>
                <a:rect l="l" t="t" r="r" b="b"/>
                <a:pathLst>
                  <a:path w="8" h="65" extrusionOk="0">
                    <a:moveTo>
                      <a:pt x="7" y="0"/>
                    </a:moveTo>
                    <a:cubicBezTo>
                      <a:pt x="7" y="21"/>
                      <a:pt x="7" y="43"/>
                      <a:pt x="0" y="64"/>
                    </a:cubicBezTo>
                    <a:lnTo>
                      <a:pt x="7" y="64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51">
                <a:extLst>
                  <a:ext uri="{FF2B5EF4-FFF2-40B4-BE49-F238E27FC236}">
                    <a16:creationId xmlns:a16="http://schemas.microsoft.com/office/drawing/2014/main" id="{BBA0F278-C52D-963B-11E2-5F35C4240AE9}"/>
                  </a:ext>
                </a:extLst>
              </p:cNvPr>
              <p:cNvSpPr/>
              <p:nvPr/>
            </p:nvSpPr>
            <p:spPr>
              <a:xfrm>
                <a:off x="4872905" y="3153102"/>
                <a:ext cx="6987" cy="13973"/>
              </a:xfrm>
              <a:custGeom>
                <a:avLst/>
                <a:gdLst/>
                <a:ahLst/>
                <a:cxnLst/>
                <a:rect l="l" t="t" r="r" b="b"/>
                <a:pathLst>
                  <a:path w="30" h="60" extrusionOk="0">
                    <a:moveTo>
                      <a:pt x="30" y="0"/>
                    </a:moveTo>
                    <a:cubicBezTo>
                      <a:pt x="23" y="16"/>
                      <a:pt x="7" y="37"/>
                      <a:pt x="0" y="59"/>
                    </a:cubicBezTo>
                    <a:cubicBezTo>
                      <a:pt x="14" y="37"/>
                      <a:pt x="23" y="16"/>
                      <a:pt x="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51">
                <a:extLst>
                  <a:ext uri="{FF2B5EF4-FFF2-40B4-BE49-F238E27FC236}">
                    <a16:creationId xmlns:a16="http://schemas.microsoft.com/office/drawing/2014/main" id="{B579CDFF-3E01-90FA-DE1B-24458E57B5D6}"/>
                  </a:ext>
                </a:extLst>
              </p:cNvPr>
              <p:cNvSpPr/>
              <p:nvPr/>
            </p:nvSpPr>
            <p:spPr>
              <a:xfrm>
                <a:off x="4467915" y="2964231"/>
                <a:ext cx="233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1" h="22" extrusionOk="0">
                    <a:moveTo>
                      <a:pt x="1" y="1"/>
                    </a:moveTo>
                    <a:lnTo>
                      <a:pt x="1" y="2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Google Shape;2393;p51">
                <a:extLst>
                  <a:ext uri="{FF2B5EF4-FFF2-40B4-BE49-F238E27FC236}">
                    <a16:creationId xmlns:a16="http://schemas.microsoft.com/office/drawing/2014/main" id="{05D09076-C453-60AD-8FE1-9EA7B6DDD76A}"/>
                  </a:ext>
                </a:extLst>
              </p:cNvPr>
              <p:cNvSpPr/>
              <p:nvPr/>
            </p:nvSpPr>
            <p:spPr>
              <a:xfrm>
                <a:off x="4519849" y="2699439"/>
                <a:ext cx="445281" cy="197954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850" extrusionOk="0">
                    <a:moveTo>
                      <a:pt x="1387" y="1"/>
                    </a:moveTo>
                    <a:cubicBezTo>
                      <a:pt x="1416" y="44"/>
                      <a:pt x="1437" y="66"/>
                      <a:pt x="1437" y="66"/>
                    </a:cubicBezTo>
                    <a:cubicBezTo>
                      <a:pt x="1437" y="66"/>
                      <a:pt x="1268" y="347"/>
                      <a:pt x="881" y="347"/>
                    </a:cubicBezTo>
                    <a:cubicBezTo>
                      <a:pt x="831" y="347"/>
                      <a:pt x="777" y="343"/>
                      <a:pt x="719" y="332"/>
                    </a:cubicBezTo>
                    <a:cubicBezTo>
                      <a:pt x="604" y="310"/>
                      <a:pt x="547" y="246"/>
                      <a:pt x="518" y="189"/>
                    </a:cubicBezTo>
                    <a:cubicBezTo>
                      <a:pt x="511" y="166"/>
                      <a:pt x="504" y="153"/>
                      <a:pt x="504" y="137"/>
                    </a:cubicBezTo>
                    <a:lnTo>
                      <a:pt x="504" y="116"/>
                    </a:lnTo>
                    <a:cubicBezTo>
                      <a:pt x="495" y="116"/>
                      <a:pt x="495" y="109"/>
                      <a:pt x="495" y="103"/>
                    </a:cubicBezTo>
                    <a:cubicBezTo>
                      <a:pt x="495" y="80"/>
                      <a:pt x="504" y="59"/>
                      <a:pt x="511" y="51"/>
                    </a:cubicBezTo>
                    <a:cubicBezTo>
                      <a:pt x="511" y="44"/>
                      <a:pt x="518" y="37"/>
                      <a:pt x="525" y="30"/>
                    </a:cubicBezTo>
                    <a:lnTo>
                      <a:pt x="525" y="30"/>
                    </a:lnTo>
                    <a:cubicBezTo>
                      <a:pt x="461" y="73"/>
                      <a:pt x="309" y="109"/>
                      <a:pt x="245" y="159"/>
                    </a:cubicBezTo>
                    <a:lnTo>
                      <a:pt x="236" y="166"/>
                    </a:lnTo>
                    <a:cubicBezTo>
                      <a:pt x="236" y="166"/>
                      <a:pt x="230" y="166"/>
                      <a:pt x="230" y="173"/>
                    </a:cubicBezTo>
                    <a:cubicBezTo>
                      <a:pt x="230" y="173"/>
                      <a:pt x="223" y="173"/>
                      <a:pt x="223" y="180"/>
                    </a:cubicBezTo>
                    <a:cubicBezTo>
                      <a:pt x="159" y="253"/>
                      <a:pt x="93" y="454"/>
                      <a:pt x="43" y="555"/>
                    </a:cubicBezTo>
                    <a:cubicBezTo>
                      <a:pt x="29" y="577"/>
                      <a:pt x="14" y="598"/>
                      <a:pt x="0" y="627"/>
                    </a:cubicBezTo>
                    <a:cubicBezTo>
                      <a:pt x="93" y="663"/>
                      <a:pt x="209" y="698"/>
                      <a:pt x="352" y="727"/>
                    </a:cubicBezTo>
                    <a:cubicBezTo>
                      <a:pt x="654" y="793"/>
                      <a:pt x="1056" y="850"/>
                      <a:pt x="1573" y="850"/>
                    </a:cubicBezTo>
                    <a:cubicBezTo>
                      <a:pt x="1607" y="574"/>
                      <a:pt x="1772" y="339"/>
                      <a:pt x="1882" y="339"/>
                    </a:cubicBezTo>
                    <a:cubicBezTo>
                      <a:pt x="1892" y="339"/>
                      <a:pt x="1902" y="341"/>
                      <a:pt x="1912" y="346"/>
                    </a:cubicBezTo>
                    <a:cubicBezTo>
                      <a:pt x="1855" y="296"/>
                      <a:pt x="1782" y="260"/>
                      <a:pt x="1711" y="223"/>
                    </a:cubicBezTo>
                    <a:cubicBezTo>
                      <a:pt x="1646" y="189"/>
                      <a:pt x="1523" y="153"/>
                      <a:pt x="1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51">
                <a:extLst>
                  <a:ext uri="{FF2B5EF4-FFF2-40B4-BE49-F238E27FC236}">
                    <a16:creationId xmlns:a16="http://schemas.microsoft.com/office/drawing/2014/main" id="{78AEBD29-1931-6D92-A875-195B0796C56F}"/>
                  </a:ext>
                </a:extLst>
              </p:cNvPr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avLst/>
                <a:gdLst/>
                <a:ahLst/>
                <a:cxnLst/>
                <a:rect l="l" t="t" r="r" b="b"/>
                <a:pathLst>
                  <a:path w="15" h="52" fill="none" extrusionOk="0">
                    <a:moveTo>
                      <a:pt x="15" y="52"/>
                    </a:moveTo>
                    <a:cubicBezTo>
                      <a:pt x="8" y="29"/>
                      <a:pt x="1" y="16"/>
                      <a:pt x="1" y="0"/>
                    </a:cubicBezTo>
                    <a:cubicBezTo>
                      <a:pt x="1" y="16"/>
                      <a:pt x="8" y="36"/>
                      <a:pt x="15" y="52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51">
                <a:extLst>
                  <a:ext uri="{FF2B5EF4-FFF2-40B4-BE49-F238E27FC236}">
                    <a16:creationId xmlns:a16="http://schemas.microsoft.com/office/drawing/2014/main" id="{95013F88-0E9C-1791-6C5E-5E6F1F619643}"/>
                  </a:ext>
                </a:extLst>
              </p:cNvPr>
              <p:cNvSpPr/>
              <p:nvPr/>
            </p:nvSpPr>
            <p:spPr>
              <a:xfrm>
                <a:off x="4419242" y="3253476"/>
                <a:ext cx="460651" cy="310672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334" extrusionOk="0">
                    <a:moveTo>
                      <a:pt x="230" y="1"/>
                    </a:moveTo>
                    <a:cubicBezTo>
                      <a:pt x="203" y="225"/>
                      <a:pt x="137" y="491"/>
                      <a:pt x="87" y="691"/>
                    </a:cubicBezTo>
                    <a:cubicBezTo>
                      <a:pt x="44" y="849"/>
                      <a:pt x="15" y="972"/>
                      <a:pt x="8" y="1001"/>
                    </a:cubicBezTo>
                    <a:cubicBezTo>
                      <a:pt x="1" y="1036"/>
                      <a:pt x="1" y="1065"/>
                      <a:pt x="1" y="1094"/>
                    </a:cubicBezTo>
                    <a:cubicBezTo>
                      <a:pt x="15" y="1138"/>
                      <a:pt x="30" y="1165"/>
                      <a:pt x="30" y="1165"/>
                    </a:cubicBezTo>
                    <a:cubicBezTo>
                      <a:pt x="30" y="1165"/>
                      <a:pt x="37" y="1165"/>
                      <a:pt x="37" y="1174"/>
                    </a:cubicBezTo>
                    <a:cubicBezTo>
                      <a:pt x="223" y="1245"/>
                      <a:pt x="403" y="1288"/>
                      <a:pt x="582" y="1310"/>
                    </a:cubicBezTo>
                    <a:cubicBezTo>
                      <a:pt x="691" y="1326"/>
                      <a:pt x="795" y="1333"/>
                      <a:pt x="894" y="1333"/>
                    </a:cubicBezTo>
                    <a:cubicBezTo>
                      <a:pt x="928" y="1333"/>
                      <a:pt x="960" y="1332"/>
                      <a:pt x="993" y="1331"/>
                    </a:cubicBezTo>
                    <a:cubicBezTo>
                      <a:pt x="1503" y="1317"/>
                      <a:pt x="1892" y="1181"/>
                      <a:pt x="1919" y="1165"/>
                    </a:cubicBezTo>
                    <a:cubicBezTo>
                      <a:pt x="1919" y="1165"/>
                      <a:pt x="1978" y="1101"/>
                      <a:pt x="1962" y="1072"/>
                    </a:cubicBezTo>
                    <a:cubicBezTo>
                      <a:pt x="1955" y="1044"/>
                      <a:pt x="1862" y="699"/>
                      <a:pt x="1805" y="484"/>
                    </a:cubicBezTo>
                    <a:cubicBezTo>
                      <a:pt x="1776" y="368"/>
                      <a:pt x="1762" y="289"/>
                      <a:pt x="1776" y="173"/>
                    </a:cubicBezTo>
                    <a:lnTo>
                      <a:pt x="1704" y="173"/>
                    </a:lnTo>
                    <a:cubicBezTo>
                      <a:pt x="1143" y="173"/>
                      <a:pt x="712" y="116"/>
                      <a:pt x="403" y="44"/>
                    </a:cubicBezTo>
                    <a:cubicBezTo>
                      <a:pt x="389" y="37"/>
                      <a:pt x="375" y="37"/>
                      <a:pt x="360" y="30"/>
                    </a:cubicBezTo>
                    <a:cubicBezTo>
                      <a:pt x="317" y="23"/>
                      <a:pt x="273" y="9"/>
                      <a:pt x="2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51">
                <a:extLst>
                  <a:ext uri="{FF2B5EF4-FFF2-40B4-BE49-F238E27FC236}">
                    <a16:creationId xmlns:a16="http://schemas.microsoft.com/office/drawing/2014/main" id="{231FB502-E9BC-2D45-06C2-EDE2BA0B590B}"/>
                  </a:ext>
                </a:extLst>
              </p:cNvPr>
              <p:cNvSpPr/>
              <p:nvPr/>
            </p:nvSpPr>
            <p:spPr>
              <a:xfrm>
                <a:off x="4472806" y="3238571"/>
                <a:ext cx="361674" cy="55427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238" extrusionOk="0">
                    <a:moveTo>
                      <a:pt x="7" y="1"/>
                    </a:moveTo>
                    <a:cubicBezTo>
                      <a:pt x="7" y="22"/>
                      <a:pt x="7" y="44"/>
                      <a:pt x="0" y="65"/>
                    </a:cubicBezTo>
                    <a:cubicBezTo>
                      <a:pt x="43" y="73"/>
                      <a:pt x="87" y="87"/>
                      <a:pt x="130" y="94"/>
                    </a:cubicBezTo>
                    <a:cubicBezTo>
                      <a:pt x="145" y="101"/>
                      <a:pt x="159" y="101"/>
                      <a:pt x="173" y="108"/>
                    </a:cubicBezTo>
                    <a:cubicBezTo>
                      <a:pt x="482" y="180"/>
                      <a:pt x="913" y="237"/>
                      <a:pt x="1474" y="237"/>
                    </a:cubicBezTo>
                    <a:lnTo>
                      <a:pt x="1546" y="237"/>
                    </a:lnTo>
                    <a:cubicBezTo>
                      <a:pt x="1546" y="223"/>
                      <a:pt x="1546" y="203"/>
                      <a:pt x="1553" y="180"/>
                    </a:cubicBezTo>
                    <a:cubicBezTo>
                      <a:pt x="956" y="180"/>
                      <a:pt x="511" y="123"/>
                      <a:pt x="188" y="44"/>
                    </a:cubicBezTo>
                    <a:cubicBezTo>
                      <a:pt x="173" y="44"/>
                      <a:pt x="159" y="37"/>
                      <a:pt x="145" y="37"/>
                    </a:cubicBezTo>
                    <a:cubicBezTo>
                      <a:pt x="93" y="22"/>
                      <a:pt x="50" y="15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51">
                <a:extLst>
                  <a:ext uri="{FF2B5EF4-FFF2-40B4-BE49-F238E27FC236}">
                    <a16:creationId xmlns:a16="http://schemas.microsoft.com/office/drawing/2014/main" id="{5A4B0B80-EC2E-9AC6-324F-1A28A05732CD}"/>
                  </a:ext>
                </a:extLst>
              </p:cNvPr>
              <p:cNvSpPr/>
              <p:nvPr/>
            </p:nvSpPr>
            <p:spPr>
              <a:xfrm>
                <a:off x="4474436" y="3188501"/>
                <a:ext cx="373784" cy="92223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396" extrusionOk="0">
                    <a:moveTo>
                      <a:pt x="23" y="0"/>
                    </a:moveTo>
                    <a:cubicBezTo>
                      <a:pt x="23" y="30"/>
                      <a:pt x="16" y="64"/>
                      <a:pt x="16" y="100"/>
                    </a:cubicBezTo>
                    <a:cubicBezTo>
                      <a:pt x="16" y="116"/>
                      <a:pt x="16" y="130"/>
                      <a:pt x="9" y="143"/>
                    </a:cubicBezTo>
                    <a:cubicBezTo>
                      <a:pt x="9" y="166"/>
                      <a:pt x="9" y="187"/>
                      <a:pt x="0" y="216"/>
                    </a:cubicBezTo>
                    <a:cubicBezTo>
                      <a:pt x="43" y="230"/>
                      <a:pt x="86" y="237"/>
                      <a:pt x="138" y="252"/>
                    </a:cubicBezTo>
                    <a:cubicBezTo>
                      <a:pt x="152" y="252"/>
                      <a:pt x="166" y="259"/>
                      <a:pt x="181" y="259"/>
                    </a:cubicBezTo>
                    <a:cubicBezTo>
                      <a:pt x="504" y="338"/>
                      <a:pt x="949" y="395"/>
                      <a:pt x="1546" y="395"/>
                    </a:cubicBezTo>
                    <a:cubicBezTo>
                      <a:pt x="1561" y="331"/>
                      <a:pt x="1575" y="266"/>
                      <a:pt x="1605" y="180"/>
                    </a:cubicBezTo>
                    <a:lnTo>
                      <a:pt x="1525" y="180"/>
                    </a:lnTo>
                    <a:cubicBezTo>
                      <a:pt x="942" y="180"/>
                      <a:pt x="504" y="116"/>
                      <a:pt x="188" y="43"/>
                    </a:cubicBezTo>
                    <a:cubicBezTo>
                      <a:pt x="130" y="30"/>
                      <a:pt x="73" y="14"/>
                      <a:pt x="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51">
                <a:extLst>
                  <a:ext uri="{FF2B5EF4-FFF2-40B4-BE49-F238E27FC236}">
                    <a16:creationId xmlns:a16="http://schemas.microsoft.com/office/drawing/2014/main" id="{A33214BF-C702-D5AF-26F0-52CC1ED0CFB6}"/>
                  </a:ext>
                </a:extLst>
              </p:cNvPr>
              <p:cNvSpPr/>
              <p:nvPr/>
            </p:nvSpPr>
            <p:spPr>
              <a:xfrm>
                <a:off x="4479559" y="3173130"/>
                <a:ext cx="373552" cy="57290"/>
              </a:xfrm>
              <a:custGeom>
                <a:avLst/>
                <a:gdLst/>
                <a:ahLst/>
                <a:cxnLst/>
                <a:rect l="l" t="t" r="r" b="b"/>
                <a:pathLst>
                  <a:path w="1604" h="246" extrusionOk="0">
                    <a:moveTo>
                      <a:pt x="7" y="1"/>
                    </a:moveTo>
                    <a:cubicBezTo>
                      <a:pt x="7" y="23"/>
                      <a:pt x="1" y="37"/>
                      <a:pt x="1" y="66"/>
                    </a:cubicBezTo>
                    <a:cubicBezTo>
                      <a:pt x="51" y="80"/>
                      <a:pt x="108" y="96"/>
                      <a:pt x="166" y="109"/>
                    </a:cubicBezTo>
                    <a:cubicBezTo>
                      <a:pt x="482" y="182"/>
                      <a:pt x="920" y="246"/>
                      <a:pt x="1503" y="246"/>
                    </a:cubicBezTo>
                    <a:lnTo>
                      <a:pt x="1583" y="246"/>
                    </a:lnTo>
                    <a:cubicBezTo>
                      <a:pt x="1589" y="225"/>
                      <a:pt x="1596" y="209"/>
                      <a:pt x="1603" y="189"/>
                    </a:cubicBezTo>
                    <a:lnTo>
                      <a:pt x="1603" y="189"/>
                    </a:lnTo>
                    <a:cubicBezTo>
                      <a:pt x="1576" y="189"/>
                      <a:pt x="1548" y="189"/>
                      <a:pt x="1521" y="189"/>
                    </a:cubicBezTo>
                    <a:cubicBezTo>
                      <a:pt x="937" y="189"/>
                      <a:pt x="497" y="120"/>
                      <a:pt x="180" y="44"/>
                    </a:cubicBezTo>
                    <a:cubicBezTo>
                      <a:pt x="116" y="30"/>
                      <a:pt x="58" y="16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51">
                <a:extLst>
                  <a:ext uri="{FF2B5EF4-FFF2-40B4-BE49-F238E27FC236}">
                    <a16:creationId xmlns:a16="http://schemas.microsoft.com/office/drawing/2014/main" id="{E72268BD-6B3B-9833-A244-C14FD1C8EC4F}"/>
                  </a:ext>
                </a:extLst>
              </p:cNvPr>
              <p:cNvSpPr/>
              <p:nvPr/>
            </p:nvSpPr>
            <p:spPr>
              <a:xfrm>
                <a:off x="4481190" y="3121429"/>
                <a:ext cx="391950" cy="95950"/>
              </a:xfrm>
              <a:custGeom>
                <a:avLst/>
                <a:gdLst/>
                <a:ahLst/>
                <a:cxnLst/>
                <a:rect l="l" t="t" r="r" b="b"/>
                <a:pathLst>
                  <a:path w="1683" h="412" extrusionOk="0">
                    <a:moveTo>
                      <a:pt x="14" y="0"/>
                    </a:moveTo>
                    <a:cubicBezTo>
                      <a:pt x="7" y="59"/>
                      <a:pt x="7" y="130"/>
                      <a:pt x="0" y="223"/>
                    </a:cubicBezTo>
                    <a:cubicBezTo>
                      <a:pt x="51" y="238"/>
                      <a:pt x="109" y="252"/>
                      <a:pt x="173" y="266"/>
                    </a:cubicBezTo>
                    <a:cubicBezTo>
                      <a:pt x="490" y="342"/>
                      <a:pt x="930" y="411"/>
                      <a:pt x="1514" y="411"/>
                    </a:cubicBezTo>
                    <a:cubicBezTo>
                      <a:pt x="1541" y="411"/>
                      <a:pt x="1569" y="411"/>
                      <a:pt x="1596" y="411"/>
                    </a:cubicBezTo>
                    <a:cubicBezTo>
                      <a:pt x="1610" y="368"/>
                      <a:pt x="1632" y="331"/>
                      <a:pt x="1646" y="288"/>
                    </a:cubicBezTo>
                    <a:cubicBezTo>
                      <a:pt x="1662" y="252"/>
                      <a:pt x="1669" y="223"/>
                      <a:pt x="1682" y="195"/>
                    </a:cubicBezTo>
                    <a:lnTo>
                      <a:pt x="1553" y="195"/>
                    </a:lnTo>
                    <a:cubicBezTo>
                      <a:pt x="972" y="195"/>
                      <a:pt x="540" y="130"/>
                      <a:pt x="230" y="59"/>
                    </a:cubicBezTo>
                    <a:cubicBezTo>
                      <a:pt x="152" y="36"/>
                      <a:pt x="80" y="23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51">
                <a:extLst>
                  <a:ext uri="{FF2B5EF4-FFF2-40B4-BE49-F238E27FC236}">
                    <a16:creationId xmlns:a16="http://schemas.microsoft.com/office/drawing/2014/main" id="{D9748FB8-5D93-4EBF-7481-8097F5B3F08B}"/>
                  </a:ext>
                </a:extLst>
              </p:cNvPr>
              <p:cNvSpPr/>
              <p:nvPr/>
            </p:nvSpPr>
            <p:spPr>
              <a:xfrm>
                <a:off x="4484450" y="3106525"/>
                <a:ext cx="395443" cy="60551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60" extrusionOk="0">
                    <a:moveTo>
                      <a:pt x="0" y="0"/>
                    </a:moveTo>
                    <a:lnTo>
                      <a:pt x="0" y="64"/>
                    </a:lnTo>
                    <a:cubicBezTo>
                      <a:pt x="66" y="87"/>
                      <a:pt x="138" y="100"/>
                      <a:pt x="216" y="123"/>
                    </a:cubicBezTo>
                    <a:cubicBezTo>
                      <a:pt x="526" y="194"/>
                      <a:pt x="958" y="259"/>
                      <a:pt x="1539" y="259"/>
                    </a:cubicBezTo>
                    <a:lnTo>
                      <a:pt x="1668" y="259"/>
                    </a:lnTo>
                    <a:cubicBezTo>
                      <a:pt x="1675" y="237"/>
                      <a:pt x="1691" y="216"/>
                      <a:pt x="1698" y="200"/>
                    </a:cubicBezTo>
                    <a:lnTo>
                      <a:pt x="1698" y="200"/>
                    </a:lnTo>
                    <a:cubicBezTo>
                      <a:pt x="1659" y="201"/>
                      <a:pt x="1621" y="201"/>
                      <a:pt x="1584" y="201"/>
                    </a:cubicBezTo>
                    <a:cubicBezTo>
                      <a:pt x="994" y="201"/>
                      <a:pt x="549" y="139"/>
                      <a:pt x="231" y="64"/>
                    </a:cubicBezTo>
                    <a:cubicBezTo>
                      <a:pt x="145" y="43"/>
                      <a:pt x="66" y="21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51">
                <a:extLst>
                  <a:ext uri="{FF2B5EF4-FFF2-40B4-BE49-F238E27FC236}">
                    <a16:creationId xmlns:a16="http://schemas.microsoft.com/office/drawing/2014/main" id="{24802712-C3C6-002D-465D-C682E0F45CB5}"/>
                  </a:ext>
                </a:extLst>
              </p:cNvPr>
              <p:cNvSpPr/>
              <p:nvPr/>
            </p:nvSpPr>
            <p:spPr>
              <a:xfrm>
                <a:off x="4477929" y="3051098"/>
                <a:ext cx="426883" cy="10247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4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" y="16"/>
                      <a:pt x="8" y="30"/>
                      <a:pt x="8" y="43"/>
                    </a:cubicBezTo>
                    <a:cubicBezTo>
                      <a:pt x="21" y="102"/>
                      <a:pt x="28" y="159"/>
                      <a:pt x="28" y="238"/>
                    </a:cubicBezTo>
                    <a:cubicBezTo>
                      <a:pt x="94" y="259"/>
                      <a:pt x="173" y="281"/>
                      <a:pt x="259" y="302"/>
                    </a:cubicBezTo>
                    <a:cubicBezTo>
                      <a:pt x="577" y="377"/>
                      <a:pt x="1022" y="439"/>
                      <a:pt x="1612" y="439"/>
                    </a:cubicBezTo>
                    <a:cubicBezTo>
                      <a:pt x="1649" y="439"/>
                      <a:pt x="1687" y="439"/>
                      <a:pt x="1726" y="438"/>
                    </a:cubicBezTo>
                    <a:cubicBezTo>
                      <a:pt x="1762" y="368"/>
                      <a:pt x="1797" y="295"/>
                      <a:pt x="1833" y="223"/>
                    </a:cubicBezTo>
                    <a:lnTo>
                      <a:pt x="1617" y="223"/>
                    </a:lnTo>
                    <a:cubicBezTo>
                      <a:pt x="1050" y="223"/>
                      <a:pt x="618" y="166"/>
                      <a:pt x="309" y="87"/>
                    </a:cubicBezTo>
                    <a:cubicBezTo>
                      <a:pt x="187" y="59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51">
                <a:extLst>
                  <a:ext uri="{FF2B5EF4-FFF2-40B4-BE49-F238E27FC236}">
                    <a16:creationId xmlns:a16="http://schemas.microsoft.com/office/drawing/2014/main" id="{49BBD6FA-74CD-D60E-1CE7-F68A57B54931}"/>
                  </a:ext>
                </a:extLst>
              </p:cNvPr>
              <p:cNvSpPr/>
              <p:nvPr/>
            </p:nvSpPr>
            <p:spPr>
              <a:xfrm>
                <a:off x="4476299" y="3036193"/>
                <a:ext cx="435500" cy="66839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287" extrusionOk="0">
                    <a:moveTo>
                      <a:pt x="1" y="0"/>
                    </a:moveTo>
                    <a:lnTo>
                      <a:pt x="1" y="21"/>
                    </a:lnTo>
                    <a:cubicBezTo>
                      <a:pt x="1" y="28"/>
                      <a:pt x="8" y="37"/>
                      <a:pt x="8" y="44"/>
                    </a:cubicBezTo>
                    <a:lnTo>
                      <a:pt x="8" y="64"/>
                    </a:lnTo>
                    <a:cubicBezTo>
                      <a:pt x="94" y="94"/>
                      <a:pt x="194" y="123"/>
                      <a:pt x="316" y="151"/>
                    </a:cubicBezTo>
                    <a:cubicBezTo>
                      <a:pt x="625" y="230"/>
                      <a:pt x="1057" y="287"/>
                      <a:pt x="1624" y="287"/>
                    </a:cubicBezTo>
                    <a:lnTo>
                      <a:pt x="1840" y="287"/>
                    </a:lnTo>
                    <a:cubicBezTo>
                      <a:pt x="1855" y="266"/>
                      <a:pt x="1862" y="244"/>
                      <a:pt x="1869" y="223"/>
                    </a:cubicBezTo>
                    <a:lnTo>
                      <a:pt x="1869" y="223"/>
                    </a:lnTo>
                    <a:cubicBezTo>
                      <a:pt x="1787" y="225"/>
                      <a:pt x="1708" y="227"/>
                      <a:pt x="1631" y="227"/>
                    </a:cubicBezTo>
                    <a:cubicBezTo>
                      <a:pt x="1068" y="227"/>
                      <a:pt x="641" y="163"/>
                      <a:pt x="337" y="94"/>
                    </a:cubicBezTo>
                    <a:cubicBezTo>
                      <a:pt x="201" y="64"/>
                      <a:pt x="87" y="28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51">
                <a:extLst>
                  <a:ext uri="{FF2B5EF4-FFF2-40B4-BE49-F238E27FC236}">
                    <a16:creationId xmlns:a16="http://schemas.microsoft.com/office/drawing/2014/main" id="{478CD072-12E8-CAAF-C6C2-E4D584E1737B}"/>
                  </a:ext>
                </a:extLst>
              </p:cNvPr>
              <p:cNvSpPr/>
              <p:nvPr/>
            </p:nvSpPr>
            <p:spPr>
              <a:xfrm>
                <a:off x="4467915" y="2979136"/>
                <a:ext cx="470666" cy="109923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472" extrusionOk="0">
                    <a:moveTo>
                      <a:pt x="7" y="0"/>
                    </a:moveTo>
                    <a:cubicBezTo>
                      <a:pt x="7" y="7"/>
                      <a:pt x="7" y="7"/>
                      <a:pt x="1" y="14"/>
                    </a:cubicBezTo>
                    <a:cubicBezTo>
                      <a:pt x="7" y="87"/>
                      <a:pt x="21" y="173"/>
                      <a:pt x="37" y="245"/>
                    </a:cubicBezTo>
                    <a:cubicBezTo>
                      <a:pt x="123" y="273"/>
                      <a:pt x="237" y="309"/>
                      <a:pt x="373" y="339"/>
                    </a:cubicBezTo>
                    <a:cubicBezTo>
                      <a:pt x="677" y="408"/>
                      <a:pt x="1104" y="472"/>
                      <a:pt x="1667" y="472"/>
                    </a:cubicBezTo>
                    <a:cubicBezTo>
                      <a:pt x="1744" y="472"/>
                      <a:pt x="1823" y="470"/>
                      <a:pt x="1905" y="468"/>
                    </a:cubicBezTo>
                    <a:cubicBezTo>
                      <a:pt x="1948" y="402"/>
                      <a:pt x="1984" y="332"/>
                      <a:pt x="2021" y="266"/>
                    </a:cubicBezTo>
                    <a:cubicBezTo>
                      <a:pt x="2005" y="259"/>
                      <a:pt x="1991" y="259"/>
                      <a:pt x="1984" y="252"/>
                    </a:cubicBezTo>
                    <a:cubicBezTo>
                      <a:pt x="1891" y="259"/>
                      <a:pt x="1805" y="259"/>
                      <a:pt x="1719" y="259"/>
                    </a:cubicBezTo>
                    <a:cubicBezTo>
                      <a:pt x="1158" y="259"/>
                      <a:pt x="734" y="202"/>
                      <a:pt x="425" y="130"/>
                    </a:cubicBezTo>
                    <a:cubicBezTo>
                      <a:pt x="244" y="87"/>
                      <a:pt x="108" y="44"/>
                      <a:pt x="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51">
                <a:extLst>
                  <a:ext uri="{FF2B5EF4-FFF2-40B4-BE49-F238E27FC236}">
                    <a16:creationId xmlns:a16="http://schemas.microsoft.com/office/drawing/2014/main" id="{3DD56883-6109-85D5-18FF-8D62C21750D9}"/>
                  </a:ext>
                </a:extLst>
              </p:cNvPr>
              <p:cNvSpPr/>
              <p:nvPr/>
            </p:nvSpPr>
            <p:spPr>
              <a:xfrm>
                <a:off x="4487943" y="2858501"/>
                <a:ext cx="400567" cy="103868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446" extrusionOk="0">
                    <a:moveTo>
                      <a:pt x="101" y="1"/>
                    </a:moveTo>
                    <a:cubicBezTo>
                      <a:pt x="80" y="37"/>
                      <a:pt x="58" y="80"/>
                      <a:pt x="37" y="117"/>
                    </a:cubicBezTo>
                    <a:lnTo>
                      <a:pt x="37" y="123"/>
                    </a:lnTo>
                    <a:cubicBezTo>
                      <a:pt x="22" y="144"/>
                      <a:pt x="8" y="167"/>
                      <a:pt x="1" y="196"/>
                    </a:cubicBezTo>
                    <a:lnTo>
                      <a:pt x="8" y="196"/>
                    </a:lnTo>
                    <a:cubicBezTo>
                      <a:pt x="115" y="230"/>
                      <a:pt x="253" y="273"/>
                      <a:pt x="425" y="317"/>
                    </a:cubicBezTo>
                    <a:cubicBezTo>
                      <a:pt x="734" y="389"/>
                      <a:pt x="1158" y="446"/>
                      <a:pt x="1719" y="446"/>
                    </a:cubicBezTo>
                    <a:cubicBezTo>
                      <a:pt x="1710" y="382"/>
                      <a:pt x="1703" y="310"/>
                      <a:pt x="1710" y="230"/>
                    </a:cubicBezTo>
                    <a:cubicBezTo>
                      <a:pt x="1179" y="230"/>
                      <a:pt x="777" y="173"/>
                      <a:pt x="475" y="101"/>
                    </a:cubicBezTo>
                    <a:cubicBezTo>
                      <a:pt x="323" y="73"/>
                      <a:pt x="201" y="37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51">
                <a:extLst>
                  <a:ext uri="{FF2B5EF4-FFF2-40B4-BE49-F238E27FC236}">
                    <a16:creationId xmlns:a16="http://schemas.microsoft.com/office/drawing/2014/main" id="{B4C8A063-09E6-3210-6B09-18F78F66E15C}"/>
                  </a:ext>
                </a:extLst>
              </p:cNvPr>
              <p:cNvSpPr/>
              <p:nvPr/>
            </p:nvSpPr>
            <p:spPr>
              <a:xfrm>
                <a:off x="4467915" y="2915558"/>
                <a:ext cx="443884" cy="10969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471" extrusionOk="0">
                    <a:moveTo>
                      <a:pt x="57" y="1"/>
                    </a:moveTo>
                    <a:cubicBezTo>
                      <a:pt x="44" y="28"/>
                      <a:pt x="28" y="58"/>
                      <a:pt x="21" y="87"/>
                    </a:cubicBezTo>
                    <a:cubicBezTo>
                      <a:pt x="7" y="123"/>
                      <a:pt x="7" y="166"/>
                      <a:pt x="1" y="210"/>
                    </a:cubicBezTo>
                    <a:cubicBezTo>
                      <a:pt x="7" y="217"/>
                      <a:pt x="14" y="217"/>
                      <a:pt x="21" y="217"/>
                    </a:cubicBezTo>
                    <a:cubicBezTo>
                      <a:pt x="123" y="260"/>
                      <a:pt x="259" y="303"/>
                      <a:pt x="439" y="339"/>
                    </a:cubicBezTo>
                    <a:cubicBezTo>
                      <a:pt x="746" y="410"/>
                      <a:pt x="1172" y="470"/>
                      <a:pt x="1734" y="470"/>
                    </a:cubicBezTo>
                    <a:cubicBezTo>
                      <a:pt x="1789" y="470"/>
                      <a:pt x="1847" y="470"/>
                      <a:pt x="1905" y="468"/>
                    </a:cubicBezTo>
                    <a:cubicBezTo>
                      <a:pt x="1862" y="425"/>
                      <a:pt x="1833" y="353"/>
                      <a:pt x="1812" y="260"/>
                    </a:cubicBezTo>
                    <a:lnTo>
                      <a:pt x="1776" y="260"/>
                    </a:lnTo>
                    <a:cubicBezTo>
                      <a:pt x="1222" y="260"/>
                      <a:pt x="798" y="201"/>
                      <a:pt x="496" y="130"/>
                    </a:cubicBezTo>
                    <a:cubicBezTo>
                      <a:pt x="316" y="94"/>
                      <a:pt x="187" y="51"/>
                      <a:pt x="80" y="8"/>
                    </a:cubicBezTo>
                    <a:cubicBezTo>
                      <a:pt x="71" y="8"/>
                      <a:pt x="64" y="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51">
                <a:extLst>
                  <a:ext uri="{FF2B5EF4-FFF2-40B4-BE49-F238E27FC236}">
                    <a16:creationId xmlns:a16="http://schemas.microsoft.com/office/drawing/2014/main" id="{E1F41D6C-07FC-7548-FB1E-273A0D9140E3}"/>
                  </a:ext>
                </a:extLst>
              </p:cNvPr>
              <p:cNvSpPr/>
              <p:nvPr/>
            </p:nvSpPr>
            <p:spPr>
              <a:xfrm>
                <a:off x="4467915" y="2964231"/>
                <a:ext cx="462282" cy="75456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324" extrusionOk="0">
                    <a:moveTo>
                      <a:pt x="1" y="1"/>
                    </a:moveTo>
                    <a:lnTo>
                      <a:pt x="1" y="21"/>
                    </a:lnTo>
                    <a:lnTo>
                      <a:pt x="1" y="64"/>
                    </a:lnTo>
                    <a:lnTo>
                      <a:pt x="7" y="64"/>
                    </a:lnTo>
                    <a:cubicBezTo>
                      <a:pt x="108" y="108"/>
                      <a:pt x="244" y="151"/>
                      <a:pt x="425" y="194"/>
                    </a:cubicBezTo>
                    <a:cubicBezTo>
                      <a:pt x="734" y="266"/>
                      <a:pt x="1158" y="323"/>
                      <a:pt x="1719" y="323"/>
                    </a:cubicBezTo>
                    <a:cubicBezTo>
                      <a:pt x="1805" y="323"/>
                      <a:pt x="1891" y="323"/>
                      <a:pt x="1984" y="316"/>
                    </a:cubicBezTo>
                    <a:cubicBezTo>
                      <a:pt x="1955" y="309"/>
                      <a:pt x="1926" y="287"/>
                      <a:pt x="1905" y="259"/>
                    </a:cubicBezTo>
                    <a:cubicBezTo>
                      <a:pt x="1847" y="261"/>
                      <a:pt x="1789" y="261"/>
                      <a:pt x="1734" y="261"/>
                    </a:cubicBezTo>
                    <a:cubicBezTo>
                      <a:pt x="1172" y="261"/>
                      <a:pt x="746" y="201"/>
                      <a:pt x="439" y="130"/>
                    </a:cubicBezTo>
                    <a:cubicBezTo>
                      <a:pt x="259" y="94"/>
                      <a:pt x="123" y="51"/>
                      <a:pt x="21" y="8"/>
                    </a:cubicBezTo>
                    <a:cubicBezTo>
                      <a:pt x="14" y="8"/>
                      <a:pt x="7" y="8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51">
                <a:extLst>
                  <a:ext uri="{FF2B5EF4-FFF2-40B4-BE49-F238E27FC236}">
                    <a16:creationId xmlns:a16="http://schemas.microsoft.com/office/drawing/2014/main" id="{8C7884FE-31BC-03A7-7C43-0881F3CA7EC5}"/>
                  </a:ext>
                </a:extLst>
              </p:cNvPr>
              <p:cNvSpPr/>
              <p:nvPr/>
            </p:nvSpPr>
            <p:spPr>
              <a:xfrm>
                <a:off x="4467915" y="2979136"/>
                <a:ext cx="1863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8" h="15" fill="none" extrusionOk="0">
                    <a:moveTo>
                      <a:pt x="7" y="0"/>
                    </a:moveTo>
                    <a:cubicBezTo>
                      <a:pt x="7" y="7"/>
                      <a:pt x="7" y="7"/>
                      <a:pt x="1" y="1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51">
                <a:extLst>
                  <a:ext uri="{FF2B5EF4-FFF2-40B4-BE49-F238E27FC236}">
                    <a16:creationId xmlns:a16="http://schemas.microsoft.com/office/drawing/2014/main" id="{BA659E3D-BC6B-0F83-3900-92F4E2185DEB}"/>
                  </a:ext>
                </a:extLst>
              </p:cNvPr>
              <p:cNvSpPr/>
              <p:nvPr/>
            </p:nvSpPr>
            <p:spPr>
              <a:xfrm>
                <a:off x="4481190" y="2903914"/>
                <a:ext cx="408718" cy="72195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310" extrusionOk="0">
                    <a:moveTo>
                      <a:pt x="30" y="1"/>
                    </a:moveTo>
                    <a:cubicBezTo>
                      <a:pt x="23" y="8"/>
                      <a:pt x="14" y="15"/>
                      <a:pt x="14" y="22"/>
                    </a:cubicBezTo>
                    <a:cubicBezTo>
                      <a:pt x="7" y="35"/>
                      <a:pt x="0" y="44"/>
                      <a:pt x="0" y="51"/>
                    </a:cubicBezTo>
                    <a:cubicBezTo>
                      <a:pt x="7" y="58"/>
                      <a:pt x="14" y="58"/>
                      <a:pt x="23" y="58"/>
                    </a:cubicBezTo>
                    <a:cubicBezTo>
                      <a:pt x="130" y="101"/>
                      <a:pt x="259" y="144"/>
                      <a:pt x="439" y="180"/>
                    </a:cubicBezTo>
                    <a:cubicBezTo>
                      <a:pt x="741" y="251"/>
                      <a:pt x="1165" y="310"/>
                      <a:pt x="1719" y="310"/>
                    </a:cubicBezTo>
                    <a:lnTo>
                      <a:pt x="1755" y="310"/>
                    </a:lnTo>
                    <a:cubicBezTo>
                      <a:pt x="1755" y="287"/>
                      <a:pt x="1748" y="273"/>
                      <a:pt x="1748" y="251"/>
                    </a:cubicBezTo>
                    <a:cubicBezTo>
                      <a:pt x="1187" y="251"/>
                      <a:pt x="763" y="194"/>
                      <a:pt x="454" y="122"/>
                    </a:cubicBezTo>
                    <a:cubicBezTo>
                      <a:pt x="282" y="78"/>
                      <a:pt x="144" y="35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51">
                <a:extLst>
                  <a:ext uri="{FF2B5EF4-FFF2-40B4-BE49-F238E27FC236}">
                    <a16:creationId xmlns:a16="http://schemas.microsoft.com/office/drawing/2014/main" id="{30F69421-1851-9700-8690-F1DD47E41C29}"/>
                  </a:ext>
                </a:extLst>
              </p:cNvPr>
              <p:cNvSpPr/>
              <p:nvPr/>
            </p:nvSpPr>
            <p:spPr>
              <a:xfrm>
                <a:off x="4511232" y="2845226"/>
                <a:ext cx="375182" cy="67072"/>
              </a:xfrm>
              <a:custGeom>
                <a:avLst/>
                <a:gdLst/>
                <a:ahLst/>
                <a:cxnLst/>
                <a:rect l="l" t="t" r="r" b="b"/>
                <a:pathLst>
                  <a:path w="1611" h="288" extrusionOk="0">
                    <a:moveTo>
                      <a:pt x="37" y="1"/>
                    </a:moveTo>
                    <a:cubicBezTo>
                      <a:pt x="23" y="22"/>
                      <a:pt x="15" y="37"/>
                      <a:pt x="1" y="58"/>
                    </a:cubicBezTo>
                    <a:cubicBezTo>
                      <a:pt x="101" y="94"/>
                      <a:pt x="223" y="130"/>
                      <a:pt x="375" y="158"/>
                    </a:cubicBezTo>
                    <a:cubicBezTo>
                      <a:pt x="677" y="230"/>
                      <a:pt x="1079" y="287"/>
                      <a:pt x="1610" y="287"/>
                    </a:cubicBezTo>
                    <a:lnTo>
                      <a:pt x="1610" y="267"/>
                    </a:lnTo>
                    <a:lnTo>
                      <a:pt x="1610" y="224"/>
                    </a:lnTo>
                    <a:cubicBezTo>
                      <a:pt x="1093" y="224"/>
                      <a:pt x="691" y="167"/>
                      <a:pt x="389" y="101"/>
                    </a:cubicBezTo>
                    <a:cubicBezTo>
                      <a:pt x="246" y="72"/>
                      <a:pt x="130" y="37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51">
                <a:extLst>
                  <a:ext uri="{FF2B5EF4-FFF2-40B4-BE49-F238E27FC236}">
                    <a16:creationId xmlns:a16="http://schemas.microsoft.com/office/drawing/2014/main" id="{676E5C09-7DC9-6D6E-17E8-5D4883B70C73}"/>
                  </a:ext>
                </a:extLst>
              </p:cNvPr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5" fill="none" extrusionOk="0">
                    <a:moveTo>
                      <a:pt x="37" y="0"/>
                    </a:moveTo>
                    <a:lnTo>
                      <a:pt x="37" y="14"/>
                    </a:lnTo>
                    <a:cubicBezTo>
                      <a:pt x="21" y="7"/>
                      <a:pt x="7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51">
                <a:extLst>
                  <a:ext uri="{FF2B5EF4-FFF2-40B4-BE49-F238E27FC236}">
                    <a16:creationId xmlns:a16="http://schemas.microsoft.com/office/drawing/2014/main" id="{3975F2BC-9229-DA50-B524-7BB785C3418A}"/>
                  </a:ext>
                </a:extLst>
              </p:cNvPr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avLst/>
                <a:gdLst/>
                <a:ahLst/>
                <a:cxnLst/>
                <a:rect l="l" t="t" r="r" b="b"/>
                <a:pathLst>
                  <a:path w="15" h="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6"/>
                      <a:pt x="8" y="36"/>
                      <a:pt x="15" y="52"/>
                    </a:cubicBezTo>
                    <a:cubicBezTo>
                      <a:pt x="8" y="30"/>
                      <a:pt x="1" y="16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51">
                <a:extLst>
                  <a:ext uri="{FF2B5EF4-FFF2-40B4-BE49-F238E27FC236}">
                    <a16:creationId xmlns:a16="http://schemas.microsoft.com/office/drawing/2014/main" id="{C0107EE9-306B-5BD3-3F63-7D46756BE771}"/>
                  </a:ext>
                </a:extLst>
              </p:cNvPr>
              <p:cNvSpPr/>
              <p:nvPr/>
            </p:nvSpPr>
            <p:spPr>
              <a:xfrm>
                <a:off x="4820971" y="2572516"/>
                <a:ext cx="1863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8" y="1"/>
                    </a:moveTo>
                    <a:lnTo>
                      <a:pt x="8" y="1"/>
                    </a:lnTo>
                    <a:cubicBezTo>
                      <a:pt x="8" y="8"/>
                      <a:pt x="1" y="14"/>
                      <a:pt x="1" y="21"/>
                    </a:cubicBezTo>
                    <a:cubicBezTo>
                      <a:pt x="8" y="14"/>
                      <a:pt x="8" y="8"/>
                      <a:pt x="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51">
                <a:extLst>
                  <a:ext uri="{FF2B5EF4-FFF2-40B4-BE49-F238E27FC236}">
                    <a16:creationId xmlns:a16="http://schemas.microsoft.com/office/drawing/2014/main" id="{B904F592-F558-1BEE-8525-98BF426D8428}"/>
                  </a:ext>
                </a:extLst>
              </p:cNvPr>
              <p:cNvSpPr/>
              <p:nvPr/>
            </p:nvSpPr>
            <p:spPr>
              <a:xfrm>
                <a:off x="4635128" y="2572516"/>
                <a:ext cx="219613" cy="207969"/>
              </a:xfrm>
              <a:custGeom>
                <a:avLst/>
                <a:gdLst/>
                <a:ahLst/>
                <a:cxnLst/>
                <a:rect l="l" t="t" r="r" b="b"/>
                <a:pathLst>
                  <a:path w="943" h="893" extrusionOk="0">
                    <a:moveTo>
                      <a:pt x="785" y="1"/>
                    </a:moveTo>
                    <a:cubicBezTo>
                      <a:pt x="699" y="130"/>
                      <a:pt x="569" y="216"/>
                      <a:pt x="440" y="280"/>
                    </a:cubicBezTo>
                    <a:cubicBezTo>
                      <a:pt x="345" y="316"/>
                      <a:pt x="252" y="337"/>
                      <a:pt x="166" y="353"/>
                    </a:cubicBezTo>
                    <a:cubicBezTo>
                      <a:pt x="116" y="482"/>
                      <a:pt x="59" y="546"/>
                      <a:pt x="30" y="575"/>
                    </a:cubicBezTo>
                    <a:cubicBezTo>
                      <a:pt x="23" y="582"/>
                      <a:pt x="16" y="589"/>
                      <a:pt x="16" y="596"/>
                    </a:cubicBezTo>
                    <a:cubicBezTo>
                      <a:pt x="9" y="604"/>
                      <a:pt x="0" y="625"/>
                      <a:pt x="0" y="648"/>
                    </a:cubicBezTo>
                    <a:cubicBezTo>
                      <a:pt x="0" y="654"/>
                      <a:pt x="0" y="661"/>
                      <a:pt x="9" y="661"/>
                    </a:cubicBezTo>
                    <a:lnTo>
                      <a:pt x="9" y="682"/>
                    </a:lnTo>
                    <a:cubicBezTo>
                      <a:pt x="9" y="698"/>
                      <a:pt x="16" y="718"/>
                      <a:pt x="23" y="734"/>
                    </a:cubicBezTo>
                    <a:cubicBezTo>
                      <a:pt x="52" y="791"/>
                      <a:pt x="109" y="855"/>
                      <a:pt x="224" y="877"/>
                    </a:cubicBezTo>
                    <a:cubicBezTo>
                      <a:pt x="282" y="888"/>
                      <a:pt x="336" y="892"/>
                      <a:pt x="386" y="892"/>
                    </a:cubicBezTo>
                    <a:cubicBezTo>
                      <a:pt x="773" y="892"/>
                      <a:pt x="942" y="611"/>
                      <a:pt x="942" y="611"/>
                    </a:cubicBezTo>
                    <a:cubicBezTo>
                      <a:pt x="942" y="611"/>
                      <a:pt x="921" y="589"/>
                      <a:pt x="892" y="546"/>
                    </a:cubicBezTo>
                    <a:cubicBezTo>
                      <a:pt x="863" y="518"/>
                      <a:pt x="842" y="475"/>
                      <a:pt x="820" y="423"/>
                    </a:cubicBezTo>
                    <a:cubicBezTo>
                      <a:pt x="806" y="389"/>
                      <a:pt x="799" y="359"/>
                      <a:pt x="799" y="316"/>
                    </a:cubicBezTo>
                    <a:cubicBezTo>
                      <a:pt x="792" y="287"/>
                      <a:pt x="792" y="259"/>
                      <a:pt x="792" y="223"/>
                    </a:cubicBezTo>
                    <a:lnTo>
                      <a:pt x="792" y="158"/>
                    </a:lnTo>
                    <a:cubicBezTo>
                      <a:pt x="792" y="144"/>
                      <a:pt x="792" y="137"/>
                      <a:pt x="799" y="130"/>
                    </a:cubicBezTo>
                    <a:lnTo>
                      <a:pt x="799" y="108"/>
                    </a:lnTo>
                    <a:lnTo>
                      <a:pt x="799" y="71"/>
                    </a:lnTo>
                    <a:lnTo>
                      <a:pt x="799" y="21"/>
                    </a:lnTo>
                    <a:cubicBezTo>
                      <a:pt x="799" y="14"/>
                      <a:pt x="806" y="8"/>
                      <a:pt x="806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51">
                <a:extLst>
                  <a:ext uri="{FF2B5EF4-FFF2-40B4-BE49-F238E27FC236}">
                    <a16:creationId xmlns:a16="http://schemas.microsoft.com/office/drawing/2014/main" id="{6A66494E-45AE-4421-0E78-4D6D09B51268}"/>
                  </a:ext>
                </a:extLst>
              </p:cNvPr>
              <p:cNvSpPr/>
              <p:nvPr/>
            </p:nvSpPr>
            <p:spPr>
              <a:xfrm>
                <a:off x="4636991" y="2731345"/>
                <a:ext cx="3493" cy="12110"/>
              </a:xfrm>
              <a:custGeom>
                <a:avLst/>
                <a:gdLst/>
                <a:ahLst/>
                <a:cxnLst/>
                <a:rect l="l" t="t" r="r" b="b"/>
                <a:pathLst>
                  <a:path w="15" h="52" fill="none" extrusionOk="0">
                    <a:moveTo>
                      <a:pt x="1" y="0"/>
                    </a:moveTo>
                    <a:cubicBezTo>
                      <a:pt x="1" y="16"/>
                      <a:pt x="8" y="36"/>
                      <a:pt x="15" y="52"/>
                    </a:cubicBezTo>
                    <a:cubicBezTo>
                      <a:pt x="8" y="29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51">
                <a:extLst>
                  <a:ext uri="{FF2B5EF4-FFF2-40B4-BE49-F238E27FC236}">
                    <a16:creationId xmlns:a16="http://schemas.microsoft.com/office/drawing/2014/main" id="{5A02A0A1-A353-82A2-7F89-FC0CEA12CC1F}"/>
                  </a:ext>
                </a:extLst>
              </p:cNvPr>
              <p:cNvSpPr/>
              <p:nvPr/>
            </p:nvSpPr>
            <p:spPr>
              <a:xfrm>
                <a:off x="4444161" y="2214803"/>
                <a:ext cx="615056" cy="480214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062" extrusionOk="0">
                    <a:moveTo>
                      <a:pt x="1229" y="1"/>
                    </a:moveTo>
                    <a:cubicBezTo>
                      <a:pt x="1014" y="1"/>
                      <a:pt x="821" y="60"/>
                      <a:pt x="713" y="127"/>
                    </a:cubicBezTo>
                    <a:cubicBezTo>
                      <a:pt x="354" y="336"/>
                      <a:pt x="1" y="847"/>
                      <a:pt x="441" y="1026"/>
                    </a:cubicBezTo>
                    <a:cubicBezTo>
                      <a:pt x="398" y="1607"/>
                      <a:pt x="354" y="1959"/>
                      <a:pt x="677" y="2061"/>
                    </a:cubicBezTo>
                    <a:cubicBezTo>
                      <a:pt x="677" y="2061"/>
                      <a:pt x="656" y="1968"/>
                      <a:pt x="663" y="1802"/>
                    </a:cubicBezTo>
                    <a:cubicBezTo>
                      <a:pt x="561" y="1687"/>
                      <a:pt x="498" y="1478"/>
                      <a:pt x="511" y="1378"/>
                    </a:cubicBezTo>
                    <a:cubicBezTo>
                      <a:pt x="518" y="1321"/>
                      <a:pt x="518" y="1285"/>
                      <a:pt x="518" y="1249"/>
                    </a:cubicBezTo>
                    <a:lnTo>
                      <a:pt x="518" y="1212"/>
                    </a:lnTo>
                    <a:cubicBezTo>
                      <a:pt x="527" y="1169"/>
                      <a:pt x="527" y="1126"/>
                      <a:pt x="527" y="1054"/>
                    </a:cubicBezTo>
                    <a:lnTo>
                      <a:pt x="527" y="967"/>
                    </a:lnTo>
                    <a:lnTo>
                      <a:pt x="527" y="933"/>
                    </a:lnTo>
                    <a:lnTo>
                      <a:pt x="527" y="874"/>
                    </a:lnTo>
                    <a:cubicBezTo>
                      <a:pt x="534" y="702"/>
                      <a:pt x="577" y="545"/>
                      <a:pt x="691" y="407"/>
                    </a:cubicBezTo>
                    <a:cubicBezTo>
                      <a:pt x="727" y="502"/>
                      <a:pt x="777" y="602"/>
                      <a:pt x="863" y="702"/>
                    </a:cubicBezTo>
                    <a:cubicBezTo>
                      <a:pt x="929" y="788"/>
                      <a:pt x="1015" y="867"/>
                      <a:pt x="1131" y="940"/>
                    </a:cubicBezTo>
                    <a:lnTo>
                      <a:pt x="1138" y="947"/>
                    </a:lnTo>
                    <a:cubicBezTo>
                      <a:pt x="1181" y="967"/>
                      <a:pt x="1217" y="997"/>
                      <a:pt x="1260" y="1010"/>
                    </a:cubicBezTo>
                    <a:cubicBezTo>
                      <a:pt x="1433" y="1112"/>
                      <a:pt x="1590" y="1155"/>
                      <a:pt x="1698" y="1183"/>
                    </a:cubicBezTo>
                    <a:lnTo>
                      <a:pt x="1698" y="1176"/>
                    </a:lnTo>
                    <a:cubicBezTo>
                      <a:pt x="1712" y="1162"/>
                      <a:pt x="1726" y="1140"/>
                      <a:pt x="1748" y="1126"/>
                    </a:cubicBezTo>
                    <a:cubicBezTo>
                      <a:pt x="1785" y="1097"/>
                      <a:pt x="1828" y="1076"/>
                      <a:pt x="1885" y="1076"/>
                    </a:cubicBezTo>
                    <a:cubicBezTo>
                      <a:pt x="1928" y="1083"/>
                      <a:pt x="1957" y="1105"/>
                      <a:pt x="1964" y="1140"/>
                    </a:cubicBezTo>
                    <a:cubicBezTo>
                      <a:pt x="1964" y="1155"/>
                      <a:pt x="1971" y="1169"/>
                      <a:pt x="1964" y="1192"/>
                    </a:cubicBezTo>
                    <a:cubicBezTo>
                      <a:pt x="1964" y="1255"/>
                      <a:pt x="1928" y="1342"/>
                      <a:pt x="1885" y="1399"/>
                    </a:cubicBezTo>
                    <a:cubicBezTo>
                      <a:pt x="1812" y="1500"/>
                      <a:pt x="1691" y="1537"/>
                      <a:pt x="1626" y="1537"/>
                    </a:cubicBezTo>
                    <a:cubicBezTo>
                      <a:pt x="1626" y="1544"/>
                      <a:pt x="1626" y="1550"/>
                      <a:pt x="1619" y="1557"/>
                    </a:cubicBezTo>
                    <a:lnTo>
                      <a:pt x="1619" y="1607"/>
                    </a:lnTo>
                    <a:lnTo>
                      <a:pt x="1619" y="1644"/>
                    </a:lnTo>
                    <a:lnTo>
                      <a:pt x="1619" y="1666"/>
                    </a:lnTo>
                    <a:cubicBezTo>
                      <a:pt x="1612" y="1673"/>
                      <a:pt x="1612" y="1680"/>
                      <a:pt x="1612" y="1694"/>
                    </a:cubicBezTo>
                    <a:lnTo>
                      <a:pt x="1612" y="1759"/>
                    </a:lnTo>
                    <a:cubicBezTo>
                      <a:pt x="1612" y="1795"/>
                      <a:pt x="1612" y="1823"/>
                      <a:pt x="1619" y="1852"/>
                    </a:cubicBezTo>
                    <a:cubicBezTo>
                      <a:pt x="1619" y="1895"/>
                      <a:pt x="1626" y="1925"/>
                      <a:pt x="1640" y="1959"/>
                    </a:cubicBezTo>
                    <a:cubicBezTo>
                      <a:pt x="1597" y="1644"/>
                      <a:pt x="1928" y="1680"/>
                      <a:pt x="2086" y="1205"/>
                    </a:cubicBezTo>
                    <a:cubicBezTo>
                      <a:pt x="2130" y="1226"/>
                      <a:pt x="2173" y="1235"/>
                      <a:pt x="2216" y="1235"/>
                    </a:cubicBezTo>
                    <a:cubicBezTo>
                      <a:pt x="2425" y="1235"/>
                      <a:pt x="2604" y="1047"/>
                      <a:pt x="2625" y="810"/>
                    </a:cubicBezTo>
                    <a:cubicBezTo>
                      <a:pt x="2640" y="579"/>
                      <a:pt x="2488" y="393"/>
                      <a:pt x="2280" y="393"/>
                    </a:cubicBezTo>
                    <a:cubicBezTo>
                      <a:pt x="2200" y="393"/>
                      <a:pt x="2130" y="422"/>
                      <a:pt x="2064" y="465"/>
                    </a:cubicBezTo>
                    <a:cubicBezTo>
                      <a:pt x="1993" y="336"/>
                      <a:pt x="1878" y="207"/>
                      <a:pt x="1705" y="113"/>
                    </a:cubicBezTo>
                    <a:cubicBezTo>
                      <a:pt x="1551" y="32"/>
                      <a:pt x="1384" y="1"/>
                      <a:pt x="1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51">
                <a:extLst>
                  <a:ext uri="{FF2B5EF4-FFF2-40B4-BE49-F238E27FC236}">
                    <a16:creationId xmlns:a16="http://schemas.microsoft.com/office/drawing/2014/main" id="{F45FA161-BDB5-EC1D-5DB4-4E9A5551AAFC}"/>
                  </a:ext>
                </a:extLst>
              </p:cNvPr>
              <p:cNvSpPr/>
              <p:nvPr/>
            </p:nvSpPr>
            <p:spPr>
              <a:xfrm>
                <a:off x="4559905" y="2309355"/>
                <a:ext cx="343276" cy="347701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1493" extrusionOk="0">
                    <a:moveTo>
                      <a:pt x="194" y="639"/>
                    </a:moveTo>
                    <a:cubicBezTo>
                      <a:pt x="197" y="639"/>
                      <a:pt x="200" y="640"/>
                      <a:pt x="202" y="641"/>
                    </a:cubicBezTo>
                    <a:cubicBezTo>
                      <a:pt x="223" y="641"/>
                      <a:pt x="230" y="656"/>
                      <a:pt x="237" y="670"/>
                    </a:cubicBezTo>
                    <a:cubicBezTo>
                      <a:pt x="246" y="684"/>
                      <a:pt x="246" y="691"/>
                      <a:pt x="246" y="706"/>
                    </a:cubicBezTo>
                    <a:cubicBezTo>
                      <a:pt x="246" y="742"/>
                      <a:pt x="216" y="770"/>
                      <a:pt x="194" y="770"/>
                    </a:cubicBezTo>
                    <a:cubicBezTo>
                      <a:pt x="166" y="763"/>
                      <a:pt x="151" y="734"/>
                      <a:pt x="151" y="699"/>
                    </a:cubicBezTo>
                    <a:cubicBezTo>
                      <a:pt x="151" y="691"/>
                      <a:pt x="151" y="677"/>
                      <a:pt x="159" y="670"/>
                    </a:cubicBezTo>
                    <a:cubicBezTo>
                      <a:pt x="165" y="652"/>
                      <a:pt x="180" y="639"/>
                      <a:pt x="194" y="639"/>
                    </a:cubicBezTo>
                    <a:close/>
                    <a:moveTo>
                      <a:pt x="806" y="699"/>
                    </a:moveTo>
                    <a:cubicBezTo>
                      <a:pt x="841" y="706"/>
                      <a:pt x="863" y="734"/>
                      <a:pt x="856" y="777"/>
                    </a:cubicBezTo>
                    <a:cubicBezTo>
                      <a:pt x="856" y="820"/>
                      <a:pt x="827" y="849"/>
                      <a:pt x="791" y="849"/>
                    </a:cubicBezTo>
                    <a:cubicBezTo>
                      <a:pt x="784" y="849"/>
                      <a:pt x="770" y="843"/>
                      <a:pt x="763" y="829"/>
                    </a:cubicBezTo>
                    <a:cubicBezTo>
                      <a:pt x="748" y="813"/>
                      <a:pt x="741" y="793"/>
                      <a:pt x="741" y="770"/>
                    </a:cubicBezTo>
                    <a:cubicBezTo>
                      <a:pt x="741" y="749"/>
                      <a:pt x="748" y="734"/>
                      <a:pt x="763" y="727"/>
                    </a:cubicBezTo>
                    <a:cubicBezTo>
                      <a:pt x="770" y="706"/>
                      <a:pt x="791" y="699"/>
                      <a:pt x="806" y="699"/>
                    </a:cubicBezTo>
                    <a:close/>
                    <a:moveTo>
                      <a:pt x="194" y="1"/>
                    </a:moveTo>
                    <a:cubicBezTo>
                      <a:pt x="80" y="139"/>
                      <a:pt x="37" y="296"/>
                      <a:pt x="30" y="468"/>
                    </a:cubicBezTo>
                    <a:lnTo>
                      <a:pt x="30" y="527"/>
                    </a:lnTo>
                    <a:lnTo>
                      <a:pt x="30" y="561"/>
                    </a:lnTo>
                    <a:lnTo>
                      <a:pt x="30" y="648"/>
                    </a:lnTo>
                    <a:cubicBezTo>
                      <a:pt x="30" y="720"/>
                      <a:pt x="30" y="763"/>
                      <a:pt x="21" y="806"/>
                    </a:cubicBezTo>
                    <a:lnTo>
                      <a:pt x="21" y="843"/>
                    </a:lnTo>
                    <a:cubicBezTo>
                      <a:pt x="21" y="879"/>
                      <a:pt x="21" y="915"/>
                      <a:pt x="14" y="972"/>
                    </a:cubicBezTo>
                    <a:cubicBezTo>
                      <a:pt x="1" y="1072"/>
                      <a:pt x="64" y="1281"/>
                      <a:pt x="166" y="1396"/>
                    </a:cubicBezTo>
                    <a:cubicBezTo>
                      <a:pt x="209" y="1446"/>
                      <a:pt x="252" y="1476"/>
                      <a:pt x="296" y="1483"/>
                    </a:cubicBezTo>
                    <a:cubicBezTo>
                      <a:pt x="321" y="1489"/>
                      <a:pt x="351" y="1493"/>
                      <a:pt x="384" y="1493"/>
                    </a:cubicBezTo>
                    <a:cubicBezTo>
                      <a:pt x="418" y="1493"/>
                      <a:pt x="453" y="1489"/>
                      <a:pt x="489" y="1483"/>
                    </a:cubicBezTo>
                    <a:cubicBezTo>
                      <a:pt x="575" y="1467"/>
                      <a:pt x="668" y="1446"/>
                      <a:pt x="763" y="1410"/>
                    </a:cubicBezTo>
                    <a:cubicBezTo>
                      <a:pt x="892" y="1346"/>
                      <a:pt x="1022" y="1260"/>
                      <a:pt x="1108" y="1131"/>
                    </a:cubicBezTo>
                    <a:lnTo>
                      <a:pt x="1129" y="1131"/>
                    </a:lnTo>
                    <a:cubicBezTo>
                      <a:pt x="1194" y="1131"/>
                      <a:pt x="1315" y="1094"/>
                      <a:pt x="1388" y="993"/>
                    </a:cubicBezTo>
                    <a:cubicBezTo>
                      <a:pt x="1431" y="936"/>
                      <a:pt x="1467" y="849"/>
                      <a:pt x="1467" y="786"/>
                    </a:cubicBezTo>
                    <a:cubicBezTo>
                      <a:pt x="1474" y="763"/>
                      <a:pt x="1467" y="749"/>
                      <a:pt x="1467" y="734"/>
                    </a:cubicBezTo>
                    <a:cubicBezTo>
                      <a:pt x="1460" y="699"/>
                      <a:pt x="1431" y="677"/>
                      <a:pt x="1388" y="670"/>
                    </a:cubicBezTo>
                    <a:cubicBezTo>
                      <a:pt x="1331" y="670"/>
                      <a:pt x="1288" y="691"/>
                      <a:pt x="1251" y="720"/>
                    </a:cubicBezTo>
                    <a:cubicBezTo>
                      <a:pt x="1229" y="734"/>
                      <a:pt x="1215" y="756"/>
                      <a:pt x="1201" y="770"/>
                    </a:cubicBezTo>
                    <a:lnTo>
                      <a:pt x="1201" y="777"/>
                    </a:lnTo>
                    <a:cubicBezTo>
                      <a:pt x="1093" y="749"/>
                      <a:pt x="936" y="706"/>
                      <a:pt x="763" y="604"/>
                    </a:cubicBezTo>
                    <a:cubicBezTo>
                      <a:pt x="720" y="591"/>
                      <a:pt x="684" y="561"/>
                      <a:pt x="641" y="541"/>
                    </a:cubicBezTo>
                    <a:lnTo>
                      <a:pt x="634" y="534"/>
                    </a:lnTo>
                    <a:cubicBezTo>
                      <a:pt x="518" y="461"/>
                      <a:pt x="432" y="382"/>
                      <a:pt x="366" y="296"/>
                    </a:cubicBezTo>
                    <a:cubicBezTo>
                      <a:pt x="280" y="196"/>
                      <a:pt x="230" y="96"/>
                      <a:pt x="194" y="1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51">
                <a:extLst>
                  <a:ext uri="{FF2B5EF4-FFF2-40B4-BE49-F238E27FC236}">
                    <a16:creationId xmlns:a16="http://schemas.microsoft.com/office/drawing/2014/main" id="{7AD0CF0A-958A-8617-0C80-F33738A90F95}"/>
                  </a:ext>
                </a:extLst>
              </p:cNvPr>
              <p:cNvSpPr/>
              <p:nvPr/>
            </p:nvSpPr>
            <p:spPr>
              <a:xfrm>
                <a:off x="4732241" y="2472142"/>
                <a:ext cx="28878" cy="3516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51" extrusionOk="0">
                    <a:moveTo>
                      <a:pt x="66" y="0"/>
                    </a:moveTo>
                    <a:cubicBezTo>
                      <a:pt x="51" y="0"/>
                      <a:pt x="30" y="7"/>
                      <a:pt x="23" y="28"/>
                    </a:cubicBezTo>
                    <a:cubicBezTo>
                      <a:pt x="8" y="35"/>
                      <a:pt x="1" y="50"/>
                      <a:pt x="1" y="71"/>
                    </a:cubicBezTo>
                    <a:cubicBezTo>
                      <a:pt x="1" y="94"/>
                      <a:pt x="8" y="114"/>
                      <a:pt x="23" y="130"/>
                    </a:cubicBezTo>
                    <a:cubicBezTo>
                      <a:pt x="30" y="144"/>
                      <a:pt x="44" y="150"/>
                      <a:pt x="51" y="150"/>
                    </a:cubicBezTo>
                    <a:cubicBezTo>
                      <a:pt x="87" y="150"/>
                      <a:pt x="116" y="121"/>
                      <a:pt x="116" y="78"/>
                    </a:cubicBezTo>
                    <a:cubicBezTo>
                      <a:pt x="123" y="35"/>
                      <a:pt x="101" y="7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51">
                <a:extLst>
                  <a:ext uri="{FF2B5EF4-FFF2-40B4-BE49-F238E27FC236}">
                    <a16:creationId xmlns:a16="http://schemas.microsoft.com/office/drawing/2014/main" id="{61A26842-2496-D3B1-034E-4EF5F9F01FBD}"/>
                  </a:ext>
                </a:extLst>
              </p:cNvPr>
              <p:cNvSpPr/>
              <p:nvPr/>
            </p:nvSpPr>
            <p:spPr>
              <a:xfrm>
                <a:off x="4594838" y="2457936"/>
                <a:ext cx="22357" cy="30974"/>
              </a:xfrm>
              <a:custGeom>
                <a:avLst/>
                <a:gdLst/>
                <a:ahLst/>
                <a:cxnLst/>
                <a:rect l="l" t="t" r="r" b="b"/>
                <a:pathLst>
                  <a:path w="96" h="133" extrusionOk="0">
                    <a:moveTo>
                      <a:pt x="44" y="1"/>
                    </a:moveTo>
                    <a:cubicBezTo>
                      <a:pt x="30" y="1"/>
                      <a:pt x="15" y="14"/>
                      <a:pt x="9" y="32"/>
                    </a:cubicBezTo>
                    <a:cubicBezTo>
                      <a:pt x="1" y="39"/>
                      <a:pt x="1" y="53"/>
                      <a:pt x="1" y="61"/>
                    </a:cubicBezTo>
                    <a:cubicBezTo>
                      <a:pt x="1" y="96"/>
                      <a:pt x="16" y="125"/>
                      <a:pt x="44" y="132"/>
                    </a:cubicBezTo>
                    <a:cubicBezTo>
                      <a:pt x="66" y="132"/>
                      <a:pt x="96" y="104"/>
                      <a:pt x="96" y="68"/>
                    </a:cubicBezTo>
                    <a:cubicBezTo>
                      <a:pt x="96" y="53"/>
                      <a:pt x="96" y="46"/>
                      <a:pt x="87" y="32"/>
                    </a:cubicBezTo>
                    <a:cubicBezTo>
                      <a:pt x="80" y="18"/>
                      <a:pt x="73" y="3"/>
                      <a:pt x="52" y="3"/>
                    </a:cubicBezTo>
                    <a:cubicBezTo>
                      <a:pt x="50" y="2"/>
                      <a:pt x="47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51">
                <a:extLst>
                  <a:ext uri="{FF2B5EF4-FFF2-40B4-BE49-F238E27FC236}">
                    <a16:creationId xmlns:a16="http://schemas.microsoft.com/office/drawing/2014/main" id="{0A72D79B-916C-D7EA-4665-A471B84A2552}"/>
                  </a:ext>
                </a:extLst>
              </p:cNvPr>
              <p:cNvSpPr/>
              <p:nvPr/>
            </p:nvSpPr>
            <p:spPr>
              <a:xfrm>
                <a:off x="4623483" y="2525473"/>
                <a:ext cx="8617" cy="20494"/>
              </a:xfrm>
              <a:custGeom>
                <a:avLst/>
                <a:gdLst/>
                <a:ahLst/>
                <a:cxnLst/>
                <a:rect l="l" t="t" r="r" b="b"/>
                <a:pathLst>
                  <a:path w="37" h="88" fill="none" extrusionOk="0">
                    <a:moveTo>
                      <a:pt x="36" y="87"/>
                    </a:moveTo>
                    <a:cubicBezTo>
                      <a:pt x="36" y="87"/>
                      <a:pt x="0" y="58"/>
                      <a:pt x="23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51">
                <a:extLst>
                  <a:ext uri="{FF2B5EF4-FFF2-40B4-BE49-F238E27FC236}">
                    <a16:creationId xmlns:a16="http://schemas.microsoft.com/office/drawing/2014/main" id="{8419F875-EA9C-38D5-CF3C-7CD022AE2482}"/>
                  </a:ext>
                </a:extLst>
              </p:cNvPr>
              <p:cNvSpPr/>
              <p:nvPr/>
            </p:nvSpPr>
            <p:spPr>
              <a:xfrm>
                <a:off x="4625113" y="2584161"/>
                <a:ext cx="57290" cy="13507"/>
              </a:xfrm>
              <a:custGeom>
                <a:avLst/>
                <a:gdLst/>
                <a:ahLst/>
                <a:cxnLst/>
                <a:rect l="l" t="t" r="r" b="b"/>
                <a:pathLst>
                  <a:path w="246" h="58" fill="none" extrusionOk="0">
                    <a:moveTo>
                      <a:pt x="0" y="14"/>
                    </a:moveTo>
                    <a:cubicBezTo>
                      <a:pt x="0" y="14"/>
                      <a:pt x="116" y="58"/>
                      <a:pt x="245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51">
                <a:extLst>
                  <a:ext uri="{FF2B5EF4-FFF2-40B4-BE49-F238E27FC236}">
                    <a16:creationId xmlns:a16="http://schemas.microsoft.com/office/drawing/2014/main" id="{E32737D3-A830-7A71-EA77-5B560973E5A2}"/>
                  </a:ext>
                </a:extLst>
              </p:cNvPr>
              <p:cNvSpPr/>
              <p:nvPr/>
            </p:nvSpPr>
            <p:spPr>
              <a:xfrm>
                <a:off x="4697308" y="2435113"/>
                <a:ext cx="11877" cy="1863"/>
              </a:xfrm>
              <a:custGeom>
                <a:avLst/>
                <a:gdLst/>
                <a:ahLst/>
                <a:cxnLst/>
                <a:rect l="l" t="t" r="r" b="b"/>
                <a:pathLst>
                  <a:path w="51" h="8" fill="none" extrusionOk="0">
                    <a:moveTo>
                      <a:pt x="51" y="1"/>
                    </a:moveTo>
                    <a:cubicBezTo>
                      <a:pt x="14" y="1"/>
                      <a:pt x="1" y="8"/>
                      <a:pt x="1" y="8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51">
                <a:extLst>
                  <a:ext uri="{FF2B5EF4-FFF2-40B4-BE49-F238E27FC236}">
                    <a16:creationId xmlns:a16="http://schemas.microsoft.com/office/drawing/2014/main" id="{740B8A9E-76EA-B0E2-66DB-AD06DD7B48AC}"/>
                  </a:ext>
                </a:extLst>
              </p:cNvPr>
              <p:cNvSpPr/>
              <p:nvPr/>
            </p:nvSpPr>
            <p:spPr>
              <a:xfrm>
                <a:off x="4600195" y="2419976"/>
                <a:ext cx="20261" cy="6987"/>
              </a:xfrm>
              <a:custGeom>
                <a:avLst/>
                <a:gdLst/>
                <a:ahLst/>
                <a:cxnLst/>
                <a:rect l="l" t="t" r="r" b="b"/>
                <a:pathLst>
                  <a:path w="87" h="30" fill="none" extrusionOk="0">
                    <a:moveTo>
                      <a:pt x="86" y="29"/>
                    </a:moveTo>
                    <a:cubicBezTo>
                      <a:pt x="86" y="29"/>
                      <a:pt x="50" y="9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51">
                <a:extLst>
                  <a:ext uri="{FF2B5EF4-FFF2-40B4-BE49-F238E27FC236}">
                    <a16:creationId xmlns:a16="http://schemas.microsoft.com/office/drawing/2014/main" id="{16DF9DA8-0B07-B454-7059-FE83A5BF8869}"/>
                  </a:ext>
                </a:extLst>
              </p:cNvPr>
              <p:cNvSpPr/>
              <p:nvPr/>
            </p:nvSpPr>
            <p:spPr>
              <a:xfrm>
                <a:off x="4866151" y="3104894"/>
                <a:ext cx="217983" cy="291575"/>
              </a:xfrm>
              <a:custGeom>
                <a:avLst/>
                <a:gdLst/>
                <a:ahLst/>
                <a:cxnLst/>
                <a:rect l="l" t="t" r="r" b="b"/>
                <a:pathLst>
                  <a:path w="936" h="1252" extrusionOk="0">
                    <a:moveTo>
                      <a:pt x="763" y="0"/>
                    </a:moveTo>
                    <a:cubicBezTo>
                      <a:pt x="647" y="50"/>
                      <a:pt x="361" y="173"/>
                      <a:pt x="318" y="194"/>
                    </a:cubicBezTo>
                    <a:cubicBezTo>
                      <a:pt x="268" y="216"/>
                      <a:pt x="238" y="266"/>
                      <a:pt x="209" y="323"/>
                    </a:cubicBezTo>
                    <a:cubicBezTo>
                      <a:pt x="188" y="380"/>
                      <a:pt x="36" y="668"/>
                      <a:pt x="23" y="704"/>
                    </a:cubicBezTo>
                    <a:cubicBezTo>
                      <a:pt x="9" y="747"/>
                      <a:pt x="9" y="913"/>
                      <a:pt x="0" y="956"/>
                    </a:cubicBezTo>
                    <a:cubicBezTo>
                      <a:pt x="0" y="992"/>
                      <a:pt x="52" y="1129"/>
                      <a:pt x="66" y="1156"/>
                    </a:cubicBezTo>
                    <a:cubicBezTo>
                      <a:pt x="72" y="1190"/>
                      <a:pt x="84" y="1229"/>
                      <a:pt x="99" y="1229"/>
                    </a:cubicBezTo>
                    <a:cubicBezTo>
                      <a:pt x="100" y="1229"/>
                      <a:pt x="101" y="1229"/>
                      <a:pt x="102" y="1229"/>
                    </a:cubicBezTo>
                    <a:cubicBezTo>
                      <a:pt x="122" y="1222"/>
                      <a:pt x="143" y="1183"/>
                      <a:pt x="139" y="1154"/>
                    </a:cubicBezTo>
                    <a:lnTo>
                      <a:pt x="139" y="1154"/>
                    </a:lnTo>
                    <a:cubicBezTo>
                      <a:pt x="141" y="1160"/>
                      <a:pt x="145" y="1168"/>
                      <a:pt x="145" y="1179"/>
                    </a:cubicBezTo>
                    <a:cubicBezTo>
                      <a:pt x="151" y="1212"/>
                      <a:pt x="164" y="1252"/>
                      <a:pt x="178" y="1252"/>
                    </a:cubicBezTo>
                    <a:cubicBezTo>
                      <a:pt x="179" y="1252"/>
                      <a:pt x="180" y="1252"/>
                      <a:pt x="181" y="1251"/>
                    </a:cubicBezTo>
                    <a:cubicBezTo>
                      <a:pt x="195" y="1242"/>
                      <a:pt x="231" y="1199"/>
                      <a:pt x="216" y="1122"/>
                    </a:cubicBezTo>
                    <a:cubicBezTo>
                      <a:pt x="216" y="1099"/>
                      <a:pt x="216" y="1079"/>
                      <a:pt x="209" y="1063"/>
                    </a:cubicBezTo>
                    <a:lnTo>
                      <a:pt x="209" y="1042"/>
                    </a:lnTo>
                    <a:lnTo>
                      <a:pt x="209" y="1027"/>
                    </a:lnTo>
                    <a:cubicBezTo>
                      <a:pt x="224" y="1070"/>
                      <a:pt x="268" y="1149"/>
                      <a:pt x="281" y="1172"/>
                    </a:cubicBezTo>
                    <a:cubicBezTo>
                      <a:pt x="285" y="1181"/>
                      <a:pt x="296" y="1188"/>
                      <a:pt x="307" y="1188"/>
                    </a:cubicBezTo>
                    <a:cubicBezTo>
                      <a:pt x="321" y="1188"/>
                      <a:pt x="335" y="1179"/>
                      <a:pt x="338" y="1156"/>
                    </a:cubicBezTo>
                    <a:cubicBezTo>
                      <a:pt x="338" y="1106"/>
                      <a:pt x="324" y="1063"/>
                      <a:pt x="318" y="1027"/>
                    </a:cubicBezTo>
                    <a:cubicBezTo>
                      <a:pt x="306" y="1005"/>
                      <a:pt x="312" y="965"/>
                      <a:pt x="313" y="932"/>
                    </a:cubicBezTo>
                    <a:lnTo>
                      <a:pt x="313" y="932"/>
                    </a:lnTo>
                    <a:cubicBezTo>
                      <a:pt x="315" y="948"/>
                      <a:pt x="318" y="961"/>
                      <a:pt x="318" y="970"/>
                    </a:cubicBezTo>
                    <a:cubicBezTo>
                      <a:pt x="331" y="1006"/>
                      <a:pt x="425" y="1092"/>
                      <a:pt x="440" y="1106"/>
                    </a:cubicBezTo>
                    <a:cubicBezTo>
                      <a:pt x="442" y="1109"/>
                      <a:pt x="445" y="1110"/>
                      <a:pt x="447" y="1110"/>
                    </a:cubicBezTo>
                    <a:cubicBezTo>
                      <a:pt x="462" y="1110"/>
                      <a:pt x="480" y="1076"/>
                      <a:pt x="461" y="1027"/>
                    </a:cubicBezTo>
                    <a:cubicBezTo>
                      <a:pt x="440" y="970"/>
                      <a:pt x="411" y="956"/>
                      <a:pt x="411" y="920"/>
                    </a:cubicBezTo>
                    <a:cubicBezTo>
                      <a:pt x="411" y="891"/>
                      <a:pt x="397" y="761"/>
                      <a:pt x="404" y="747"/>
                    </a:cubicBezTo>
                    <a:cubicBezTo>
                      <a:pt x="411" y="734"/>
                      <a:pt x="490" y="647"/>
                      <a:pt x="518" y="518"/>
                    </a:cubicBezTo>
                    <a:cubicBezTo>
                      <a:pt x="533" y="452"/>
                      <a:pt x="533" y="409"/>
                      <a:pt x="554" y="395"/>
                    </a:cubicBezTo>
                    <a:cubicBezTo>
                      <a:pt x="561" y="380"/>
                      <a:pt x="706" y="345"/>
                      <a:pt x="820" y="316"/>
                    </a:cubicBezTo>
                    <a:cubicBezTo>
                      <a:pt x="863" y="309"/>
                      <a:pt x="906" y="294"/>
                      <a:pt x="935" y="287"/>
                    </a:cubicBezTo>
                    <a:lnTo>
                      <a:pt x="899" y="230"/>
                    </a:lnTo>
                    <a:lnTo>
                      <a:pt x="763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51">
                <a:extLst>
                  <a:ext uri="{FF2B5EF4-FFF2-40B4-BE49-F238E27FC236}">
                    <a16:creationId xmlns:a16="http://schemas.microsoft.com/office/drawing/2014/main" id="{5F8C1901-EB6D-8351-D250-E7136509C416}"/>
                  </a:ext>
                </a:extLst>
              </p:cNvPr>
              <p:cNvSpPr/>
              <p:nvPr/>
            </p:nvSpPr>
            <p:spPr>
              <a:xfrm>
                <a:off x="4931592" y="3283751"/>
                <a:ext cx="6987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30" h="130" fill="none" extrusionOk="0">
                    <a:moveTo>
                      <a:pt x="0" y="0"/>
                    </a:moveTo>
                    <a:cubicBezTo>
                      <a:pt x="0" y="0"/>
                      <a:pt x="14" y="73"/>
                      <a:pt x="30" y="129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51">
                <a:extLst>
                  <a:ext uri="{FF2B5EF4-FFF2-40B4-BE49-F238E27FC236}">
                    <a16:creationId xmlns:a16="http://schemas.microsoft.com/office/drawing/2014/main" id="{630D6797-188E-AC05-0855-7D51244439E3}"/>
                  </a:ext>
                </a:extLst>
              </p:cNvPr>
              <p:cNvSpPr/>
              <p:nvPr/>
            </p:nvSpPr>
            <p:spPr>
              <a:xfrm>
                <a:off x="4938346" y="3313794"/>
                <a:ext cx="233" cy="2329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fill="none" extrusionOk="0">
                    <a:moveTo>
                      <a:pt x="1" y="9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51">
                <a:extLst>
                  <a:ext uri="{FF2B5EF4-FFF2-40B4-BE49-F238E27FC236}">
                    <a16:creationId xmlns:a16="http://schemas.microsoft.com/office/drawing/2014/main" id="{F02259CC-6319-5C5E-686E-B0E6466BAD0D}"/>
                  </a:ext>
                </a:extLst>
              </p:cNvPr>
              <p:cNvSpPr/>
              <p:nvPr/>
            </p:nvSpPr>
            <p:spPr>
              <a:xfrm>
                <a:off x="4908303" y="3287245"/>
                <a:ext cx="6521" cy="48906"/>
              </a:xfrm>
              <a:custGeom>
                <a:avLst/>
                <a:gdLst/>
                <a:ahLst/>
                <a:cxnLst/>
                <a:rect l="l" t="t" r="r" b="b"/>
                <a:pathLst>
                  <a:path w="28" h="210" extrusionOk="0">
                    <a:moveTo>
                      <a:pt x="0" y="1"/>
                    </a:moveTo>
                    <a:cubicBezTo>
                      <a:pt x="0" y="1"/>
                      <a:pt x="14" y="123"/>
                      <a:pt x="21" y="194"/>
                    </a:cubicBezTo>
                    <a:cubicBezTo>
                      <a:pt x="21" y="201"/>
                      <a:pt x="21" y="201"/>
                      <a:pt x="28" y="209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51">
                <a:extLst>
                  <a:ext uri="{FF2B5EF4-FFF2-40B4-BE49-F238E27FC236}">
                    <a16:creationId xmlns:a16="http://schemas.microsoft.com/office/drawing/2014/main" id="{2785DA4D-7250-ACA7-4EEE-0EB40C8879C9}"/>
                  </a:ext>
                </a:extLst>
              </p:cNvPr>
              <p:cNvSpPr/>
              <p:nvPr/>
            </p:nvSpPr>
            <p:spPr>
              <a:xfrm>
                <a:off x="4908303" y="3287245"/>
                <a:ext cx="6521" cy="48906"/>
              </a:xfrm>
              <a:custGeom>
                <a:avLst/>
                <a:gdLst/>
                <a:ahLst/>
                <a:cxnLst/>
                <a:rect l="l" t="t" r="r" b="b"/>
                <a:pathLst>
                  <a:path w="28" h="210" fill="none" extrusionOk="0">
                    <a:moveTo>
                      <a:pt x="28" y="209"/>
                    </a:moveTo>
                    <a:cubicBezTo>
                      <a:pt x="21" y="201"/>
                      <a:pt x="21" y="201"/>
                      <a:pt x="21" y="194"/>
                    </a:cubicBezTo>
                    <a:cubicBezTo>
                      <a:pt x="14" y="123"/>
                      <a:pt x="0" y="1"/>
                      <a:pt x="0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51">
                <a:extLst>
                  <a:ext uri="{FF2B5EF4-FFF2-40B4-BE49-F238E27FC236}">
                    <a16:creationId xmlns:a16="http://schemas.microsoft.com/office/drawing/2014/main" id="{92F8CA95-E31B-3127-BDE5-68C351CB2E11}"/>
                  </a:ext>
                </a:extLst>
              </p:cNvPr>
              <p:cNvSpPr/>
              <p:nvPr/>
            </p:nvSpPr>
            <p:spPr>
              <a:xfrm>
                <a:off x="4912961" y="3332192"/>
                <a:ext cx="1863" cy="3959"/>
              </a:xfrm>
              <a:custGeom>
                <a:avLst/>
                <a:gdLst/>
                <a:ahLst/>
                <a:cxnLst/>
                <a:rect l="l" t="t" r="r" b="b"/>
                <a:pathLst>
                  <a:path w="8" h="17" fill="none" extrusionOk="0">
                    <a:moveTo>
                      <a:pt x="1" y="1"/>
                    </a:moveTo>
                    <a:cubicBezTo>
                      <a:pt x="1" y="8"/>
                      <a:pt x="1" y="8"/>
                      <a:pt x="8" y="16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51">
                <a:extLst>
                  <a:ext uri="{FF2B5EF4-FFF2-40B4-BE49-F238E27FC236}">
                    <a16:creationId xmlns:a16="http://schemas.microsoft.com/office/drawing/2014/main" id="{A29D6515-043C-A6A4-204C-93C22F3C7194}"/>
                  </a:ext>
                </a:extLst>
              </p:cNvPr>
              <p:cNvSpPr/>
              <p:nvPr/>
            </p:nvSpPr>
            <p:spPr>
              <a:xfrm>
                <a:off x="4914591" y="3337548"/>
                <a:ext cx="233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1" h="15" fill="none" extrusionOk="0">
                    <a:moveTo>
                      <a:pt x="1" y="14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51">
                <a:extLst>
                  <a:ext uri="{FF2B5EF4-FFF2-40B4-BE49-F238E27FC236}">
                    <a16:creationId xmlns:a16="http://schemas.microsoft.com/office/drawing/2014/main" id="{A21D30A9-B52C-15A9-5AAC-A21EE92F60DE}"/>
                  </a:ext>
                </a:extLst>
              </p:cNvPr>
              <p:cNvSpPr/>
              <p:nvPr/>
            </p:nvSpPr>
            <p:spPr>
              <a:xfrm>
                <a:off x="4914591" y="3347562"/>
                <a:ext cx="233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1" h="22" fill="none" extrusionOk="0">
                    <a:moveTo>
                      <a:pt x="1" y="21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51">
                <a:extLst>
                  <a:ext uri="{FF2B5EF4-FFF2-40B4-BE49-F238E27FC236}">
                    <a16:creationId xmlns:a16="http://schemas.microsoft.com/office/drawing/2014/main" id="{5B606324-5B9D-310F-37F2-4AC586132BE4}"/>
                  </a:ext>
                </a:extLst>
              </p:cNvPr>
              <p:cNvSpPr/>
              <p:nvPr/>
            </p:nvSpPr>
            <p:spPr>
              <a:xfrm>
                <a:off x="4886179" y="3287245"/>
                <a:ext cx="12343" cy="85470"/>
              </a:xfrm>
              <a:custGeom>
                <a:avLst/>
                <a:gdLst/>
                <a:ahLst/>
                <a:cxnLst/>
                <a:rect l="l" t="t" r="r" b="b"/>
                <a:pathLst>
                  <a:path w="53" h="367" extrusionOk="0">
                    <a:moveTo>
                      <a:pt x="0" y="1"/>
                    </a:moveTo>
                    <a:lnTo>
                      <a:pt x="0" y="230"/>
                    </a:lnTo>
                    <a:cubicBezTo>
                      <a:pt x="9" y="266"/>
                      <a:pt x="30" y="323"/>
                      <a:pt x="52" y="366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51">
                <a:extLst>
                  <a:ext uri="{FF2B5EF4-FFF2-40B4-BE49-F238E27FC236}">
                    <a16:creationId xmlns:a16="http://schemas.microsoft.com/office/drawing/2014/main" id="{B8AC4881-687A-FEB8-522C-583469516C19}"/>
                  </a:ext>
                </a:extLst>
              </p:cNvPr>
              <p:cNvSpPr/>
              <p:nvPr/>
            </p:nvSpPr>
            <p:spPr>
              <a:xfrm>
                <a:off x="4886179" y="3287245"/>
                <a:ext cx="12343" cy="85470"/>
              </a:xfrm>
              <a:custGeom>
                <a:avLst/>
                <a:gdLst/>
                <a:ahLst/>
                <a:cxnLst/>
                <a:rect l="l" t="t" r="r" b="b"/>
                <a:pathLst>
                  <a:path w="53" h="367" fill="none" extrusionOk="0">
                    <a:moveTo>
                      <a:pt x="0" y="1"/>
                    </a:moveTo>
                    <a:lnTo>
                      <a:pt x="0" y="230"/>
                    </a:lnTo>
                    <a:cubicBezTo>
                      <a:pt x="9" y="266"/>
                      <a:pt x="30" y="323"/>
                      <a:pt x="52" y="366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51">
                <a:extLst>
                  <a:ext uri="{FF2B5EF4-FFF2-40B4-BE49-F238E27FC236}">
                    <a16:creationId xmlns:a16="http://schemas.microsoft.com/office/drawing/2014/main" id="{88C9ED72-264C-081A-59DE-339640C39F34}"/>
                  </a:ext>
                </a:extLst>
              </p:cNvPr>
              <p:cNvSpPr/>
              <p:nvPr/>
            </p:nvSpPr>
            <p:spPr>
              <a:xfrm>
                <a:off x="4884549" y="2778388"/>
                <a:ext cx="430609" cy="401731"/>
              </a:xfrm>
              <a:custGeom>
                <a:avLst/>
                <a:gdLst/>
                <a:ahLst/>
                <a:cxnLst/>
                <a:rect l="l" t="t" r="r" b="b"/>
                <a:pathLst>
                  <a:path w="1849" h="1725" extrusionOk="0">
                    <a:moveTo>
                      <a:pt x="316" y="0"/>
                    </a:moveTo>
                    <a:cubicBezTo>
                      <a:pt x="206" y="0"/>
                      <a:pt x="41" y="235"/>
                      <a:pt x="7" y="511"/>
                    </a:cubicBezTo>
                    <a:lnTo>
                      <a:pt x="7" y="554"/>
                    </a:lnTo>
                    <a:lnTo>
                      <a:pt x="7" y="574"/>
                    </a:lnTo>
                    <a:cubicBezTo>
                      <a:pt x="0" y="654"/>
                      <a:pt x="7" y="726"/>
                      <a:pt x="16" y="790"/>
                    </a:cubicBezTo>
                    <a:cubicBezTo>
                      <a:pt x="16" y="812"/>
                      <a:pt x="23" y="826"/>
                      <a:pt x="23" y="849"/>
                    </a:cubicBezTo>
                    <a:cubicBezTo>
                      <a:pt x="44" y="942"/>
                      <a:pt x="73" y="1014"/>
                      <a:pt x="116" y="1057"/>
                    </a:cubicBezTo>
                    <a:cubicBezTo>
                      <a:pt x="137" y="1085"/>
                      <a:pt x="166" y="1107"/>
                      <a:pt x="195" y="1114"/>
                    </a:cubicBezTo>
                    <a:lnTo>
                      <a:pt x="232" y="1114"/>
                    </a:lnTo>
                    <a:lnTo>
                      <a:pt x="232" y="1128"/>
                    </a:lnTo>
                    <a:cubicBezTo>
                      <a:pt x="375" y="1151"/>
                      <a:pt x="942" y="1244"/>
                      <a:pt x="942" y="1244"/>
                    </a:cubicBezTo>
                    <a:cubicBezTo>
                      <a:pt x="827" y="1294"/>
                      <a:pt x="670" y="1373"/>
                      <a:pt x="670" y="1373"/>
                    </a:cubicBezTo>
                    <a:lnTo>
                      <a:pt x="684" y="1402"/>
                    </a:lnTo>
                    <a:lnTo>
                      <a:pt x="820" y="1632"/>
                    </a:lnTo>
                    <a:lnTo>
                      <a:pt x="856" y="1689"/>
                    </a:lnTo>
                    <a:lnTo>
                      <a:pt x="870" y="1725"/>
                    </a:lnTo>
                    <a:cubicBezTo>
                      <a:pt x="870" y="1725"/>
                      <a:pt x="1208" y="1696"/>
                      <a:pt x="1460" y="1625"/>
                    </a:cubicBezTo>
                    <a:cubicBezTo>
                      <a:pt x="1553" y="1596"/>
                      <a:pt x="1632" y="1559"/>
                      <a:pt x="1676" y="1516"/>
                    </a:cubicBezTo>
                    <a:cubicBezTo>
                      <a:pt x="1848" y="1359"/>
                      <a:pt x="1812" y="1230"/>
                      <a:pt x="1755" y="1171"/>
                    </a:cubicBezTo>
                    <a:cubicBezTo>
                      <a:pt x="1741" y="1157"/>
                      <a:pt x="1719" y="1135"/>
                      <a:pt x="1676" y="1107"/>
                    </a:cubicBezTo>
                    <a:cubicBezTo>
                      <a:pt x="1526" y="978"/>
                      <a:pt x="1172" y="683"/>
                      <a:pt x="949" y="497"/>
                    </a:cubicBezTo>
                    <a:cubicBezTo>
                      <a:pt x="684" y="272"/>
                      <a:pt x="346" y="7"/>
                      <a:pt x="346" y="7"/>
                    </a:cubicBezTo>
                    <a:cubicBezTo>
                      <a:pt x="336" y="2"/>
                      <a:pt x="326" y="0"/>
                      <a:pt x="3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51">
                <a:extLst>
                  <a:ext uri="{FF2B5EF4-FFF2-40B4-BE49-F238E27FC236}">
                    <a16:creationId xmlns:a16="http://schemas.microsoft.com/office/drawing/2014/main" id="{B5CC683E-BEA8-963F-D5C7-443D26F385B9}"/>
                  </a:ext>
                </a:extLst>
              </p:cNvPr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5" extrusionOk="0">
                    <a:moveTo>
                      <a:pt x="0" y="0"/>
                    </a:moveTo>
                    <a:cubicBezTo>
                      <a:pt x="7" y="7"/>
                      <a:pt x="21" y="7"/>
                      <a:pt x="37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51">
                <a:extLst>
                  <a:ext uri="{FF2B5EF4-FFF2-40B4-BE49-F238E27FC236}">
                    <a16:creationId xmlns:a16="http://schemas.microsoft.com/office/drawing/2014/main" id="{6B344AEC-272E-C1F4-C0D4-D8A7A47CE1DC}"/>
                  </a:ext>
                </a:extLst>
              </p:cNvPr>
              <p:cNvSpPr/>
              <p:nvPr/>
            </p:nvSpPr>
            <p:spPr>
              <a:xfrm>
                <a:off x="4929962" y="3037823"/>
                <a:ext cx="8617" cy="349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5" extrusionOk="0">
                    <a:moveTo>
                      <a:pt x="0" y="0"/>
                    </a:moveTo>
                    <a:cubicBezTo>
                      <a:pt x="7" y="7"/>
                      <a:pt x="21" y="7"/>
                      <a:pt x="37" y="14"/>
                    </a:cubicBez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51">
                <a:extLst>
                  <a:ext uri="{FF2B5EF4-FFF2-40B4-BE49-F238E27FC236}">
                    <a16:creationId xmlns:a16="http://schemas.microsoft.com/office/drawing/2014/main" id="{A08E2B34-D5A7-F46F-EB6A-026EDC330336}"/>
                  </a:ext>
                </a:extLst>
              </p:cNvPr>
              <p:cNvSpPr/>
              <p:nvPr/>
            </p:nvSpPr>
            <p:spPr>
              <a:xfrm>
                <a:off x="5040350" y="3030837"/>
                <a:ext cx="206105" cy="140897"/>
              </a:xfrm>
              <a:custGeom>
                <a:avLst/>
                <a:gdLst/>
                <a:ahLst/>
                <a:cxnLst/>
                <a:rect l="l" t="t" r="r" b="b"/>
                <a:pathLst>
                  <a:path w="885" h="605" fill="none" extrusionOk="0">
                    <a:moveTo>
                      <a:pt x="884" y="51"/>
                    </a:moveTo>
                    <a:cubicBezTo>
                      <a:pt x="575" y="1"/>
                      <a:pt x="439" y="73"/>
                      <a:pt x="382" y="110"/>
                    </a:cubicBezTo>
                    <a:cubicBezTo>
                      <a:pt x="360" y="117"/>
                      <a:pt x="323" y="130"/>
                      <a:pt x="273" y="160"/>
                    </a:cubicBezTo>
                    <a:cubicBezTo>
                      <a:pt x="158" y="210"/>
                      <a:pt x="1" y="289"/>
                      <a:pt x="1" y="289"/>
                    </a:cubicBezTo>
                    <a:lnTo>
                      <a:pt x="15" y="318"/>
                    </a:lnTo>
                    <a:lnTo>
                      <a:pt x="151" y="548"/>
                    </a:lnTo>
                    <a:lnTo>
                      <a:pt x="187" y="605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51">
                <a:extLst>
                  <a:ext uri="{FF2B5EF4-FFF2-40B4-BE49-F238E27FC236}">
                    <a16:creationId xmlns:a16="http://schemas.microsoft.com/office/drawing/2014/main" id="{64BB437E-BDB0-95E3-CA88-0BF34CEA59AB}"/>
                  </a:ext>
                </a:extLst>
              </p:cNvPr>
              <p:cNvSpPr/>
              <p:nvPr/>
            </p:nvSpPr>
            <p:spPr>
              <a:xfrm>
                <a:off x="4549891" y="2428360"/>
                <a:ext cx="309973" cy="109690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471" extrusionOk="0">
                    <a:moveTo>
                      <a:pt x="130" y="43"/>
                    </a:moveTo>
                    <a:cubicBezTo>
                      <a:pt x="144" y="43"/>
                      <a:pt x="159" y="43"/>
                      <a:pt x="180" y="50"/>
                    </a:cubicBezTo>
                    <a:cubicBezTo>
                      <a:pt x="202" y="50"/>
                      <a:pt x="223" y="59"/>
                      <a:pt x="252" y="59"/>
                    </a:cubicBezTo>
                    <a:cubicBezTo>
                      <a:pt x="273" y="66"/>
                      <a:pt x="302" y="73"/>
                      <a:pt x="323" y="87"/>
                    </a:cubicBezTo>
                    <a:lnTo>
                      <a:pt x="339" y="87"/>
                    </a:lnTo>
                    <a:lnTo>
                      <a:pt x="339" y="93"/>
                    </a:lnTo>
                    <a:lnTo>
                      <a:pt x="346" y="102"/>
                    </a:lnTo>
                    <a:lnTo>
                      <a:pt x="346" y="145"/>
                    </a:lnTo>
                    <a:cubicBezTo>
                      <a:pt x="346" y="152"/>
                      <a:pt x="346" y="159"/>
                      <a:pt x="339" y="166"/>
                    </a:cubicBezTo>
                    <a:lnTo>
                      <a:pt x="339" y="188"/>
                    </a:lnTo>
                    <a:cubicBezTo>
                      <a:pt x="339" y="202"/>
                      <a:pt x="332" y="216"/>
                      <a:pt x="332" y="238"/>
                    </a:cubicBezTo>
                    <a:cubicBezTo>
                      <a:pt x="316" y="266"/>
                      <a:pt x="309" y="302"/>
                      <a:pt x="289" y="318"/>
                    </a:cubicBezTo>
                    <a:cubicBezTo>
                      <a:pt x="273" y="332"/>
                      <a:pt x="259" y="338"/>
                      <a:pt x="245" y="345"/>
                    </a:cubicBezTo>
                    <a:cubicBezTo>
                      <a:pt x="230" y="345"/>
                      <a:pt x="216" y="352"/>
                      <a:pt x="194" y="352"/>
                    </a:cubicBezTo>
                    <a:cubicBezTo>
                      <a:pt x="166" y="352"/>
                      <a:pt x="130" y="345"/>
                      <a:pt x="107" y="325"/>
                    </a:cubicBezTo>
                    <a:cubicBezTo>
                      <a:pt x="80" y="309"/>
                      <a:pt x="57" y="288"/>
                      <a:pt x="44" y="266"/>
                    </a:cubicBezTo>
                    <a:lnTo>
                      <a:pt x="44" y="252"/>
                    </a:lnTo>
                    <a:cubicBezTo>
                      <a:pt x="44" y="252"/>
                      <a:pt x="44" y="245"/>
                      <a:pt x="37" y="245"/>
                    </a:cubicBezTo>
                    <a:lnTo>
                      <a:pt x="37" y="238"/>
                    </a:lnTo>
                    <a:lnTo>
                      <a:pt x="37" y="231"/>
                    </a:lnTo>
                    <a:cubicBezTo>
                      <a:pt x="37" y="216"/>
                      <a:pt x="37" y="202"/>
                      <a:pt x="44" y="188"/>
                    </a:cubicBezTo>
                    <a:cubicBezTo>
                      <a:pt x="44" y="166"/>
                      <a:pt x="51" y="137"/>
                      <a:pt x="51" y="116"/>
                    </a:cubicBezTo>
                    <a:cubicBezTo>
                      <a:pt x="57" y="102"/>
                      <a:pt x="57" y="80"/>
                      <a:pt x="64" y="73"/>
                    </a:cubicBezTo>
                    <a:cubicBezTo>
                      <a:pt x="73" y="66"/>
                      <a:pt x="73" y="59"/>
                      <a:pt x="73" y="59"/>
                    </a:cubicBezTo>
                    <a:lnTo>
                      <a:pt x="80" y="50"/>
                    </a:lnTo>
                    <a:lnTo>
                      <a:pt x="87" y="50"/>
                    </a:lnTo>
                    <a:cubicBezTo>
                      <a:pt x="87" y="50"/>
                      <a:pt x="94" y="50"/>
                      <a:pt x="94" y="43"/>
                    </a:cubicBezTo>
                    <a:close/>
                    <a:moveTo>
                      <a:pt x="677" y="109"/>
                    </a:moveTo>
                    <a:cubicBezTo>
                      <a:pt x="697" y="116"/>
                      <a:pt x="727" y="116"/>
                      <a:pt x="754" y="116"/>
                    </a:cubicBezTo>
                    <a:cubicBezTo>
                      <a:pt x="777" y="116"/>
                      <a:pt x="813" y="123"/>
                      <a:pt x="849" y="123"/>
                    </a:cubicBezTo>
                    <a:cubicBezTo>
                      <a:pt x="884" y="130"/>
                      <a:pt x="920" y="137"/>
                      <a:pt x="956" y="145"/>
                    </a:cubicBezTo>
                    <a:cubicBezTo>
                      <a:pt x="979" y="145"/>
                      <a:pt x="999" y="152"/>
                      <a:pt x="1013" y="159"/>
                    </a:cubicBezTo>
                    <a:cubicBezTo>
                      <a:pt x="1029" y="159"/>
                      <a:pt x="1036" y="159"/>
                      <a:pt x="1049" y="166"/>
                    </a:cubicBezTo>
                    <a:lnTo>
                      <a:pt x="1056" y="166"/>
                    </a:lnTo>
                    <a:cubicBezTo>
                      <a:pt x="1056" y="173"/>
                      <a:pt x="1056" y="173"/>
                      <a:pt x="1065" y="173"/>
                    </a:cubicBezTo>
                    <a:cubicBezTo>
                      <a:pt x="1072" y="188"/>
                      <a:pt x="1072" y="202"/>
                      <a:pt x="1072" y="223"/>
                    </a:cubicBezTo>
                    <a:cubicBezTo>
                      <a:pt x="1079" y="231"/>
                      <a:pt x="1079" y="238"/>
                      <a:pt x="1079" y="245"/>
                    </a:cubicBezTo>
                    <a:lnTo>
                      <a:pt x="1079" y="259"/>
                    </a:lnTo>
                    <a:cubicBezTo>
                      <a:pt x="1072" y="266"/>
                      <a:pt x="1072" y="302"/>
                      <a:pt x="1072" y="309"/>
                    </a:cubicBezTo>
                    <a:cubicBezTo>
                      <a:pt x="1065" y="325"/>
                      <a:pt x="1065" y="332"/>
                      <a:pt x="1056" y="345"/>
                    </a:cubicBezTo>
                    <a:cubicBezTo>
                      <a:pt x="1056" y="361"/>
                      <a:pt x="1049" y="368"/>
                      <a:pt x="1049" y="375"/>
                    </a:cubicBezTo>
                    <a:cubicBezTo>
                      <a:pt x="1036" y="395"/>
                      <a:pt x="1022" y="404"/>
                      <a:pt x="999" y="418"/>
                    </a:cubicBezTo>
                    <a:cubicBezTo>
                      <a:pt x="992" y="425"/>
                      <a:pt x="986" y="425"/>
                      <a:pt x="970" y="432"/>
                    </a:cubicBezTo>
                    <a:lnTo>
                      <a:pt x="942" y="439"/>
                    </a:lnTo>
                    <a:cubicBezTo>
                      <a:pt x="913" y="439"/>
                      <a:pt x="892" y="447"/>
                      <a:pt x="870" y="447"/>
                    </a:cubicBezTo>
                    <a:cubicBezTo>
                      <a:pt x="827" y="447"/>
                      <a:pt x="784" y="447"/>
                      <a:pt x="741" y="432"/>
                    </a:cubicBezTo>
                    <a:cubicBezTo>
                      <a:pt x="697" y="425"/>
                      <a:pt x="661" y="411"/>
                      <a:pt x="625" y="388"/>
                    </a:cubicBezTo>
                    <a:cubicBezTo>
                      <a:pt x="611" y="382"/>
                      <a:pt x="590" y="368"/>
                      <a:pt x="582" y="352"/>
                    </a:cubicBezTo>
                    <a:cubicBezTo>
                      <a:pt x="575" y="352"/>
                      <a:pt x="568" y="345"/>
                      <a:pt x="561" y="338"/>
                    </a:cubicBezTo>
                    <a:lnTo>
                      <a:pt x="561" y="332"/>
                    </a:lnTo>
                    <a:lnTo>
                      <a:pt x="554" y="332"/>
                    </a:lnTo>
                    <a:lnTo>
                      <a:pt x="554" y="318"/>
                    </a:lnTo>
                    <a:cubicBezTo>
                      <a:pt x="547" y="288"/>
                      <a:pt x="554" y="231"/>
                      <a:pt x="561" y="202"/>
                    </a:cubicBezTo>
                    <a:lnTo>
                      <a:pt x="561" y="180"/>
                    </a:lnTo>
                    <a:cubicBezTo>
                      <a:pt x="561" y="173"/>
                      <a:pt x="568" y="173"/>
                      <a:pt x="568" y="166"/>
                    </a:cubicBezTo>
                    <a:cubicBezTo>
                      <a:pt x="568" y="152"/>
                      <a:pt x="575" y="145"/>
                      <a:pt x="575" y="137"/>
                    </a:cubicBezTo>
                    <a:cubicBezTo>
                      <a:pt x="590" y="123"/>
                      <a:pt x="597" y="116"/>
                      <a:pt x="604" y="116"/>
                    </a:cubicBezTo>
                    <a:lnTo>
                      <a:pt x="618" y="116"/>
                    </a:lnTo>
                    <a:cubicBezTo>
                      <a:pt x="618" y="116"/>
                      <a:pt x="640" y="116"/>
                      <a:pt x="677" y="109"/>
                    </a:cubicBezTo>
                    <a:close/>
                    <a:moveTo>
                      <a:pt x="130" y="0"/>
                    </a:moveTo>
                    <a:cubicBezTo>
                      <a:pt x="116" y="0"/>
                      <a:pt x="101" y="7"/>
                      <a:pt x="94" y="7"/>
                    </a:cubicBezTo>
                    <a:lnTo>
                      <a:pt x="73" y="7"/>
                    </a:lnTo>
                    <a:cubicBezTo>
                      <a:pt x="73" y="12"/>
                      <a:pt x="71" y="12"/>
                      <a:pt x="68" y="12"/>
                    </a:cubicBezTo>
                    <a:cubicBezTo>
                      <a:pt x="65" y="12"/>
                      <a:pt x="61" y="12"/>
                      <a:pt x="57" y="16"/>
                    </a:cubicBezTo>
                    <a:lnTo>
                      <a:pt x="57" y="23"/>
                    </a:lnTo>
                    <a:cubicBezTo>
                      <a:pt x="57" y="23"/>
                      <a:pt x="21" y="30"/>
                      <a:pt x="14" y="37"/>
                    </a:cubicBezTo>
                    <a:cubicBezTo>
                      <a:pt x="7" y="37"/>
                      <a:pt x="7" y="43"/>
                      <a:pt x="7" y="50"/>
                    </a:cubicBezTo>
                    <a:cubicBezTo>
                      <a:pt x="0" y="59"/>
                      <a:pt x="0" y="73"/>
                      <a:pt x="0" y="80"/>
                    </a:cubicBezTo>
                    <a:cubicBezTo>
                      <a:pt x="0" y="80"/>
                      <a:pt x="14" y="87"/>
                      <a:pt x="21" y="93"/>
                    </a:cubicBezTo>
                    <a:cubicBezTo>
                      <a:pt x="21" y="102"/>
                      <a:pt x="14" y="109"/>
                      <a:pt x="14" y="116"/>
                    </a:cubicBezTo>
                    <a:cubicBezTo>
                      <a:pt x="14" y="137"/>
                      <a:pt x="7" y="159"/>
                      <a:pt x="7" y="188"/>
                    </a:cubicBezTo>
                    <a:lnTo>
                      <a:pt x="7" y="231"/>
                    </a:lnTo>
                    <a:lnTo>
                      <a:pt x="7" y="238"/>
                    </a:lnTo>
                    <a:lnTo>
                      <a:pt x="7" y="245"/>
                    </a:lnTo>
                    <a:lnTo>
                      <a:pt x="7" y="252"/>
                    </a:lnTo>
                    <a:cubicBezTo>
                      <a:pt x="14" y="259"/>
                      <a:pt x="14" y="266"/>
                      <a:pt x="21" y="275"/>
                    </a:cubicBezTo>
                    <a:cubicBezTo>
                      <a:pt x="37" y="302"/>
                      <a:pt x="64" y="332"/>
                      <a:pt x="94" y="345"/>
                    </a:cubicBezTo>
                    <a:cubicBezTo>
                      <a:pt x="123" y="368"/>
                      <a:pt x="159" y="375"/>
                      <a:pt x="194" y="375"/>
                    </a:cubicBezTo>
                    <a:cubicBezTo>
                      <a:pt x="230" y="375"/>
                      <a:pt x="273" y="368"/>
                      <a:pt x="302" y="338"/>
                    </a:cubicBezTo>
                    <a:cubicBezTo>
                      <a:pt x="339" y="318"/>
                      <a:pt x="352" y="282"/>
                      <a:pt x="366" y="252"/>
                    </a:cubicBezTo>
                    <a:cubicBezTo>
                      <a:pt x="375" y="231"/>
                      <a:pt x="382" y="216"/>
                      <a:pt x="382" y="195"/>
                    </a:cubicBezTo>
                    <a:cubicBezTo>
                      <a:pt x="389" y="188"/>
                      <a:pt x="389" y="180"/>
                      <a:pt x="389" y="173"/>
                    </a:cubicBezTo>
                    <a:cubicBezTo>
                      <a:pt x="394" y="172"/>
                      <a:pt x="399" y="172"/>
                      <a:pt x="405" y="172"/>
                    </a:cubicBezTo>
                    <a:cubicBezTo>
                      <a:pt x="452" y="172"/>
                      <a:pt x="506" y="196"/>
                      <a:pt x="525" y="202"/>
                    </a:cubicBezTo>
                    <a:cubicBezTo>
                      <a:pt x="525" y="238"/>
                      <a:pt x="518" y="288"/>
                      <a:pt x="525" y="325"/>
                    </a:cubicBezTo>
                    <a:lnTo>
                      <a:pt x="525" y="338"/>
                    </a:lnTo>
                    <a:lnTo>
                      <a:pt x="532" y="345"/>
                    </a:lnTo>
                    <a:cubicBezTo>
                      <a:pt x="532" y="352"/>
                      <a:pt x="532" y="352"/>
                      <a:pt x="539" y="352"/>
                    </a:cubicBezTo>
                    <a:cubicBezTo>
                      <a:pt x="547" y="368"/>
                      <a:pt x="554" y="375"/>
                      <a:pt x="561" y="382"/>
                    </a:cubicBezTo>
                    <a:cubicBezTo>
                      <a:pt x="575" y="388"/>
                      <a:pt x="590" y="404"/>
                      <a:pt x="611" y="411"/>
                    </a:cubicBezTo>
                    <a:cubicBezTo>
                      <a:pt x="647" y="432"/>
                      <a:pt x="691" y="447"/>
                      <a:pt x="734" y="461"/>
                    </a:cubicBezTo>
                    <a:cubicBezTo>
                      <a:pt x="764" y="466"/>
                      <a:pt x="798" y="471"/>
                      <a:pt x="831" y="471"/>
                    </a:cubicBezTo>
                    <a:cubicBezTo>
                      <a:pt x="844" y="471"/>
                      <a:pt x="857" y="470"/>
                      <a:pt x="870" y="468"/>
                    </a:cubicBezTo>
                    <a:cubicBezTo>
                      <a:pt x="920" y="468"/>
                      <a:pt x="970" y="461"/>
                      <a:pt x="1013" y="439"/>
                    </a:cubicBezTo>
                    <a:cubicBezTo>
                      <a:pt x="1036" y="432"/>
                      <a:pt x="1056" y="418"/>
                      <a:pt x="1079" y="395"/>
                    </a:cubicBezTo>
                    <a:cubicBezTo>
                      <a:pt x="1086" y="382"/>
                      <a:pt x="1086" y="368"/>
                      <a:pt x="1092" y="361"/>
                    </a:cubicBezTo>
                    <a:cubicBezTo>
                      <a:pt x="1099" y="345"/>
                      <a:pt x="1099" y="338"/>
                      <a:pt x="1108" y="325"/>
                    </a:cubicBezTo>
                    <a:cubicBezTo>
                      <a:pt x="1115" y="318"/>
                      <a:pt x="1115" y="275"/>
                      <a:pt x="1122" y="259"/>
                    </a:cubicBezTo>
                    <a:cubicBezTo>
                      <a:pt x="1122" y="259"/>
                      <a:pt x="1129" y="245"/>
                      <a:pt x="1136" y="245"/>
                    </a:cubicBezTo>
                    <a:cubicBezTo>
                      <a:pt x="1136" y="238"/>
                      <a:pt x="1143" y="238"/>
                      <a:pt x="1151" y="231"/>
                    </a:cubicBezTo>
                    <a:lnTo>
                      <a:pt x="1294" y="275"/>
                    </a:lnTo>
                    <a:lnTo>
                      <a:pt x="1331" y="223"/>
                    </a:lnTo>
                    <a:lnTo>
                      <a:pt x="1143" y="145"/>
                    </a:lnTo>
                    <a:cubicBezTo>
                      <a:pt x="1129" y="145"/>
                      <a:pt x="1079" y="123"/>
                      <a:pt x="1079" y="123"/>
                    </a:cubicBezTo>
                    <a:cubicBezTo>
                      <a:pt x="1072" y="123"/>
                      <a:pt x="1072" y="123"/>
                      <a:pt x="1065" y="116"/>
                    </a:cubicBezTo>
                    <a:cubicBezTo>
                      <a:pt x="1049" y="116"/>
                      <a:pt x="1042" y="109"/>
                      <a:pt x="1029" y="109"/>
                    </a:cubicBezTo>
                    <a:cubicBezTo>
                      <a:pt x="1006" y="102"/>
                      <a:pt x="986" y="102"/>
                      <a:pt x="963" y="93"/>
                    </a:cubicBezTo>
                    <a:cubicBezTo>
                      <a:pt x="927" y="87"/>
                      <a:pt x="884" y="80"/>
                      <a:pt x="856" y="80"/>
                    </a:cubicBezTo>
                    <a:cubicBezTo>
                      <a:pt x="784" y="73"/>
                      <a:pt x="720" y="73"/>
                      <a:pt x="677" y="73"/>
                    </a:cubicBezTo>
                    <a:lnTo>
                      <a:pt x="611" y="73"/>
                    </a:lnTo>
                    <a:cubicBezTo>
                      <a:pt x="611" y="73"/>
                      <a:pt x="604" y="73"/>
                      <a:pt x="590" y="80"/>
                    </a:cubicBezTo>
                    <a:cubicBezTo>
                      <a:pt x="575" y="87"/>
                      <a:pt x="561" y="93"/>
                      <a:pt x="547" y="116"/>
                    </a:cubicBezTo>
                    <a:cubicBezTo>
                      <a:pt x="539" y="123"/>
                      <a:pt x="539" y="130"/>
                      <a:pt x="539" y="137"/>
                    </a:cubicBezTo>
                    <a:cubicBezTo>
                      <a:pt x="482" y="109"/>
                      <a:pt x="418" y="109"/>
                      <a:pt x="396" y="109"/>
                    </a:cubicBezTo>
                    <a:cubicBezTo>
                      <a:pt x="396" y="102"/>
                      <a:pt x="396" y="93"/>
                      <a:pt x="389" y="87"/>
                    </a:cubicBezTo>
                    <a:lnTo>
                      <a:pt x="389" y="73"/>
                    </a:lnTo>
                    <a:cubicBezTo>
                      <a:pt x="382" y="66"/>
                      <a:pt x="382" y="59"/>
                      <a:pt x="375" y="59"/>
                    </a:cubicBezTo>
                    <a:lnTo>
                      <a:pt x="366" y="50"/>
                    </a:lnTo>
                    <a:lnTo>
                      <a:pt x="359" y="50"/>
                    </a:lnTo>
                    <a:lnTo>
                      <a:pt x="359" y="43"/>
                    </a:lnTo>
                    <a:lnTo>
                      <a:pt x="346" y="43"/>
                    </a:lnTo>
                    <a:cubicBezTo>
                      <a:pt x="316" y="30"/>
                      <a:pt x="289" y="23"/>
                      <a:pt x="259" y="16"/>
                    </a:cubicBezTo>
                    <a:cubicBezTo>
                      <a:pt x="237" y="7"/>
                      <a:pt x="209" y="7"/>
                      <a:pt x="1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8" name="Google Shape;2438;p51">
              <a:extLst>
                <a:ext uri="{FF2B5EF4-FFF2-40B4-BE49-F238E27FC236}">
                  <a16:creationId xmlns:a16="http://schemas.microsoft.com/office/drawing/2014/main" id="{F7F1C6D1-C79B-F4F4-385F-5F0313359D44}"/>
                </a:ext>
              </a:extLst>
            </p:cNvPr>
            <p:cNvGrpSpPr/>
            <p:nvPr/>
          </p:nvGrpSpPr>
          <p:grpSpPr>
            <a:xfrm>
              <a:off x="7732315" y="1409998"/>
              <a:ext cx="114150" cy="114196"/>
              <a:chOff x="-685100" y="4136737"/>
              <a:chExt cx="38359" cy="38359"/>
            </a:xfrm>
          </p:grpSpPr>
          <p:sp>
            <p:nvSpPr>
              <p:cNvPr id="2439" name="Google Shape;2439;p51">
                <a:extLst>
                  <a:ext uri="{FF2B5EF4-FFF2-40B4-BE49-F238E27FC236}">
                    <a16:creationId xmlns:a16="http://schemas.microsoft.com/office/drawing/2014/main" id="{FE29A69B-A2E0-10F4-B00B-20E0EEA73EA5}"/>
                  </a:ext>
                </a:extLst>
              </p:cNvPr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51">
                <a:extLst>
                  <a:ext uri="{FF2B5EF4-FFF2-40B4-BE49-F238E27FC236}">
                    <a16:creationId xmlns:a16="http://schemas.microsoft.com/office/drawing/2014/main" id="{D1FFCEFE-1667-E81C-C09D-895D9A3CB559}"/>
                  </a:ext>
                </a:extLst>
              </p:cNvPr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41" name="Google Shape;2441;p51">
              <a:extLst>
                <a:ext uri="{FF2B5EF4-FFF2-40B4-BE49-F238E27FC236}">
                  <a16:creationId xmlns:a16="http://schemas.microsoft.com/office/drawing/2014/main" id="{27BDF2B9-B6DD-18FF-E1A3-B71567B7A010}"/>
                </a:ext>
              </a:extLst>
            </p:cNvPr>
            <p:cNvSpPr/>
            <p:nvPr/>
          </p:nvSpPr>
          <p:spPr>
            <a:xfrm>
              <a:off x="6130587" y="2079663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51">
              <a:extLst>
                <a:ext uri="{FF2B5EF4-FFF2-40B4-BE49-F238E27FC236}">
                  <a16:creationId xmlns:a16="http://schemas.microsoft.com/office/drawing/2014/main" id="{BBDE0B96-C9FF-0A44-0AF7-47893ECAF027}"/>
                </a:ext>
              </a:extLst>
            </p:cNvPr>
            <p:cNvSpPr/>
            <p:nvPr/>
          </p:nvSpPr>
          <p:spPr>
            <a:xfrm>
              <a:off x="4489390" y="33406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51">
              <a:extLst>
                <a:ext uri="{FF2B5EF4-FFF2-40B4-BE49-F238E27FC236}">
                  <a16:creationId xmlns:a16="http://schemas.microsoft.com/office/drawing/2014/main" id="{92C828BB-71BA-61AD-923F-09D27A6D05D7}"/>
                </a:ext>
              </a:extLst>
            </p:cNvPr>
            <p:cNvSpPr/>
            <p:nvPr/>
          </p:nvSpPr>
          <p:spPr>
            <a:xfrm>
              <a:off x="5368540" y="16594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262;p51">
            <a:extLst>
              <a:ext uri="{FF2B5EF4-FFF2-40B4-BE49-F238E27FC236}">
                <a16:creationId xmlns:a16="http://schemas.microsoft.com/office/drawing/2014/main" id="{5D4B3990-D90C-F821-DEEB-C8690003D7B1}"/>
              </a:ext>
            </a:extLst>
          </p:cNvPr>
          <p:cNvSpPr txBox="1">
            <a:spLocks/>
          </p:cNvSpPr>
          <p:nvPr/>
        </p:nvSpPr>
        <p:spPr>
          <a:xfrm>
            <a:off x="3198095" y="2242075"/>
            <a:ext cx="1297140" cy="1188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6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lbert Sans"/>
              <a:buNone/>
              <a:defRPr sz="4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pt-BR" sz="5500" dirty="0">
                <a:solidFill>
                  <a:schemeClr val="tx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86472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1">
          <a:extLst>
            <a:ext uri="{FF2B5EF4-FFF2-40B4-BE49-F238E27FC236}">
              <a16:creationId xmlns:a16="http://schemas.microsoft.com/office/drawing/2014/main" id="{F7C422BF-1BF3-FA3E-27FA-AC41B587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2" name="Google Shape;8372;p71">
            <a:extLst>
              <a:ext uri="{FF2B5EF4-FFF2-40B4-BE49-F238E27FC236}">
                <a16:creationId xmlns:a16="http://schemas.microsoft.com/office/drawing/2014/main" id="{F3743665-C2F1-2F56-8E29-765F086721F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631472" y="2542038"/>
            <a:ext cx="2086499" cy="4342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Maximilliam Jr</a:t>
            </a:r>
            <a:endParaRPr dirty="0"/>
          </a:p>
        </p:txBody>
      </p:sp>
      <p:sp>
        <p:nvSpPr>
          <p:cNvPr id="8373" name="Google Shape;8373;p71">
            <a:extLst>
              <a:ext uri="{FF2B5EF4-FFF2-40B4-BE49-F238E27FC236}">
                <a16:creationId xmlns:a16="http://schemas.microsoft.com/office/drawing/2014/main" id="{FC0C4F3B-5211-4847-71A2-010AB10118E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499646" y="2559697"/>
            <a:ext cx="1973199" cy="4342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Maria Justina</a:t>
            </a:r>
            <a:endParaRPr dirty="0"/>
          </a:p>
        </p:txBody>
      </p:sp>
      <p:pic>
        <p:nvPicPr>
          <p:cNvPr id="8374" name="Google Shape;8374;p71">
            <a:extLst>
              <a:ext uri="{FF2B5EF4-FFF2-40B4-BE49-F238E27FC236}">
                <a16:creationId xmlns:a16="http://schemas.microsoft.com/office/drawing/2014/main" id="{1ED6C3D6-2C05-8511-FF4B-93B595B3C3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794" r="10557"/>
          <a:stretch/>
        </p:blipFill>
        <p:spPr>
          <a:xfrm>
            <a:off x="5896200" y="1091862"/>
            <a:ext cx="1349400" cy="1349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375" name="Google Shape;8375;p71">
            <a:extLst>
              <a:ext uri="{FF2B5EF4-FFF2-40B4-BE49-F238E27FC236}">
                <a16:creationId xmlns:a16="http://schemas.microsoft.com/office/drawing/2014/main" id="{F301E194-CB8B-79BE-9346-12594C5E02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7914" r="22174" b="10177"/>
          <a:stretch/>
        </p:blipFill>
        <p:spPr>
          <a:xfrm>
            <a:off x="2573437" y="1140401"/>
            <a:ext cx="1349400" cy="1349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376" name="Google Shape;8376;p71">
            <a:extLst>
              <a:ext uri="{FF2B5EF4-FFF2-40B4-BE49-F238E27FC236}">
                <a16:creationId xmlns:a16="http://schemas.microsoft.com/office/drawing/2014/main" id="{C270C9E3-4A68-B38D-6DEF-E4C79324C5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639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Personas</a:t>
            </a:r>
            <a:endParaRPr dirty="0"/>
          </a:p>
        </p:txBody>
      </p:sp>
      <p:sp>
        <p:nvSpPr>
          <p:cNvPr id="8377" name="Google Shape;8377;p71">
            <a:extLst>
              <a:ext uri="{FF2B5EF4-FFF2-40B4-BE49-F238E27FC236}">
                <a16:creationId xmlns:a16="http://schemas.microsoft.com/office/drawing/2014/main" id="{85A4BD2D-D18C-0FE0-4E44-6C0B2E11F21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61871" y="2849562"/>
            <a:ext cx="222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2"/>
                </a:solidFill>
              </a:rPr>
              <a:t>26</a:t>
            </a:r>
            <a:r>
              <a:rPr lang="en" dirty="0"/>
              <a:t> anos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2"/>
                </a:solidFill>
              </a:rPr>
              <a:t>Advogado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“Sou formado e já atuo na área, mas gostaria de saber se há algum programa de línguas perto de mim”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378" name="Google Shape;8378;p71">
            <a:extLst>
              <a:ext uri="{FF2B5EF4-FFF2-40B4-BE49-F238E27FC236}">
                <a16:creationId xmlns:a16="http://schemas.microsoft.com/office/drawing/2014/main" id="{F5348618-FF20-C56D-8991-0F6343F5C1E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379753" y="2728150"/>
            <a:ext cx="1998563" cy="4077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tx2"/>
                </a:solidFill>
              </a:rPr>
              <a:t>17</a:t>
            </a:r>
            <a:r>
              <a:rPr lang="pt-BR" b="1" dirty="0"/>
              <a:t> </a:t>
            </a:r>
            <a:r>
              <a:rPr lang="pt-BR" dirty="0"/>
              <a:t>anos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tx2"/>
                </a:solidFill>
              </a:rPr>
              <a:t>Estudante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“Estou me formando no Ensino Médio e não sei quais vestibulares há para meu curso nem quando”</a:t>
            </a:r>
            <a:endParaRPr dirty="0"/>
          </a:p>
        </p:txBody>
      </p:sp>
      <p:grpSp>
        <p:nvGrpSpPr>
          <p:cNvPr id="8379" name="Google Shape;8379;p71">
            <a:extLst>
              <a:ext uri="{FF2B5EF4-FFF2-40B4-BE49-F238E27FC236}">
                <a16:creationId xmlns:a16="http://schemas.microsoft.com/office/drawing/2014/main" id="{8D99362D-5CF5-A39E-A3F5-17B40AF51050}"/>
              </a:ext>
            </a:extLst>
          </p:cNvPr>
          <p:cNvGrpSpPr/>
          <p:nvPr/>
        </p:nvGrpSpPr>
        <p:grpSpPr>
          <a:xfrm>
            <a:off x="-2130615" y="2441262"/>
            <a:ext cx="6702615" cy="3238677"/>
            <a:chOff x="-1159175" y="2005797"/>
            <a:chExt cx="6702615" cy="3238677"/>
          </a:xfrm>
        </p:grpSpPr>
        <p:sp>
          <p:nvSpPr>
            <p:cNvPr id="8380" name="Google Shape;8380;p71">
              <a:extLst>
                <a:ext uri="{FF2B5EF4-FFF2-40B4-BE49-F238E27FC236}">
                  <a16:creationId xmlns:a16="http://schemas.microsoft.com/office/drawing/2014/main" id="{9B605FA8-8F1B-D115-0764-7083B9964CC0}"/>
                </a:ext>
              </a:extLst>
            </p:cNvPr>
            <p:cNvSpPr/>
            <p:nvPr/>
          </p:nvSpPr>
          <p:spPr>
            <a:xfrm>
              <a:off x="-1159175" y="2726950"/>
              <a:ext cx="6702615" cy="2517524"/>
            </a:xfrm>
            <a:custGeom>
              <a:avLst/>
              <a:gdLst/>
              <a:ahLst/>
              <a:cxnLst/>
              <a:rect l="l" t="t" r="r" b="b"/>
              <a:pathLst>
                <a:path w="321584" h="120788" extrusionOk="0">
                  <a:moveTo>
                    <a:pt x="0" y="65800"/>
                  </a:moveTo>
                  <a:lnTo>
                    <a:pt x="112755" y="0"/>
                  </a:lnTo>
                  <a:lnTo>
                    <a:pt x="321584" y="120788"/>
                  </a:lnTo>
                  <a:lnTo>
                    <a:pt x="1853" y="120788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8381" name="Google Shape;8381;p71">
              <a:extLst>
                <a:ext uri="{FF2B5EF4-FFF2-40B4-BE49-F238E27FC236}">
                  <a16:creationId xmlns:a16="http://schemas.microsoft.com/office/drawing/2014/main" id="{F57FD9FF-F853-951B-F2F4-F075765B040E}"/>
                </a:ext>
              </a:extLst>
            </p:cNvPr>
            <p:cNvGrpSpPr/>
            <p:nvPr/>
          </p:nvGrpSpPr>
          <p:grpSpPr>
            <a:xfrm>
              <a:off x="247688" y="2510695"/>
              <a:ext cx="2724125" cy="2474283"/>
              <a:chOff x="-3629022" y="678452"/>
              <a:chExt cx="2507710" cy="2277716"/>
            </a:xfrm>
          </p:grpSpPr>
          <p:sp>
            <p:nvSpPr>
              <p:cNvPr id="8382" name="Google Shape;8382;p71">
                <a:extLst>
                  <a:ext uri="{FF2B5EF4-FFF2-40B4-BE49-F238E27FC236}">
                    <a16:creationId xmlns:a16="http://schemas.microsoft.com/office/drawing/2014/main" id="{5F0F86AE-058A-7E49-1917-FB33DDA0BFD8}"/>
                  </a:ext>
                </a:extLst>
              </p:cNvPr>
              <p:cNvSpPr/>
              <p:nvPr/>
            </p:nvSpPr>
            <p:spPr>
              <a:xfrm>
                <a:off x="-3257530" y="1780210"/>
                <a:ext cx="12454" cy="5035"/>
              </a:xfrm>
              <a:custGeom>
                <a:avLst/>
                <a:gdLst/>
                <a:ahLst/>
                <a:cxnLst/>
                <a:rect l="l" t="t" r="r" b="b"/>
                <a:pathLst>
                  <a:path w="94" h="38" extrusionOk="0">
                    <a:moveTo>
                      <a:pt x="30" y="1"/>
                    </a:moveTo>
                    <a:lnTo>
                      <a:pt x="0" y="37"/>
                    </a:lnTo>
                    <a:lnTo>
                      <a:pt x="9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3" name="Google Shape;8383;p71">
                <a:extLst>
                  <a:ext uri="{FF2B5EF4-FFF2-40B4-BE49-F238E27FC236}">
                    <a16:creationId xmlns:a16="http://schemas.microsoft.com/office/drawing/2014/main" id="{958AA84E-4C9B-0110-9AA7-53E9923F75A6}"/>
                  </a:ext>
                </a:extLst>
              </p:cNvPr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avLst/>
                <a:gdLst/>
                <a:ahLst/>
                <a:cxnLst/>
                <a:rect l="l" t="t" r="r" b="b"/>
                <a:pathLst>
                  <a:path w="8" h="7038" extrusionOk="0">
                    <a:moveTo>
                      <a:pt x="1" y="0"/>
                    </a:moveTo>
                    <a:lnTo>
                      <a:pt x="1" y="6980"/>
                    </a:lnTo>
                    <a:cubicBezTo>
                      <a:pt x="1" y="7003"/>
                      <a:pt x="1" y="7016"/>
                      <a:pt x="7" y="7037"/>
                    </a:cubicBezTo>
                    <a:lnTo>
                      <a:pt x="7" y="50"/>
                    </a:lnTo>
                    <a:cubicBezTo>
                      <a:pt x="1" y="37"/>
                      <a:pt x="1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4" name="Google Shape;8384;p71">
                <a:extLst>
                  <a:ext uri="{FF2B5EF4-FFF2-40B4-BE49-F238E27FC236}">
                    <a16:creationId xmlns:a16="http://schemas.microsoft.com/office/drawing/2014/main" id="{FB04C910-9A46-71BB-B399-BA5675C93C93}"/>
                  </a:ext>
                </a:extLst>
              </p:cNvPr>
              <p:cNvSpPr/>
              <p:nvPr/>
            </p:nvSpPr>
            <p:spPr>
              <a:xfrm>
                <a:off x="-3339407" y="873604"/>
                <a:ext cx="1060" cy="932447"/>
              </a:xfrm>
              <a:custGeom>
                <a:avLst/>
                <a:gdLst/>
                <a:ahLst/>
                <a:cxnLst/>
                <a:rect l="l" t="t" r="r" b="b"/>
                <a:pathLst>
                  <a:path w="8" h="7038" fill="none" extrusionOk="0">
                    <a:moveTo>
                      <a:pt x="7" y="50"/>
                    </a:moveTo>
                    <a:lnTo>
                      <a:pt x="7" y="7037"/>
                    </a:lnTo>
                    <a:cubicBezTo>
                      <a:pt x="1" y="7016"/>
                      <a:pt x="1" y="7003"/>
                      <a:pt x="1" y="6980"/>
                    </a:cubicBezTo>
                    <a:lnTo>
                      <a:pt x="1" y="0"/>
                    </a:lnTo>
                    <a:cubicBezTo>
                      <a:pt x="1" y="16"/>
                      <a:pt x="1" y="37"/>
                      <a:pt x="7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5" name="Google Shape;8385;p71">
                <a:extLst>
                  <a:ext uri="{FF2B5EF4-FFF2-40B4-BE49-F238E27FC236}">
                    <a16:creationId xmlns:a16="http://schemas.microsoft.com/office/drawing/2014/main" id="{AAFE9BA1-F744-DBEF-9703-6B3D4893C955}"/>
                  </a:ext>
                </a:extLst>
              </p:cNvPr>
              <p:cNvSpPr/>
              <p:nvPr/>
            </p:nvSpPr>
            <p:spPr>
              <a:xfrm>
                <a:off x="-3629022" y="1167062"/>
                <a:ext cx="27822" cy="932447"/>
              </a:xfrm>
              <a:custGeom>
                <a:avLst/>
                <a:gdLst/>
                <a:ahLst/>
                <a:cxnLst/>
                <a:rect l="l" t="t" r="r" b="b"/>
                <a:pathLst>
                  <a:path w="210" h="7038" extrusionOk="0">
                    <a:moveTo>
                      <a:pt x="1" y="0"/>
                    </a:moveTo>
                    <a:lnTo>
                      <a:pt x="1" y="6987"/>
                    </a:lnTo>
                    <a:lnTo>
                      <a:pt x="210" y="7037"/>
                    </a:lnTo>
                    <a:lnTo>
                      <a:pt x="210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6" name="Google Shape;8386;p71">
                <a:extLst>
                  <a:ext uri="{FF2B5EF4-FFF2-40B4-BE49-F238E27FC236}">
                    <a16:creationId xmlns:a16="http://schemas.microsoft.com/office/drawing/2014/main" id="{867B19FF-E6DF-B313-DD7E-97E1A22695D6}"/>
                  </a:ext>
                </a:extLst>
              </p:cNvPr>
              <p:cNvSpPr/>
              <p:nvPr/>
            </p:nvSpPr>
            <p:spPr>
              <a:xfrm>
                <a:off x="-3601333" y="694615"/>
                <a:ext cx="824735" cy="1404897"/>
              </a:xfrm>
              <a:custGeom>
                <a:avLst/>
                <a:gdLst/>
                <a:ahLst/>
                <a:cxnLst/>
                <a:rect l="l" t="t" r="r" b="b"/>
                <a:pathLst>
                  <a:path w="6225" h="10604" extrusionOk="0">
                    <a:moveTo>
                      <a:pt x="6225" y="1"/>
                    </a:moveTo>
                    <a:lnTo>
                      <a:pt x="2307" y="1344"/>
                    </a:lnTo>
                    <a:lnTo>
                      <a:pt x="1" y="3616"/>
                    </a:lnTo>
                    <a:lnTo>
                      <a:pt x="1" y="10603"/>
                    </a:lnTo>
                    <a:lnTo>
                      <a:pt x="409" y="10193"/>
                    </a:lnTo>
                    <a:lnTo>
                      <a:pt x="409" y="3710"/>
                    </a:lnTo>
                    <a:lnTo>
                      <a:pt x="2178" y="1553"/>
                    </a:lnTo>
                    <a:lnTo>
                      <a:pt x="2307" y="1474"/>
                    </a:lnTo>
                    <a:lnTo>
                      <a:pt x="2509" y="1358"/>
                    </a:lnTo>
                    <a:lnTo>
                      <a:pt x="6225" y="332"/>
                    </a:lnTo>
                    <a:lnTo>
                      <a:pt x="622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7" name="Google Shape;8387;p71">
                <a:extLst>
                  <a:ext uri="{FF2B5EF4-FFF2-40B4-BE49-F238E27FC236}">
                    <a16:creationId xmlns:a16="http://schemas.microsoft.com/office/drawing/2014/main" id="{C1AB1613-FD80-6D1F-A0D7-13B0BDEFBBC1}"/>
                  </a:ext>
                </a:extLst>
              </p:cNvPr>
              <p:cNvSpPr/>
              <p:nvPr/>
            </p:nvSpPr>
            <p:spPr>
              <a:xfrm>
                <a:off x="-3629022" y="678452"/>
                <a:ext cx="852425" cy="495371"/>
              </a:xfrm>
              <a:custGeom>
                <a:avLst/>
                <a:gdLst/>
                <a:ahLst/>
                <a:cxnLst/>
                <a:rect l="l" t="t" r="r" b="b"/>
                <a:pathLst>
                  <a:path w="6434" h="3739" extrusionOk="0">
                    <a:moveTo>
                      <a:pt x="6348" y="0"/>
                    </a:moveTo>
                    <a:lnTo>
                      <a:pt x="2618" y="1280"/>
                    </a:lnTo>
                    <a:cubicBezTo>
                      <a:pt x="2587" y="1274"/>
                      <a:pt x="2556" y="1271"/>
                      <a:pt x="2525" y="1271"/>
                    </a:cubicBezTo>
                    <a:cubicBezTo>
                      <a:pt x="2437" y="1271"/>
                      <a:pt x="2350" y="1293"/>
                      <a:pt x="2287" y="1330"/>
                    </a:cubicBezTo>
                    <a:cubicBezTo>
                      <a:pt x="2193" y="1380"/>
                      <a:pt x="2164" y="1460"/>
                      <a:pt x="2193" y="1523"/>
                    </a:cubicBezTo>
                    <a:lnTo>
                      <a:pt x="1" y="3688"/>
                    </a:lnTo>
                    <a:lnTo>
                      <a:pt x="210" y="3738"/>
                    </a:lnTo>
                    <a:lnTo>
                      <a:pt x="2516" y="1466"/>
                    </a:lnTo>
                    <a:lnTo>
                      <a:pt x="6434" y="123"/>
                    </a:lnTo>
                    <a:lnTo>
                      <a:pt x="634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8" name="Google Shape;8388;p71">
                <a:extLst>
                  <a:ext uri="{FF2B5EF4-FFF2-40B4-BE49-F238E27FC236}">
                    <a16:creationId xmlns:a16="http://schemas.microsoft.com/office/drawing/2014/main" id="{93AA86CF-384B-D6F1-52F4-62DCB4A4B378}"/>
                  </a:ext>
                </a:extLst>
              </p:cNvPr>
              <p:cNvSpPr/>
              <p:nvPr/>
            </p:nvSpPr>
            <p:spPr>
              <a:xfrm>
                <a:off x="-3253688" y="768940"/>
                <a:ext cx="504777" cy="139907"/>
              </a:xfrm>
              <a:custGeom>
                <a:avLst/>
                <a:gdLst/>
                <a:ahLst/>
                <a:cxnLst/>
                <a:rect l="l" t="t" r="r" b="b"/>
                <a:pathLst>
                  <a:path w="3810" h="1056" extrusionOk="0">
                    <a:moveTo>
                      <a:pt x="3810" y="0"/>
                    </a:moveTo>
                    <a:lnTo>
                      <a:pt x="3601" y="57"/>
                    </a:lnTo>
                    <a:lnTo>
                      <a:pt x="1" y="1049"/>
                    </a:lnTo>
                    <a:cubicBezTo>
                      <a:pt x="1" y="1049"/>
                      <a:pt x="189" y="1056"/>
                      <a:pt x="495" y="1056"/>
                    </a:cubicBezTo>
                    <a:cubicBezTo>
                      <a:pt x="1195" y="1056"/>
                      <a:pt x="2511" y="1021"/>
                      <a:pt x="3601" y="790"/>
                    </a:cubicBezTo>
                    <a:cubicBezTo>
                      <a:pt x="3673" y="777"/>
                      <a:pt x="3744" y="763"/>
                      <a:pt x="3810" y="747"/>
                    </a:cubicBezTo>
                    <a:lnTo>
                      <a:pt x="381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9" name="Google Shape;8389;p71">
                <a:extLst>
                  <a:ext uri="{FF2B5EF4-FFF2-40B4-BE49-F238E27FC236}">
                    <a16:creationId xmlns:a16="http://schemas.microsoft.com/office/drawing/2014/main" id="{080CD484-05FA-B32E-C142-9A7127B39CFE}"/>
                  </a:ext>
                </a:extLst>
              </p:cNvPr>
              <p:cNvSpPr/>
              <p:nvPr/>
            </p:nvSpPr>
            <p:spPr>
              <a:xfrm>
                <a:off x="-3492694" y="907919"/>
                <a:ext cx="239140" cy="1164830"/>
              </a:xfrm>
              <a:custGeom>
                <a:avLst/>
                <a:gdLst/>
                <a:ahLst/>
                <a:cxnLst/>
                <a:rect l="l" t="t" r="r" b="b"/>
                <a:pathLst>
                  <a:path w="1805" h="8792" extrusionOk="0">
                    <a:moveTo>
                      <a:pt x="1805" y="0"/>
                    </a:moveTo>
                    <a:lnTo>
                      <a:pt x="1487" y="388"/>
                    </a:lnTo>
                    <a:lnTo>
                      <a:pt x="0" y="2215"/>
                    </a:lnTo>
                    <a:lnTo>
                      <a:pt x="0" y="8791"/>
                    </a:lnTo>
                    <a:lnTo>
                      <a:pt x="1775" y="6621"/>
                    </a:lnTo>
                    <a:lnTo>
                      <a:pt x="1805" y="6585"/>
                    </a:lnTo>
                    <a:lnTo>
                      <a:pt x="1805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0" name="Google Shape;8390;p71">
                <a:extLst>
                  <a:ext uri="{FF2B5EF4-FFF2-40B4-BE49-F238E27FC236}">
                    <a16:creationId xmlns:a16="http://schemas.microsoft.com/office/drawing/2014/main" id="{C0CAD0FF-1597-9256-F5DB-5A4978F4BA97}"/>
                  </a:ext>
                </a:extLst>
              </p:cNvPr>
              <p:cNvSpPr/>
              <p:nvPr/>
            </p:nvSpPr>
            <p:spPr>
              <a:xfrm>
                <a:off x="-3547146" y="1186008"/>
                <a:ext cx="54452" cy="88673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6693" extrusionOk="0">
                    <a:moveTo>
                      <a:pt x="0" y="1"/>
                    </a:moveTo>
                    <a:lnTo>
                      <a:pt x="0" y="6585"/>
                    </a:lnTo>
                    <a:lnTo>
                      <a:pt x="411" y="6692"/>
                    </a:lnTo>
                    <a:lnTo>
                      <a:pt x="411" y="1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1" name="Google Shape;8391;p71">
                <a:extLst>
                  <a:ext uri="{FF2B5EF4-FFF2-40B4-BE49-F238E27FC236}">
                    <a16:creationId xmlns:a16="http://schemas.microsoft.com/office/drawing/2014/main" id="{802F8D81-1075-4AE6-28C0-6486A53A20AF}"/>
                  </a:ext>
                </a:extLst>
              </p:cNvPr>
              <p:cNvSpPr/>
              <p:nvPr/>
            </p:nvSpPr>
            <p:spPr>
              <a:xfrm>
                <a:off x="-3547146" y="737408"/>
                <a:ext cx="798237" cy="464104"/>
              </a:xfrm>
              <a:custGeom>
                <a:avLst/>
                <a:gdLst/>
                <a:ahLst/>
                <a:cxnLst/>
                <a:rect l="l" t="t" r="r" b="b"/>
                <a:pathLst>
                  <a:path w="6025" h="3503" extrusionOk="0">
                    <a:moveTo>
                      <a:pt x="5830" y="0"/>
                    </a:moveTo>
                    <a:lnTo>
                      <a:pt x="5816" y="9"/>
                    </a:lnTo>
                    <a:lnTo>
                      <a:pt x="2100" y="1035"/>
                    </a:lnTo>
                    <a:lnTo>
                      <a:pt x="1898" y="1151"/>
                    </a:lnTo>
                    <a:lnTo>
                      <a:pt x="1769" y="1230"/>
                    </a:lnTo>
                    <a:lnTo>
                      <a:pt x="0" y="3387"/>
                    </a:lnTo>
                    <a:lnTo>
                      <a:pt x="411" y="3502"/>
                    </a:lnTo>
                    <a:lnTo>
                      <a:pt x="1898" y="1675"/>
                    </a:lnTo>
                    <a:lnTo>
                      <a:pt x="2216" y="1287"/>
                    </a:lnTo>
                    <a:lnTo>
                      <a:pt x="5816" y="295"/>
                    </a:lnTo>
                    <a:lnTo>
                      <a:pt x="6025" y="238"/>
                    </a:lnTo>
                    <a:lnTo>
                      <a:pt x="58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2" name="Google Shape;8392;p71">
                <a:extLst>
                  <a:ext uri="{FF2B5EF4-FFF2-40B4-BE49-F238E27FC236}">
                    <a16:creationId xmlns:a16="http://schemas.microsoft.com/office/drawing/2014/main" id="{250EE6C6-82FB-8E3D-C7F1-E7E89A1CDE0F}"/>
                  </a:ext>
                </a:extLst>
              </p:cNvPr>
              <p:cNvSpPr/>
              <p:nvPr/>
            </p:nvSpPr>
            <p:spPr>
              <a:xfrm>
                <a:off x="-3253688" y="850684"/>
                <a:ext cx="565854" cy="933109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7043" extrusionOk="0">
                    <a:moveTo>
                      <a:pt x="4270" y="1"/>
                    </a:moveTo>
                    <a:cubicBezTo>
                      <a:pt x="4125" y="44"/>
                      <a:pt x="3968" y="87"/>
                      <a:pt x="3810" y="130"/>
                    </a:cubicBezTo>
                    <a:cubicBezTo>
                      <a:pt x="3744" y="146"/>
                      <a:pt x="3673" y="160"/>
                      <a:pt x="3601" y="173"/>
                    </a:cubicBezTo>
                    <a:cubicBezTo>
                      <a:pt x="2511" y="404"/>
                      <a:pt x="1195" y="439"/>
                      <a:pt x="495" y="439"/>
                    </a:cubicBezTo>
                    <a:cubicBezTo>
                      <a:pt x="189" y="439"/>
                      <a:pt x="1" y="432"/>
                      <a:pt x="1" y="432"/>
                    </a:cubicBezTo>
                    <a:lnTo>
                      <a:pt x="1" y="7017"/>
                    </a:lnTo>
                    <a:lnTo>
                      <a:pt x="64" y="7017"/>
                    </a:lnTo>
                    <a:cubicBezTo>
                      <a:pt x="192" y="7026"/>
                      <a:pt x="503" y="7043"/>
                      <a:pt x="918" y="7043"/>
                    </a:cubicBezTo>
                    <a:cubicBezTo>
                      <a:pt x="1813" y="7043"/>
                      <a:pt x="3194" y="6966"/>
                      <a:pt x="4270" y="6579"/>
                    </a:cubicBezTo>
                    <a:lnTo>
                      <a:pt x="427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3" name="Google Shape;8393;p71">
                <a:extLst>
                  <a:ext uri="{FF2B5EF4-FFF2-40B4-BE49-F238E27FC236}">
                    <a16:creationId xmlns:a16="http://schemas.microsoft.com/office/drawing/2014/main" id="{540F1B7D-81DA-3964-D216-50DB2B4953C0}"/>
                  </a:ext>
                </a:extLst>
              </p:cNvPr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extrusionOk="0">
                    <a:moveTo>
                      <a:pt x="1460" y="0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4" name="Google Shape;8394;p71">
                <a:extLst>
                  <a:ext uri="{FF2B5EF4-FFF2-40B4-BE49-F238E27FC236}">
                    <a16:creationId xmlns:a16="http://schemas.microsoft.com/office/drawing/2014/main" id="{6A3D8FFA-BC7C-7C6C-49F8-22AF0CEFDED6}"/>
                  </a:ext>
                </a:extLst>
              </p:cNvPr>
              <p:cNvSpPr/>
              <p:nvPr/>
            </p:nvSpPr>
            <p:spPr>
              <a:xfrm>
                <a:off x="-3469906" y="1009801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fill="none" extrusionOk="0">
                    <a:moveTo>
                      <a:pt x="1460" y="0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5" name="Google Shape;8395;p71">
                <a:extLst>
                  <a:ext uri="{FF2B5EF4-FFF2-40B4-BE49-F238E27FC236}">
                    <a16:creationId xmlns:a16="http://schemas.microsoft.com/office/drawing/2014/main" id="{DF93F0B7-AC5D-8A3C-751C-42A15F49A260}"/>
                  </a:ext>
                </a:extLst>
              </p:cNvPr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5" extrusionOk="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6" name="Google Shape;8396;p71">
                <a:extLst>
                  <a:ext uri="{FF2B5EF4-FFF2-40B4-BE49-F238E27FC236}">
                    <a16:creationId xmlns:a16="http://schemas.microsoft.com/office/drawing/2014/main" id="{120C309C-C099-E0B6-9872-F1B0958F745B}"/>
                  </a:ext>
                </a:extLst>
              </p:cNvPr>
              <p:cNvSpPr/>
              <p:nvPr/>
            </p:nvSpPr>
            <p:spPr>
              <a:xfrm>
                <a:off x="-3469906" y="1073527"/>
                <a:ext cx="193432" cy="236490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5" fill="none" extrusionOk="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7" name="Google Shape;8397;p71">
                <a:extLst>
                  <a:ext uri="{FF2B5EF4-FFF2-40B4-BE49-F238E27FC236}">
                    <a16:creationId xmlns:a16="http://schemas.microsoft.com/office/drawing/2014/main" id="{A3A53CF3-4964-E1B6-994D-AEE1DC85B108}"/>
                  </a:ext>
                </a:extLst>
              </p:cNvPr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4" extrusionOk="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8" name="Google Shape;8398;p71">
                <a:extLst>
                  <a:ext uri="{FF2B5EF4-FFF2-40B4-BE49-F238E27FC236}">
                    <a16:creationId xmlns:a16="http://schemas.microsoft.com/office/drawing/2014/main" id="{DF4F1096-14B8-8326-76A1-919756183826}"/>
                  </a:ext>
                </a:extLst>
              </p:cNvPr>
              <p:cNvSpPr/>
              <p:nvPr/>
            </p:nvSpPr>
            <p:spPr>
              <a:xfrm>
                <a:off x="-3469906" y="1137385"/>
                <a:ext cx="193432" cy="236358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4" fill="none" extrusionOk="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9" name="Google Shape;8399;p71">
                <a:extLst>
                  <a:ext uri="{FF2B5EF4-FFF2-40B4-BE49-F238E27FC236}">
                    <a16:creationId xmlns:a16="http://schemas.microsoft.com/office/drawing/2014/main" id="{BEEC6703-CE78-0611-3B14-48B64C27D20D}"/>
                  </a:ext>
                </a:extLst>
              </p:cNvPr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extrusionOk="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0" name="Google Shape;8400;p71">
                <a:extLst>
                  <a:ext uri="{FF2B5EF4-FFF2-40B4-BE49-F238E27FC236}">
                    <a16:creationId xmlns:a16="http://schemas.microsoft.com/office/drawing/2014/main" id="{323142C3-15BB-48DB-C142-C063DC344304}"/>
                  </a:ext>
                </a:extLst>
              </p:cNvPr>
              <p:cNvSpPr/>
              <p:nvPr/>
            </p:nvSpPr>
            <p:spPr>
              <a:xfrm>
                <a:off x="-3469906" y="1201376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fill="none" extrusionOk="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1" name="Google Shape;8401;p71">
                <a:extLst>
                  <a:ext uri="{FF2B5EF4-FFF2-40B4-BE49-F238E27FC236}">
                    <a16:creationId xmlns:a16="http://schemas.microsoft.com/office/drawing/2014/main" id="{6E790CAD-1532-C6CE-E556-8A47465EE8C8}"/>
                  </a:ext>
                </a:extLst>
              </p:cNvPr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extrusionOk="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2" name="Google Shape;8402;p71">
                <a:extLst>
                  <a:ext uri="{FF2B5EF4-FFF2-40B4-BE49-F238E27FC236}">
                    <a16:creationId xmlns:a16="http://schemas.microsoft.com/office/drawing/2014/main" id="{55F75407-9E7C-82B3-441A-1B113B638F5E}"/>
                  </a:ext>
                </a:extLst>
              </p:cNvPr>
              <p:cNvSpPr/>
              <p:nvPr/>
            </p:nvSpPr>
            <p:spPr>
              <a:xfrm>
                <a:off x="-3469906" y="1265102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fill="none" extrusionOk="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3" name="Google Shape;8403;p71">
                <a:extLst>
                  <a:ext uri="{FF2B5EF4-FFF2-40B4-BE49-F238E27FC236}">
                    <a16:creationId xmlns:a16="http://schemas.microsoft.com/office/drawing/2014/main" id="{E7EC0034-F422-D16F-E6C5-C4214CB33E33}"/>
                  </a:ext>
                </a:extLst>
              </p:cNvPr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76" extrusionOk="0">
                    <a:moveTo>
                      <a:pt x="1460" y="1"/>
                    </a:moveTo>
                    <a:lnTo>
                      <a:pt x="1" y="1776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4" name="Google Shape;8404;p71">
                <a:extLst>
                  <a:ext uri="{FF2B5EF4-FFF2-40B4-BE49-F238E27FC236}">
                    <a16:creationId xmlns:a16="http://schemas.microsoft.com/office/drawing/2014/main" id="{206741FE-E74A-0729-12B7-FC57884BAD4A}"/>
                  </a:ext>
                </a:extLst>
              </p:cNvPr>
              <p:cNvSpPr/>
              <p:nvPr/>
            </p:nvSpPr>
            <p:spPr>
              <a:xfrm>
                <a:off x="-3469906" y="1329756"/>
                <a:ext cx="193432" cy="235298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76" fill="none" extrusionOk="0">
                    <a:moveTo>
                      <a:pt x="1460" y="1"/>
                    </a:moveTo>
                    <a:lnTo>
                      <a:pt x="1" y="1776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5" name="Google Shape;8405;p71">
                <a:extLst>
                  <a:ext uri="{FF2B5EF4-FFF2-40B4-BE49-F238E27FC236}">
                    <a16:creationId xmlns:a16="http://schemas.microsoft.com/office/drawing/2014/main" id="{76E80FD6-E0F0-5450-0DAE-B7CC904A1480}"/>
                  </a:ext>
                </a:extLst>
              </p:cNvPr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5" extrusionOk="0">
                    <a:moveTo>
                      <a:pt x="1460" y="1"/>
                    </a:moveTo>
                    <a:lnTo>
                      <a:pt x="1" y="178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6" name="Google Shape;8406;p71">
                <a:extLst>
                  <a:ext uri="{FF2B5EF4-FFF2-40B4-BE49-F238E27FC236}">
                    <a16:creationId xmlns:a16="http://schemas.microsoft.com/office/drawing/2014/main" id="{B8A31EF3-E1C3-6F9F-7930-A70FBA48611C}"/>
                  </a:ext>
                </a:extLst>
              </p:cNvPr>
              <p:cNvSpPr/>
              <p:nvPr/>
            </p:nvSpPr>
            <p:spPr>
              <a:xfrm>
                <a:off x="-3469906" y="1393482"/>
                <a:ext cx="193432" cy="236490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5" fill="none" extrusionOk="0">
                    <a:moveTo>
                      <a:pt x="1460" y="1"/>
                    </a:moveTo>
                    <a:lnTo>
                      <a:pt x="1" y="1785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7" name="Google Shape;8407;p71">
                <a:extLst>
                  <a:ext uri="{FF2B5EF4-FFF2-40B4-BE49-F238E27FC236}">
                    <a16:creationId xmlns:a16="http://schemas.microsoft.com/office/drawing/2014/main" id="{5CAA4626-198C-EA35-E308-CA1383F7079E}"/>
                  </a:ext>
                </a:extLst>
              </p:cNvPr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5" extrusionOk="0">
                    <a:moveTo>
                      <a:pt x="1460" y="0"/>
                    </a:moveTo>
                    <a:lnTo>
                      <a:pt x="1" y="1784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8" name="Google Shape;8408;p71">
                <a:extLst>
                  <a:ext uri="{FF2B5EF4-FFF2-40B4-BE49-F238E27FC236}">
                    <a16:creationId xmlns:a16="http://schemas.microsoft.com/office/drawing/2014/main" id="{593EE615-7397-A0A3-977E-5A5284E9D1EA}"/>
                  </a:ext>
                </a:extLst>
              </p:cNvPr>
              <p:cNvSpPr/>
              <p:nvPr/>
            </p:nvSpPr>
            <p:spPr>
              <a:xfrm>
                <a:off x="-3469906" y="1457340"/>
                <a:ext cx="193432" cy="236490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5" fill="none" extrusionOk="0">
                    <a:moveTo>
                      <a:pt x="1460" y="0"/>
                    </a:moveTo>
                    <a:lnTo>
                      <a:pt x="1" y="1784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9" name="Google Shape;8409;p71">
                <a:extLst>
                  <a:ext uri="{FF2B5EF4-FFF2-40B4-BE49-F238E27FC236}">
                    <a16:creationId xmlns:a16="http://schemas.microsoft.com/office/drawing/2014/main" id="{18C1A501-1394-2696-89CB-AC1D632F14A3}"/>
                  </a:ext>
                </a:extLst>
              </p:cNvPr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extrusionOk="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0" name="Google Shape;8410;p71">
                <a:extLst>
                  <a:ext uri="{FF2B5EF4-FFF2-40B4-BE49-F238E27FC236}">
                    <a16:creationId xmlns:a16="http://schemas.microsoft.com/office/drawing/2014/main" id="{AACB3278-DA81-C894-F945-E0C9033F2C39}"/>
                  </a:ext>
                </a:extLst>
              </p:cNvPr>
              <p:cNvSpPr/>
              <p:nvPr/>
            </p:nvSpPr>
            <p:spPr>
              <a:xfrm>
                <a:off x="-3469906" y="1521331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fill="none" extrusionOk="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1" name="Google Shape;8411;p71">
                <a:extLst>
                  <a:ext uri="{FF2B5EF4-FFF2-40B4-BE49-F238E27FC236}">
                    <a16:creationId xmlns:a16="http://schemas.microsoft.com/office/drawing/2014/main" id="{5B00987A-9F4E-AD5B-E7A0-E05AB6ED314A}"/>
                  </a:ext>
                </a:extLst>
              </p:cNvPr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extrusionOk="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2" name="Google Shape;8412;p71">
                <a:extLst>
                  <a:ext uri="{FF2B5EF4-FFF2-40B4-BE49-F238E27FC236}">
                    <a16:creationId xmlns:a16="http://schemas.microsoft.com/office/drawing/2014/main" id="{1E8144A1-16FA-EC0F-3047-4D8D36929F5D}"/>
                  </a:ext>
                </a:extLst>
              </p:cNvPr>
              <p:cNvSpPr/>
              <p:nvPr/>
            </p:nvSpPr>
            <p:spPr>
              <a:xfrm>
                <a:off x="-3469906" y="1585057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fill="none" extrusionOk="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3" name="Google Shape;8413;p71">
                <a:extLst>
                  <a:ext uri="{FF2B5EF4-FFF2-40B4-BE49-F238E27FC236}">
                    <a16:creationId xmlns:a16="http://schemas.microsoft.com/office/drawing/2014/main" id="{BBF911F1-00A9-19E1-9263-5E7BAF34F032}"/>
                  </a:ext>
                </a:extLst>
              </p:cNvPr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extrusionOk="0">
                    <a:moveTo>
                      <a:pt x="1460" y="1"/>
                    </a:moveTo>
                    <a:lnTo>
                      <a:pt x="1" y="1783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4" name="Google Shape;8414;p71">
                <a:extLst>
                  <a:ext uri="{FF2B5EF4-FFF2-40B4-BE49-F238E27FC236}">
                    <a16:creationId xmlns:a16="http://schemas.microsoft.com/office/drawing/2014/main" id="{0B87E29F-826E-8A58-887C-B14A33C226DE}"/>
                  </a:ext>
                </a:extLst>
              </p:cNvPr>
              <p:cNvSpPr/>
              <p:nvPr/>
            </p:nvSpPr>
            <p:spPr>
              <a:xfrm>
                <a:off x="-3469906" y="1648783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fill="none" extrusionOk="0">
                    <a:moveTo>
                      <a:pt x="1460" y="1"/>
                    </a:moveTo>
                    <a:lnTo>
                      <a:pt x="1" y="1783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5" name="Google Shape;8415;p71">
                <a:extLst>
                  <a:ext uri="{FF2B5EF4-FFF2-40B4-BE49-F238E27FC236}">
                    <a16:creationId xmlns:a16="http://schemas.microsoft.com/office/drawing/2014/main" id="{C1BDF48F-0465-4281-0CC2-193FE36FAC99}"/>
                  </a:ext>
                </a:extLst>
              </p:cNvPr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extrusionOk="0">
                    <a:moveTo>
                      <a:pt x="1460" y="0"/>
                    </a:moveTo>
                    <a:lnTo>
                      <a:pt x="1" y="178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6" name="Google Shape;8416;p71">
                <a:extLst>
                  <a:ext uri="{FF2B5EF4-FFF2-40B4-BE49-F238E27FC236}">
                    <a16:creationId xmlns:a16="http://schemas.microsoft.com/office/drawing/2014/main" id="{330B0FCB-50AB-FC64-CFEE-2F7D2D9B0A7A}"/>
                  </a:ext>
                </a:extLst>
              </p:cNvPr>
              <p:cNvSpPr/>
              <p:nvPr/>
            </p:nvSpPr>
            <p:spPr>
              <a:xfrm>
                <a:off x="-3469906" y="1712642"/>
                <a:ext cx="193432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783" fill="none" extrusionOk="0">
                    <a:moveTo>
                      <a:pt x="1460" y="0"/>
                    </a:moveTo>
                    <a:lnTo>
                      <a:pt x="1" y="1782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7" name="Google Shape;8417;p71">
                <a:extLst>
                  <a:ext uri="{FF2B5EF4-FFF2-40B4-BE49-F238E27FC236}">
                    <a16:creationId xmlns:a16="http://schemas.microsoft.com/office/drawing/2014/main" id="{A35B0F2B-99EC-D26A-408A-DD66EE14C845}"/>
                  </a:ext>
                </a:extLst>
              </p:cNvPr>
              <p:cNvSpPr/>
              <p:nvPr/>
            </p:nvSpPr>
            <p:spPr>
              <a:xfrm>
                <a:off x="-3224144" y="944220"/>
                <a:ext cx="505572" cy="60944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460" fill="none" extrusionOk="0">
                    <a:moveTo>
                      <a:pt x="0" y="389"/>
                    </a:moveTo>
                    <a:cubicBezTo>
                      <a:pt x="28" y="389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8" name="Google Shape;8418;p71">
                <a:extLst>
                  <a:ext uri="{FF2B5EF4-FFF2-40B4-BE49-F238E27FC236}">
                    <a16:creationId xmlns:a16="http://schemas.microsoft.com/office/drawing/2014/main" id="{BBC83B9A-625A-8495-7182-B888A800BF0A}"/>
                  </a:ext>
                </a:extLst>
              </p:cNvPr>
              <p:cNvSpPr/>
              <p:nvPr/>
            </p:nvSpPr>
            <p:spPr>
              <a:xfrm>
                <a:off x="-3224144" y="1007946"/>
                <a:ext cx="505572" cy="60944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460" fill="none" extrusionOk="0">
                    <a:moveTo>
                      <a:pt x="0" y="389"/>
                    </a:moveTo>
                    <a:cubicBezTo>
                      <a:pt x="28" y="389"/>
                      <a:pt x="2422" y="460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9" name="Google Shape;8419;p71">
                <a:extLst>
                  <a:ext uri="{FF2B5EF4-FFF2-40B4-BE49-F238E27FC236}">
                    <a16:creationId xmlns:a16="http://schemas.microsoft.com/office/drawing/2014/main" id="{A0807D78-B2C0-2998-1C0A-DC6A31AAD933}"/>
                  </a:ext>
                </a:extLst>
              </p:cNvPr>
              <p:cNvSpPr/>
              <p:nvPr/>
            </p:nvSpPr>
            <p:spPr>
              <a:xfrm>
                <a:off x="-3224144" y="1071672"/>
                <a:ext cx="505572" cy="61209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462" fill="none" extrusionOk="0">
                    <a:moveTo>
                      <a:pt x="0" y="389"/>
                    </a:moveTo>
                    <a:cubicBezTo>
                      <a:pt x="28" y="389"/>
                      <a:pt x="2422" y="462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0" name="Google Shape;8420;p71">
                <a:extLst>
                  <a:ext uri="{FF2B5EF4-FFF2-40B4-BE49-F238E27FC236}">
                    <a16:creationId xmlns:a16="http://schemas.microsoft.com/office/drawing/2014/main" id="{D4C8C8E2-6A44-89AB-43C0-7A1268211E2D}"/>
                  </a:ext>
                </a:extLst>
              </p:cNvPr>
              <p:cNvSpPr/>
              <p:nvPr/>
            </p:nvSpPr>
            <p:spPr>
              <a:xfrm>
                <a:off x="-3224144" y="1135530"/>
                <a:ext cx="505572" cy="61077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461" fill="none" extrusionOk="0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1" name="Google Shape;8421;p71">
                <a:extLst>
                  <a:ext uri="{FF2B5EF4-FFF2-40B4-BE49-F238E27FC236}">
                    <a16:creationId xmlns:a16="http://schemas.microsoft.com/office/drawing/2014/main" id="{04B12064-DC67-5629-9E15-15D752F4D516}"/>
                  </a:ext>
                </a:extLst>
              </p:cNvPr>
              <p:cNvSpPr/>
              <p:nvPr/>
            </p:nvSpPr>
            <p:spPr>
              <a:xfrm>
                <a:off x="-3224144" y="1199256"/>
                <a:ext cx="505572" cy="62137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469" fill="none" extrusionOk="0">
                    <a:moveTo>
                      <a:pt x="0" y="389"/>
                    </a:moveTo>
                    <a:cubicBezTo>
                      <a:pt x="28" y="389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2" name="Google Shape;8422;p71">
                <a:extLst>
                  <a:ext uri="{FF2B5EF4-FFF2-40B4-BE49-F238E27FC236}">
                    <a16:creationId xmlns:a16="http://schemas.microsoft.com/office/drawing/2014/main" id="{EEE8713F-7BD7-8077-293E-EECE49EF6ADC}"/>
                  </a:ext>
                </a:extLst>
              </p:cNvPr>
              <p:cNvSpPr/>
              <p:nvPr/>
            </p:nvSpPr>
            <p:spPr>
              <a:xfrm>
                <a:off x="-3224144" y="1262983"/>
                <a:ext cx="505572" cy="62137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469" fill="none" extrusionOk="0">
                    <a:moveTo>
                      <a:pt x="0" y="389"/>
                    </a:moveTo>
                    <a:cubicBezTo>
                      <a:pt x="28" y="398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3" name="Google Shape;8423;p71">
                <a:extLst>
                  <a:ext uri="{FF2B5EF4-FFF2-40B4-BE49-F238E27FC236}">
                    <a16:creationId xmlns:a16="http://schemas.microsoft.com/office/drawing/2014/main" id="{240CDFFB-E691-F099-0735-2F80BD12A306}"/>
                  </a:ext>
                </a:extLst>
              </p:cNvPr>
              <p:cNvSpPr/>
              <p:nvPr/>
            </p:nvSpPr>
            <p:spPr>
              <a:xfrm>
                <a:off x="-3224144" y="1326974"/>
                <a:ext cx="505572" cy="61872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467" fill="none" extrusionOk="0">
                    <a:moveTo>
                      <a:pt x="0" y="396"/>
                    </a:moveTo>
                    <a:cubicBezTo>
                      <a:pt x="28" y="396"/>
                      <a:pt x="2422" y="467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4" name="Google Shape;8424;p71">
                <a:extLst>
                  <a:ext uri="{FF2B5EF4-FFF2-40B4-BE49-F238E27FC236}">
                    <a16:creationId xmlns:a16="http://schemas.microsoft.com/office/drawing/2014/main" id="{C4B9FE33-4518-7C64-506F-11B7BBA9E94E}"/>
                  </a:ext>
                </a:extLst>
              </p:cNvPr>
              <p:cNvSpPr/>
              <p:nvPr/>
            </p:nvSpPr>
            <p:spPr>
              <a:xfrm>
                <a:off x="-3224144" y="1390832"/>
                <a:ext cx="505572" cy="62004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468" fill="none" extrusionOk="0">
                    <a:moveTo>
                      <a:pt x="0" y="395"/>
                    </a:moveTo>
                    <a:cubicBezTo>
                      <a:pt x="28" y="395"/>
                      <a:pt x="2422" y="468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5" name="Google Shape;8425;p71">
                <a:extLst>
                  <a:ext uri="{FF2B5EF4-FFF2-40B4-BE49-F238E27FC236}">
                    <a16:creationId xmlns:a16="http://schemas.microsoft.com/office/drawing/2014/main" id="{42B497AA-FB7C-4D53-5208-C24AD9703F5F}"/>
                  </a:ext>
                </a:extLst>
              </p:cNvPr>
              <p:cNvSpPr/>
              <p:nvPr/>
            </p:nvSpPr>
            <p:spPr>
              <a:xfrm>
                <a:off x="-3224144" y="1454558"/>
                <a:ext cx="505572" cy="62137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469" fill="none" extrusionOk="0">
                    <a:moveTo>
                      <a:pt x="0" y="396"/>
                    </a:moveTo>
                    <a:cubicBezTo>
                      <a:pt x="28" y="396"/>
                      <a:pt x="2422" y="468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6" name="Google Shape;8426;p71">
                <a:extLst>
                  <a:ext uri="{FF2B5EF4-FFF2-40B4-BE49-F238E27FC236}">
                    <a16:creationId xmlns:a16="http://schemas.microsoft.com/office/drawing/2014/main" id="{74E62237-6A28-21A8-DADA-DA165CF138C6}"/>
                  </a:ext>
                </a:extLst>
              </p:cNvPr>
              <p:cNvSpPr/>
              <p:nvPr/>
            </p:nvSpPr>
            <p:spPr>
              <a:xfrm>
                <a:off x="-3224144" y="1519212"/>
                <a:ext cx="505572" cy="61209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462" fill="none" extrusionOk="0">
                    <a:moveTo>
                      <a:pt x="0" y="389"/>
                    </a:moveTo>
                    <a:cubicBezTo>
                      <a:pt x="28" y="389"/>
                      <a:pt x="2422" y="461"/>
                      <a:pt x="3816" y="1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7" name="Google Shape;8427;p71">
                <a:extLst>
                  <a:ext uri="{FF2B5EF4-FFF2-40B4-BE49-F238E27FC236}">
                    <a16:creationId xmlns:a16="http://schemas.microsoft.com/office/drawing/2014/main" id="{2BBB39B1-5039-BE06-4CE4-78ECADAAEF57}"/>
                  </a:ext>
                </a:extLst>
              </p:cNvPr>
              <p:cNvSpPr/>
              <p:nvPr/>
            </p:nvSpPr>
            <p:spPr>
              <a:xfrm>
                <a:off x="-3224144" y="1583070"/>
                <a:ext cx="505572" cy="61077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461" fill="none" extrusionOk="0">
                    <a:moveTo>
                      <a:pt x="0" y="388"/>
                    </a:moveTo>
                    <a:cubicBezTo>
                      <a:pt x="28" y="388"/>
                      <a:pt x="2422" y="461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8" name="Google Shape;8428;p71">
                <a:extLst>
                  <a:ext uri="{FF2B5EF4-FFF2-40B4-BE49-F238E27FC236}">
                    <a16:creationId xmlns:a16="http://schemas.microsoft.com/office/drawing/2014/main" id="{A587B095-373D-A924-2848-E3AE0458CE44}"/>
                  </a:ext>
                </a:extLst>
              </p:cNvPr>
              <p:cNvSpPr/>
              <p:nvPr/>
            </p:nvSpPr>
            <p:spPr>
              <a:xfrm>
                <a:off x="-3224144" y="1647061"/>
                <a:ext cx="505572" cy="60812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459" fill="none" extrusionOk="0">
                    <a:moveTo>
                      <a:pt x="0" y="388"/>
                    </a:moveTo>
                    <a:cubicBezTo>
                      <a:pt x="28" y="388"/>
                      <a:pt x="2422" y="459"/>
                      <a:pt x="3816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9" name="Google Shape;8429;p71">
                <a:extLst>
                  <a:ext uri="{FF2B5EF4-FFF2-40B4-BE49-F238E27FC236}">
                    <a16:creationId xmlns:a16="http://schemas.microsoft.com/office/drawing/2014/main" id="{F6B932EC-AE2E-48A4-4248-6403AC03888D}"/>
                  </a:ext>
                </a:extLst>
              </p:cNvPr>
              <p:cNvSpPr/>
              <p:nvPr/>
            </p:nvSpPr>
            <p:spPr>
              <a:xfrm>
                <a:off x="-1609266" y="2069826"/>
                <a:ext cx="487951" cy="297302"/>
              </a:xfrm>
              <a:custGeom>
                <a:avLst/>
                <a:gdLst/>
                <a:ahLst/>
                <a:cxnLst/>
                <a:rect l="l" t="t" r="r" b="b"/>
                <a:pathLst>
                  <a:path w="3683" h="2244" extrusionOk="0">
                    <a:moveTo>
                      <a:pt x="3423" y="1"/>
                    </a:moveTo>
                    <a:lnTo>
                      <a:pt x="3423" y="144"/>
                    </a:lnTo>
                    <a:lnTo>
                      <a:pt x="1" y="2114"/>
                    </a:lnTo>
                    <a:cubicBezTo>
                      <a:pt x="16" y="2157"/>
                      <a:pt x="37" y="2200"/>
                      <a:pt x="66" y="2243"/>
                    </a:cubicBezTo>
                    <a:lnTo>
                      <a:pt x="3682" y="151"/>
                    </a:lnTo>
                    <a:lnTo>
                      <a:pt x="342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0" name="Google Shape;8430;p71">
                <a:extLst>
                  <a:ext uri="{FF2B5EF4-FFF2-40B4-BE49-F238E27FC236}">
                    <a16:creationId xmlns:a16="http://schemas.microsoft.com/office/drawing/2014/main" id="{38C4E72A-3567-4F82-1012-DD79693065F6}"/>
                  </a:ext>
                </a:extLst>
              </p:cNvPr>
              <p:cNvSpPr/>
              <p:nvPr/>
            </p:nvSpPr>
            <p:spPr>
              <a:xfrm>
                <a:off x="-1810115" y="2399187"/>
                <a:ext cx="124008" cy="78300"/>
              </a:xfrm>
              <a:custGeom>
                <a:avLst/>
                <a:gdLst/>
                <a:ahLst/>
                <a:cxnLst/>
                <a:rect l="l" t="t" r="r" b="b"/>
                <a:pathLst>
                  <a:path w="936" h="591" extrusionOk="0">
                    <a:moveTo>
                      <a:pt x="870" y="0"/>
                    </a:moveTo>
                    <a:lnTo>
                      <a:pt x="73" y="461"/>
                    </a:lnTo>
                    <a:cubicBezTo>
                      <a:pt x="43" y="475"/>
                      <a:pt x="23" y="482"/>
                      <a:pt x="0" y="490"/>
                    </a:cubicBezTo>
                    <a:cubicBezTo>
                      <a:pt x="0" y="533"/>
                      <a:pt x="23" y="568"/>
                      <a:pt x="59" y="584"/>
                    </a:cubicBezTo>
                    <a:cubicBezTo>
                      <a:pt x="59" y="584"/>
                      <a:pt x="66" y="590"/>
                      <a:pt x="73" y="590"/>
                    </a:cubicBezTo>
                    <a:lnTo>
                      <a:pt x="93" y="590"/>
                    </a:lnTo>
                    <a:cubicBezTo>
                      <a:pt x="116" y="590"/>
                      <a:pt x="145" y="584"/>
                      <a:pt x="173" y="568"/>
                    </a:cubicBezTo>
                    <a:lnTo>
                      <a:pt x="935" y="123"/>
                    </a:lnTo>
                    <a:cubicBezTo>
                      <a:pt x="913" y="80"/>
                      <a:pt x="892" y="44"/>
                      <a:pt x="8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1" name="Google Shape;8431;p71">
                <a:extLst>
                  <a:ext uri="{FF2B5EF4-FFF2-40B4-BE49-F238E27FC236}">
                    <a16:creationId xmlns:a16="http://schemas.microsoft.com/office/drawing/2014/main" id="{510815F0-4D90-8FBD-23F7-FA3D6231C70C}"/>
                  </a:ext>
                </a:extLst>
              </p:cNvPr>
              <p:cNvSpPr/>
              <p:nvPr/>
            </p:nvSpPr>
            <p:spPr>
              <a:xfrm>
                <a:off x="-1811043" y="2329632"/>
                <a:ext cx="10599" cy="134607"/>
              </a:xfrm>
              <a:custGeom>
                <a:avLst/>
                <a:gdLst/>
                <a:ahLst/>
                <a:cxnLst/>
                <a:rect l="l" t="t" r="r" b="b"/>
                <a:pathLst>
                  <a:path w="80" h="1016" extrusionOk="0">
                    <a:moveTo>
                      <a:pt x="80" y="1"/>
                    </a:moveTo>
                    <a:cubicBezTo>
                      <a:pt x="30" y="67"/>
                      <a:pt x="0" y="137"/>
                      <a:pt x="0" y="210"/>
                    </a:cubicBezTo>
                    <a:lnTo>
                      <a:pt x="7" y="993"/>
                    </a:lnTo>
                    <a:lnTo>
                      <a:pt x="7" y="1015"/>
                    </a:lnTo>
                    <a:cubicBezTo>
                      <a:pt x="30" y="1007"/>
                      <a:pt x="50" y="1000"/>
                      <a:pt x="80" y="986"/>
                    </a:cubicBezTo>
                    <a:lnTo>
                      <a:pt x="8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2" name="Google Shape;8432;p71">
                <a:extLst>
                  <a:ext uri="{FF2B5EF4-FFF2-40B4-BE49-F238E27FC236}">
                    <a16:creationId xmlns:a16="http://schemas.microsoft.com/office/drawing/2014/main" id="{747FF5BC-AC43-5207-5E15-2F74A2CD3BA6}"/>
                  </a:ext>
                </a:extLst>
              </p:cNvPr>
              <p:cNvSpPr/>
              <p:nvPr/>
            </p:nvSpPr>
            <p:spPr>
              <a:xfrm>
                <a:off x="-1800576" y="1952575"/>
                <a:ext cx="644949" cy="507825"/>
              </a:xfrm>
              <a:custGeom>
                <a:avLst/>
                <a:gdLst/>
                <a:ahLst/>
                <a:cxnLst/>
                <a:rect l="l" t="t" r="r" b="b"/>
                <a:pathLst>
                  <a:path w="4868" h="3833" extrusionOk="0">
                    <a:moveTo>
                      <a:pt x="4860" y="1"/>
                    </a:moveTo>
                    <a:lnTo>
                      <a:pt x="4105" y="439"/>
                    </a:lnTo>
                    <a:lnTo>
                      <a:pt x="94" y="2754"/>
                    </a:lnTo>
                    <a:cubicBezTo>
                      <a:pt x="58" y="2775"/>
                      <a:pt x="30" y="2811"/>
                      <a:pt x="1" y="2847"/>
                    </a:cubicBezTo>
                    <a:lnTo>
                      <a:pt x="1" y="3832"/>
                    </a:lnTo>
                    <a:lnTo>
                      <a:pt x="798" y="3371"/>
                    </a:lnTo>
                    <a:cubicBezTo>
                      <a:pt x="662" y="3099"/>
                      <a:pt x="598" y="2904"/>
                      <a:pt x="598" y="2904"/>
                    </a:cubicBezTo>
                    <a:lnTo>
                      <a:pt x="1238" y="2531"/>
                    </a:lnTo>
                    <a:cubicBezTo>
                      <a:pt x="1238" y="2531"/>
                      <a:pt x="1308" y="2731"/>
                      <a:pt x="1445" y="2999"/>
                    </a:cubicBezTo>
                    <a:lnTo>
                      <a:pt x="4867" y="1029"/>
                    </a:lnTo>
                    <a:lnTo>
                      <a:pt x="4867" y="886"/>
                    </a:lnTo>
                    <a:lnTo>
                      <a:pt x="486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3" name="Google Shape;8433;p71">
                <a:extLst>
                  <a:ext uri="{FF2B5EF4-FFF2-40B4-BE49-F238E27FC236}">
                    <a16:creationId xmlns:a16="http://schemas.microsoft.com/office/drawing/2014/main" id="{D9378402-04A6-CB72-81EA-8AFA94A84264}"/>
                  </a:ext>
                </a:extLst>
              </p:cNvPr>
              <p:cNvSpPr/>
              <p:nvPr/>
            </p:nvSpPr>
            <p:spPr>
              <a:xfrm>
                <a:off x="-2763488" y="1313592"/>
                <a:ext cx="1641255" cy="951525"/>
              </a:xfrm>
              <a:custGeom>
                <a:avLst/>
                <a:gdLst/>
                <a:ahLst/>
                <a:cxnLst/>
                <a:rect l="l" t="t" r="r" b="b"/>
                <a:pathLst>
                  <a:path w="12388" h="7182" extrusionOk="0">
                    <a:moveTo>
                      <a:pt x="5478" y="683"/>
                    </a:moveTo>
                    <a:lnTo>
                      <a:pt x="11214" y="3997"/>
                    </a:lnTo>
                    <a:cubicBezTo>
                      <a:pt x="11028" y="4120"/>
                      <a:pt x="11028" y="4306"/>
                      <a:pt x="11214" y="4435"/>
                    </a:cubicBezTo>
                    <a:lnTo>
                      <a:pt x="10576" y="4803"/>
                    </a:lnTo>
                    <a:lnTo>
                      <a:pt x="7671" y="6492"/>
                    </a:lnTo>
                    <a:cubicBezTo>
                      <a:pt x="7563" y="6437"/>
                      <a:pt x="7428" y="6410"/>
                      <a:pt x="7294" y="6410"/>
                    </a:cubicBezTo>
                    <a:cubicBezTo>
                      <a:pt x="7159" y="6410"/>
                      <a:pt x="7025" y="6437"/>
                      <a:pt x="6917" y="6492"/>
                    </a:cubicBezTo>
                    <a:lnTo>
                      <a:pt x="1719" y="3494"/>
                    </a:lnTo>
                    <a:lnTo>
                      <a:pt x="1181" y="3178"/>
                    </a:lnTo>
                    <a:cubicBezTo>
                      <a:pt x="1367" y="3055"/>
                      <a:pt x="1367" y="2869"/>
                      <a:pt x="1181" y="2747"/>
                    </a:cubicBezTo>
                    <a:lnTo>
                      <a:pt x="4724" y="683"/>
                    </a:lnTo>
                    <a:cubicBezTo>
                      <a:pt x="4832" y="738"/>
                      <a:pt x="4967" y="765"/>
                      <a:pt x="5101" y="765"/>
                    </a:cubicBezTo>
                    <a:cubicBezTo>
                      <a:pt x="5236" y="765"/>
                      <a:pt x="5370" y="738"/>
                      <a:pt x="5478" y="683"/>
                    </a:cubicBezTo>
                    <a:close/>
                    <a:moveTo>
                      <a:pt x="5026" y="0"/>
                    </a:moveTo>
                    <a:lnTo>
                      <a:pt x="1" y="2905"/>
                    </a:lnTo>
                    <a:lnTo>
                      <a:pt x="1367" y="3695"/>
                    </a:lnTo>
                    <a:lnTo>
                      <a:pt x="7362" y="7182"/>
                    </a:lnTo>
                    <a:lnTo>
                      <a:pt x="11028" y="5062"/>
                    </a:lnTo>
                    <a:lnTo>
                      <a:pt x="12387" y="4277"/>
                    </a:lnTo>
                    <a:lnTo>
                      <a:pt x="502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4" name="Google Shape;8434;p71">
                <a:extLst>
                  <a:ext uri="{FF2B5EF4-FFF2-40B4-BE49-F238E27FC236}">
                    <a16:creationId xmlns:a16="http://schemas.microsoft.com/office/drawing/2014/main" id="{15B01A4D-3521-6C8B-E772-81F8A39D2735}"/>
                  </a:ext>
                </a:extLst>
              </p:cNvPr>
              <p:cNvSpPr/>
              <p:nvPr/>
            </p:nvSpPr>
            <p:spPr>
              <a:xfrm>
                <a:off x="-2607154" y="1404081"/>
                <a:ext cx="1329512" cy="769620"/>
              </a:xfrm>
              <a:custGeom>
                <a:avLst/>
                <a:gdLst/>
                <a:ahLst/>
                <a:cxnLst/>
                <a:rect l="l" t="t" r="r" b="b"/>
                <a:pathLst>
                  <a:path w="10035" h="5809" extrusionOk="0">
                    <a:moveTo>
                      <a:pt x="3756" y="534"/>
                    </a:moveTo>
                    <a:cubicBezTo>
                      <a:pt x="3823" y="534"/>
                      <a:pt x="3889" y="551"/>
                      <a:pt x="3939" y="583"/>
                    </a:cubicBezTo>
                    <a:lnTo>
                      <a:pt x="5097" y="1244"/>
                    </a:lnTo>
                    <a:cubicBezTo>
                      <a:pt x="5197" y="1308"/>
                      <a:pt x="5197" y="1403"/>
                      <a:pt x="5097" y="1460"/>
                    </a:cubicBezTo>
                    <a:lnTo>
                      <a:pt x="4961" y="1539"/>
                    </a:lnTo>
                    <a:lnTo>
                      <a:pt x="2825" y="2783"/>
                    </a:lnTo>
                    <a:cubicBezTo>
                      <a:pt x="2771" y="2811"/>
                      <a:pt x="2705" y="2826"/>
                      <a:pt x="2639" y="2826"/>
                    </a:cubicBezTo>
                    <a:cubicBezTo>
                      <a:pt x="2572" y="2826"/>
                      <a:pt x="2506" y="2811"/>
                      <a:pt x="2452" y="2783"/>
                    </a:cubicBezTo>
                    <a:lnTo>
                      <a:pt x="1524" y="2243"/>
                    </a:lnTo>
                    <a:lnTo>
                      <a:pt x="1302" y="2114"/>
                    </a:lnTo>
                    <a:cubicBezTo>
                      <a:pt x="1193" y="2057"/>
                      <a:pt x="1193" y="1963"/>
                      <a:pt x="1295" y="1905"/>
                    </a:cubicBezTo>
                    <a:lnTo>
                      <a:pt x="3574" y="583"/>
                    </a:lnTo>
                    <a:cubicBezTo>
                      <a:pt x="3624" y="551"/>
                      <a:pt x="3690" y="534"/>
                      <a:pt x="3756" y="534"/>
                    </a:cubicBezTo>
                    <a:close/>
                    <a:moveTo>
                      <a:pt x="3544" y="0"/>
                    </a:moveTo>
                    <a:lnTo>
                      <a:pt x="1" y="2064"/>
                    </a:lnTo>
                    <a:cubicBezTo>
                      <a:pt x="187" y="2186"/>
                      <a:pt x="187" y="2372"/>
                      <a:pt x="1" y="2495"/>
                    </a:cubicBezTo>
                    <a:lnTo>
                      <a:pt x="539" y="2811"/>
                    </a:lnTo>
                    <a:lnTo>
                      <a:pt x="5737" y="5809"/>
                    </a:lnTo>
                    <a:cubicBezTo>
                      <a:pt x="5845" y="5754"/>
                      <a:pt x="5979" y="5727"/>
                      <a:pt x="6114" y="5727"/>
                    </a:cubicBezTo>
                    <a:cubicBezTo>
                      <a:pt x="6248" y="5727"/>
                      <a:pt x="6383" y="5754"/>
                      <a:pt x="6491" y="5809"/>
                    </a:cubicBezTo>
                    <a:lnTo>
                      <a:pt x="9396" y="4120"/>
                    </a:lnTo>
                    <a:lnTo>
                      <a:pt x="10034" y="3752"/>
                    </a:lnTo>
                    <a:cubicBezTo>
                      <a:pt x="9848" y="3623"/>
                      <a:pt x="9848" y="3437"/>
                      <a:pt x="10034" y="3314"/>
                    </a:cubicBezTo>
                    <a:lnTo>
                      <a:pt x="4298" y="0"/>
                    </a:lnTo>
                    <a:cubicBezTo>
                      <a:pt x="4190" y="55"/>
                      <a:pt x="4056" y="82"/>
                      <a:pt x="3921" y="82"/>
                    </a:cubicBezTo>
                    <a:cubicBezTo>
                      <a:pt x="3787" y="82"/>
                      <a:pt x="3652" y="55"/>
                      <a:pt x="35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5" name="Google Shape;8435;p71">
                <a:extLst>
                  <a:ext uri="{FF2B5EF4-FFF2-40B4-BE49-F238E27FC236}">
                    <a16:creationId xmlns:a16="http://schemas.microsoft.com/office/drawing/2014/main" id="{ADF4FD17-8617-E471-0028-61FCC58EEB58}"/>
                  </a:ext>
                </a:extLst>
              </p:cNvPr>
              <p:cNvSpPr/>
              <p:nvPr/>
            </p:nvSpPr>
            <p:spPr>
              <a:xfrm>
                <a:off x="-2449230" y="1474829"/>
                <a:ext cx="530612" cy="303661"/>
              </a:xfrm>
              <a:custGeom>
                <a:avLst/>
                <a:gdLst/>
                <a:ahLst/>
                <a:cxnLst/>
                <a:rect l="l" t="t" r="r" b="b"/>
                <a:pathLst>
                  <a:path w="4005" h="2292" extrusionOk="0">
                    <a:moveTo>
                      <a:pt x="2564" y="0"/>
                    </a:moveTo>
                    <a:cubicBezTo>
                      <a:pt x="2498" y="0"/>
                      <a:pt x="2432" y="17"/>
                      <a:pt x="2382" y="49"/>
                    </a:cubicBezTo>
                    <a:lnTo>
                      <a:pt x="103" y="1371"/>
                    </a:lnTo>
                    <a:cubicBezTo>
                      <a:pt x="1" y="1429"/>
                      <a:pt x="1" y="1523"/>
                      <a:pt x="110" y="1580"/>
                    </a:cubicBezTo>
                    <a:lnTo>
                      <a:pt x="332" y="1709"/>
                    </a:lnTo>
                    <a:lnTo>
                      <a:pt x="1260" y="2249"/>
                    </a:lnTo>
                    <a:cubicBezTo>
                      <a:pt x="1314" y="2277"/>
                      <a:pt x="1380" y="2292"/>
                      <a:pt x="1447" y="2292"/>
                    </a:cubicBezTo>
                    <a:cubicBezTo>
                      <a:pt x="1513" y="2292"/>
                      <a:pt x="1579" y="2277"/>
                      <a:pt x="1633" y="2249"/>
                    </a:cubicBezTo>
                    <a:lnTo>
                      <a:pt x="3769" y="1005"/>
                    </a:lnTo>
                    <a:lnTo>
                      <a:pt x="3905" y="926"/>
                    </a:lnTo>
                    <a:cubicBezTo>
                      <a:pt x="4005" y="869"/>
                      <a:pt x="4005" y="774"/>
                      <a:pt x="3905" y="710"/>
                    </a:cubicBezTo>
                    <a:lnTo>
                      <a:pt x="2747" y="49"/>
                    </a:lnTo>
                    <a:cubicBezTo>
                      <a:pt x="2697" y="17"/>
                      <a:pt x="2631" y="0"/>
                      <a:pt x="25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6" name="Google Shape;8436;p71">
                <a:extLst>
                  <a:ext uri="{FF2B5EF4-FFF2-40B4-BE49-F238E27FC236}">
                    <a16:creationId xmlns:a16="http://schemas.microsoft.com/office/drawing/2014/main" id="{D2430BB5-6B8A-9FFC-0FDD-3F3B58A17831}"/>
                  </a:ext>
                </a:extLst>
              </p:cNvPr>
              <p:cNvSpPr/>
              <p:nvPr/>
            </p:nvSpPr>
            <p:spPr>
              <a:xfrm>
                <a:off x="-2831984" y="1698466"/>
                <a:ext cx="1043869" cy="832286"/>
              </a:xfrm>
              <a:custGeom>
                <a:avLst/>
                <a:gdLst/>
                <a:ahLst/>
                <a:cxnLst/>
                <a:rect l="l" t="t" r="r" b="b"/>
                <a:pathLst>
                  <a:path w="7879" h="6282" extrusionOk="0">
                    <a:moveTo>
                      <a:pt x="518" y="0"/>
                    </a:moveTo>
                    <a:cubicBezTo>
                      <a:pt x="232" y="164"/>
                      <a:pt x="0" y="568"/>
                      <a:pt x="0" y="890"/>
                    </a:cubicBezTo>
                    <a:lnTo>
                      <a:pt x="0" y="1682"/>
                    </a:lnTo>
                    <a:cubicBezTo>
                      <a:pt x="0" y="1839"/>
                      <a:pt x="59" y="1955"/>
                      <a:pt x="152" y="2012"/>
                    </a:cubicBezTo>
                    <a:lnTo>
                      <a:pt x="7488" y="6272"/>
                    </a:lnTo>
                    <a:lnTo>
                      <a:pt x="7488" y="6272"/>
                    </a:lnTo>
                    <a:cubicBezTo>
                      <a:pt x="7487" y="6270"/>
                      <a:pt x="7485" y="6269"/>
                      <a:pt x="7484" y="6268"/>
                    </a:cubicBezTo>
                    <a:cubicBezTo>
                      <a:pt x="7484" y="6268"/>
                      <a:pt x="7477" y="6261"/>
                      <a:pt x="7470" y="6254"/>
                    </a:cubicBezTo>
                    <a:lnTo>
                      <a:pt x="7461" y="6245"/>
                    </a:lnTo>
                    <a:cubicBezTo>
                      <a:pt x="7455" y="6238"/>
                      <a:pt x="7448" y="6238"/>
                      <a:pt x="7448" y="6231"/>
                    </a:cubicBezTo>
                    <a:cubicBezTo>
                      <a:pt x="7441" y="6224"/>
                      <a:pt x="7434" y="6218"/>
                      <a:pt x="7434" y="6211"/>
                    </a:cubicBezTo>
                    <a:lnTo>
                      <a:pt x="7427" y="6202"/>
                    </a:lnTo>
                    <a:cubicBezTo>
                      <a:pt x="7418" y="6195"/>
                      <a:pt x="7418" y="6188"/>
                      <a:pt x="7411" y="6181"/>
                    </a:cubicBezTo>
                    <a:cubicBezTo>
                      <a:pt x="7405" y="6168"/>
                      <a:pt x="7398" y="6152"/>
                      <a:pt x="7398" y="6145"/>
                    </a:cubicBezTo>
                    <a:cubicBezTo>
                      <a:pt x="7391" y="6131"/>
                      <a:pt x="7391" y="6124"/>
                      <a:pt x="7384" y="6109"/>
                    </a:cubicBezTo>
                    <a:cubicBezTo>
                      <a:pt x="7384" y="6102"/>
                      <a:pt x="7384" y="6095"/>
                      <a:pt x="7375" y="6088"/>
                    </a:cubicBezTo>
                    <a:lnTo>
                      <a:pt x="7375" y="6073"/>
                    </a:lnTo>
                    <a:cubicBezTo>
                      <a:pt x="7368" y="6052"/>
                      <a:pt x="7368" y="6038"/>
                      <a:pt x="7368" y="6016"/>
                    </a:cubicBezTo>
                    <a:lnTo>
                      <a:pt x="7368" y="5995"/>
                    </a:lnTo>
                    <a:cubicBezTo>
                      <a:pt x="7361" y="5979"/>
                      <a:pt x="7361" y="5966"/>
                      <a:pt x="7361" y="5959"/>
                    </a:cubicBezTo>
                    <a:lnTo>
                      <a:pt x="7361" y="5634"/>
                    </a:lnTo>
                    <a:lnTo>
                      <a:pt x="7361" y="5176"/>
                    </a:lnTo>
                    <a:cubicBezTo>
                      <a:pt x="7361" y="4844"/>
                      <a:pt x="7591" y="4442"/>
                      <a:pt x="7879" y="4277"/>
                    </a:cubicBezTo>
                    <a:lnTo>
                      <a:pt x="1884" y="790"/>
                    </a:lnTo>
                    <a:lnTo>
                      <a:pt x="518" y="0"/>
                    </a:lnTo>
                    <a:close/>
                    <a:moveTo>
                      <a:pt x="7488" y="6272"/>
                    </a:moveTo>
                    <a:cubicBezTo>
                      <a:pt x="7494" y="6277"/>
                      <a:pt x="7499" y="6281"/>
                      <a:pt x="7505" y="6281"/>
                    </a:cubicBezTo>
                    <a:lnTo>
                      <a:pt x="7488" y="627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7" name="Google Shape;8437;p71">
                <a:extLst>
                  <a:ext uri="{FF2B5EF4-FFF2-40B4-BE49-F238E27FC236}">
                    <a16:creationId xmlns:a16="http://schemas.microsoft.com/office/drawing/2014/main" id="{265F0790-A744-AC37-2F39-3152BE13BF5B}"/>
                  </a:ext>
                </a:extLst>
              </p:cNvPr>
              <p:cNvSpPr/>
              <p:nvPr/>
            </p:nvSpPr>
            <p:spPr>
              <a:xfrm>
                <a:off x="-1856751" y="1880105"/>
                <a:ext cx="735438" cy="656608"/>
              </a:xfrm>
              <a:custGeom>
                <a:avLst/>
                <a:gdLst/>
                <a:ahLst/>
                <a:cxnLst/>
                <a:rect l="l" t="t" r="r" b="b"/>
                <a:pathLst>
                  <a:path w="5551" h="4956" extrusionOk="0">
                    <a:moveTo>
                      <a:pt x="5543" y="1"/>
                    </a:moveTo>
                    <a:lnTo>
                      <a:pt x="4184" y="786"/>
                    </a:lnTo>
                    <a:lnTo>
                      <a:pt x="518" y="2906"/>
                    </a:lnTo>
                    <a:cubicBezTo>
                      <a:pt x="230" y="3071"/>
                      <a:pt x="0" y="3473"/>
                      <a:pt x="0" y="3805"/>
                    </a:cubicBezTo>
                    <a:lnTo>
                      <a:pt x="0" y="4263"/>
                    </a:lnTo>
                    <a:lnTo>
                      <a:pt x="0" y="4588"/>
                    </a:lnTo>
                    <a:cubicBezTo>
                      <a:pt x="0" y="4595"/>
                      <a:pt x="0" y="4608"/>
                      <a:pt x="7" y="4624"/>
                    </a:cubicBezTo>
                    <a:lnTo>
                      <a:pt x="7" y="4645"/>
                    </a:lnTo>
                    <a:cubicBezTo>
                      <a:pt x="7" y="4667"/>
                      <a:pt x="7" y="4681"/>
                      <a:pt x="14" y="4702"/>
                    </a:cubicBezTo>
                    <a:lnTo>
                      <a:pt x="14" y="4717"/>
                    </a:lnTo>
                    <a:cubicBezTo>
                      <a:pt x="23" y="4724"/>
                      <a:pt x="23" y="4731"/>
                      <a:pt x="23" y="4738"/>
                    </a:cubicBezTo>
                    <a:cubicBezTo>
                      <a:pt x="30" y="4753"/>
                      <a:pt x="30" y="4760"/>
                      <a:pt x="37" y="4774"/>
                    </a:cubicBezTo>
                    <a:cubicBezTo>
                      <a:pt x="37" y="4781"/>
                      <a:pt x="44" y="4797"/>
                      <a:pt x="50" y="4810"/>
                    </a:cubicBezTo>
                    <a:cubicBezTo>
                      <a:pt x="57" y="4817"/>
                      <a:pt x="57" y="4824"/>
                      <a:pt x="66" y="4831"/>
                    </a:cubicBezTo>
                    <a:lnTo>
                      <a:pt x="73" y="4840"/>
                    </a:lnTo>
                    <a:cubicBezTo>
                      <a:pt x="73" y="4847"/>
                      <a:pt x="80" y="4853"/>
                      <a:pt x="87" y="4860"/>
                    </a:cubicBezTo>
                    <a:cubicBezTo>
                      <a:pt x="87" y="4867"/>
                      <a:pt x="94" y="4867"/>
                      <a:pt x="100" y="4874"/>
                    </a:cubicBezTo>
                    <a:lnTo>
                      <a:pt x="109" y="4883"/>
                    </a:lnTo>
                    <a:cubicBezTo>
                      <a:pt x="116" y="4890"/>
                      <a:pt x="123" y="4897"/>
                      <a:pt x="123" y="4897"/>
                    </a:cubicBezTo>
                    <a:cubicBezTo>
                      <a:pt x="130" y="4903"/>
                      <a:pt x="137" y="4910"/>
                      <a:pt x="144" y="4910"/>
                    </a:cubicBezTo>
                    <a:cubicBezTo>
                      <a:pt x="144" y="4917"/>
                      <a:pt x="152" y="4917"/>
                      <a:pt x="152" y="4917"/>
                    </a:cubicBezTo>
                    <a:cubicBezTo>
                      <a:pt x="192" y="4942"/>
                      <a:pt x="239" y="4955"/>
                      <a:pt x="291" y="4955"/>
                    </a:cubicBezTo>
                    <a:cubicBezTo>
                      <a:pt x="360" y="4955"/>
                      <a:pt x="439" y="4932"/>
                      <a:pt x="525" y="4883"/>
                    </a:cubicBezTo>
                    <a:lnTo>
                      <a:pt x="1467" y="4343"/>
                    </a:lnTo>
                    <a:cubicBezTo>
                      <a:pt x="1394" y="4243"/>
                      <a:pt x="1337" y="4141"/>
                      <a:pt x="1287" y="4041"/>
                    </a:cubicBezTo>
                    <a:lnTo>
                      <a:pt x="525" y="4486"/>
                    </a:lnTo>
                    <a:cubicBezTo>
                      <a:pt x="497" y="4502"/>
                      <a:pt x="468" y="4508"/>
                      <a:pt x="445" y="4508"/>
                    </a:cubicBezTo>
                    <a:lnTo>
                      <a:pt x="425" y="4508"/>
                    </a:lnTo>
                    <a:cubicBezTo>
                      <a:pt x="418" y="4508"/>
                      <a:pt x="411" y="4502"/>
                      <a:pt x="411" y="4502"/>
                    </a:cubicBezTo>
                    <a:cubicBezTo>
                      <a:pt x="375" y="4486"/>
                      <a:pt x="352" y="4451"/>
                      <a:pt x="352" y="4408"/>
                    </a:cubicBezTo>
                    <a:lnTo>
                      <a:pt x="352" y="4386"/>
                    </a:lnTo>
                    <a:lnTo>
                      <a:pt x="345" y="3603"/>
                    </a:lnTo>
                    <a:cubicBezTo>
                      <a:pt x="345" y="3530"/>
                      <a:pt x="375" y="3460"/>
                      <a:pt x="425" y="3394"/>
                    </a:cubicBezTo>
                    <a:cubicBezTo>
                      <a:pt x="454" y="3358"/>
                      <a:pt x="482" y="3322"/>
                      <a:pt x="518" y="3301"/>
                    </a:cubicBezTo>
                    <a:lnTo>
                      <a:pt x="4529" y="986"/>
                    </a:lnTo>
                    <a:lnTo>
                      <a:pt x="5284" y="548"/>
                    </a:lnTo>
                    <a:lnTo>
                      <a:pt x="5550" y="397"/>
                    </a:lnTo>
                    <a:lnTo>
                      <a:pt x="554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8" name="Google Shape;8438;p71">
                <a:extLst>
                  <a:ext uri="{FF2B5EF4-FFF2-40B4-BE49-F238E27FC236}">
                    <a16:creationId xmlns:a16="http://schemas.microsoft.com/office/drawing/2014/main" id="{4A31FD43-2DAB-3BD3-7E76-B6D459E33278}"/>
                  </a:ext>
                </a:extLst>
              </p:cNvPr>
              <p:cNvSpPr/>
              <p:nvPr/>
            </p:nvSpPr>
            <p:spPr>
              <a:xfrm>
                <a:off x="-1600522" y="2089699"/>
                <a:ext cx="479207" cy="316248"/>
              </a:xfrm>
              <a:custGeom>
                <a:avLst/>
                <a:gdLst/>
                <a:ahLst/>
                <a:cxnLst/>
                <a:rect l="l" t="t" r="r" b="b"/>
                <a:pathLst>
                  <a:path w="3617" h="2387" extrusionOk="0">
                    <a:moveTo>
                      <a:pt x="3616" y="1"/>
                    </a:moveTo>
                    <a:lnTo>
                      <a:pt x="0" y="2093"/>
                    </a:lnTo>
                    <a:cubicBezTo>
                      <a:pt x="50" y="2186"/>
                      <a:pt x="107" y="2286"/>
                      <a:pt x="173" y="2386"/>
                    </a:cubicBezTo>
                    <a:lnTo>
                      <a:pt x="3616" y="396"/>
                    </a:lnTo>
                    <a:lnTo>
                      <a:pt x="361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9" name="Google Shape;8439;p71">
                <a:extLst>
                  <a:ext uri="{FF2B5EF4-FFF2-40B4-BE49-F238E27FC236}">
                    <a16:creationId xmlns:a16="http://schemas.microsoft.com/office/drawing/2014/main" id="{D41BBC21-7FCB-BE20-4BB0-DD3C23EDD15E}"/>
                  </a:ext>
                </a:extLst>
              </p:cNvPr>
              <p:cNvSpPr/>
              <p:nvPr/>
            </p:nvSpPr>
            <p:spPr>
              <a:xfrm>
                <a:off x="-1721482" y="2287899"/>
                <a:ext cx="194359" cy="235298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1776" extrusionOk="0">
                    <a:moveTo>
                      <a:pt x="641" y="0"/>
                    </a:moveTo>
                    <a:lnTo>
                      <a:pt x="1" y="373"/>
                    </a:lnTo>
                    <a:cubicBezTo>
                      <a:pt x="1" y="373"/>
                      <a:pt x="65" y="568"/>
                      <a:pt x="201" y="840"/>
                    </a:cubicBezTo>
                    <a:cubicBezTo>
                      <a:pt x="223" y="884"/>
                      <a:pt x="244" y="920"/>
                      <a:pt x="266" y="963"/>
                    </a:cubicBezTo>
                    <a:cubicBezTo>
                      <a:pt x="316" y="1063"/>
                      <a:pt x="373" y="1165"/>
                      <a:pt x="446" y="1265"/>
                    </a:cubicBezTo>
                    <a:cubicBezTo>
                      <a:pt x="554" y="1437"/>
                      <a:pt x="684" y="1617"/>
                      <a:pt x="827" y="1775"/>
                    </a:cubicBezTo>
                    <a:lnTo>
                      <a:pt x="927" y="1279"/>
                    </a:lnTo>
                    <a:lnTo>
                      <a:pt x="1467" y="1401"/>
                    </a:lnTo>
                    <a:cubicBezTo>
                      <a:pt x="1322" y="1244"/>
                      <a:pt x="1193" y="1063"/>
                      <a:pt x="1086" y="890"/>
                    </a:cubicBezTo>
                    <a:cubicBezTo>
                      <a:pt x="1020" y="790"/>
                      <a:pt x="963" y="690"/>
                      <a:pt x="913" y="597"/>
                    </a:cubicBezTo>
                    <a:cubicBezTo>
                      <a:pt x="884" y="554"/>
                      <a:pt x="863" y="511"/>
                      <a:pt x="848" y="468"/>
                    </a:cubicBezTo>
                    <a:cubicBezTo>
                      <a:pt x="711" y="200"/>
                      <a:pt x="641" y="0"/>
                      <a:pt x="6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0" name="Google Shape;8440;p71">
                <a:extLst>
                  <a:ext uri="{FF2B5EF4-FFF2-40B4-BE49-F238E27FC236}">
                    <a16:creationId xmlns:a16="http://schemas.microsoft.com/office/drawing/2014/main" id="{1929E708-D541-65A0-BDC8-307F45240EA6}"/>
                  </a:ext>
                </a:extLst>
              </p:cNvPr>
              <p:cNvSpPr/>
              <p:nvPr/>
            </p:nvSpPr>
            <p:spPr>
              <a:xfrm>
                <a:off x="-3518528" y="1977350"/>
                <a:ext cx="1709486" cy="978818"/>
              </a:xfrm>
              <a:custGeom>
                <a:avLst/>
                <a:gdLst/>
                <a:ahLst/>
                <a:cxnLst/>
                <a:rect l="l" t="t" r="r" b="b"/>
                <a:pathLst>
                  <a:path w="12903" h="7388" extrusionOk="0">
                    <a:moveTo>
                      <a:pt x="3519" y="1"/>
                    </a:moveTo>
                    <a:cubicBezTo>
                      <a:pt x="3383" y="1"/>
                      <a:pt x="3246" y="29"/>
                      <a:pt x="3142" y="86"/>
                    </a:cubicBezTo>
                    <a:lnTo>
                      <a:pt x="209" y="1791"/>
                    </a:lnTo>
                    <a:cubicBezTo>
                      <a:pt x="0" y="1913"/>
                      <a:pt x="0" y="2106"/>
                      <a:pt x="216" y="2229"/>
                    </a:cubicBezTo>
                    <a:lnTo>
                      <a:pt x="9014" y="7297"/>
                    </a:lnTo>
                    <a:cubicBezTo>
                      <a:pt x="9118" y="7357"/>
                      <a:pt x="9255" y="7388"/>
                      <a:pt x="9392" y="7388"/>
                    </a:cubicBezTo>
                    <a:cubicBezTo>
                      <a:pt x="9528" y="7388"/>
                      <a:pt x="9665" y="7357"/>
                      <a:pt x="9769" y="7297"/>
                    </a:cubicBezTo>
                    <a:lnTo>
                      <a:pt x="12695" y="5593"/>
                    </a:lnTo>
                    <a:cubicBezTo>
                      <a:pt x="12902" y="5470"/>
                      <a:pt x="12902" y="5277"/>
                      <a:pt x="12695" y="5155"/>
                    </a:cubicBezTo>
                    <a:lnTo>
                      <a:pt x="3897" y="86"/>
                    </a:lnTo>
                    <a:cubicBezTo>
                      <a:pt x="3793" y="29"/>
                      <a:pt x="3656" y="1"/>
                      <a:pt x="35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1" name="Google Shape;8441;p71">
                <a:extLst>
                  <a:ext uri="{FF2B5EF4-FFF2-40B4-BE49-F238E27FC236}">
                    <a16:creationId xmlns:a16="http://schemas.microsoft.com/office/drawing/2014/main" id="{175189F1-2363-24F3-895B-F7E0042F7AB0}"/>
                  </a:ext>
                </a:extLst>
              </p:cNvPr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avLst/>
                <a:gdLst/>
                <a:ahLst/>
                <a:cxnLst/>
                <a:rect l="l" t="t" r="r" b="b"/>
                <a:pathLst>
                  <a:path w="848" h="473" extrusionOk="0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2" name="Google Shape;8442;p71">
                <a:extLst>
                  <a:ext uri="{FF2B5EF4-FFF2-40B4-BE49-F238E27FC236}">
                    <a16:creationId xmlns:a16="http://schemas.microsoft.com/office/drawing/2014/main" id="{35CCA4FB-FEE1-213B-A223-1CB3CF8C8C02}"/>
                  </a:ext>
                </a:extLst>
              </p:cNvPr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avLst/>
                <a:gdLst/>
                <a:ahLst/>
                <a:cxnLst/>
                <a:rect l="l" t="t" r="r" b="b"/>
                <a:pathLst>
                  <a:path w="841" h="470" extrusionOk="0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3" name="Google Shape;8443;p71">
                <a:extLst>
                  <a:ext uri="{FF2B5EF4-FFF2-40B4-BE49-F238E27FC236}">
                    <a16:creationId xmlns:a16="http://schemas.microsoft.com/office/drawing/2014/main" id="{C02C72CF-F221-729D-4D0B-07579D035A5E}"/>
                  </a:ext>
                </a:extLst>
              </p:cNvPr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avLst/>
                <a:gdLst/>
                <a:ahLst/>
                <a:cxnLst/>
                <a:rect l="l" t="t" r="r" b="b"/>
                <a:pathLst>
                  <a:path w="834" h="472" extrusionOk="0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4" name="Google Shape;8444;p71">
                <a:extLst>
                  <a:ext uri="{FF2B5EF4-FFF2-40B4-BE49-F238E27FC236}">
                    <a16:creationId xmlns:a16="http://schemas.microsoft.com/office/drawing/2014/main" id="{672AA420-714A-C8C6-3E0C-76589D67750F}"/>
                  </a:ext>
                </a:extLst>
              </p:cNvPr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775" extrusionOk="0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5" name="Google Shape;8445;p71">
                <a:extLst>
                  <a:ext uri="{FF2B5EF4-FFF2-40B4-BE49-F238E27FC236}">
                    <a16:creationId xmlns:a16="http://schemas.microsoft.com/office/drawing/2014/main" id="{93B98F5D-D185-39DF-90ED-3A27188FEFEB}"/>
                  </a:ext>
                </a:extLst>
              </p:cNvPr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813" h="454" extrusionOk="0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6" name="Google Shape;8446;p71">
                <a:extLst>
                  <a:ext uri="{FF2B5EF4-FFF2-40B4-BE49-F238E27FC236}">
                    <a16:creationId xmlns:a16="http://schemas.microsoft.com/office/drawing/2014/main" id="{61BB6015-78E6-950C-1533-93BC9ACAA252}"/>
                  </a:ext>
                </a:extLst>
              </p:cNvPr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avLst/>
                <a:gdLst/>
                <a:ahLst/>
                <a:cxnLst/>
                <a:rect l="l" t="t" r="r" b="b"/>
                <a:pathLst>
                  <a:path w="843" h="466" extrusionOk="0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7" name="Google Shape;8447;p71">
                <a:extLst>
                  <a:ext uri="{FF2B5EF4-FFF2-40B4-BE49-F238E27FC236}">
                    <a16:creationId xmlns:a16="http://schemas.microsoft.com/office/drawing/2014/main" id="{8864CC99-9AE7-8159-58D5-FFCBE003EBAD}"/>
                  </a:ext>
                </a:extLst>
              </p:cNvPr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avLst/>
                <a:gdLst/>
                <a:ahLst/>
                <a:cxnLst/>
                <a:rect l="l" t="t" r="r" b="b"/>
                <a:pathLst>
                  <a:path w="848" h="473" extrusionOk="0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8" name="Google Shape;8448;p71">
                <a:extLst>
                  <a:ext uri="{FF2B5EF4-FFF2-40B4-BE49-F238E27FC236}">
                    <a16:creationId xmlns:a16="http://schemas.microsoft.com/office/drawing/2014/main" id="{4B07A61C-C5A0-F248-D062-E2292F7177C5}"/>
                  </a:ext>
                </a:extLst>
              </p:cNvPr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avLst/>
                <a:gdLst/>
                <a:ahLst/>
                <a:cxnLst/>
                <a:rect l="l" t="t" r="r" b="b"/>
                <a:pathLst>
                  <a:path w="577" h="321" extrusionOk="0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9" name="Google Shape;8449;p71">
                <a:extLst>
                  <a:ext uri="{FF2B5EF4-FFF2-40B4-BE49-F238E27FC236}">
                    <a16:creationId xmlns:a16="http://schemas.microsoft.com/office/drawing/2014/main" id="{E5716700-253E-8F44-4FDE-0DDA77F5C3B6}"/>
                  </a:ext>
                </a:extLst>
              </p:cNvPr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352" extrusionOk="0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0" name="Google Shape;8450;p71">
                <a:extLst>
                  <a:ext uri="{FF2B5EF4-FFF2-40B4-BE49-F238E27FC236}">
                    <a16:creationId xmlns:a16="http://schemas.microsoft.com/office/drawing/2014/main" id="{8952D2FD-5E9F-3AB8-20B1-A28FCEF8FC10}"/>
                  </a:ext>
                </a:extLst>
              </p:cNvPr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avLst/>
                <a:gdLst/>
                <a:ahLst/>
                <a:cxnLst/>
                <a:rect l="l" t="t" r="r" b="b"/>
                <a:pathLst>
                  <a:path w="834" h="468" extrusionOk="0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1" name="Google Shape;8451;p71">
                <a:extLst>
                  <a:ext uri="{FF2B5EF4-FFF2-40B4-BE49-F238E27FC236}">
                    <a16:creationId xmlns:a16="http://schemas.microsoft.com/office/drawing/2014/main" id="{FF12CB47-4E98-B8CD-10C1-6B947A0F0973}"/>
                  </a:ext>
                </a:extLst>
              </p:cNvPr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50" extrusionOk="0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2" name="Google Shape;8452;p71">
                <a:extLst>
                  <a:ext uri="{FF2B5EF4-FFF2-40B4-BE49-F238E27FC236}">
                    <a16:creationId xmlns:a16="http://schemas.microsoft.com/office/drawing/2014/main" id="{FDBA4D72-E228-1612-5DE6-44218B72BBD0}"/>
                  </a:ext>
                </a:extLst>
              </p:cNvPr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13" h="457" extrusionOk="0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3" name="Google Shape;8453;p71">
                <a:extLst>
                  <a:ext uri="{FF2B5EF4-FFF2-40B4-BE49-F238E27FC236}">
                    <a16:creationId xmlns:a16="http://schemas.microsoft.com/office/drawing/2014/main" id="{C1833486-624A-F5CD-4ED5-293A3045F850}"/>
                  </a:ext>
                </a:extLst>
              </p:cNvPr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avLst/>
                <a:gdLst/>
                <a:ahLst/>
                <a:cxnLst/>
                <a:rect l="l" t="t" r="r" b="b"/>
                <a:pathLst>
                  <a:path w="835" h="467" extrusionOk="0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4" name="Google Shape;8454;p71">
                <a:extLst>
                  <a:ext uri="{FF2B5EF4-FFF2-40B4-BE49-F238E27FC236}">
                    <a16:creationId xmlns:a16="http://schemas.microsoft.com/office/drawing/2014/main" id="{581CCB6D-651B-B2A5-93C1-E2D1ED6A8365}"/>
                  </a:ext>
                </a:extLst>
              </p:cNvPr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avLst/>
                <a:gdLst/>
                <a:ahLst/>
                <a:cxnLst/>
                <a:rect l="l" t="t" r="r" b="b"/>
                <a:pathLst>
                  <a:path w="812" h="452" extrusionOk="0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5" name="Google Shape;8455;p71">
                <a:extLst>
                  <a:ext uri="{FF2B5EF4-FFF2-40B4-BE49-F238E27FC236}">
                    <a16:creationId xmlns:a16="http://schemas.microsoft.com/office/drawing/2014/main" id="{BA034153-8933-41E9-DF85-EC7E4E8AD7C3}"/>
                  </a:ext>
                </a:extLst>
              </p:cNvPr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avLst/>
                <a:gdLst/>
                <a:ahLst/>
                <a:cxnLst/>
                <a:rect l="l" t="t" r="r" b="b"/>
                <a:pathLst>
                  <a:path w="605" h="336" extrusionOk="0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6" name="Google Shape;8456;p71">
                <a:extLst>
                  <a:ext uri="{FF2B5EF4-FFF2-40B4-BE49-F238E27FC236}">
                    <a16:creationId xmlns:a16="http://schemas.microsoft.com/office/drawing/2014/main" id="{E3F2FC6F-CD18-6ECF-0D7D-08E001AF4DC4}"/>
                  </a:ext>
                </a:extLst>
              </p:cNvPr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avLst/>
                <a:gdLst/>
                <a:ahLst/>
                <a:cxnLst/>
                <a:rect l="l" t="t" r="r" b="b"/>
                <a:pathLst>
                  <a:path w="618" h="341" extrusionOk="0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7" name="Google Shape;8457;p71">
                <a:extLst>
                  <a:ext uri="{FF2B5EF4-FFF2-40B4-BE49-F238E27FC236}">
                    <a16:creationId xmlns:a16="http://schemas.microsoft.com/office/drawing/2014/main" id="{D0B3C104-351D-6426-C7E1-EA352EE93C3A}"/>
                  </a:ext>
                </a:extLst>
              </p:cNvPr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7" extrusionOk="0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8" name="Google Shape;8458;p71">
                <a:extLst>
                  <a:ext uri="{FF2B5EF4-FFF2-40B4-BE49-F238E27FC236}">
                    <a16:creationId xmlns:a16="http://schemas.microsoft.com/office/drawing/2014/main" id="{C8BEBE26-C7B9-1A15-6BAB-B4107BEE6691}"/>
                  </a:ext>
                </a:extLst>
              </p:cNvPr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avLst/>
                <a:gdLst/>
                <a:ahLst/>
                <a:cxnLst/>
                <a:rect l="l" t="t" r="r" b="b"/>
                <a:pathLst>
                  <a:path w="612" h="339" extrusionOk="0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9" name="Google Shape;8459;p71">
                <a:extLst>
                  <a:ext uri="{FF2B5EF4-FFF2-40B4-BE49-F238E27FC236}">
                    <a16:creationId xmlns:a16="http://schemas.microsoft.com/office/drawing/2014/main" id="{00947408-52D6-9B24-B0B2-83B449372763}"/>
                  </a:ext>
                </a:extLst>
              </p:cNvPr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58" extrusionOk="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0" name="Google Shape;8460;p71">
                <a:extLst>
                  <a:ext uri="{FF2B5EF4-FFF2-40B4-BE49-F238E27FC236}">
                    <a16:creationId xmlns:a16="http://schemas.microsoft.com/office/drawing/2014/main" id="{D24806F0-C0ED-4118-EF8D-1B3200F6A6C3}"/>
                  </a:ext>
                </a:extLst>
              </p:cNvPr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53" extrusionOk="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1" name="Google Shape;8461;p71">
                <a:extLst>
                  <a:ext uri="{FF2B5EF4-FFF2-40B4-BE49-F238E27FC236}">
                    <a16:creationId xmlns:a16="http://schemas.microsoft.com/office/drawing/2014/main" id="{B9B32B5D-D2EE-AF84-A89D-90A149653AA9}"/>
                  </a:ext>
                </a:extLst>
              </p:cNvPr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avLst/>
                <a:gdLst/>
                <a:ahLst/>
                <a:cxnLst/>
                <a:rect l="l" t="t" r="r" b="b"/>
                <a:pathLst>
                  <a:path w="640" h="348" extrusionOk="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2" name="Google Shape;8462;p71">
                <a:extLst>
                  <a:ext uri="{FF2B5EF4-FFF2-40B4-BE49-F238E27FC236}">
                    <a16:creationId xmlns:a16="http://schemas.microsoft.com/office/drawing/2014/main" id="{DB2F003F-80FB-DBA6-53B6-863842BE273D}"/>
                  </a:ext>
                </a:extLst>
              </p:cNvPr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avLst/>
                <a:gdLst/>
                <a:ahLst/>
                <a:cxnLst/>
                <a:rect l="l" t="t" r="r" b="b"/>
                <a:pathLst>
                  <a:path w="842" h="467" extrusionOk="0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3" name="Google Shape;8463;p71">
                <a:extLst>
                  <a:ext uri="{FF2B5EF4-FFF2-40B4-BE49-F238E27FC236}">
                    <a16:creationId xmlns:a16="http://schemas.microsoft.com/office/drawing/2014/main" id="{243FB22A-D943-24B4-3FA4-980EDC20E31B}"/>
                  </a:ext>
                </a:extLst>
              </p:cNvPr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avLst/>
                <a:gdLst/>
                <a:ahLst/>
                <a:cxnLst/>
                <a:rect l="l" t="t" r="r" b="b"/>
                <a:pathLst>
                  <a:path w="836" h="471" extrusionOk="0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4" name="Google Shape;8464;p71">
                <a:extLst>
                  <a:ext uri="{FF2B5EF4-FFF2-40B4-BE49-F238E27FC236}">
                    <a16:creationId xmlns:a16="http://schemas.microsoft.com/office/drawing/2014/main" id="{5B39978C-5CE5-9FA5-5B40-4278F11EF3C4}"/>
                  </a:ext>
                </a:extLst>
              </p:cNvPr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avLst/>
                <a:gdLst/>
                <a:ahLst/>
                <a:cxnLst/>
                <a:rect l="l" t="t" r="r" b="b"/>
                <a:pathLst>
                  <a:path w="805" h="447" extrusionOk="0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5" name="Google Shape;8465;p71">
                <a:extLst>
                  <a:ext uri="{FF2B5EF4-FFF2-40B4-BE49-F238E27FC236}">
                    <a16:creationId xmlns:a16="http://schemas.microsoft.com/office/drawing/2014/main" id="{7E13F474-00E1-907C-A6D8-161F51E8B515}"/>
                  </a:ext>
                </a:extLst>
              </p:cNvPr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avLst/>
                <a:gdLst/>
                <a:ahLst/>
                <a:cxnLst/>
                <a:rect l="l" t="t" r="r" b="b"/>
                <a:pathLst>
                  <a:path w="849" h="472" extrusionOk="0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6" name="Google Shape;8466;p71">
                <a:extLst>
                  <a:ext uri="{FF2B5EF4-FFF2-40B4-BE49-F238E27FC236}">
                    <a16:creationId xmlns:a16="http://schemas.microsoft.com/office/drawing/2014/main" id="{8125D49A-4803-5AA2-56E5-AACB1AB89FD3}"/>
                  </a:ext>
                </a:extLst>
              </p:cNvPr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avLst/>
                <a:gdLst/>
                <a:ahLst/>
                <a:cxnLst/>
                <a:rect l="l" t="t" r="r" b="b"/>
                <a:pathLst>
                  <a:path w="843" h="473" extrusionOk="0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7" name="Google Shape;8467;p71">
                <a:extLst>
                  <a:ext uri="{FF2B5EF4-FFF2-40B4-BE49-F238E27FC236}">
                    <a16:creationId xmlns:a16="http://schemas.microsoft.com/office/drawing/2014/main" id="{BE4DCA04-A70B-48F2-5958-A58E032675AD}"/>
                  </a:ext>
                </a:extLst>
              </p:cNvPr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avLst/>
                <a:gdLst/>
                <a:ahLst/>
                <a:cxnLst/>
                <a:rect l="l" t="t" r="r" b="b"/>
                <a:pathLst>
                  <a:path w="864" h="488" extrusionOk="0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8" name="Google Shape;8468;p71">
                <a:extLst>
                  <a:ext uri="{FF2B5EF4-FFF2-40B4-BE49-F238E27FC236}">
                    <a16:creationId xmlns:a16="http://schemas.microsoft.com/office/drawing/2014/main" id="{8D4D459D-77BC-4FA0-55E3-9A491A8D53C6}"/>
                  </a:ext>
                </a:extLst>
              </p:cNvPr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avLst/>
                <a:gdLst/>
                <a:ahLst/>
                <a:cxnLst/>
                <a:rect l="l" t="t" r="r" b="b"/>
                <a:pathLst>
                  <a:path w="814" h="452" extrusionOk="0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9" name="Google Shape;8469;p71">
                <a:extLst>
                  <a:ext uri="{FF2B5EF4-FFF2-40B4-BE49-F238E27FC236}">
                    <a16:creationId xmlns:a16="http://schemas.microsoft.com/office/drawing/2014/main" id="{34F42DCC-33BD-B05C-A779-89757B61212F}"/>
                  </a:ext>
                </a:extLst>
              </p:cNvPr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avLst/>
                <a:gdLst/>
                <a:ahLst/>
                <a:cxnLst/>
                <a:rect l="l" t="t" r="r" b="b"/>
                <a:pathLst>
                  <a:path w="835" h="468" extrusionOk="0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0" name="Google Shape;8470;p71">
                <a:extLst>
                  <a:ext uri="{FF2B5EF4-FFF2-40B4-BE49-F238E27FC236}">
                    <a16:creationId xmlns:a16="http://schemas.microsoft.com/office/drawing/2014/main" id="{044F8F7F-9987-5B07-E5D2-4E5A4275C1C0}"/>
                  </a:ext>
                </a:extLst>
              </p:cNvPr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avLst/>
                <a:gdLst/>
                <a:ahLst/>
                <a:cxnLst/>
                <a:rect l="l" t="t" r="r" b="b"/>
                <a:pathLst>
                  <a:path w="841" h="471" extrusionOk="0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1" name="Google Shape;8471;p71">
                <a:extLst>
                  <a:ext uri="{FF2B5EF4-FFF2-40B4-BE49-F238E27FC236}">
                    <a16:creationId xmlns:a16="http://schemas.microsoft.com/office/drawing/2014/main" id="{B18E3E1C-7C8E-2951-C633-5B806CB6A796}"/>
                  </a:ext>
                </a:extLst>
              </p:cNvPr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avLst/>
                <a:gdLst/>
                <a:ahLst/>
                <a:cxnLst/>
                <a:rect l="l" t="t" r="r" b="b"/>
                <a:pathLst>
                  <a:path w="827" h="464" extrusionOk="0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2" name="Google Shape;8472;p71">
                <a:extLst>
                  <a:ext uri="{FF2B5EF4-FFF2-40B4-BE49-F238E27FC236}">
                    <a16:creationId xmlns:a16="http://schemas.microsoft.com/office/drawing/2014/main" id="{4ACAB549-6EF9-8A7A-4512-4C5BF272E017}"/>
                  </a:ext>
                </a:extLst>
              </p:cNvPr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21" h="457" extrusionOk="0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3" name="Google Shape;8473;p71">
                <a:extLst>
                  <a:ext uri="{FF2B5EF4-FFF2-40B4-BE49-F238E27FC236}">
                    <a16:creationId xmlns:a16="http://schemas.microsoft.com/office/drawing/2014/main" id="{1973DFE1-9E72-1E01-46E6-321BC7B444BD}"/>
                  </a:ext>
                </a:extLst>
              </p:cNvPr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avLst/>
                <a:gdLst/>
                <a:ahLst/>
                <a:cxnLst/>
                <a:rect l="l" t="t" r="r" b="b"/>
                <a:pathLst>
                  <a:path w="843" h="478" extrusionOk="0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4" name="Google Shape;8474;p71">
                <a:extLst>
                  <a:ext uri="{FF2B5EF4-FFF2-40B4-BE49-F238E27FC236}">
                    <a16:creationId xmlns:a16="http://schemas.microsoft.com/office/drawing/2014/main" id="{F29F8E52-752B-C696-85E3-B2160233539A}"/>
                  </a:ext>
                </a:extLst>
              </p:cNvPr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52" extrusionOk="0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5" name="Google Shape;8475;p71">
                <a:extLst>
                  <a:ext uri="{FF2B5EF4-FFF2-40B4-BE49-F238E27FC236}">
                    <a16:creationId xmlns:a16="http://schemas.microsoft.com/office/drawing/2014/main" id="{784EAA29-AD0C-DC37-2677-66509ADFE5D1}"/>
                  </a:ext>
                </a:extLst>
              </p:cNvPr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avLst/>
                <a:gdLst/>
                <a:ahLst/>
                <a:cxnLst/>
                <a:rect l="l" t="t" r="r" b="b"/>
                <a:pathLst>
                  <a:path w="848" h="474" extrusionOk="0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6" name="Google Shape;8476;p71">
                <a:extLst>
                  <a:ext uri="{FF2B5EF4-FFF2-40B4-BE49-F238E27FC236}">
                    <a16:creationId xmlns:a16="http://schemas.microsoft.com/office/drawing/2014/main" id="{6341CFC8-4B6E-9D1C-542A-561DEF6E5297}"/>
                  </a:ext>
                </a:extLst>
              </p:cNvPr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avLst/>
                <a:gdLst/>
                <a:ahLst/>
                <a:cxnLst/>
                <a:rect l="l" t="t" r="r" b="b"/>
                <a:pathLst>
                  <a:path w="807" h="450" extrusionOk="0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7" name="Google Shape;8477;p71">
                <a:extLst>
                  <a:ext uri="{FF2B5EF4-FFF2-40B4-BE49-F238E27FC236}">
                    <a16:creationId xmlns:a16="http://schemas.microsoft.com/office/drawing/2014/main" id="{32B6EF02-D933-4CC7-DD59-44E16D9E1E0C}"/>
                  </a:ext>
                </a:extLst>
              </p:cNvPr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avLst/>
                <a:gdLst/>
                <a:ahLst/>
                <a:cxnLst/>
                <a:rect l="l" t="t" r="r" b="b"/>
                <a:pathLst>
                  <a:path w="821" h="458" extrusionOk="0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8" name="Google Shape;8478;p71">
                <a:extLst>
                  <a:ext uri="{FF2B5EF4-FFF2-40B4-BE49-F238E27FC236}">
                    <a16:creationId xmlns:a16="http://schemas.microsoft.com/office/drawing/2014/main" id="{13605C4F-1AEB-B927-9577-39EEDAFA3638}"/>
                  </a:ext>
                </a:extLst>
              </p:cNvPr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57" extrusionOk="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9" name="Google Shape;8479;p71">
                <a:extLst>
                  <a:ext uri="{FF2B5EF4-FFF2-40B4-BE49-F238E27FC236}">
                    <a16:creationId xmlns:a16="http://schemas.microsoft.com/office/drawing/2014/main" id="{CF43CA96-097F-A4C1-6856-176578E9CE62}"/>
                  </a:ext>
                </a:extLst>
              </p:cNvPr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avLst/>
                <a:gdLst/>
                <a:ahLst/>
                <a:cxnLst/>
                <a:rect l="l" t="t" r="r" b="b"/>
                <a:pathLst>
                  <a:path w="870" h="487" extrusionOk="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0" name="Google Shape;8480;p71">
                <a:extLst>
                  <a:ext uri="{FF2B5EF4-FFF2-40B4-BE49-F238E27FC236}">
                    <a16:creationId xmlns:a16="http://schemas.microsoft.com/office/drawing/2014/main" id="{35C19A08-9496-65A8-E8B4-7DFE2277CA11}"/>
                  </a:ext>
                </a:extLst>
              </p:cNvPr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2" extrusionOk="0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1" name="Google Shape;8481;p71">
                <a:extLst>
                  <a:ext uri="{FF2B5EF4-FFF2-40B4-BE49-F238E27FC236}">
                    <a16:creationId xmlns:a16="http://schemas.microsoft.com/office/drawing/2014/main" id="{91B422E0-AAAB-7039-A69B-7AB0076D3B81}"/>
                  </a:ext>
                </a:extLst>
              </p:cNvPr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avLst/>
                <a:gdLst/>
                <a:ahLst/>
                <a:cxnLst/>
                <a:rect l="l" t="t" r="r" b="b"/>
                <a:pathLst>
                  <a:path w="827" h="459" extrusionOk="0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2" name="Google Shape;8482;p71">
                <a:extLst>
                  <a:ext uri="{FF2B5EF4-FFF2-40B4-BE49-F238E27FC236}">
                    <a16:creationId xmlns:a16="http://schemas.microsoft.com/office/drawing/2014/main" id="{11433188-3A1A-AB3E-E075-2F0CF59CB358}"/>
                  </a:ext>
                </a:extLst>
              </p:cNvPr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avLst/>
                <a:gdLst/>
                <a:ahLst/>
                <a:cxnLst/>
                <a:rect l="l" t="t" r="r" b="b"/>
                <a:pathLst>
                  <a:path w="834" h="466" extrusionOk="0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3" name="Google Shape;8483;p71">
                <a:extLst>
                  <a:ext uri="{FF2B5EF4-FFF2-40B4-BE49-F238E27FC236}">
                    <a16:creationId xmlns:a16="http://schemas.microsoft.com/office/drawing/2014/main" id="{D13C5C7B-D650-A1CF-8BD1-9BD6CFC7E729}"/>
                  </a:ext>
                </a:extLst>
              </p:cNvPr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437" extrusionOk="0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4" name="Google Shape;8484;p71">
                <a:extLst>
                  <a:ext uri="{FF2B5EF4-FFF2-40B4-BE49-F238E27FC236}">
                    <a16:creationId xmlns:a16="http://schemas.microsoft.com/office/drawing/2014/main" id="{4421B65F-0E6C-CFEE-34A6-1A24C64BEC30}"/>
                  </a:ext>
                </a:extLst>
              </p:cNvPr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avLst/>
                <a:gdLst/>
                <a:ahLst/>
                <a:cxnLst/>
                <a:rect l="l" t="t" r="r" b="b"/>
                <a:pathLst>
                  <a:path w="807" h="451" extrusionOk="0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5" name="Google Shape;8485;p71">
                <a:extLst>
                  <a:ext uri="{FF2B5EF4-FFF2-40B4-BE49-F238E27FC236}">
                    <a16:creationId xmlns:a16="http://schemas.microsoft.com/office/drawing/2014/main" id="{EFF7F5AE-000B-AA09-0597-591559D76758}"/>
                  </a:ext>
                </a:extLst>
              </p:cNvPr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avLst/>
                <a:gdLst/>
                <a:ahLst/>
                <a:cxnLst/>
                <a:rect l="l" t="t" r="r" b="b"/>
                <a:pathLst>
                  <a:path w="843" h="479" extrusionOk="0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6" name="Google Shape;8486;p71">
                <a:extLst>
                  <a:ext uri="{FF2B5EF4-FFF2-40B4-BE49-F238E27FC236}">
                    <a16:creationId xmlns:a16="http://schemas.microsoft.com/office/drawing/2014/main" id="{D800025D-0D83-E1D4-3000-9D19A44F3B94}"/>
                  </a:ext>
                </a:extLst>
              </p:cNvPr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avLst/>
                <a:gdLst/>
                <a:ahLst/>
                <a:cxnLst/>
                <a:rect l="l" t="t" r="r" b="b"/>
                <a:pathLst>
                  <a:path w="3508" h="2010" extrusionOk="0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7" name="Google Shape;8487;p71">
                <a:extLst>
                  <a:ext uri="{FF2B5EF4-FFF2-40B4-BE49-F238E27FC236}">
                    <a16:creationId xmlns:a16="http://schemas.microsoft.com/office/drawing/2014/main" id="{108E5C78-00E8-BB93-8A28-B9988AAB3C57}"/>
                  </a:ext>
                </a:extLst>
              </p:cNvPr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13" h="457" extrusionOk="0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8" name="Google Shape;8488;p71">
                <a:extLst>
                  <a:ext uri="{FF2B5EF4-FFF2-40B4-BE49-F238E27FC236}">
                    <a16:creationId xmlns:a16="http://schemas.microsoft.com/office/drawing/2014/main" id="{EF59D651-0B7A-2982-C327-96784D57D06E}"/>
                  </a:ext>
                </a:extLst>
              </p:cNvPr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4" extrusionOk="0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9" name="Google Shape;8489;p71">
                <a:extLst>
                  <a:ext uri="{FF2B5EF4-FFF2-40B4-BE49-F238E27FC236}">
                    <a16:creationId xmlns:a16="http://schemas.microsoft.com/office/drawing/2014/main" id="{25342B6B-DC72-35C3-F156-43566C768C06}"/>
                  </a:ext>
                </a:extLst>
              </p:cNvPr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avLst/>
                <a:gdLst/>
                <a:ahLst/>
                <a:cxnLst/>
                <a:rect l="l" t="t" r="r" b="b"/>
                <a:pathLst>
                  <a:path w="827" h="463" extrusionOk="0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0" name="Google Shape;8490;p71">
                <a:extLst>
                  <a:ext uri="{FF2B5EF4-FFF2-40B4-BE49-F238E27FC236}">
                    <a16:creationId xmlns:a16="http://schemas.microsoft.com/office/drawing/2014/main" id="{8B9AB4FD-B977-DD87-7399-E778DC20B5B5}"/>
                  </a:ext>
                </a:extLst>
              </p:cNvPr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821" h="454" extrusionOk="0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1" name="Google Shape;8491;p71">
                <a:extLst>
                  <a:ext uri="{FF2B5EF4-FFF2-40B4-BE49-F238E27FC236}">
                    <a16:creationId xmlns:a16="http://schemas.microsoft.com/office/drawing/2014/main" id="{A1B85CD2-AA50-7C8D-00D6-39198CA8906C}"/>
                  </a:ext>
                </a:extLst>
              </p:cNvPr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avLst/>
                <a:gdLst/>
                <a:ahLst/>
                <a:cxnLst/>
                <a:rect l="l" t="t" r="r" b="b"/>
                <a:pathLst>
                  <a:path w="850" h="473" extrusionOk="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2" name="Google Shape;8492;p71">
                <a:extLst>
                  <a:ext uri="{FF2B5EF4-FFF2-40B4-BE49-F238E27FC236}">
                    <a16:creationId xmlns:a16="http://schemas.microsoft.com/office/drawing/2014/main" id="{54914EF8-1E21-E63F-57A5-954E5E47F2A9}"/>
                  </a:ext>
                </a:extLst>
              </p:cNvPr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1" extrusionOk="0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3" name="Google Shape;8493;p71">
                <a:extLst>
                  <a:ext uri="{FF2B5EF4-FFF2-40B4-BE49-F238E27FC236}">
                    <a16:creationId xmlns:a16="http://schemas.microsoft.com/office/drawing/2014/main" id="{F80453D1-19CE-1FFB-C040-36EBAFD7B3A2}"/>
                  </a:ext>
                </a:extLst>
              </p:cNvPr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avLst/>
                <a:gdLst/>
                <a:ahLst/>
                <a:cxnLst/>
                <a:rect l="l" t="t" r="r" b="b"/>
                <a:pathLst>
                  <a:path w="877" h="494" extrusionOk="0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4" name="Google Shape;8494;p71">
                <a:extLst>
                  <a:ext uri="{FF2B5EF4-FFF2-40B4-BE49-F238E27FC236}">
                    <a16:creationId xmlns:a16="http://schemas.microsoft.com/office/drawing/2014/main" id="{D56EF1CF-0D36-D3F9-B9F1-F1A2B14DE530}"/>
                  </a:ext>
                </a:extLst>
              </p:cNvPr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avLst/>
                <a:gdLst/>
                <a:ahLst/>
                <a:cxnLst/>
                <a:rect l="l" t="t" r="r" b="b"/>
                <a:pathLst>
                  <a:path w="827" h="460" extrusionOk="0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5" name="Google Shape;8495;p71">
                <a:extLst>
                  <a:ext uri="{FF2B5EF4-FFF2-40B4-BE49-F238E27FC236}">
                    <a16:creationId xmlns:a16="http://schemas.microsoft.com/office/drawing/2014/main" id="{F993E625-2671-F278-0AA1-614F52DEB7EE}"/>
                  </a:ext>
                </a:extLst>
              </p:cNvPr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avLst/>
                <a:gdLst/>
                <a:ahLst/>
                <a:cxnLst/>
                <a:rect l="l" t="t" r="r" b="b"/>
                <a:pathLst>
                  <a:path w="634" h="350" extrusionOk="0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6" name="Google Shape;8496;p71">
                <a:extLst>
                  <a:ext uri="{FF2B5EF4-FFF2-40B4-BE49-F238E27FC236}">
                    <a16:creationId xmlns:a16="http://schemas.microsoft.com/office/drawing/2014/main" id="{09AEB50B-7A54-CE07-F2C1-F6310B905758}"/>
                  </a:ext>
                </a:extLst>
              </p:cNvPr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64" extrusionOk="0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7" name="Google Shape;8497;p71">
                <a:extLst>
                  <a:ext uri="{FF2B5EF4-FFF2-40B4-BE49-F238E27FC236}">
                    <a16:creationId xmlns:a16="http://schemas.microsoft.com/office/drawing/2014/main" id="{6F77BEA3-3AE0-79D7-B76E-AE62BC22BDDD}"/>
                  </a:ext>
                </a:extLst>
              </p:cNvPr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0" extrusionOk="0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8" name="Google Shape;8498;p71">
                <a:extLst>
                  <a:ext uri="{FF2B5EF4-FFF2-40B4-BE49-F238E27FC236}">
                    <a16:creationId xmlns:a16="http://schemas.microsoft.com/office/drawing/2014/main" id="{ECF6EA8E-3FEB-88D2-8786-1EDE28A4435F}"/>
                  </a:ext>
                </a:extLst>
              </p:cNvPr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avLst/>
                <a:gdLst/>
                <a:ahLst/>
                <a:cxnLst/>
                <a:rect l="l" t="t" r="r" b="b"/>
                <a:pathLst>
                  <a:path w="842" h="472" extrusionOk="0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9" name="Google Shape;8499;p71">
                <a:extLst>
                  <a:ext uri="{FF2B5EF4-FFF2-40B4-BE49-F238E27FC236}">
                    <a16:creationId xmlns:a16="http://schemas.microsoft.com/office/drawing/2014/main" id="{7C95AC47-9786-43E1-4D55-3C5F97A2C1A4}"/>
                  </a:ext>
                </a:extLst>
              </p:cNvPr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582" extrusionOk="0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0" name="Google Shape;8500;p71">
                <a:extLst>
                  <a:ext uri="{FF2B5EF4-FFF2-40B4-BE49-F238E27FC236}">
                    <a16:creationId xmlns:a16="http://schemas.microsoft.com/office/drawing/2014/main" id="{20B4C5B6-42CA-C76A-5DEC-BFA0832D83E6}"/>
                  </a:ext>
                </a:extLst>
              </p:cNvPr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avLst/>
                <a:gdLst/>
                <a:ahLst/>
                <a:cxnLst/>
                <a:rect l="l" t="t" r="r" b="b"/>
                <a:pathLst>
                  <a:path w="872" h="488" extrusionOk="0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1" name="Google Shape;8501;p71">
                <a:extLst>
                  <a:ext uri="{FF2B5EF4-FFF2-40B4-BE49-F238E27FC236}">
                    <a16:creationId xmlns:a16="http://schemas.microsoft.com/office/drawing/2014/main" id="{6A0C2FA7-543E-D2A9-D28B-F5D17D5C1B69}"/>
                  </a:ext>
                </a:extLst>
              </p:cNvPr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avLst/>
                <a:gdLst/>
                <a:ahLst/>
                <a:cxnLst/>
                <a:rect l="l" t="t" r="r" b="b"/>
                <a:pathLst>
                  <a:path w="1200" h="680" extrusionOk="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2" name="Google Shape;8502;p71">
                <a:extLst>
                  <a:ext uri="{FF2B5EF4-FFF2-40B4-BE49-F238E27FC236}">
                    <a16:creationId xmlns:a16="http://schemas.microsoft.com/office/drawing/2014/main" id="{1F3916A2-0CDD-8D9B-A211-29A8FDEEFB47}"/>
                  </a:ext>
                </a:extLst>
              </p:cNvPr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avLst/>
                <a:gdLst/>
                <a:ahLst/>
                <a:cxnLst/>
                <a:rect l="l" t="t" r="r" b="b"/>
                <a:pathLst>
                  <a:path w="973" h="540" extrusionOk="0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3" name="Google Shape;8503;p71">
                <a:extLst>
                  <a:ext uri="{FF2B5EF4-FFF2-40B4-BE49-F238E27FC236}">
                    <a16:creationId xmlns:a16="http://schemas.microsoft.com/office/drawing/2014/main" id="{D7CFE70B-36B8-E781-E70C-E560873507CC}"/>
                  </a:ext>
                </a:extLst>
              </p:cNvPr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816" extrusionOk="0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4" name="Google Shape;8504;p71">
                <a:extLst>
                  <a:ext uri="{FF2B5EF4-FFF2-40B4-BE49-F238E27FC236}">
                    <a16:creationId xmlns:a16="http://schemas.microsoft.com/office/drawing/2014/main" id="{A1EBBE15-4219-499F-F05F-F1FF1475E72A}"/>
                  </a:ext>
                </a:extLst>
              </p:cNvPr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avLst/>
                <a:gdLst/>
                <a:ahLst/>
                <a:cxnLst/>
                <a:rect l="l" t="t" r="r" b="b"/>
                <a:pathLst>
                  <a:path w="849" h="471" extrusionOk="0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5" name="Google Shape;8505;p71">
                <a:extLst>
                  <a:ext uri="{FF2B5EF4-FFF2-40B4-BE49-F238E27FC236}">
                    <a16:creationId xmlns:a16="http://schemas.microsoft.com/office/drawing/2014/main" id="{B208E133-89D3-886A-4567-1FB32AFD3107}"/>
                  </a:ext>
                </a:extLst>
              </p:cNvPr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57" extrusionOk="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6" name="Google Shape;8506;p71">
                <a:extLst>
                  <a:ext uri="{FF2B5EF4-FFF2-40B4-BE49-F238E27FC236}">
                    <a16:creationId xmlns:a16="http://schemas.microsoft.com/office/drawing/2014/main" id="{6D533F7D-A29D-136F-6EA0-BE0F375C9D3B}"/>
                  </a:ext>
                </a:extLst>
              </p:cNvPr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716" extrusionOk="0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7" name="Google Shape;8507;p71">
                <a:extLst>
                  <a:ext uri="{FF2B5EF4-FFF2-40B4-BE49-F238E27FC236}">
                    <a16:creationId xmlns:a16="http://schemas.microsoft.com/office/drawing/2014/main" id="{ED1207B5-DD46-5F05-098D-4673D3BC0D44}"/>
                  </a:ext>
                </a:extLst>
              </p:cNvPr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avLst/>
                <a:gdLst/>
                <a:ahLst/>
                <a:cxnLst/>
                <a:rect l="l" t="t" r="r" b="b"/>
                <a:pathLst>
                  <a:path w="855" h="480" extrusionOk="0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8" name="Google Shape;8508;p71">
                <a:extLst>
                  <a:ext uri="{FF2B5EF4-FFF2-40B4-BE49-F238E27FC236}">
                    <a16:creationId xmlns:a16="http://schemas.microsoft.com/office/drawing/2014/main" id="{782FE00D-FA94-FC1F-08BA-68790C4EF00D}"/>
                  </a:ext>
                </a:extLst>
              </p:cNvPr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avLst/>
                <a:gdLst/>
                <a:ahLst/>
                <a:cxnLst/>
                <a:rect l="l" t="t" r="r" b="b"/>
                <a:pathLst>
                  <a:path w="1603" h="912" extrusionOk="0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9" name="Google Shape;8509;p71">
                <a:extLst>
                  <a:ext uri="{FF2B5EF4-FFF2-40B4-BE49-F238E27FC236}">
                    <a16:creationId xmlns:a16="http://schemas.microsoft.com/office/drawing/2014/main" id="{7207CD7F-C9D7-CC87-9445-38B8C5682E5B}"/>
                  </a:ext>
                </a:extLst>
              </p:cNvPr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14" h="457" extrusionOk="0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0" name="Google Shape;8510;p71">
                <a:extLst>
                  <a:ext uri="{FF2B5EF4-FFF2-40B4-BE49-F238E27FC236}">
                    <a16:creationId xmlns:a16="http://schemas.microsoft.com/office/drawing/2014/main" id="{A2EF4002-76FA-46C5-1200-D331E05F219D}"/>
                  </a:ext>
                </a:extLst>
              </p:cNvPr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57" extrusionOk="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1" name="Google Shape;8511;p71">
                <a:extLst>
                  <a:ext uri="{FF2B5EF4-FFF2-40B4-BE49-F238E27FC236}">
                    <a16:creationId xmlns:a16="http://schemas.microsoft.com/office/drawing/2014/main" id="{0058202D-CEDF-6DFB-3EEA-24D596E7DE52}"/>
                  </a:ext>
                </a:extLst>
              </p:cNvPr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avLst/>
                <a:gdLst/>
                <a:ahLst/>
                <a:cxnLst/>
                <a:rect l="l" t="t" r="r" b="b"/>
                <a:pathLst>
                  <a:path w="864" h="480" extrusionOk="0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2" name="Google Shape;8512;p71">
                <a:extLst>
                  <a:ext uri="{FF2B5EF4-FFF2-40B4-BE49-F238E27FC236}">
                    <a16:creationId xmlns:a16="http://schemas.microsoft.com/office/drawing/2014/main" id="{3D388D92-7849-63C9-6488-6F9190AC2885}"/>
                  </a:ext>
                </a:extLst>
              </p:cNvPr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03" extrusionOk="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3" name="Google Shape;8513;p71">
                <a:extLst>
                  <a:ext uri="{FF2B5EF4-FFF2-40B4-BE49-F238E27FC236}">
                    <a16:creationId xmlns:a16="http://schemas.microsoft.com/office/drawing/2014/main" id="{7D426694-8FC0-1174-191B-C3DB31DA272C}"/>
                  </a:ext>
                </a:extLst>
              </p:cNvPr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5" extrusionOk="0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4" name="Google Shape;8514;p71">
                <a:extLst>
                  <a:ext uri="{FF2B5EF4-FFF2-40B4-BE49-F238E27FC236}">
                    <a16:creationId xmlns:a16="http://schemas.microsoft.com/office/drawing/2014/main" id="{22B19C79-91B7-D256-37C8-C05A6CFDCCB4}"/>
                  </a:ext>
                </a:extLst>
              </p:cNvPr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avLst/>
                <a:gdLst/>
                <a:ahLst/>
                <a:cxnLst/>
                <a:rect l="l" t="t" r="r" b="b"/>
                <a:pathLst>
                  <a:path w="664" h="371" extrusionOk="0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5" name="Google Shape;8515;p71">
                <a:extLst>
                  <a:ext uri="{FF2B5EF4-FFF2-40B4-BE49-F238E27FC236}">
                    <a16:creationId xmlns:a16="http://schemas.microsoft.com/office/drawing/2014/main" id="{F6C0ADA4-D01D-8C72-9FD7-35A93D258B5B}"/>
                  </a:ext>
                </a:extLst>
              </p:cNvPr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avLst/>
                <a:gdLst/>
                <a:ahLst/>
                <a:cxnLst/>
                <a:rect l="l" t="t" r="r" b="b"/>
                <a:pathLst>
                  <a:path w="641" h="352" extrusionOk="0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6" name="Google Shape;8516;p71">
                <a:extLst>
                  <a:ext uri="{FF2B5EF4-FFF2-40B4-BE49-F238E27FC236}">
                    <a16:creationId xmlns:a16="http://schemas.microsoft.com/office/drawing/2014/main" id="{7CE4DBEC-ACFD-73DF-760B-114460D9C66E}"/>
                  </a:ext>
                </a:extLst>
              </p:cNvPr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avLst/>
                <a:gdLst/>
                <a:ahLst/>
                <a:cxnLst/>
                <a:rect l="l" t="t" r="r" b="b"/>
                <a:pathLst>
                  <a:path w="612" h="337" extrusionOk="0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7" name="Google Shape;8517;p71">
                <a:extLst>
                  <a:ext uri="{FF2B5EF4-FFF2-40B4-BE49-F238E27FC236}">
                    <a16:creationId xmlns:a16="http://schemas.microsoft.com/office/drawing/2014/main" id="{FCE9A4E6-85DA-D13C-E5B0-4652B8A1CD8F}"/>
                  </a:ext>
                </a:extLst>
              </p:cNvPr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782" extrusionOk="0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8" name="Google Shape;8518;p71">
                <a:extLst>
                  <a:ext uri="{FF2B5EF4-FFF2-40B4-BE49-F238E27FC236}">
                    <a16:creationId xmlns:a16="http://schemas.microsoft.com/office/drawing/2014/main" id="{971BB882-003A-F74E-1988-EB456D1A2DE6}"/>
                  </a:ext>
                </a:extLst>
              </p:cNvPr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avLst/>
                <a:gdLst/>
                <a:ahLst/>
                <a:cxnLst/>
                <a:rect l="l" t="t" r="r" b="b"/>
                <a:pathLst>
                  <a:path w="627" h="350" extrusionOk="0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9" name="Google Shape;8519;p71">
                <a:extLst>
                  <a:ext uri="{FF2B5EF4-FFF2-40B4-BE49-F238E27FC236}">
                    <a16:creationId xmlns:a16="http://schemas.microsoft.com/office/drawing/2014/main" id="{8709824D-56AD-D738-9042-7DC1F639214B}"/>
                  </a:ext>
                </a:extLst>
              </p:cNvPr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avLst/>
                <a:gdLst/>
                <a:ahLst/>
                <a:cxnLst/>
                <a:rect l="l" t="t" r="r" b="b"/>
                <a:pathLst>
                  <a:path w="613" h="339" extrusionOk="0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0" name="Google Shape;8520;p71">
                <a:extLst>
                  <a:ext uri="{FF2B5EF4-FFF2-40B4-BE49-F238E27FC236}">
                    <a16:creationId xmlns:a16="http://schemas.microsoft.com/office/drawing/2014/main" id="{BFEEBFBC-9B82-AD76-71BC-A8C8BBF80E73}"/>
                  </a:ext>
                </a:extLst>
              </p:cNvPr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avLst/>
                <a:gdLst/>
                <a:ahLst/>
                <a:cxnLst/>
                <a:rect l="l" t="t" r="r" b="b"/>
                <a:pathLst>
                  <a:path w="605" h="335" extrusionOk="0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1" name="Google Shape;8521;p71">
                <a:extLst>
                  <a:ext uri="{FF2B5EF4-FFF2-40B4-BE49-F238E27FC236}">
                    <a16:creationId xmlns:a16="http://schemas.microsoft.com/office/drawing/2014/main" id="{937102E0-5BFF-2EFF-EE4F-2B772E600991}"/>
                  </a:ext>
                </a:extLst>
              </p:cNvPr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51" extrusionOk="0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2" name="Google Shape;8522;p71">
                <a:extLst>
                  <a:ext uri="{FF2B5EF4-FFF2-40B4-BE49-F238E27FC236}">
                    <a16:creationId xmlns:a16="http://schemas.microsoft.com/office/drawing/2014/main" id="{36960726-AF32-ABBD-F009-543B62763743}"/>
                  </a:ext>
                </a:extLst>
              </p:cNvPr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avLst/>
                <a:gdLst/>
                <a:ahLst/>
                <a:cxnLst/>
                <a:rect l="l" t="t" r="r" b="b"/>
                <a:pathLst>
                  <a:path w="821" h="459" extrusionOk="0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3" name="Google Shape;8523;p71">
                <a:extLst>
                  <a:ext uri="{FF2B5EF4-FFF2-40B4-BE49-F238E27FC236}">
                    <a16:creationId xmlns:a16="http://schemas.microsoft.com/office/drawing/2014/main" id="{30350286-E668-2496-0DD6-901156CA9F0D}"/>
                  </a:ext>
                </a:extLst>
              </p:cNvPr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avLst/>
                <a:gdLst/>
                <a:ahLst/>
                <a:cxnLst/>
                <a:rect l="l" t="t" r="r" b="b"/>
                <a:pathLst>
                  <a:path w="827" h="464" extrusionOk="0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4" name="Google Shape;8524;p71">
                <a:extLst>
                  <a:ext uri="{FF2B5EF4-FFF2-40B4-BE49-F238E27FC236}">
                    <a16:creationId xmlns:a16="http://schemas.microsoft.com/office/drawing/2014/main" id="{7384A21E-4DD8-9AB8-900D-38F2FD177368}"/>
                  </a:ext>
                </a:extLst>
              </p:cNvPr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avLst/>
                <a:gdLst/>
                <a:ahLst/>
                <a:cxnLst/>
                <a:rect l="l" t="t" r="r" b="b"/>
                <a:pathLst>
                  <a:path w="618" h="339" extrusionOk="0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5" name="Google Shape;8525;p71">
                <a:extLst>
                  <a:ext uri="{FF2B5EF4-FFF2-40B4-BE49-F238E27FC236}">
                    <a16:creationId xmlns:a16="http://schemas.microsoft.com/office/drawing/2014/main" id="{84150F02-F84E-BB00-014D-28AC9CB373C3}"/>
                  </a:ext>
                </a:extLst>
              </p:cNvPr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avLst/>
                <a:gdLst/>
                <a:ahLst/>
                <a:cxnLst/>
                <a:rect l="l" t="t" r="r" b="b"/>
                <a:pathLst>
                  <a:path w="870" h="487" extrusionOk="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6" name="Google Shape;8526;p71">
                <a:extLst>
                  <a:ext uri="{FF2B5EF4-FFF2-40B4-BE49-F238E27FC236}">
                    <a16:creationId xmlns:a16="http://schemas.microsoft.com/office/drawing/2014/main" id="{98549ECC-FD77-7DBA-49AC-6C1BD63B30C5}"/>
                  </a:ext>
                </a:extLst>
              </p:cNvPr>
              <p:cNvSpPr/>
              <p:nvPr/>
            </p:nvSpPr>
            <p:spPr>
              <a:xfrm>
                <a:off x="-2488049" y="2764983"/>
                <a:ext cx="112349" cy="62667"/>
              </a:xfrm>
              <a:custGeom>
                <a:avLst/>
                <a:gdLst/>
                <a:ahLst/>
                <a:cxnLst/>
                <a:rect l="l" t="t" r="r" b="b"/>
                <a:pathLst>
                  <a:path w="848" h="473" extrusionOk="0">
                    <a:moveTo>
                      <a:pt x="413" y="0"/>
                    </a:moveTo>
                    <a:cubicBezTo>
                      <a:pt x="375" y="0"/>
                      <a:pt x="338" y="7"/>
                      <a:pt x="309" y="22"/>
                    </a:cubicBezTo>
                    <a:lnTo>
                      <a:pt x="58" y="165"/>
                    </a:lnTo>
                    <a:cubicBezTo>
                      <a:pt x="1" y="201"/>
                      <a:pt x="1" y="258"/>
                      <a:pt x="58" y="288"/>
                    </a:cubicBezTo>
                    <a:lnTo>
                      <a:pt x="330" y="446"/>
                    </a:lnTo>
                    <a:cubicBezTo>
                      <a:pt x="359" y="464"/>
                      <a:pt x="399" y="472"/>
                      <a:pt x="439" y="472"/>
                    </a:cubicBezTo>
                    <a:cubicBezTo>
                      <a:pt x="478" y="472"/>
                      <a:pt x="517" y="464"/>
                      <a:pt x="546" y="446"/>
                    </a:cubicBezTo>
                    <a:lnTo>
                      <a:pt x="791" y="301"/>
                    </a:lnTo>
                    <a:cubicBezTo>
                      <a:pt x="848" y="274"/>
                      <a:pt x="848" y="215"/>
                      <a:pt x="791" y="179"/>
                    </a:cubicBezTo>
                    <a:lnTo>
                      <a:pt x="518" y="22"/>
                    </a:lnTo>
                    <a:cubicBezTo>
                      <a:pt x="489" y="7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7" name="Google Shape;8527;p71">
                <a:extLst>
                  <a:ext uri="{FF2B5EF4-FFF2-40B4-BE49-F238E27FC236}">
                    <a16:creationId xmlns:a16="http://schemas.microsoft.com/office/drawing/2014/main" id="{E2FC4AE3-0D73-F7E7-E285-4781955DFE0B}"/>
                  </a:ext>
                </a:extLst>
              </p:cNvPr>
              <p:cNvSpPr/>
              <p:nvPr/>
            </p:nvSpPr>
            <p:spPr>
              <a:xfrm>
                <a:off x="-2338604" y="2766705"/>
                <a:ext cx="111422" cy="62269"/>
              </a:xfrm>
              <a:custGeom>
                <a:avLst/>
                <a:gdLst/>
                <a:ahLst/>
                <a:cxnLst/>
                <a:rect l="l" t="t" r="r" b="b"/>
                <a:pathLst>
                  <a:path w="841" h="470" extrusionOk="0">
                    <a:moveTo>
                      <a:pt x="413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23" y="447"/>
                    </a:lnTo>
                    <a:cubicBezTo>
                      <a:pt x="353" y="462"/>
                      <a:pt x="391" y="469"/>
                      <a:pt x="429" y="469"/>
                    </a:cubicBezTo>
                    <a:cubicBezTo>
                      <a:pt x="468" y="469"/>
                      <a:pt x="507" y="462"/>
                      <a:pt x="539" y="447"/>
                    </a:cubicBezTo>
                    <a:lnTo>
                      <a:pt x="784" y="304"/>
                    </a:lnTo>
                    <a:cubicBezTo>
                      <a:pt x="841" y="268"/>
                      <a:pt x="841" y="209"/>
                      <a:pt x="784" y="182"/>
                    </a:cubicBezTo>
                    <a:lnTo>
                      <a:pt x="518" y="23"/>
                    </a:lnTo>
                    <a:cubicBezTo>
                      <a:pt x="489" y="8"/>
                      <a:pt x="451" y="1"/>
                      <a:pt x="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8" name="Google Shape;8528;p71">
                <a:extLst>
                  <a:ext uri="{FF2B5EF4-FFF2-40B4-BE49-F238E27FC236}">
                    <a16:creationId xmlns:a16="http://schemas.microsoft.com/office/drawing/2014/main" id="{3982A189-F53D-1ACF-762D-61D52F7088F6}"/>
                  </a:ext>
                </a:extLst>
              </p:cNvPr>
              <p:cNvSpPr/>
              <p:nvPr/>
            </p:nvSpPr>
            <p:spPr>
              <a:xfrm>
                <a:off x="-2410942" y="2808968"/>
                <a:ext cx="110495" cy="62534"/>
              </a:xfrm>
              <a:custGeom>
                <a:avLst/>
                <a:gdLst/>
                <a:ahLst/>
                <a:cxnLst/>
                <a:rect l="l" t="t" r="r" b="b"/>
                <a:pathLst>
                  <a:path w="834" h="472" extrusionOk="0">
                    <a:moveTo>
                      <a:pt x="406" y="1"/>
                    </a:moveTo>
                    <a:cubicBezTo>
                      <a:pt x="368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8"/>
                      <a:pt x="57" y="294"/>
                    </a:cubicBezTo>
                    <a:lnTo>
                      <a:pt x="324" y="444"/>
                    </a:lnTo>
                    <a:cubicBezTo>
                      <a:pt x="353" y="462"/>
                      <a:pt x="390" y="471"/>
                      <a:pt x="428" y="471"/>
                    </a:cubicBezTo>
                    <a:cubicBezTo>
                      <a:pt x="465" y="471"/>
                      <a:pt x="503" y="462"/>
                      <a:pt x="531" y="444"/>
                    </a:cubicBezTo>
                    <a:lnTo>
                      <a:pt x="776" y="301"/>
                    </a:lnTo>
                    <a:cubicBezTo>
                      <a:pt x="833" y="264"/>
                      <a:pt x="833" y="214"/>
                      <a:pt x="776" y="178"/>
                    </a:cubicBezTo>
                    <a:lnTo>
                      <a:pt x="511" y="28"/>
                    </a:lnTo>
                    <a:cubicBezTo>
                      <a:pt x="482" y="10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9" name="Google Shape;8529;p71">
                <a:extLst>
                  <a:ext uri="{FF2B5EF4-FFF2-40B4-BE49-F238E27FC236}">
                    <a16:creationId xmlns:a16="http://schemas.microsoft.com/office/drawing/2014/main" id="{9CCEC769-A65C-1271-8DC8-64C0AB9EADBC}"/>
                  </a:ext>
                </a:extLst>
              </p:cNvPr>
              <p:cNvSpPr/>
              <p:nvPr/>
            </p:nvSpPr>
            <p:spPr>
              <a:xfrm>
                <a:off x="-2484339" y="2682311"/>
                <a:ext cx="182038" cy="102678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775" extrusionOk="0">
                    <a:moveTo>
                      <a:pt x="414" y="1"/>
                    </a:moveTo>
                    <a:cubicBezTo>
                      <a:pt x="376" y="1"/>
                      <a:pt x="338" y="9"/>
                      <a:pt x="309" y="27"/>
                    </a:cubicBezTo>
                    <a:lnTo>
                      <a:pt x="59" y="172"/>
                    </a:lnTo>
                    <a:cubicBezTo>
                      <a:pt x="0" y="208"/>
                      <a:pt x="0" y="258"/>
                      <a:pt x="66" y="294"/>
                    </a:cubicBezTo>
                    <a:lnTo>
                      <a:pt x="856" y="753"/>
                    </a:lnTo>
                    <a:cubicBezTo>
                      <a:pt x="884" y="768"/>
                      <a:pt x="922" y="775"/>
                      <a:pt x="960" y="775"/>
                    </a:cubicBezTo>
                    <a:cubicBezTo>
                      <a:pt x="998" y="775"/>
                      <a:pt x="1036" y="768"/>
                      <a:pt x="1065" y="753"/>
                    </a:cubicBezTo>
                    <a:lnTo>
                      <a:pt x="1317" y="610"/>
                    </a:lnTo>
                    <a:cubicBezTo>
                      <a:pt x="1373" y="574"/>
                      <a:pt x="1373" y="517"/>
                      <a:pt x="1310" y="487"/>
                    </a:cubicBezTo>
                    <a:lnTo>
                      <a:pt x="518" y="27"/>
                    </a:lnTo>
                    <a:cubicBezTo>
                      <a:pt x="489" y="9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0" name="Google Shape;8530;p71">
                <a:extLst>
                  <a:ext uri="{FF2B5EF4-FFF2-40B4-BE49-F238E27FC236}">
                    <a16:creationId xmlns:a16="http://schemas.microsoft.com/office/drawing/2014/main" id="{AA7DAB7D-9401-61D7-7622-E5BD078FB691}"/>
                  </a:ext>
                </a:extLst>
              </p:cNvPr>
              <p:cNvSpPr/>
              <p:nvPr/>
            </p:nvSpPr>
            <p:spPr>
              <a:xfrm>
                <a:off x="-2555617" y="2641108"/>
                <a:ext cx="107712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813" h="454" extrusionOk="0">
                    <a:moveTo>
                      <a:pt x="409" y="0"/>
                    </a:moveTo>
                    <a:cubicBezTo>
                      <a:pt x="370" y="0"/>
                      <a:pt x="330" y="7"/>
                      <a:pt x="302" y="22"/>
                    </a:cubicBezTo>
                    <a:lnTo>
                      <a:pt x="57" y="165"/>
                    </a:lnTo>
                    <a:cubicBezTo>
                      <a:pt x="0" y="201"/>
                      <a:pt x="0" y="260"/>
                      <a:pt x="57" y="288"/>
                    </a:cubicBezTo>
                    <a:lnTo>
                      <a:pt x="295" y="433"/>
                    </a:lnTo>
                    <a:cubicBezTo>
                      <a:pt x="323" y="446"/>
                      <a:pt x="361" y="453"/>
                      <a:pt x="400" y="453"/>
                    </a:cubicBezTo>
                    <a:cubicBezTo>
                      <a:pt x="438" y="453"/>
                      <a:pt x="478" y="446"/>
                      <a:pt x="511" y="433"/>
                    </a:cubicBezTo>
                    <a:lnTo>
                      <a:pt x="754" y="288"/>
                    </a:lnTo>
                    <a:cubicBezTo>
                      <a:pt x="813" y="251"/>
                      <a:pt x="813" y="195"/>
                      <a:pt x="754" y="165"/>
                    </a:cubicBezTo>
                    <a:lnTo>
                      <a:pt x="518" y="22"/>
                    </a:lnTo>
                    <a:cubicBezTo>
                      <a:pt x="488" y="7"/>
                      <a:pt x="449" y="0"/>
                      <a:pt x="4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1" name="Google Shape;8531;p71">
                <a:extLst>
                  <a:ext uri="{FF2B5EF4-FFF2-40B4-BE49-F238E27FC236}">
                    <a16:creationId xmlns:a16="http://schemas.microsoft.com/office/drawing/2014/main" id="{60DAA731-0568-F9CF-2B17-A29FDB5FDAF8}"/>
                  </a:ext>
                </a:extLst>
              </p:cNvPr>
              <p:cNvSpPr/>
              <p:nvPr/>
            </p:nvSpPr>
            <p:spPr>
              <a:xfrm>
                <a:off x="-2468176" y="2523062"/>
                <a:ext cx="111687" cy="61739"/>
              </a:xfrm>
              <a:custGeom>
                <a:avLst/>
                <a:gdLst/>
                <a:ahLst/>
                <a:cxnLst/>
                <a:rect l="l" t="t" r="r" b="b"/>
                <a:pathLst>
                  <a:path w="843" h="466" extrusionOk="0">
                    <a:moveTo>
                      <a:pt x="436" y="0"/>
                    </a:moveTo>
                    <a:cubicBezTo>
                      <a:pt x="398" y="0"/>
                      <a:pt x="360" y="7"/>
                      <a:pt x="332" y="21"/>
                    </a:cubicBezTo>
                    <a:lnTo>
                      <a:pt x="58" y="180"/>
                    </a:lnTo>
                    <a:cubicBezTo>
                      <a:pt x="1" y="216"/>
                      <a:pt x="1" y="266"/>
                      <a:pt x="66" y="302"/>
                    </a:cubicBezTo>
                    <a:lnTo>
                      <a:pt x="303" y="439"/>
                    </a:lnTo>
                    <a:cubicBezTo>
                      <a:pt x="331" y="457"/>
                      <a:pt x="369" y="466"/>
                      <a:pt x="407" y="466"/>
                    </a:cubicBezTo>
                    <a:cubicBezTo>
                      <a:pt x="445" y="466"/>
                      <a:pt x="483" y="457"/>
                      <a:pt x="511" y="439"/>
                    </a:cubicBezTo>
                    <a:lnTo>
                      <a:pt x="784" y="280"/>
                    </a:lnTo>
                    <a:cubicBezTo>
                      <a:pt x="843" y="252"/>
                      <a:pt x="843" y="194"/>
                      <a:pt x="777" y="159"/>
                    </a:cubicBezTo>
                    <a:lnTo>
                      <a:pt x="541" y="21"/>
                    </a:lnTo>
                    <a:cubicBezTo>
                      <a:pt x="511" y="7"/>
                      <a:pt x="473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2" name="Google Shape;8532;p71">
                <a:extLst>
                  <a:ext uri="{FF2B5EF4-FFF2-40B4-BE49-F238E27FC236}">
                    <a16:creationId xmlns:a16="http://schemas.microsoft.com/office/drawing/2014/main" id="{2AA26873-4217-227F-9806-9A4FF07C5B3F}"/>
                  </a:ext>
                </a:extLst>
              </p:cNvPr>
              <p:cNvSpPr/>
              <p:nvPr/>
            </p:nvSpPr>
            <p:spPr>
              <a:xfrm>
                <a:off x="-2395706" y="2564266"/>
                <a:ext cx="112349" cy="62667"/>
              </a:xfrm>
              <a:custGeom>
                <a:avLst/>
                <a:gdLst/>
                <a:ahLst/>
                <a:cxnLst/>
                <a:rect l="l" t="t" r="r" b="b"/>
                <a:pathLst>
                  <a:path w="848" h="473" extrusionOk="0">
                    <a:moveTo>
                      <a:pt x="435" y="0"/>
                    </a:moveTo>
                    <a:cubicBezTo>
                      <a:pt x="397" y="0"/>
                      <a:pt x="359" y="9"/>
                      <a:pt x="330" y="28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309" y="452"/>
                    </a:lnTo>
                    <a:cubicBezTo>
                      <a:pt x="338" y="466"/>
                      <a:pt x="375" y="473"/>
                      <a:pt x="413" y="473"/>
                    </a:cubicBezTo>
                    <a:cubicBezTo>
                      <a:pt x="451" y="473"/>
                      <a:pt x="489" y="466"/>
                      <a:pt x="518" y="452"/>
                    </a:cubicBezTo>
                    <a:lnTo>
                      <a:pt x="791" y="293"/>
                    </a:lnTo>
                    <a:cubicBezTo>
                      <a:pt x="848" y="257"/>
                      <a:pt x="848" y="207"/>
                      <a:pt x="791" y="171"/>
                    </a:cubicBezTo>
                    <a:lnTo>
                      <a:pt x="539" y="28"/>
                    </a:lnTo>
                    <a:cubicBezTo>
                      <a:pt x="510" y="9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3" name="Google Shape;8533;p71">
                <a:extLst>
                  <a:ext uri="{FF2B5EF4-FFF2-40B4-BE49-F238E27FC236}">
                    <a16:creationId xmlns:a16="http://schemas.microsoft.com/office/drawing/2014/main" id="{0689A416-803B-F963-4944-23B679653A86}"/>
                  </a:ext>
                </a:extLst>
              </p:cNvPr>
              <p:cNvSpPr/>
              <p:nvPr/>
            </p:nvSpPr>
            <p:spPr>
              <a:xfrm>
                <a:off x="-2483412" y="2359441"/>
                <a:ext cx="76445" cy="42528"/>
              </a:xfrm>
              <a:custGeom>
                <a:avLst/>
                <a:gdLst/>
                <a:ahLst/>
                <a:cxnLst/>
                <a:rect l="l" t="t" r="r" b="b"/>
                <a:pathLst>
                  <a:path w="577" h="321" extrusionOk="0">
                    <a:moveTo>
                      <a:pt x="206" y="1"/>
                    </a:moveTo>
                    <a:cubicBezTo>
                      <a:pt x="168" y="1"/>
                      <a:pt x="130" y="10"/>
                      <a:pt x="102" y="28"/>
                    </a:cubicBezTo>
                    <a:lnTo>
                      <a:pt x="59" y="49"/>
                    </a:lnTo>
                    <a:cubicBezTo>
                      <a:pt x="0" y="85"/>
                      <a:pt x="0" y="143"/>
                      <a:pt x="59" y="171"/>
                    </a:cubicBezTo>
                    <a:lnTo>
                      <a:pt x="268" y="294"/>
                    </a:lnTo>
                    <a:cubicBezTo>
                      <a:pt x="299" y="312"/>
                      <a:pt x="339" y="321"/>
                      <a:pt x="377" y="321"/>
                    </a:cubicBezTo>
                    <a:cubicBezTo>
                      <a:pt x="416" y="321"/>
                      <a:pt x="454" y="312"/>
                      <a:pt x="483" y="294"/>
                    </a:cubicBezTo>
                    <a:lnTo>
                      <a:pt x="518" y="273"/>
                    </a:lnTo>
                    <a:cubicBezTo>
                      <a:pt x="576" y="237"/>
                      <a:pt x="576" y="187"/>
                      <a:pt x="518" y="150"/>
                    </a:cubicBezTo>
                    <a:lnTo>
                      <a:pt x="311" y="28"/>
                    </a:lnTo>
                    <a:cubicBezTo>
                      <a:pt x="281" y="10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4" name="Google Shape;8534;p71">
                <a:extLst>
                  <a:ext uri="{FF2B5EF4-FFF2-40B4-BE49-F238E27FC236}">
                    <a16:creationId xmlns:a16="http://schemas.microsoft.com/office/drawing/2014/main" id="{A8AA532F-94FD-9BB1-9F0D-A51074CBB5B5}"/>
                  </a:ext>
                </a:extLst>
              </p:cNvPr>
              <p:cNvSpPr/>
              <p:nvPr/>
            </p:nvSpPr>
            <p:spPr>
              <a:xfrm>
                <a:off x="-2414916" y="2399187"/>
                <a:ext cx="83997" cy="4663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352" extrusionOk="0">
                    <a:moveTo>
                      <a:pt x="203" y="1"/>
                    </a:moveTo>
                    <a:cubicBezTo>
                      <a:pt x="163" y="1"/>
                      <a:pt x="124" y="8"/>
                      <a:pt x="96" y="23"/>
                    </a:cubicBezTo>
                    <a:lnTo>
                      <a:pt x="59" y="50"/>
                    </a:lnTo>
                    <a:cubicBezTo>
                      <a:pt x="1" y="80"/>
                      <a:pt x="1" y="137"/>
                      <a:pt x="59" y="173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6" y="352"/>
                    </a:cubicBezTo>
                    <a:cubicBezTo>
                      <a:pt x="474" y="352"/>
                      <a:pt x="512" y="343"/>
                      <a:pt x="541" y="325"/>
                    </a:cubicBezTo>
                    <a:lnTo>
                      <a:pt x="577" y="302"/>
                    </a:lnTo>
                    <a:cubicBezTo>
                      <a:pt x="634" y="266"/>
                      <a:pt x="634" y="216"/>
                      <a:pt x="577" y="180"/>
                    </a:cubicBezTo>
                    <a:lnTo>
                      <a:pt x="311" y="23"/>
                    </a:lnTo>
                    <a:cubicBezTo>
                      <a:pt x="282" y="8"/>
                      <a:pt x="242" y="1"/>
                      <a:pt x="2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5" name="Google Shape;8535;p71">
                <a:extLst>
                  <a:ext uri="{FF2B5EF4-FFF2-40B4-BE49-F238E27FC236}">
                    <a16:creationId xmlns:a16="http://schemas.microsoft.com/office/drawing/2014/main" id="{2C8B45B0-8B88-48A4-18D6-CB7A86D9328E}"/>
                  </a:ext>
                </a:extLst>
              </p:cNvPr>
              <p:cNvSpPr/>
              <p:nvPr/>
            </p:nvSpPr>
            <p:spPr>
              <a:xfrm>
                <a:off x="-2487121" y="2425950"/>
                <a:ext cx="110495" cy="62004"/>
              </a:xfrm>
              <a:custGeom>
                <a:avLst/>
                <a:gdLst/>
                <a:ahLst/>
                <a:cxnLst/>
                <a:rect l="l" t="t" r="r" b="b"/>
                <a:pathLst>
                  <a:path w="834" h="468" extrusionOk="0">
                    <a:moveTo>
                      <a:pt x="399" y="0"/>
                    </a:moveTo>
                    <a:cubicBezTo>
                      <a:pt x="362" y="0"/>
                      <a:pt x="324" y="7"/>
                      <a:pt x="296" y="21"/>
                    </a:cubicBezTo>
                    <a:lnTo>
                      <a:pt x="57" y="166"/>
                    </a:lnTo>
                    <a:cubicBezTo>
                      <a:pt x="1" y="193"/>
                      <a:pt x="1" y="252"/>
                      <a:pt x="57" y="288"/>
                    </a:cubicBezTo>
                    <a:lnTo>
                      <a:pt x="323" y="445"/>
                    </a:lnTo>
                    <a:cubicBezTo>
                      <a:pt x="352" y="460"/>
                      <a:pt x="392" y="467"/>
                      <a:pt x="432" y="467"/>
                    </a:cubicBezTo>
                    <a:cubicBezTo>
                      <a:pt x="471" y="467"/>
                      <a:pt x="510" y="460"/>
                      <a:pt x="539" y="445"/>
                    </a:cubicBezTo>
                    <a:lnTo>
                      <a:pt x="777" y="302"/>
                    </a:lnTo>
                    <a:cubicBezTo>
                      <a:pt x="834" y="266"/>
                      <a:pt x="834" y="216"/>
                      <a:pt x="777" y="180"/>
                    </a:cubicBezTo>
                    <a:lnTo>
                      <a:pt x="503" y="21"/>
                    </a:lnTo>
                    <a:cubicBezTo>
                      <a:pt x="474" y="7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6" name="Google Shape;8536;p71">
                <a:extLst>
                  <a:ext uri="{FF2B5EF4-FFF2-40B4-BE49-F238E27FC236}">
                    <a16:creationId xmlns:a16="http://schemas.microsoft.com/office/drawing/2014/main" id="{AE10C752-FBE5-C73E-81B0-CC97939F29F7}"/>
                  </a:ext>
                </a:extLst>
              </p:cNvPr>
              <p:cNvSpPr/>
              <p:nvPr/>
            </p:nvSpPr>
            <p:spPr>
              <a:xfrm>
                <a:off x="-2701484" y="2302340"/>
                <a:ext cx="106785" cy="59619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50" extrusionOk="0">
                    <a:moveTo>
                      <a:pt x="407" y="0"/>
                    </a:moveTo>
                    <a:cubicBezTo>
                      <a:pt x="370" y="0"/>
                      <a:pt x="332" y="9"/>
                      <a:pt x="302" y="28"/>
                    </a:cubicBezTo>
                    <a:lnTo>
                      <a:pt x="59" y="164"/>
                    </a:lnTo>
                    <a:cubicBezTo>
                      <a:pt x="0" y="200"/>
                      <a:pt x="0" y="257"/>
                      <a:pt x="59" y="286"/>
                    </a:cubicBezTo>
                    <a:lnTo>
                      <a:pt x="302" y="423"/>
                    </a:lnTo>
                    <a:cubicBezTo>
                      <a:pt x="332" y="441"/>
                      <a:pt x="370" y="450"/>
                      <a:pt x="407" y="450"/>
                    </a:cubicBezTo>
                    <a:cubicBezTo>
                      <a:pt x="445" y="450"/>
                      <a:pt x="483" y="441"/>
                      <a:pt x="511" y="423"/>
                    </a:cubicBezTo>
                    <a:lnTo>
                      <a:pt x="749" y="286"/>
                    </a:lnTo>
                    <a:cubicBezTo>
                      <a:pt x="806" y="250"/>
                      <a:pt x="806" y="200"/>
                      <a:pt x="749" y="164"/>
                    </a:cubicBezTo>
                    <a:lnTo>
                      <a:pt x="511" y="28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7" name="Google Shape;8537;p71">
                <a:extLst>
                  <a:ext uri="{FF2B5EF4-FFF2-40B4-BE49-F238E27FC236}">
                    <a16:creationId xmlns:a16="http://schemas.microsoft.com/office/drawing/2014/main" id="{42A0091B-E7D5-A47A-3A4C-12402CCAA8F7}"/>
                  </a:ext>
                </a:extLst>
              </p:cNvPr>
              <p:cNvSpPr/>
              <p:nvPr/>
            </p:nvSpPr>
            <p:spPr>
              <a:xfrm>
                <a:off x="-2629014" y="2344205"/>
                <a:ext cx="107712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13" h="457" extrusionOk="0">
                    <a:moveTo>
                      <a:pt x="402" y="0"/>
                    </a:moveTo>
                    <a:cubicBezTo>
                      <a:pt x="363" y="0"/>
                      <a:pt x="324" y="9"/>
                      <a:pt x="295" y="27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09" y="431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1"/>
                    </a:cubicBezTo>
                    <a:lnTo>
                      <a:pt x="754" y="293"/>
                    </a:lnTo>
                    <a:cubicBezTo>
                      <a:pt x="813" y="258"/>
                      <a:pt x="813" y="200"/>
                      <a:pt x="754" y="172"/>
                    </a:cubicBezTo>
                    <a:lnTo>
                      <a:pt x="511" y="27"/>
                    </a:lnTo>
                    <a:cubicBezTo>
                      <a:pt x="482" y="9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8" name="Google Shape;8538;p71">
                <a:extLst>
                  <a:ext uri="{FF2B5EF4-FFF2-40B4-BE49-F238E27FC236}">
                    <a16:creationId xmlns:a16="http://schemas.microsoft.com/office/drawing/2014/main" id="{1A0F7453-9D2B-3BCC-98BA-FD9C7206C3A8}"/>
                  </a:ext>
                </a:extLst>
              </p:cNvPr>
              <p:cNvSpPr/>
              <p:nvPr/>
            </p:nvSpPr>
            <p:spPr>
              <a:xfrm>
                <a:off x="-3052839" y="2185222"/>
                <a:ext cx="110627" cy="61872"/>
              </a:xfrm>
              <a:custGeom>
                <a:avLst/>
                <a:gdLst/>
                <a:ahLst/>
                <a:cxnLst/>
                <a:rect l="l" t="t" r="r" b="b"/>
                <a:pathLst>
                  <a:path w="835" h="467" extrusionOk="0">
                    <a:moveTo>
                      <a:pt x="435" y="1"/>
                    </a:moveTo>
                    <a:cubicBezTo>
                      <a:pt x="398" y="1"/>
                      <a:pt x="360" y="9"/>
                      <a:pt x="330" y="27"/>
                    </a:cubicBezTo>
                    <a:lnTo>
                      <a:pt x="58" y="178"/>
                    </a:lnTo>
                    <a:cubicBezTo>
                      <a:pt x="1" y="215"/>
                      <a:pt x="1" y="272"/>
                      <a:pt x="58" y="301"/>
                    </a:cubicBezTo>
                    <a:lnTo>
                      <a:pt x="303" y="444"/>
                    </a:lnTo>
                    <a:cubicBezTo>
                      <a:pt x="331" y="459"/>
                      <a:pt x="369" y="466"/>
                      <a:pt x="406" y="466"/>
                    </a:cubicBezTo>
                    <a:cubicBezTo>
                      <a:pt x="444" y="466"/>
                      <a:pt x="482" y="459"/>
                      <a:pt x="512" y="444"/>
                    </a:cubicBezTo>
                    <a:lnTo>
                      <a:pt x="777" y="285"/>
                    </a:lnTo>
                    <a:cubicBezTo>
                      <a:pt x="834" y="251"/>
                      <a:pt x="834" y="199"/>
                      <a:pt x="777" y="165"/>
                    </a:cubicBezTo>
                    <a:lnTo>
                      <a:pt x="539" y="27"/>
                    </a:lnTo>
                    <a:cubicBezTo>
                      <a:pt x="511" y="9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9" name="Google Shape;8539;p71">
                <a:extLst>
                  <a:ext uri="{FF2B5EF4-FFF2-40B4-BE49-F238E27FC236}">
                    <a16:creationId xmlns:a16="http://schemas.microsoft.com/office/drawing/2014/main" id="{CC48A096-233D-CA35-3DEC-2DB078C1F451}"/>
                  </a:ext>
                </a:extLst>
              </p:cNvPr>
              <p:cNvSpPr/>
              <p:nvPr/>
            </p:nvSpPr>
            <p:spPr>
              <a:xfrm>
                <a:off x="-2996532" y="2131829"/>
                <a:ext cx="107580" cy="59884"/>
              </a:xfrm>
              <a:custGeom>
                <a:avLst/>
                <a:gdLst/>
                <a:ahLst/>
                <a:cxnLst/>
                <a:rect l="l" t="t" r="r" b="b"/>
                <a:pathLst>
                  <a:path w="812" h="452" extrusionOk="0">
                    <a:moveTo>
                      <a:pt x="406" y="0"/>
                    </a:moveTo>
                    <a:cubicBezTo>
                      <a:pt x="368" y="0"/>
                      <a:pt x="331" y="10"/>
                      <a:pt x="302" y="28"/>
                    </a:cubicBezTo>
                    <a:lnTo>
                      <a:pt x="64" y="164"/>
                    </a:lnTo>
                    <a:cubicBezTo>
                      <a:pt x="0" y="200"/>
                      <a:pt x="7" y="257"/>
                      <a:pt x="64" y="286"/>
                    </a:cubicBezTo>
                    <a:lnTo>
                      <a:pt x="302" y="430"/>
                    </a:lnTo>
                    <a:cubicBezTo>
                      <a:pt x="331" y="444"/>
                      <a:pt x="368" y="452"/>
                      <a:pt x="406" y="452"/>
                    </a:cubicBezTo>
                    <a:cubicBezTo>
                      <a:pt x="443" y="452"/>
                      <a:pt x="481" y="444"/>
                      <a:pt x="509" y="430"/>
                    </a:cubicBezTo>
                    <a:lnTo>
                      <a:pt x="754" y="286"/>
                    </a:lnTo>
                    <a:cubicBezTo>
                      <a:pt x="811" y="257"/>
                      <a:pt x="811" y="200"/>
                      <a:pt x="754" y="164"/>
                    </a:cubicBezTo>
                    <a:lnTo>
                      <a:pt x="509" y="28"/>
                    </a:lnTo>
                    <a:cubicBezTo>
                      <a:pt x="481" y="10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0" name="Google Shape;8540;p71">
                <a:extLst>
                  <a:ext uri="{FF2B5EF4-FFF2-40B4-BE49-F238E27FC236}">
                    <a16:creationId xmlns:a16="http://schemas.microsoft.com/office/drawing/2014/main" id="{913C7D22-0B22-26DA-DFF8-86E1C5760A35}"/>
                  </a:ext>
                </a:extLst>
              </p:cNvPr>
              <p:cNvSpPr/>
              <p:nvPr/>
            </p:nvSpPr>
            <p:spPr>
              <a:xfrm>
                <a:off x="-2923399" y="2105200"/>
                <a:ext cx="80155" cy="44516"/>
              </a:xfrm>
              <a:custGeom>
                <a:avLst/>
                <a:gdLst/>
                <a:ahLst/>
                <a:cxnLst/>
                <a:rect l="l" t="t" r="r" b="b"/>
                <a:pathLst>
                  <a:path w="605" h="336" extrusionOk="0">
                    <a:moveTo>
                      <a:pt x="202" y="1"/>
                    </a:moveTo>
                    <a:cubicBezTo>
                      <a:pt x="163" y="1"/>
                      <a:pt x="124" y="10"/>
                      <a:pt x="95" y="27"/>
                    </a:cubicBezTo>
                    <a:lnTo>
                      <a:pt x="59" y="49"/>
                    </a:lnTo>
                    <a:cubicBezTo>
                      <a:pt x="0" y="85"/>
                      <a:pt x="0" y="135"/>
                      <a:pt x="59" y="172"/>
                    </a:cubicBezTo>
                    <a:lnTo>
                      <a:pt x="295" y="308"/>
                    </a:lnTo>
                    <a:cubicBezTo>
                      <a:pt x="325" y="326"/>
                      <a:pt x="363" y="335"/>
                      <a:pt x="401" y="335"/>
                    </a:cubicBezTo>
                    <a:cubicBezTo>
                      <a:pt x="440" y="335"/>
                      <a:pt x="479" y="326"/>
                      <a:pt x="511" y="308"/>
                    </a:cubicBezTo>
                    <a:lnTo>
                      <a:pt x="547" y="286"/>
                    </a:lnTo>
                    <a:cubicBezTo>
                      <a:pt x="604" y="258"/>
                      <a:pt x="604" y="199"/>
                      <a:pt x="547" y="165"/>
                    </a:cubicBezTo>
                    <a:lnTo>
                      <a:pt x="311" y="27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1" name="Google Shape;8541;p71">
                <a:extLst>
                  <a:ext uri="{FF2B5EF4-FFF2-40B4-BE49-F238E27FC236}">
                    <a16:creationId xmlns:a16="http://schemas.microsoft.com/office/drawing/2014/main" id="{E557579E-87CE-922D-8349-CCA362E80B00}"/>
                  </a:ext>
                </a:extLst>
              </p:cNvPr>
              <p:cNvSpPr/>
              <p:nvPr/>
            </p:nvSpPr>
            <p:spPr>
              <a:xfrm>
                <a:off x="-2851857" y="2147198"/>
                <a:ext cx="81877" cy="45178"/>
              </a:xfrm>
              <a:custGeom>
                <a:avLst/>
                <a:gdLst/>
                <a:ahLst/>
                <a:cxnLst/>
                <a:rect l="l" t="t" r="r" b="b"/>
                <a:pathLst>
                  <a:path w="618" h="341" extrusionOk="0">
                    <a:moveTo>
                      <a:pt x="205" y="0"/>
                    </a:moveTo>
                    <a:cubicBezTo>
                      <a:pt x="168" y="0"/>
                      <a:pt x="130" y="9"/>
                      <a:pt x="100" y="27"/>
                    </a:cubicBezTo>
                    <a:lnTo>
                      <a:pt x="57" y="48"/>
                    </a:lnTo>
                    <a:cubicBezTo>
                      <a:pt x="0" y="84"/>
                      <a:pt x="0" y="134"/>
                      <a:pt x="64" y="170"/>
                    </a:cubicBezTo>
                    <a:lnTo>
                      <a:pt x="309" y="314"/>
                    </a:lnTo>
                    <a:cubicBezTo>
                      <a:pt x="338" y="332"/>
                      <a:pt x="377" y="341"/>
                      <a:pt x="417" y="341"/>
                    </a:cubicBezTo>
                    <a:cubicBezTo>
                      <a:pt x="457" y="341"/>
                      <a:pt x="496" y="332"/>
                      <a:pt x="525" y="314"/>
                    </a:cubicBezTo>
                    <a:lnTo>
                      <a:pt x="561" y="293"/>
                    </a:lnTo>
                    <a:cubicBezTo>
                      <a:pt x="618" y="257"/>
                      <a:pt x="618" y="200"/>
                      <a:pt x="561" y="170"/>
                    </a:cubicBezTo>
                    <a:lnTo>
                      <a:pt x="309" y="27"/>
                    </a:lnTo>
                    <a:cubicBezTo>
                      <a:pt x="281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2" name="Google Shape;8542;p71">
                <a:extLst>
                  <a:ext uri="{FF2B5EF4-FFF2-40B4-BE49-F238E27FC236}">
                    <a16:creationId xmlns:a16="http://schemas.microsoft.com/office/drawing/2014/main" id="{5B2DA515-3C23-6343-67C8-C4ADB9E381BE}"/>
                  </a:ext>
                </a:extLst>
              </p:cNvPr>
              <p:cNvSpPr/>
              <p:nvPr/>
            </p:nvSpPr>
            <p:spPr>
              <a:xfrm>
                <a:off x="-2629014" y="2275577"/>
                <a:ext cx="80950" cy="44648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7" extrusionOk="0">
                    <a:moveTo>
                      <a:pt x="205" y="1"/>
                    </a:moveTo>
                    <a:cubicBezTo>
                      <a:pt x="168" y="1"/>
                      <a:pt x="130" y="10"/>
                      <a:pt x="100" y="28"/>
                    </a:cubicBezTo>
                    <a:lnTo>
                      <a:pt x="57" y="50"/>
                    </a:lnTo>
                    <a:cubicBezTo>
                      <a:pt x="0" y="86"/>
                      <a:pt x="0" y="136"/>
                      <a:pt x="57" y="173"/>
                    </a:cubicBezTo>
                    <a:lnTo>
                      <a:pt x="302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2" y="327"/>
                      <a:pt x="511" y="309"/>
                    </a:cubicBezTo>
                    <a:lnTo>
                      <a:pt x="554" y="287"/>
                    </a:lnTo>
                    <a:cubicBezTo>
                      <a:pt x="611" y="250"/>
                      <a:pt x="611" y="200"/>
                      <a:pt x="554" y="164"/>
                    </a:cubicBezTo>
                    <a:lnTo>
                      <a:pt x="309" y="28"/>
                    </a:lnTo>
                    <a:cubicBezTo>
                      <a:pt x="281" y="10"/>
                      <a:pt x="243" y="1"/>
                      <a:pt x="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3" name="Google Shape;8543;p71">
                <a:extLst>
                  <a:ext uri="{FF2B5EF4-FFF2-40B4-BE49-F238E27FC236}">
                    <a16:creationId xmlns:a16="http://schemas.microsoft.com/office/drawing/2014/main" id="{7F87A683-3A6F-7E15-ABE1-999C34D409F1}"/>
                  </a:ext>
                </a:extLst>
              </p:cNvPr>
              <p:cNvSpPr/>
              <p:nvPr/>
            </p:nvSpPr>
            <p:spPr>
              <a:xfrm>
                <a:off x="-2777664" y="2189594"/>
                <a:ext cx="81082" cy="44913"/>
              </a:xfrm>
              <a:custGeom>
                <a:avLst/>
                <a:gdLst/>
                <a:ahLst/>
                <a:cxnLst/>
                <a:rect l="l" t="t" r="r" b="b"/>
                <a:pathLst>
                  <a:path w="612" h="339" extrusionOk="0">
                    <a:moveTo>
                      <a:pt x="199" y="1"/>
                    </a:moveTo>
                    <a:cubicBezTo>
                      <a:pt x="160" y="1"/>
                      <a:pt x="123" y="8"/>
                      <a:pt x="94" y="23"/>
                    </a:cubicBezTo>
                    <a:lnTo>
                      <a:pt x="58" y="45"/>
                    </a:lnTo>
                    <a:cubicBezTo>
                      <a:pt x="1" y="80"/>
                      <a:pt x="1" y="139"/>
                      <a:pt x="58" y="166"/>
                    </a:cubicBezTo>
                    <a:lnTo>
                      <a:pt x="303" y="311"/>
                    </a:lnTo>
                    <a:cubicBezTo>
                      <a:pt x="331" y="329"/>
                      <a:pt x="369" y="338"/>
                      <a:pt x="407" y="338"/>
                    </a:cubicBezTo>
                    <a:cubicBezTo>
                      <a:pt x="444" y="338"/>
                      <a:pt x="482" y="329"/>
                      <a:pt x="512" y="311"/>
                    </a:cubicBezTo>
                    <a:lnTo>
                      <a:pt x="555" y="289"/>
                    </a:lnTo>
                    <a:cubicBezTo>
                      <a:pt x="612" y="252"/>
                      <a:pt x="612" y="202"/>
                      <a:pt x="555" y="166"/>
                    </a:cubicBezTo>
                    <a:lnTo>
                      <a:pt x="310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4" name="Google Shape;8544;p71">
                <a:extLst>
                  <a:ext uri="{FF2B5EF4-FFF2-40B4-BE49-F238E27FC236}">
                    <a16:creationId xmlns:a16="http://schemas.microsoft.com/office/drawing/2014/main" id="{FA300E31-38AC-8A28-7804-DAE76A719E74}"/>
                  </a:ext>
                </a:extLst>
              </p:cNvPr>
              <p:cNvSpPr/>
              <p:nvPr/>
            </p:nvSpPr>
            <p:spPr>
              <a:xfrm>
                <a:off x="-2924327" y="2173828"/>
                <a:ext cx="108640" cy="60679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58" extrusionOk="0">
                    <a:moveTo>
                      <a:pt x="407" y="0"/>
                    </a:moveTo>
                    <a:cubicBezTo>
                      <a:pt x="370" y="0"/>
                      <a:pt x="332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1"/>
                      <a:pt x="59" y="285"/>
                    </a:cubicBezTo>
                    <a:lnTo>
                      <a:pt x="309" y="430"/>
                    </a:lnTo>
                    <a:cubicBezTo>
                      <a:pt x="339" y="448"/>
                      <a:pt x="376" y="457"/>
                      <a:pt x="414" y="457"/>
                    </a:cubicBezTo>
                    <a:cubicBezTo>
                      <a:pt x="452" y="457"/>
                      <a:pt x="489" y="448"/>
                      <a:pt x="518" y="430"/>
                    </a:cubicBezTo>
                    <a:lnTo>
                      <a:pt x="763" y="294"/>
                    </a:lnTo>
                    <a:cubicBezTo>
                      <a:pt x="820" y="258"/>
                      <a:pt x="820" y="207"/>
                      <a:pt x="763" y="171"/>
                    </a:cubicBezTo>
                    <a:lnTo>
                      <a:pt x="511" y="26"/>
                    </a:lnTo>
                    <a:cubicBezTo>
                      <a:pt x="483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5" name="Google Shape;8545;p71">
                <a:extLst>
                  <a:ext uri="{FF2B5EF4-FFF2-40B4-BE49-F238E27FC236}">
                    <a16:creationId xmlns:a16="http://schemas.microsoft.com/office/drawing/2014/main" id="{F1F8E264-614F-970E-F9FC-6D03DC78F6EE}"/>
                  </a:ext>
                </a:extLst>
              </p:cNvPr>
              <p:cNvSpPr/>
              <p:nvPr/>
            </p:nvSpPr>
            <p:spPr>
              <a:xfrm>
                <a:off x="-2850929" y="2216356"/>
                <a:ext cx="108640" cy="60017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53" extrusionOk="0">
                    <a:moveTo>
                      <a:pt x="406" y="1"/>
                    </a:moveTo>
                    <a:cubicBezTo>
                      <a:pt x="368" y="1"/>
                      <a:pt x="331" y="8"/>
                      <a:pt x="302" y="23"/>
                    </a:cubicBezTo>
                    <a:lnTo>
                      <a:pt x="57" y="166"/>
                    </a:lnTo>
                    <a:cubicBezTo>
                      <a:pt x="0" y="195"/>
                      <a:pt x="0" y="252"/>
                      <a:pt x="66" y="288"/>
                    </a:cubicBezTo>
                    <a:lnTo>
                      <a:pt x="309" y="425"/>
                    </a:lnTo>
                    <a:cubicBezTo>
                      <a:pt x="340" y="444"/>
                      <a:pt x="380" y="453"/>
                      <a:pt x="420" y="453"/>
                    </a:cubicBezTo>
                    <a:cubicBezTo>
                      <a:pt x="456" y="453"/>
                      <a:pt x="491" y="446"/>
                      <a:pt x="518" y="432"/>
                    </a:cubicBezTo>
                    <a:lnTo>
                      <a:pt x="756" y="288"/>
                    </a:lnTo>
                    <a:cubicBezTo>
                      <a:pt x="820" y="252"/>
                      <a:pt x="813" y="202"/>
                      <a:pt x="756" y="166"/>
                    </a:cubicBezTo>
                    <a:lnTo>
                      <a:pt x="511" y="23"/>
                    </a:lnTo>
                    <a:cubicBezTo>
                      <a:pt x="482" y="8"/>
                      <a:pt x="444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6" name="Google Shape;8546;p71">
                <a:extLst>
                  <a:ext uri="{FF2B5EF4-FFF2-40B4-BE49-F238E27FC236}">
                    <a16:creationId xmlns:a16="http://schemas.microsoft.com/office/drawing/2014/main" id="{5ADABE7D-D271-9F71-EC3E-B0BF0C2D927E}"/>
                  </a:ext>
                </a:extLst>
              </p:cNvPr>
              <p:cNvSpPr/>
              <p:nvPr/>
            </p:nvSpPr>
            <p:spPr>
              <a:xfrm>
                <a:off x="-2705194" y="2231989"/>
                <a:ext cx="84792" cy="46106"/>
              </a:xfrm>
              <a:custGeom>
                <a:avLst/>
                <a:gdLst/>
                <a:ahLst/>
                <a:cxnLst/>
                <a:rect l="l" t="t" r="r" b="b"/>
                <a:pathLst>
                  <a:path w="640" h="348" extrusionOk="0">
                    <a:moveTo>
                      <a:pt x="205" y="0"/>
                    </a:moveTo>
                    <a:cubicBezTo>
                      <a:pt x="167" y="0"/>
                      <a:pt x="129" y="9"/>
                      <a:pt x="101" y="27"/>
                    </a:cubicBezTo>
                    <a:lnTo>
                      <a:pt x="58" y="48"/>
                    </a:lnTo>
                    <a:cubicBezTo>
                      <a:pt x="1" y="77"/>
                      <a:pt x="1" y="134"/>
                      <a:pt x="58" y="170"/>
                    </a:cubicBezTo>
                    <a:lnTo>
                      <a:pt x="330" y="321"/>
                    </a:lnTo>
                    <a:cubicBezTo>
                      <a:pt x="360" y="339"/>
                      <a:pt x="398" y="348"/>
                      <a:pt x="435" y="348"/>
                    </a:cubicBezTo>
                    <a:cubicBezTo>
                      <a:pt x="473" y="348"/>
                      <a:pt x="511" y="339"/>
                      <a:pt x="539" y="321"/>
                    </a:cubicBezTo>
                    <a:lnTo>
                      <a:pt x="582" y="300"/>
                    </a:lnTo>
                    <a:cubicBezTo>
                      <a:pt x="639" y="270"/>
                      <a:pt x="639" y="214"/>
                      <a:pt x="582" y="177"/>
                    </a:cubicBezTo>
                    <a:lnTo>
                      <a:pt x="310" y="27"/>
                    </a:lnTo>
                    <a:cubicBezTo>
                      <a:pt x="280" y="9"/>
                      <a:pt x="242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7" name="Google Shape;8547;p71">
                <a:extLst>
                  <a:ext uri="{FF2B5EF4-FFF2-40B4-BE49-F238E27FC236}">
                    <a16:creationId xmlns:a16="http://schemas.microsoft.com/office/drawing/2014/main" id="{B50C28C9-3230-FA47-C967-82FD8C4A971D}"/>
                  </a:ext>
                </a:extLst>
              </p:cNvPr>
              <p:cNvSpPr/>
              <p:nvPr/>
            </p:nvSpPr>
            <p:spPr>
              <a:xfrm>
                <a:off x="-2777664" y="2258487"/>
                <a:ext cx="111554" cy="61872"/>
              </a:xfrm>
              <a:custGeom>
                <a:avLst/>
                <a:gdLst/>
                <a:ahLst/>
                <a:cxnLst/>
                <a:rect l="l" t="t" r="r" b="b"/>
                <a:pathLst>
                  <a:path w="842" h="467" extrusionOk="0">
                    <a:moveTo>
                      <a:pt x="403" y="0"/>
                    </a:moveTo>
                    <a:cubicBezTo>
                      <a:pt x="364" y="0"/>
                      <a:pt x="324" y="9"/>
                      <a:pt x="296" y="27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6"/>
                    </a:cubicBezTo>
                    <a:lnTo>
                      <a:pt x="332" y="445"/>
                    </a:lnTo>
                    <a:cubicBezTo>
                      <a:pt x="361" y="460"/>
                      <a:pt x="398" y="467"/>
                      <a:pt x="436" y="467"/>
                    </a:cubicBezTo>
                    <a:cubicBezTo>
                      <a:pt x="473" y="467"/>
                      <a:pt x="511" y="460"/>
                      <a:pt x="539" y="445"/>
                    </a:cubicBezTo>
                    <a:lnTo>
                      <a:pt x="784" y="302"/>
                    </a:lnTo>
                    <a:cubicBezTo>
                      <a:pt x="841" y="272"/>
                      <a:pt x="841" y="215"/>
                      <a:pt x="777" y="179"/>
                    </a:cubicBezTo>
                    <a:lnTo>
                      <a:pt x="512" y="27"/>
                    </a:lnTo>
                    <a:cubicBezTo>
                      <a:pt x="482" y="9"/>
                      <a:pt x="443" y="0"/>
                      <a:pt x="4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8" name="Google Shape;8548;p71">
                <a:extLst>
                  <a:ext uri="{FF2B5EF4-FFF2-40B4-BE49-F238E27FC236}">
                    <a16:creationId xmlns:a16="http://schemas.microsoft.com/office/drawing/2014/main" id="{9CEDB579-5E98-F083-F855-7D552B362122}"/>
                  </a:ext>
                </a:extLst>
              </p:cNvPr>
              <p:cNvSpPr/>
              <p:nvPr/>
            </p:nvSpPr>
            <p:spPr>
              <a:xfrm>
                <a:off x="-3174859" y="2199530"/>
                <a:ext cx="110760" cy="62402"/>
              </a:xfrm>
              <a:custGeom>
                <a:avLst/>
                <a:gdLst/>
                <a:ahLst/>
                <a:cxnLst/>
                <a:rect l="l" t="t" r="r" b="b"/>
                <a:pathLst>
                  <a:path w="836" h="471" extrusionOk="0">
                    <a:moveTo>
                      <a:pt x="401" y="0"/>
                    </a:moveTo>
                    <a:cubicBezTo>
                      <a:pt x="363" y="0"/>
                      <a:pt x="325" y="9"/>
                      <a:pt x="296" y="27"/>
                    </a:cubicBezTo>
                    <a:lnTo>
                      <a:pt x="59" y="164"/>
                    </a:lnTo>
                    <a:cubicBezTo>
                      <a:pt x="1" y="200"/>
                      <a:pt x="1" y="257"/>
                      <a:pt x="59" y="286"/>
                    </a:cubicBezTo>
                    <a:lnTo>
                      <a:pt x="325" y="445"/>
                    </a:lnTo>
                    <a:cubicBezTo>
                      <a:pt x="357" y="462"/>
                      <a:pt x="397" y="471"/>
                      <a:pt x="435" y="471"/>
                    </a:cubicBezTo>
                    <a:cubicBezTo>
                      <a:pt x="474" y="471"/>
                      <a:pt x="512" y="462"/>
                      <a:pt x="541" y="445"/>
                    </a:cubicBezTo>
                    <a:lnTo>
                      <a:pt x="777" y="307"/>
                    </a:lnTo>
                    <a:cubicBezTo>
                      <a:pt x="836" y="272"/>
                      <a:pt x="836" y="220"/>
                      <a:pt x="777" y="186"/>
                    </a:cubicBezTo>
                    <a:lnTo>
                      <a:pt x="504" y="27"/>
                    </a:lnTo>
                    <a:cubicBezTo>
                      <a:pt x="476" y="9"/>
                      <a:pt x="438" y="0"/>
                      <a:pt x="4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9" name="Google Shape;8549;p71">
                <a:extLst>
                  <a:ext uri="{FF2B5EF4-FFF2-40B4-BE49-F238E27FC236}">
                    <a16:creationId xmlns:a16="http://schemas.microsoft.com/office/drawing/2014/main" id="{91A9FD66-C231-3A44-568D-DFDB3E02C12C}"/>
                  </a:ext>
                </a:extLst>
              </p:cNvPr>
              <p:cNvSpPr/>
              <p:nvPr/>
            </p:nvSpPr>
            <p:spPr>
              <a:xfrm>
                <a:off x="-3098546" y="2244046"/>
                <a:ext cx="106652" cy="59222"/>
              </a:xfrm>
              <a:custGeom>
                <a:avLst/>
                <a:gdLst/>
                <a:ahLst/>
                <a:cxnLst/>
                <a:rect l="l" t="t" r="r" b="b"/>
                <a:pathLst>
                  <a:path w="805" h="447" extrusionOk="0">
                    <a:moveTo>
                      <a:pt x="399" y="1"/>
                    </a:moveTo>
                    <a:cubicBezTo>
                      <a:pt x="362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96" y="424"/>
                    </a:lnTo>
                    <a:cubicBezTo>
                      <a:pt x="324" y="439"/>
                      <a:pt x="364" y="446"/>
                      <a:pt x="403" y="446"/>
                    </a:cubicBezTo>
                    <a:cubicBezTo>
                      <a:pt x="442" y="446"/>
                      <a:pt x="482" y="439"/>
                      <a:pt x="511" y="424"/>
                    </a:cubicBezTo>
                    <a:lnTo>
                      <a:pt x="748" y="288"/>
                    </a:lnTo>
                    <a:cubicBezTo>
                      <a:pt x="805" y="252"/>
                      <a:pt x="805" y="195"/>
                      <a:pt x="748" y="166"/>
                    </a:cubicBezTo>
                    <a:lnTo>
                      <a:pt x="503" y="23"/>
                    </a:lnTo>
                    <a:cubicBezTo>
                      <a:pt x="474" y="8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0" name="Google Shape;8550;p71">
                <a:extLst>
                  <a:ext uri="{FF2B5EF4-FFF2-40B4-BE49-F238E27FC236}">
                    <a16:creationId xmlns:a16="http://schemas.microsoft.com/office/drawing/2014/main" id="{BE66387A-5CE1-648F-10BF-764A3AA5CCAF}"/>
                  </a:ext>
                </a:extLst>
              </p:cNvPr>
              <p:cNvSpPr/>
              <p:nvPr/>
            </p:nvSpPr>
            <p:spPr>
              <a:xfrm>
                <a:off x="-2980501" y="2226955"/>
                <a:ext cx="112482" cy="62534"/>
              </a:xfrm>
              <a:custGeom>
                <a:avLst/>
                <a:gdLst/>
                <a:ahLst/>
                <a:cxnLst/>
                <a:rect l="l" t="t" r="r" b="b"/>
                <a:pathLst>
                  <a:path w="849" h="472" extrusionOk="0">
                    <a:moveTo>
                      <a:pt x="432" y="0"/>
                    </a:moveTo>
                    <a:cubicBezTo>
                      <a:pt x="392" y="0"/>
                      <a:pt x="353" y="7"/>
                      <a:pt x="324" y="22"/>
                    </a:cubicBezTo>
                    <a:lnTo>
                      <a:pt x="59" y="179"/>
                    </a:lnTo>
                    <a:cubicBezTo>
                      <a:pt x="0" y="215"/>
                      <a:pt x="0" y="265"/>
                      <a:pt x="59" y="302"/>
                    </a:cubicBezTo>
                    <a:lnTo>
                      <a:pt x="311" y="445"/>
                    </a:lnTo>
                    <a:cubicBezTo>
                      <a:pt x="339" y="463"/>
                      <a:pt x="377" y="472"/>
                      <a:pt x="414" y="472"/>
                    </a:cubicBezTo>
                    <a:cubicBezTo>
                      <a:pt x="452" y="472"/>
                      <a:pt x="489" y="463"/>
                      <a:pt x="518" y="445"/>
                    </a:cubicBezTo>
                    <a:lnTo>
                      <a:pt x="792" y="288"/>
                    </a:lnTo>
                    <a:cubicBezTo>
                      <a:pt x="849" y="258"/>
                      <a:pt x="842" y="202"/>
                      <a:pt x="785" y="165"/>
                    </a:cubicBezTo>
                    <a:lnTo>
                      <a:pt x="540" y="22"/>
                    </a:lnTo>
                    <a:cubicBezTo>
                      <a:pt x="512" y="7"/>
                      <a:pt x="472" y="0"/>
                      <a:pt x="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1" name="Google Shape;8551;p71">
                <a:extLst>
                  <a:ext uri="{FF2B5EF4-FFF2-40B4-BE49-F238E27FC236}">
                    <a16:creationId xmlns:a16="http://schemas.microsoft.com/office/drawing/2014/main" id="{4C5E3E97-9868-5A08-442D-E2B0354DCB52}"/>
                  </a:ext>
                </a:extLst>
              </p:cNvPr>
              <p:cNvSpPr/>
              <p:nvPr/>
            </p:nvSpPr>
            <p:spPr>
              <a:xfrm>
                <a:off x="-2907236" y="2268953"/>
                <a:ext cx="111687" cy="62667"/>
              </a:xfrm>
              <a:custGeom>
                <a:avLst/>
                <a:gdLst/>
                <a:ahLst/>
                <a:cxnLst/>
                <a:rect l="l" t="t" r="r" b="b"/>
                <a:pathLst>
                  <a:path w="843" h="473" extrusionOk="0">
                    <a:moveTo>
                      <a:pt x="435" y="1"/>
                    </a:moveTo>
                    <a:cubicBezTo>
                      <a:pt x="396" y="1"/>
                      <a:pt x="357" y="10"/>
                      <a:pt x="325" y="28"/>
                    </a:cubicBezTo>
                    <a:lnTo>
                      <a:pt x="59" y="186"/>
                    </a:lnTo>
                    <a:cubicBezTo>
                      <a:pt x="1" y="214"/>
                      <a:pt x="1" y="273"/>
                      <a:pt x="59" y="309"/>
                    </a:cubicBezTo>
                    <a:lnTo>
                      <a:pt x="303" y="445"/>
                    </a:lnTo>
                    <a:cubicBezTo>
                      <a:pt x="335" y="463"/>
                      <a:pt x="375" y="472"/>
                      <a:pt x="414" y="472"/>
                    </a:cubicBezTo>
                    <a:cubicBezTo>
                      <a:pt x="452" y="472"/>
                      <a:pt x="490" y="463"/>
                      <a:pt x="518" y="445"/>
                    </a:cubicBezTo>
                    <a:lnTo>
                      <a:pt x="784" y="293"/>
                    </a:lnTo>
                    <a:cubicBezTo>
                      <a:pt x="843" y="257"/>
                      <a:pt x="843" y="200"/>
                      <a:pt x="784" y="171"/>
                    </a:cubicBezTo>
                    <a:lnTo>
                      <a:pt x="541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2" name="Google Shape;8552;p71">
                <a:extLst>
                  <a:ext uri="{FF2B5EF4-FFF2-40B4-BE49-F238E27FC236}">
                    <a16:creationId xmlns:a16="http://schemas.microsoft.com/office/drawing/2014/main" id="{E6BA805B-E059-7590-6691-7741F4C7EF9C}"/>
                  </a:ext>
                </a:extLst>
              </p:cNvPr>
              <p:cNvSpPr/>
              <p:nvPr/>
            </p:nvSpPr>
            <p:spPr>
              <a:xfrm>
                <a:off x="-2833838" y="2310951"/>
                <a:ext cx="114469" cy="64654"/>
              </a:xfrm>
              <a:custGeom>
                <a:avLst/>
                <a:gdLst/>
                <a:ahLst/>
                <a:cxnLst/>
                <a:rect l="l" t="t" r="r" b="b"/>
                <a:pathLst>
                  <a:path w="864" h="488" extrusionOk="0">
                    <a:moveTo>
                      <a:pt x="429" y="1"/>
                    </a:moveTo>
                    <a:cubicBezTo>
                      <a:pt x="391" y="1"/>
                      <a:pt x="353" y="9"/>
                      <a:pt x="325" y="26"/>
                    </a:cubicBezTo>
                    <a:lnTo>
                      <a:pt x="57" y="185"/>
                    </a:lnTo>
                    <a:cubicBezTo>
                      <a:pt x="1" y="221"/>
                      <a:pt x="1" y="271"/>
                      <a:pt x="57" y="308"/>
                    </a:cubicBezTo>
                    <a:lnTo>
                      <a:pt x="325" y="466"/>
                    </a:lnTo>
                    <a:cubicBezTo>
                      <a:pt x="357" y="480"/>
                      <a:pt x="396" y="487"/>
                      <a:pt x="435" y="487"/>
                    </a:cubicBezTo>
                    <a:cubicBezTo>
                      <a:pt x="473" y="487"/>
                      <a:pt x="511" y="480"/>
                      <a:pt x="541" y="466"/>
                    </a:cubicBezTo>
                    <a:lnTo>
                      <a:pt x="806" y="308"/>
                    </a:lnTo>
                    <a:cubicBezTo>
                      <a:pt x="863" y="271"/>
                      <a:pt x="863" y="221"/>
                      <a:pt x="806" y="185"/>
                    </a:cubicBezTo>
                    <a:lnTo>
                      <a:pt x="541" y="26"/>
                    </a:lnTo>
                    <a:cubicBezTo>
                      <a:pt x="508" y="9"/>
                      <a:pt x="468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3" name="Google Shape;8553;p71">
                <a:extLst>
                  <a:ext uri="{FF2B5EF4-FFF2-40B4-BE49-F238E27FC236}">
                    <a16:creationId xmlns:a16="http://schemas.microsoft.com/office/drawing/2014/main" id="{F4445F62-C375-A690-1A1A-FC726E2D4E20}"/>
                  </a:ext>
                </a:extLst>
              </p:cNvPr>
              <p:cNvSpPr/>
              <p:nvPr/>
            </p:nvSpPr>
            <p:spPr>
              <a:xfrm>
                <a:off x="-2952944" y="2328042"/>
                <a:ext cx="107845" cy="59884"/>
              </a:xfrm>
              <a:custGeom>
                <a:avLst/>
                <a:gdLst/>
                <a:ahLst/>
                <a:cxnLst/>
                <a:rect l="l" t="t" r="r" b="b"/>
                <a:pathLst>
                  <a:path w="814" h="452" extrusionOk="0">
                    <a:moveTo>
                      <a:pt x="400" y="1"/>
                    </a:moveTo>
                    <a:cubicBezTo>
                      <a:pt x="362" y="1"/>
                      <a:pt x="324" y="10"/>
                      <a:pt x="296" y="27"/>
                    </a:cubicBezTo>
                    <a:lnTo>
                      <a:pt x="59" y="165"/>
                    </a:lnTo>
                    <a:cubicBezTo>
                      <a:pt x="1" y="199"/>
                      <a:pt x="1" y="251"/>
                      <a:pt x="59" y="286"/>
                    </a:cubicBezTo>
                    <a:lnTo>
                      <a:pt x="303" y="430"/>
                    </a:lnTo>
                    <a:cubicBezTo>
                      <a:pt x="332" y="444"/>
                      <a:pt x="370" y="451"/>
                      <a:pt x="408" y="451"/>
                    </a:cubicBezTo>
                    <a:cubicBezTo>
                      <a:pt x="445" y="451"/>
                      <a:pt x="483" y="444"/>
                      <a:pt x="511" y="430"/>
                    </a:cubicBezTo>
                    <a:lnTo>
                      <a:pt x="749" y="286"/>
                    </a:lnTo>
                    <a:cubicBezTo>
                      <a:pt x="813" y="258"/>
                      <a:pt x="806" y="199"/>
                      <a:pt x="749" y="165"/>
                    </a:cubicBezTo>
                    <a:lnTo>
                      <a:pt x="504" y="27"/>
                    </a:lnTo>
                    <a:cubicBezTo>
                      <a:pt x="476" y="10"/>
                      <a:pt x="438" y="1"/>
                      <a:pt x="4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4" name="Google Shape;8554;p71">
                <a:extLst>
                  <a:ext uri="{FF2B5EF4-FFF2-40B4-BE49-F238E27FC236}">
                    <a16:creationId xmlns:a16="http://schemas.microsoft.com/office/drawing/2014/main" id="{EA377366-3C8A-56DB-65A4-16B11587D50B}"/>
                  </a:ext>
                </a:extLst>
              </p:cNvPr>
              <p:cNvSpPr/>
              <p:nvPr/>
            </p:nvSpPr>
            <p:spPr>
              <a:xfrm>
                <a:off x="-2757659" y="2355334"/>
                <a:ext cx="110627" cy="62004"/>
              </a:xfrm>
              <a:custGeom>
                <a:avLst/>
                <a:gdLst/>
                <a:ahLst/>
                <a:cxnLst/>
                <a:rect l="l" t="t" r="r" b="b"/>
                <a:pathLst>
                  <a:path w="835" h="468" extrusionOk="0">
                    <a:moveTo>
                      <a:pt x="432" y="1"/>
                    </a:moveTo>
                    <a:cubicBezTo>
                      <a:pt x="392" y="1"/>
                      <a:pt x="353" y="8"/>
                      <a:pt x="324" y="23"/>
                    </a:cubicBezTo>
                    <a:lnTo>
                      <a:pt x="59" y="181"/>
                    </a:lnTo>
                    <a:cubicBezTo>
                      <a:pt x="0" y="218"/>
                      <a:pt x="0" y="268"/>
                      <a:pt x="59" y="304"/>
                    </a:cubicBezTo>
                    <a:lnTo>
                      <a:pt x="295" y="440"/>
                    </a:lnTo>
                    <a:cubicBezTo>
                      <a:pt x="324" y="458"/>
                      <a:pt x="364" y="467"/>
                      <a:pt x="403" y="467"/>
                    </a:cubicBezTo>
                    <a:cubicBezTo>
                      <a:pt x="443" y="467"/>
                      <a:pt x="482" y="458"/>
                      <a:pt x="511" y="440"/>
                    </a:cubicBezTo>
                    <a:lnTo>
                      <a:pt x="776" y="288"/>
                    </a:lnTo>
                    <a:cubicBezTo>
                      <a:pt x="835" y="252"/>
                      <a:pt x="835" y="195"/>
                      <a:pt x="776" y="166"/>
                    </a:cubicBezTo>
                    <a:lnTo>
                      <a:pt x="540" y="23"/>
                    </a:lnTo>
                    <a:cubicBezTo>
                      <a:pt x="512" y="8"/>
                      <a:pt x="472" y="1"/>
                      <a:pt x="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5" name="Google Shape;8555;p71">
                <a:extLst>
                  <a:ext uri="{FF2B5EF4-FFF2-40B4-BE49-F238E27FC236}">
                    <a16:creationId xmlns:a16="http://schemas.microsoft.com/office/drawing/2014/main" id="{CECF717C-BD54-FC79-A307-DF21280F8B41}"/>
                  </a:ext>
                </a:extLst>
              </p:cNvPr>
              <p:cNvSpPr/>
              <p:nvPr/>
            </p:nvSpPr>
            <p:spPr>
              <a:xfrm>
                <a:off x="-2880474" y="2370040"/>
                <a:ext cx="111422" cy="62402"/>
              </a:xfrm>
              <a:custGeom>
                <a:avLst/>
                <a:gdLst/>
                <a:ahLst/>
                <a:cxnLst/>
                <a:rect l="l" t="t" r="r" b="b"/>
                <a:pathLst>
                  <a:path w="841" h="471" extrusionOk="0">
                    <a:moveTo>
                      <a:pt x="405" y="0"/>
                    </a:moveTo>
                    <a:cubicBezTo>
                      <a:pt x="367" y="0"/>
                      <a:pt x="328" y="9"/>
                      <a:pt x="296" y="27"/>
                    </a:cubicBezTo>
                    <a:lnTo>
                      <a:pt x="58" y="163"/>
                    </a:lnTo>
                    <a:cubicBezTo>
                      <a:pt x="1" y="200"/>
                      <a:pt x="1" y="250"/>
                      <a:pt x="64" y="286"/>
                    </a:cubicBezTo>
                    <a:lnTo>
                      <a:pt x="332" y="443"/>
                    </a:lnTo>
                    <a:cubicBezTo>
                      <a:pt x="360" y="461"/>
                      <a:pt x="398" y="470"/>
                      <a:pt x="436" y="470"/>
                    </a:cubicBezTo>
                    <a:cubicBezTo>
                      <a:pt x="475" y="470"/>
                      <a:pt x="515" y="461"/>
                      <a:pt x="547" y="443"/>
                    </a:cubicBezTo>
                    <a:lnTo>
                      <a:pt x="784" y="307"/>
                    </a:lnTo>
                    <a:cubicBezTo>
                      <a:pt x="841" y="270"/>
                      <a:pt x="841" y="214"/>
                      <a:pt x="777" y="184"/>
                    </a:cubicBezTo>
                    <a:lnTo>
                      <a:pt x="511" y="27"/>
                    </a:lnTo>
                    <a:cubicBezTo>
                      <a:pt x="482" y="9"/>
                      <a:pt x="444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6" name="Google Shape;8556;p71">
                <a:extLst>
                  <a:ext uri="{FF2B5EF4-FFF2-40B4-BE49-F238E27FC236}">
                    <a16:creationId xmlns:a16="http://schemas.microsoft.com/office/drawing/2014/main" id="{7E8048B4-49DA-4BCC-15B5-70614E6B7924}"/>
                  </a:ext>
                </a:extLst>
              </p:cNvPr>
              <p:cNvSpPr/>
              <p:nvPr/>
            </p:nvSpPr>
            <p:spPr>
              <a:xfrm>
                <a:off x="-2995604" y="2387131"/>
                <a:ext cx="109567" cy="61474"/>
              </a:xfrm>
              <a:custGeom>
                <a:avLst/>
                <a:gdLst/>
                <a:ahLst/>
                <a:cxnLst/>
                <a:rect l="l" t="t" r="r" b="b"/>
                <a:pathLst>
                  <a:path w="827" h="464" extrusionOk="0">
                    <a:moveTo>
                      <a:pt x="413" y="0"/>
                    </a:moveTo>
                    <a:cubicBezTo>
                      <a:pt x="375" y="0"/>
                      <a:pt x="337" y="9"/>
                      <a:pt x="309" y="28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64" y="293"/>
                    </a:cubicBezTo>
                    <a:lnTo>
                      <a:pt x="309" y="436"/>
                    </a:lnTo>
                    <a:cubicBezTo>
                      <a:pt x="337" y="455"/>
                      <a:pt x="375" y="464"/>
                      <a:pt x="413" y="464"/>
                    </a:cubicBezTo>
                    <a:cubicBezTo>
                      <a:pt x="450" y="464"/>
                      <a:pt x="488" y="455"/>
                      <a:pt x="518" y="436"/>
                    </a:cubicBezTo>
                    <a:lnTo>
                      <a:pt x="770" y="293"/>
                    </a:lnTo>
                    <a:cubicBezTo>
                      <a:pt x="826" y="257"/>
                      <a:pt x="826" y="200"/>
                      <a:pt x="770" y="171"/>
                    </a:cubicBezTo>
                    <a:lnTo>
                      <a:pt x="518" y="28"/>
                    </a:lnTo>
                    <a:cubicBezTo>
                      <a:pt x="488" y="9"/>
                      <a:pt x="450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7" name="Google Shape;8557;p71">
                <a:extLst>
                  <a:ext uri="{FF2B5EF4-FFF2-40B4-BE49-F238E27FC236}">
                    <a16:creationId xmlns:a16="http://schemas.microsoft.com/office/drawing/2014/main" id="{66121F59-CAAC-3843-1044-ACD7008AA47D}"/>
                  </a:ext>
                </a:extLst>
              </p:cNvPr>
              <p:cNvSpPr/>
              <p:nvPr/>
            </p:nvSpPr>
            <p:spPr>
              <a:xfrm>
                <a:off x="-3131006" y="2393755"/>
                <a:ext cx="108772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21" h="457" extrusionOk="0">
                    <a:moveTo>
                      <a:pt x="415" y="0"/>
                    </a:moveTo>
                    <a:cubicBezTo>
                      <a:pt x="377" y="0"/>
                      <a:pt x="339" y="10"/>
                      <a:pt x="310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310" y="430"/>
                    </a:lnTo>
                    <a:cubicBezTo>
                      <a:pt x="339" y="448"/>
                      <a:pt x="377" y="457"/>
                      <a:pt x="415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63" y="286"/>
                    </a:lnTo>
                    <a:cubicBezTo>
                      <a:pt x="820" y="257"/>
                      <a:pt x="820" y="200"/>
                      <a:pt x="763" y="164"/>
                    </a:cubicBezTo>
                    <a:lnTo>
                      <a:pt x="518" y="28"/>
                    </a:lnTo>
                    <a:cubicBezTo>
                      <a:pt x="490" y="10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8" name="Google Shape;8558;p71">
                <a:extLst>
                  <a:ext uri="{FF2B5EF4-FFF2-40B4-BE49-F238E27FC236}">
                    <a16:creationId xmlns:a16="http://schemas.microsoft.com/office/drawing/2014/main" id="{3A6E92B3-E49B-E152-0576-B968FC54B2CF}"/>
                  </a:ext>
                </a:extLst>
              </p:cNvPr>
              <p:cNvSpPr/>
              <p:nvPr/>
            </p:nvSpPr>
            <p:spPr>
              <a:xfrm>
                <a:off x="-2685321" y="2396670"/>
                <a:ext cx="111687" cy="63329"/>
              </a:xfrm>
              <a:custGeom>
                <a:avLst/>
                <a:gdLst/>
                <a:ahLst/>
                <a:cxnLst/>
                <a:rect l="l" t="t" r="r" b="b"/>
                <a:pathLst>
                  <a:path w="843" h="478" extrusionOk="0">
                    <a:moveTo>
                      <a:pt x="429" y="0"/>
                    </a:moveTo>
                    <a:cubicBezTo>
                      <a:pt x="391" y="0"/>
                      <a:pt x="354" y="9"/>
                      <a:pt x="325" y="26"/>
                    </a:cubicBezTo>
                    <a:lnTo>
                      <a:pt x="58" y="185"/>
                    </a:lnTo>
                    <a:cubicBezTo>
                      <a:pt x="1" y="214"/>
                      <a:pt x="1" y="271"/>
                      <a:pt x="58" y="308"/>
                    </a:cubicBezTo>
                    <a:lnTo>
                      <a:pt x="303" y="451"/>
                    </a:lnTo>
                    <a:cubicBezTo>
                      <a:pt x="331" y="469"/>
                      <a:pt x="371" y="478"/>
                      <a:pt x="411" y="478"/>
                    </a:cubicBezTo>
                    <a:cubicBezTo>
                      <a:pt x="450" y="478"/>
                      <a:pt x="490" y="469"/>
                      <a:pt x="518" y="451"/>
                    </a:cubicBezTo>
                    <a:lnTo>
                      <a:pt x="784" y="294"/>
                    </a:lnTo>
                    <a:cubicBezTo>
                      <a:pt x="843" y="264"/>
                      <a:pt x="843" y="207"/>
                      <a:pt x="784" y="171"/>
                    </a:cubicBezTo>
                    <a:lnTo>
                      <a:pt x="532" y="26"/>
                    </a:lnTo>
                    <a:cubicBezTo>
                      <a:pt x="504" y="9"/>
                      <a:pt x="466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9" name="Google Shape;8559;p71">
                <a:extLst>
                  <a:ext uri="{FF2B5EF4-FFF2-40B4-BE49-F238E27FC236}">
                    <a16:creationId xmlns:a16="http://schemas.microsoft.com/office/drawing/2014/main" id="{F06F6BC3-F227-01FA-4BC2-E5E37CA334D7}"/>
                  </a:ext>
                </a:extLst>
              </p:cNvPr>
              <p:cNvSpPr/>
              <p:nvPr/>
            </p:nvSpPr>
            <p:spPr>
              <a:xfrm>
                <a:off x="-2804294" y="2413761"/>
                <a:ext cx="106785" cy="5988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52" extrusionOk="0">
                    <a:moveTo>
                      <a:pt x="406" y="1"/>
                    </a:moveTo>
                    <a:cubicBezTo>
                      <a:pt x="368" y="1"/>
                      <a:pt x="328" y="9"/>
                      <a:pt x="295" y="27"/>
                    </a:cubicBezTo>
                    <a:lnTo>
                      <a:pt x="59" y="165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02" y="430"/>
                    </a:lnTo>
                    <a:cubicBezTo>
                      <a:pt x="331" y="444"/>
                      <a:pt x="369" y="451"/>
                      <a:pt x="407" y="451"/>
                    </a:cubicBezTo>
                    <a:cubicBezTo>
                      <a:pt x="445" y="451"/>
                      <a:pt x="482" y="444"/>
                      <a:pt x="511" y="430"/>
                    </a:cubicBezTo>
                    <a:lnTo>
                      <a:pt x="749" y="285"/>
                    </a:lnTo>
                    <a:cubicBezTo>
                      <a:pt x="806" y="258"/>
                      <a:pt x="806" y="199"/>
                      <a:pt x="749" y="165"/>
                    </a:cubicBezTo>
                    <a:lnTo>
                      <a:pt x="511" y="27"/>
                    </a:lnTo>
                    <a:cubicBezTo>
                      <a:pt x="482" y="9"/>
                      <a:pt x="445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0" name="Google Shape;8560;p71">
                <a:extLst>
                  <a:ext uri="{FF2B5EF4-FFF2-40B4-BE49-F238E27FC236}">
                    <a16:creationId xmlns:a16="http://schemas.microsoft.com/office/drawing/2014/main" id="{C9C7A8A5-FE6C-768A-C452-9112E12CB188}"/>
                  </a:ext>
                </a:extLst>
              </p:cNvPr>
              <p:cNvSpPr/>
              <p:nvPr/>
            </p:nvSpPr>
            <p:spPr>
              <a:xfrm>
                <a:off x="-2922339" y="2429659"/>
                <a:ext cx="112349" cy="62799"/>
              </a:xfrm>
              <a:custGeom>
                <a:avLst/>
                <a:gdLst/>
                <a:ahLst/>
                <a:cxnLst/>
                <a:rect l="l" t="t" r="r" b="b"/>
                <a:pathLst>
                  <a:path w="848" h="474" extrusionOk="0">
                    <a:moveTo>
                      <a:pt x="413" y="0"/>
                    </a:moveTo>
                    <a:cubicBezTo>
                      <a:pt x="376" y="0"/>
                      <a:pt x="338" y="8"/>
                      <a:pt x="310" y="22"/>
                    </a:cubicBezTo>
                    <a:lnTo>
                      <a:pt x="58" y="165"/>
                    </a:lnTo>
                    <a:cubicBezTo>
                      <a:pt x="1" y="202"/>
                      <a:pt x="1" y="260"/>
                      <a:pt x="58" y="288"/>
                    </a:cubicBezTo>
                    <a:lnTo>
                      <a:pt x="330" y="447"/>
                    </a:lnTo>
                    <a:cubicBezTo>
                      <a:pt x="360" y="465"/>
                      <a:pt x="398" y="474"/>
                      <a:pt x="435" y="474"/>
                    </a:cubicBezTo>
                    <a:cubicBezTo>
                      <a:pt x="473" y="474"/>
                      <a:pt x="511" y="465"/>
                      <a:pt x="539" y="447"/>
                    </a:cubicBezTo>
                    <a:lnTo>
                      <a:pt x="791" y="303"/>
                    </a:lnTo>
                    <a:cubicBezTo>
                      <a:pt x="848" y="267"/>
                      <a:pt x="848" y="217"/>
                      <a:pt x="791" y="181"/>
                    </a:cubicBezTo>
                    <a:lnTo>
                      <a:pt x="518" y="22"/>
                    </a:lnTo>
                    <a:cubicBezTo>
                      <a:pt x="489" y="8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1" name="Google Shape;8561;p71">
                <a:extLst>
                  <a:ext uri="{FF2B5EF4-FFF2-40B4-BE49-F238E27FC236}">
                    <a16:creationId xmlns:a16="http://schemas.microsoft.com/office/drawing/2014/main" id="{36CD91E7-D5A0-8E3C-F1AA-EA53A8994ACE}"/>
                  </a:ext>
                </a:extLst>
              </p:cNvPr>
              <p:cNvSpPr/>
              <p:nvPr/>
            </p:nvSpPr>
            <p:spPr>
              <a:xfrm>
                <a:off x="-2611924" y="2439463"/>
                <a:ext cx="106917" cy="59619"/>
              </a:xfrm>
              <a:custGeom>
                <a:avLst/>
                <a:gdLst/>
                <a:ahLst/>
                <a:cxnLst/>
                <a:rect l="l" t="t" r="r" b="b"/>
                <a:pathLst>
                  <a:path w="807" h="450" extrusionOk="0">
                    <a:moveTo>
                      <a:pt x="429" y="0"/>
                    </a:moveTo>
                    <a:cubicBezTo>
                      <a:pt x="391" y="0"/>
                      <a:pt x="353" y="10"/>
                      <a:pt x="323" y="28"/>
                    </a:cubicBezTo>
                    <a:lnTo>
                      <a:pt x="58" y="178"/>
                    </a:lnTo>
                    <a:cubicBezTo>
                      <a:pt x="1" y="214"/>
                      <a:pt x="1" y="273"/>
                      <a:pt x="58" y="300"/>
                    </a:cubicBezTo>
                    <a:lnTo>
                      <a:pt x="266" y="423"/>
                    </a:lnTo>
                    <a:cubicBezTo>
                      <a:pt x="295" y="441"/>
                      <a:pt x="333" y="450"/>
                      <a:pt x="371" y="450"/>
                    </a:cubicBezTo>
                    <a:cubicBezTo>
                      <a:pt x="409" y="450"/>
                      <a:pt x="447" y="441"/>
                      <a:pt x="475" y="423"/>
                    </a:cubicBezTo>
                    <a:lnTo>
                      <a:pt x="748" y="264"/>
                    </a:lnTo>
                    <a:cubicBezTo>
                      <a:pt x="806" y="236"/>
                      <a:pt x="806" y="178"/>
                      <a:pt x="748" y="143"/>
                    </a:cubicBezTo>
                    <a:lnTo>
                      <a:pt x="539" y="28"/>
                    </a:lnTo>
                    <a:cubicBezTo>
                      <a:pt x="507" y="10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2" name="Google Shape;8562;p71">
                <a:extLst>
                  <a:ext uri="{FF2B5EF4-FFF2-40B4-BE49-F238E27FC236}">
                    <a16:creationId xmlns:a16="http://schemas.microsoft.com/office/drawing/2014/main" id="{64F88BAA-2697-1BF9-27F5-49D40FAA5ECF}"/>
                  </a:ext>
                </a:extLst>
              </p:cNvPr>
              <p:cNvSpPr/>
              <p:nvPr/>
            </p:nvSpPr>
            <p:spPr>
              <a:xfrm>
                <a:off x="-2731956" y="2455627"/>
                <a:ext cx="108772" cy="60679"/>
              </a:xfrm>
              <a:custGeom>
                <a:avLst/>
                <a:gdLst/>
                <a:ahLst/>
                <a:cxnLst/>
                <a:rect l="l" t="t" r="r" b="b"/>
                <a:pathLst>
                  <a:path w="821" h="458" extrusionOk="0">
                    <a:moveTo>
                      <a:pt x="403" y="1"/>
                    </a:moveTo>
                    <a:cubicBezTo>
                      <a:pt x="364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1"/>
                      <a:pt x="1" y="251"/>
                      <a:pt x="58" y="287"/>
                    </a:cubicBezTo>
                    <a:lnTo>
                      <a:pt x="310" y="430"/>
                    </a:lnTo>
                    <a:cubicBezTo>
                      <a:pt x="338" y="448"/>
                      <a:pt x="376" y="457"/>
                      <a:pt x="414" y="457"/>
                    </a:cubicBezTo>
                    <a:cubicBezTo>
                      <a:pt x="452" y="457"/>
                      <a:pt x="490" y="448"/>
                      <a:pt x="518" y="430"/>
                    </a:cubicBezTo>
                    <a:lnTo>
                      <a:pt x="755" y="294"/>
                    </a:lnTo>
                    <a:cubicBezTo>
                      <a:pt x="820" y="258"/>
                      <a:pt x="813" y="208"/>
                      <a:pt x="755" y="171"/>
                    </a:cubicBezTo>
                    <a:lnTo>
                      <a:pt x="512" y="28"/>
                    </a:lnTo>
                    <a:cubicBezTo>
                      <a:pt x="482" y="10"/>
                      <a:pt x="443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3" name="Google Shape;8563;p71">
                <a:extLst>
                  <a:ext uri="{FF2B5EF4-FFF2-40B4-BE49-F238E27FC236}">
                    <a16:creationId xmlns:a16="http://schemas.microsoft.com/office/drawing/2014/main" id="{A9E046BF-B6A1-A7D4-06F9-40D8B0DF9FC8}"/>
                  </a:ext>
                </a:extLst>
              </p:cNvPr>
              <p:cNvSpPr/>
              <p:nvPr/>
            </p:nvSpPr>
            <p:spPr>
              <a:xfrm>
                <a:off x="-2846160" y="2473777"/>
                <a:ext cx="108640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57" extrusionOk="0">
                    <a:moveTo>
                      <a:pt x="414" y="0"/>
                    </a:moveTo>
                    <a:cubicBezTo>
                      <a:pt x="376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7"/>
                      <a:pt x="406" y="457"/>
                    </a:cubicBezTo>
                    <a:cubicBezTo>
                      <a:pt x="444" y="457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20" y="250"/>
                      <a:pt x="813" y="193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4" name="Google Shape;8564;p71">
                <a:extLst>
                  <a:ext uri="{FF2B5EF4-FFF2-40B4-BE49-F238E27FC236}">
                    <a16:creationId xmlns:a16="http://schemas.microsoft.com/office/drawing/2014/main" id="{4EB4E0ED-0380-EB9A-FD49-1DDDD53AB346}"/>
                  </a:ext>
                </a:extLst>
              </p:cNvPr>
              <p:cNvSpPr/>
              <p:nvPr/>
            </p:nvSpPr>
            <p:spPr>
              <a:xfrm>
                <a:off x="-2544223" y="2478547"/>
                <a:ext cx="115264" cy="64521"/>
              </a:xfrm>
              <a:custGeom>
                <a:avLst/>
                <a:gdLst/>
                <a:ahLst/>
                <a:cxnLst/>
                <a:rect l="l" t="t" r="r" b="b"/>
                <a:pathLst>
                  <a:path w="870" h="487" extrusionOk="0">
                    <a:moveTo>
                      <a:pt x="435" y="0"/>
                    </a:moveTo>
                    <a:cubicBezTo>
                      <a:pt x="397" y="0"/>
                      <a:pt x="359" y="10"/>
                      <a:pt x="330" y="28"/>
                    </a:cubicBezTo>
                    <a:lnTo>
                      <a:pt x="57" y="185"/>
                    </a:lnTo>
                    <a:cubicBezTo>
                      <a:pt x="0" y="214"/>
                      <a:pt x="0" y="271"/>
                      <a:pt x="57" y="307"/>
                    </a:cubicBezTo>
                    <a:lnTo>
                      <a:pt x="330" y="459"/>
                    </a:lnTo>
                    <a:cubicBezTo>
                      <a:pt x="359" y="477"/>
                      <a:pt x="397" y="486"/>
                      <a:pt x="435" y="486"/>
                    </a:cubicBezTo>
                    <a:cubicBezTo>
                      <a:pt x="473" y="486"/>
                      <a:pt x="510" y="477"/>
                      <a:pt x="538" y="459"/>
                    </a:cubicBezTo>
                    <a:lnTo>
                      <a:pt x="813" y="307"/>
                    </a:lnTo>
                    <a:cubicBezTo>
                      <a:pt x="870" y="271"/>
                      <a:pt x="870" y="214"/>
                      <a:pt x="813" y="185"/>
                    </a:cubicBezTo>
                    <a:lnTo>
                      <a:pt x="538" y="28"/>
                    </a:lnTo>
                    <a:cubicBezTo>
                      <a:pt x="510" y="10"/>
                      <a:pt x="473" y="0"/>
                      <a:pt x="4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5" name="Google Shape;8565;p71">
                <a:extLst>
                  <a:ext uri="{FF2B5EF4-FFF2-40B4-BE49-F238E27FC236}">
                    <a16:creationId xmlns:a16="http://schemas.microsoft.com/office/drawing/2014/main" id="{F2DED72F-F661-B586-8850-5572B4538702}"/>
                  </a:ext>
                </a:extLst>
              </p:cNvPr>
              <p:cNvSpPr/>
              <p:nvPr/>
            </p:nvSpPr>
            <p:spPr>
              <a:xfrm>
                <a:off x="-2658559" y="2498155"/>
                <a:ext cx="102943" cy="5723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2" extrusionOk="0">
                    <a:moveTo>
                      <a:pt x="403" y="1"/>
                    </a:moveTo>
                    <a:cubicBezTo>
                      <a:pt x="363" y="1"/>
                      <a:pt x="324" y="8"/>
                      <a:pt x="296" y="23"/>
                    </a:cubicBezTo>
                    <a:lnTo>
                      <a:pt x="58" y="166"/>
                    </a:lnTo>
                    <a:cubicBezTo>
                      <a:pt x="1" y="195"/>
                      <a:pt x="1" y="252"/>
                      <a:pt x="58" y="288"/>
                    </a:cubicBezTo>
                    <a:lnTo>
                      <a:pt x="273" y="404"/>
                    </a:lnTo>
                    <a:cubicBezTo>
                      <a:pt x="302" y="422"/>
                      <a:pt x="340" y="431"/>
                      <a:pt x="378" y="431"/>
                    </a:cubicBezTo>
                    <a:cubicBezTo>
                      <a:pt x="416" y="431"/>
                      <a:pt x="454" y="422"/>
                      <a:pt x="482" y="404"/>
                    </a:cubicBezTo>
                    <a:lnTo>
                      <a:pt x="718" y="268"/>
                    </a:lnTo>
                    <a:cubicBezTo>
                      <a:pt x="777" y="238"/>
                      <a:pt x="777" y="182"/>
                      <a:pt x="718" y="145"/>
                    </a:cubicBezTo>
                    <a:lnTo>
                      <a:pt x="511" y="23"/>
                    </a:lnTo>
                    <a:cubicBezTo>
                      <a:pt x="482" y="8"/>
                      <a:pt x="442" y="1"/>
                      <a:pt x="4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6" name="Google Shape;8566;p71">
                <a:extLst>
                  <a:ext uri="{FF2B5EF4-FFF2-40B4-BE49-F238E27FC236}">
                    <a16:creationId xmlns:a16="http://schemas.microsoft.com/office/drawing/2014/main" id="{7AE04C92-D015-F2FA-22D4-DFA5D8A6C63A}"/>
                  </a:ext>
                </a:extLst>
              </p:cNvPr>
              <p:cNvSpPr/>
              <p:nvPr/>
            </p:nvSpPr>
            <p:spPr>
              <a:xfrm>
                <a:off x="-2773690" y="2515378"/>
                <a:ext cx="109567" cy="60812"/>
              </a:xfrm>
              <a:custGeom>
                <a:avLst/>
                <a:gdLst/>
                <a:ahLst/>
                <a:cxnLst/>
                <a:rect l="l" t="t" r="r" b="b"/>
                <a:pathLst>
                  <a:path w="827" h="459" extrusionOk="0">
                    <a:moveTo>
                      <a:pt x="412" y="0"/>
                    </a:moveTo>
                    <a:cubicBezTo>
                      <a:pt x="373" y="0"/>
                      <a:pt x="334" y="8"/>
                      <a:pt x="302" y="22"/>
                    </a:cubicBezTo>
                    <a:lnTo>
                      <a:pt x="57" y="165"/>
                    </a:lnTo>
                    <a:cubicBezTo>
                      <a:pt x="0" y="202"/>
                      <a:pt x="0" y="260"/>
                      <a:pt x="57" y="288"/>
                    </a:cubicBezTo>
                    <a:lnTo>
                      <a:pt x="309" y="433"/>
                    </a:lnTo>
                    <a:cubicBezTo>
                      <a:pt x="338" y="450"/>
                      <a:pt x="375" y="459"/>
                      <a:pt x="413" y="459"/>
                    </a:cubicBezTo>
                    <a:cubicBezTo>
                      <a:pt x="451" y="459"/>
                      <a:pt x="488" y="450"/>
                      <a:pt x="518" y="433"/>
                    </a:cubicBezTo>
                    <a:lnTo>
                      <a:pt x="768" y="288"/>
                    </a:lnTo>
                    <a:cubicBezTo>
                      <a:pt x="827" y="260"/>
                      <a:pt x="827" y="202"/>
                      <a:pt x="768" y="165"/>
                    </a:cubicBezTo>
                    <a:lnTo>
                      <a:pt x="518" y="22"/>
                    </a:lnTo>
                    <a:cubicBezTo>
                      <a:pt x="488" y="8"/>
                      <a:pt x="451" y="0"/>
                      <a:pt x="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7" name="Google Shape;8567;p71">
                <a:extLst>
                  <a:ext uri="{FF2B5EF4-FFF2-40B4-BE49-F238E27FC236}">
                    <a16:creationId xmlns:a16="http://schemas.microsoft.com/office/drawing/2014/main" id="{98D180E5-3E6C-9730-EDF0-EB1CB226CB19}"/>
                  </a:ext>
                </a:extLst>
              </p:cNvPr>
              <p:cNvSpPr/>
              <p:nvPr/>
            </p:nvSpPr>
            <p:spPr>
              <a:xfrm>
                <a:off x="-2589931" y="2537503"/>
                <a:ext cx="110495" cy="61739"/>
              </a:xfrm>
              <a:custGeom>
                <a:avLst/>
                <a:gdLst/>
                <a:ahLst/>
                <a:cxnLst/>
                <a:rect l="l" t="t" r="r" b="b"/>
                <a:pathLst>
                  <a:path w="834" h="466" extrusionOk="0">
                    <a:moveTo>
                      <a:pt x="399" y="1"/>
                    </a:moveTo>
                    <a:cubicBezTo>
                      <a:pt x="361" y="1"/>
                      <a:pt x="324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0"/>
                      <a:pt x="57" y="286"/>
                    </a:cubicBezTo>
                    <a:lnTo>
                      <a:pt x="330" y="445"/>
                    </a:lnTo>
                    <a:cubicBezTo>
                      <a:pt x="359" y="459"/>
                      <a:pt x="397" y="466"/>
                      <a:pt x="435" y="466"/>
                    </a:cubicBezTo>
                    <a:cubicBezTo>
                      <a:pt x="472" y="466"/>
                      <a:pt x="510" y="459"/>
                      <a:pt x="538" y="445"/>
                    </a:cubicBezTo>
                    <a:lnTo>
                      <a:pt x="777" y="300"/>
                    </a:lnTo>
                    <a:cubicBezTo>
                      <a:pt x="833" y="273"/>
                      <a:pt x="833" y="214"/>
                      <a:pt x="777" y="180"/>
                    </a:cubicBezTo>
                    <a:lnTo>
                      <a:pt x="502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8" name="Google Shape;8568;p71">
                <a:extLst>
                  <a:ext uri="{FF2B5EF4-FFF2-40B4-BE49-F238E27FC236}">
                    <a16:creationId xmlns:a16="http://schemas.microsoft.com/office/drawing/2014/main" id="{51DB8F69-B72B-596C-1F0D-1C5B5A3B7EAF}"/>
                  </a:ext>
                </a:extLst>
              </p:cNvPr>
              <p:cNvSpPr/>
              <p:nvPr/>
            </p:nvSpPr>
            <p:spPr>
              <a:xfrm>
                <a:off x="-2700557" y="2557641"/>
                <a:ext cx="104135" cy="5789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437" extrusionOk="0">
                    <a:moveTo>
                      <a:pt x="414" y="0"/>
                    </a:moveTo>
                    <a:cubicBezTo>
                      <a:pt x="377" y="0"/>
                      <a:pt x="339" y="9"/>
                      <a:pt x="311" y="28"/>
                    </a:cubicBezTo>
                    <a:lnTo>
                      <a:pt x="59" y="171"/>
                    </a:lnTo>
                    <a:cubicBezTo>
                      <a:pt x="0" y="207"/>
                      <a:pt x="0" y="257"/>
                      <a:pt x="59" y="293"/>
                    </a:cubicBezTo>
                    <a:lnTo>
                      <a:pt x="268" y="416"/>
                    </a:lnTo>
                    <a:cubicBezTo>
                      <a:pt x="296" y="429"/>
                      <a:pt x="335" y="436"/>
                      <a:pt x="375" y="436"/>
                    </a:cubicBezTo>
                    <a:cubicBezTo>
                      <a:pt x="414" y="436"/>
                      <a:pt x="454" y="429"/>
                      <a:pt x="483" y="416"/>
                    </a:cubicBezTo>
                    <a:lnTo>
                      <a:pt x="727" y="271"/>
                    </a:lnTo>
                    <a:cubicBezTo>
                      <a:pt x="785" y="235"/>
                      <a:pt x="785" y="178"/>
                      <a:pt x="727" y="148"/>
                    </a:cubicBezTo>
                    <a:lnTo>
                      <a:pt x="518" y="28"/>
                    </a:lnTo>
                    <a:cubicBezTo>
                      <a:pt x="489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9" name="Google Shape;8569;p71">
                <a:extLst>
                  <a:ext uri="{FF2B5EF4-FFF2-40B4-BE49-F238E27FC236}">
                    <a16:creationId xmlns:a16="http://schemas.microsoft.com/office/drawing/2014/main" id="{6F0090F2-A189-B506-AF12-F55E05C1A5AD}"/>
                  </a:ext>
                </a:extLst>
              </p:cNvPr>
              <p:cNvSpPr/>
              <p:nvPr/>
            </p:nvSpPr>
            <p:spPr>
              <a:xfrm>
                <a:off x="-2513884" y="2581356"/>
                <a:ext cx="106917" cy="59752"/>
              </a:xfrm>
              <a:custGeom>
                <a:avLst/>
                <a:gdLst/>
                <a:ahLst/>
                <a:cxnLst/>
                <a:rect l="l" t="t" r="r" b="b"/>
                <a:pathLst>
                  <a:path w="807" h="451" extrusionOk="0">
                    <a:moveTo>
                      <a:pt x="399" y="1"/>
                    </a:moveTo>
                    <a:cubicBezTo>
                      <a:pt x="362" y="1"/>
                      <a:pt x="324" y="10"/>
                      <a:pt x="296" y="28"/>
                    </a:cubicBezTo>
                    <a:lnTo>
                      <a:pt x="58" y="164"/>
                    </a:lnTo>
                    <a:cubicBezTo>
                      <a:pt x="1" y="200"/>
                      <a:pt x="1" y="250"/>
                      <a:pt x="58" y="287"/>
                    </a:cubicBezTo>
                    <a:lnTo>
                      <a:pt x="296" y="423"/>
                    </a:lnTo>
                    <a:cubicBezTo>
                      <a:pt x="324" y="441"/>
                      <a:pt x="364" y="450"/>
                      <a:pt x="404" y="450"/>
                    </a:cubicBezTo>
                    <a:cubicBezTo>
                      <a:pt x="443" y="450"/>
                      <a:pt x="483" y="441"/>
                      <a:pt x="511" y="423"/>
                    </a:cubicBezTo>
                    <a:lnTo>
                      <a:pt x="748" y="287"/>
                    </a:lnTo>
                    <a:cubicBezTo>
                      <a:pt x="806" y="257"/>
                      <a:pt x="806" y="200"/>
                      <a:pt x="748" y="164"/>
                    </a:cubicBezTo>
                    <a:lnTo>
                      <a:pt x="504" y="28"/>
                    </a:lnTo>
                    <a:cubicBezTo>
                      <a:pt x="475" y="10"/>
                      <a:pt x="437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0" name="Google Shape;8570;p71">
                <a:extLst>
                  <a:ext uri="{FF2B5EF4-FFF2-40B4-BE49-F238E27FC236}">
                    <a16:creationId xmlns:a16="http://schemas.microsoft.com/office/drawing/2014/main" id="{9862A33B-C4D6-0491-4CA3-7BC59D80E530}"/>
                  </a:ext>
                </a:extLst>
              </p:cNvPr>
              <p:cNvSpPr/>
              <p:nvPr/>
            </p:nvSpPr>
            <p:spPr>
              <a:xfrm>
                <a:off x="-2632061" y="2596592"/>
                <a:ext cx="111687" cy="63462"/>
              </a:xfrm>
              <a:custGeom>
                <a:avLst/>
                <a:gdLst/>
                <a:ahLst/>
                <a:cxnLst/>
                <a:rect l="l" t="t" r="r" b="b"/>
                <a:pathLst>
                  <a:path w="843" h="479" extrusionOk="0">
                    <a:moveTo>
                      <a:pt x="409" y="1"/>
                    </a:moveTo>
                    <a:cubicBezTo>
                      <a:pt x="370" y="1"/>
                      <a:pt x="332" y="10"/>
                      <a:pt x="303" y="27"/>
                    </a:cubicBezTo>
                    <a:lnTo>
                      <a:pt x="59" y="172"/>
                    </a:lnTo>
                    <a:cubicBezTo>
                      <a:pt x="1" y="208"/>
                      <a:pt x="1" y="265"/>
                      <a:pt x="59" y="294"/>
                    </a:cubicBezTo>
                    <a:lnTo>
                      <a:pt x="325" y="451"/>
                    </a:lnTo>
                    <a:cubicBezTo>
                      <a:pt x="357" y="469"/>
                      <a:pt x="397" y="478"/>
                      <a:pt x="436" y="478"/>
                    </a:cubicBezTo>
                    <a:cubicBezTo>
                      <a:pt x="474" y="478"/>
                      <a:pt x="512" y="469"/>
                      <a:pt x="541" y="451"/>
                    </a:cubicBezTo>
                    <a:lnTo>
                      <a:pt x="786" y="308"/>
                    </a:lnTo>
                    <a:cubicBezTo>
                      <a:pt x="843" y="272"/>
                      <a:pt x="843" y="222"/>
                      <a:pt x="786" y="186"/>
                    </a:cubicBezTo>
                    <a:lnTo>
                      <a:pt x="518" y="27"/>
                    </a:lnTo>
                    <a:cubicBezTo>
                      <a:pt x="486" y="10"/>
                      <a:pt x="447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1" name="Google Shape;8571;p71">
                <a:extLst>
                  <a:ext uri="{FF2B5EF4-FFF2-40B4-BE49-F238E27FC236}">
                    <a16:creationId xmlns:a16="http://schemas.microsoft.com/office/drawing/2014/main" id="{E7C2234F-4B59-1107-85EC-4CB9D61F2D93}"/>
                  </a:ext>
                </a:extLst>
              </p:cNvPr>
              <p:cNvSpPr/>
              <p:nvPr/>
            </p:nvSpPr>
            <p:spPr>
              <a:xfrm>
                <a:off x="-3057608" y="2435621"/>
                <a:ext cx="464766" cy="266300"/>
              </a:xfrm>
              <a:custGeom>
                <a:avLst/>
                <a:gdLst/>
                <a:ahLst/>
                <a:cxnLst/>
                <a:rect l="l" t="t" r="r" b="b"/>
                <a:pathLst>
                  <a:path w="3508" h="2010" extrusionOk="0">
                    <a:moveTo>
                      <a:pt x="410" y="0"/>
                    </a:moveTo>
                    <a:cubicBezTo>
                      <a:pt x="371" y="0"/>
                      <a:pt x="331" y="9"/>
                      <a:pt x="303" y="27"/>
                    </a:cubicBezTo>
                    <a:lnTo>
                      <a:pt x="58" y="172"/>
                    </a:lnTo>
                    <a:cubicBezTo>
                      <a:pt x="1" y="207"/>
                      <a:pt x="1" y="258"/>
                      <a:pt x="58" y="293"/>
                    </a:cubicBezTo>
                    <a:lnTo>
                      <a:pt x="2990" y="1984"/>
                    </a:lnTo>
                    <a:cubicBezTo>
                      <a:pt x="3020" y="2001"/>
                      <a:pt x="3058" y="2009"/>
                      <a:pt x="3095" y="2009"/>
                    </a:cubicBezTo>
                    <a:cubicBezTo>
                      <a:pt x="3133" y="2009"/>
                      <a:pt x="3171" y="2001"/>
                      <a:pt x="3199" y="1984"/>
                    </a:cubicBezTo>
                    <a:lnTo>
                      <a:pt x="3451" y="1839"/>
                    </a:lnTo>
                    <a:cubicBezTo>
                      <a:pt x="3508" y="1811"/>
                      <a:pt x="3508" y="1752"/>
                      <a:pt x="3444" y="1716"/>
                    </a:cubicBezTo>
                    <a:lnTo>
                      <a:pt x="518" y="27"/>
                    </a:lnTo>
                    <a:cubicBezTo>
                      <a:pt x="490" y="9"/>
                      <a:pt x="450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2" name="Google Shape;8572;p71">
                <a:extLst>
                  <a:ext uri="{FF2B5EF4-FFF2-40B4-BE49-F238E27FC236}">
                    <a16:creationId xmlns:a16="http://schemas.microsoft.com/office/drawing/2014/main" id="{E7915190-8605-AD47-82BD-8A14D5F5BA0E}"/>
                  </a:ext>
                </a:extLst>
              </p:cNvPr>
              <p:cNvSpPr/>
              <p:nvPr/>
            </p:nvSpPr>
            <p:spPr>
              <a:xfrm>
                <a:off x="-2629014" y="2683371"/>
                <a:ext cx="107712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13" h="457" extrusionOk="0">
                    <a:moveTo>
                      <a:pt x="413" y="0"/>
                    </a:moveTo>
                    <a:cubicBezTo>
                      <a:pt x="375" y="0"/>
                      <a:pt x="338" y="9"/>
                      <a:pt x="309" y="27"/>
                    </a:cubicBezTo>
                    <a:lnTo>
                      <a:pt x="57" y="171"/>
                    </a:lnTo>
                    <a:cubicBezTo>
                      <a:pt x="0" y="207"/>
                      <a:pt x="0" y="257"/>
                      <a:pt x="57" y="293"/>
                    </a:cubicBezTo>
                    <a:lnTo>
                      <a:pt x="302" y="429"/>
                    </a:lnTo>
                    <a:cubicBezTo>
                      <a:pt x="331" y="447"/>
                      <a:pt x="368" y="456"/>
                      <a:pt x="406" y="456"/>
                    </a:cubicBezTo>
                    <a:cubicBezTo>
                      <a:pt x="444" y="456"/>
                      <a:pt x="482" y="447"/>
                      <a:pt x="511" y="429"/>
                    </a:cubicBezTo>
                    <a:lnTo>
                      <a:pt x="754" y="286"/>
                    </a:lnTo>
                    <a:cubicBezTo>
                      <a:pt x="813" y="257"/>
                      <a:pt x="813" y="200"/>
                      <a:pt x="754" y="164"/>
                    </a:cubicBezTo>
                    <a:lnTo>
                      <a:pt x="518" y="27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3" name="Google Shape;8573;p71">
                <a:extLst>
                  <a:ext uri="{FF2B5EF4-FFF2-40B4-BE49-F238E27FC236}">
                    <a16:creationId xmlns:a16="http://schemas.microsoft.com/office/drawing/2014/main" id="{8662EE78-0605-25F2-8B43-93B46AF82CE6}"/>
                  </a:ext>
                </a:extLst>
              </p:cNvPr>
              <p:cNvSpPr/>
              <p:nvPr/>
            </p:nvSpPr>
            <p:spPr>
              <a:xfrm>
                <a:off x="-2556544" y="2725104"/>
                <a:ext cx="104798" cy="58824"/>
              </a:xfrm>
              <a:custGeom>
                <a:avLst/>
                <a:gdLst/>
                <a:ahLst/>
                <a:cxnLst/>
                <a:rect l="l" t="t" r="r" b="b"/>
                <a:pathLst>
                  <a:path w="791" h="444" extrusionOk="0">
                    <a:moveTo>
                      <a:pt x="409" y="1"/>
                    </a:moveTo>
                    <a:cubicBezTo>
                      <a:pt x="370" y="1"/>
                      <a:pt x="330" y="10"/>
                      <a:pt x="302" y="28"/>
                    </a:cubicBezTo>
                    <a:lnTo>
                      <a:pt x="57" y="171"/>
                    </a:lnTo>
                    <a:cubicBezTo>
                      <a:pt x="0" y="201"/>
                      <a:pt x="0" y="257"/>
                      <a:pt x="57" y="294"/>
                    </a:cubicBezTo>
                    <a:lnTo>
                      <a:pt x="273" y="416"/>
                    </a:lnTo>
                    <a:cubicBezTo>
                      <a:pt x="301" y="434"/>
                      <a:pt x="339" y="443"/>
                      <a:pt x="376" y="443"/>
                    </a:cubicBezTo>
                    <a:cubicBezTo>
                      <a:pt x="414" y="443"/>
                      <a:pt x="452" y="434"/>
                      <a:pt x="481" y="416"/>
                    </a:cubicBezTo>
                    <a:lnTo>
                      <a:pt x="733" y="273"/>
                    </a:lnTo>
                    <a:cubicBezTo>
                      <a:pt x="790" y="237"/>
                      <a:pt x="790" y="187"/>
                      <a:pt x="733" y="151"/>
                    </a:cubicBezTo>
                    <a:lnTo>
                      <a:pt x="518" y="28"/>
                    </a:lnTo>
                    <a:cubicBezTo>
                      <a:pt x="488" y="10"/>
                      <a:pt x="449" y="1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4" name="Google Shape;8574;p71">
                <a:extLst>
                  <a:ext uri="{FF2B5EF4-FFF2-40B4-BE49-F238E27FC236}">
                    <a16:creationId xmlns:a16="http://schemas.microsoft.com/office/drawing/2014/main" id="{ACA6151A-B418-E864-F2CA-0B129AA4F612}"/>
                  </a:ext>
                </a:extLst>
              </p:cNvPr>
              <p:cNvSpPr/>
              <p:nvPr/>
            </p:nvSpPr>
            <p:spPr>
              <a:xfrm>
                <a:off x="-3204271" y="2351227"/>
                <a:ext cx="109567" cy="61342"/>
              </a:xfrm>
              <a:custGeom>
                <a:avLst/>
                <a:gdLst/>
                <a:ahLst/>
                <a:cxnLst/>
                <a:rect l="l" t="t" r="r" b="b"/>
                <a:pathLst>
                  <a:path w="827" h="463" extrusionOk="0">
                    <a:moveTo>
                      <a:pt x="407" y="1"/>
                    </a:moveTo>
                    <a:cubicBezTo>
                      <a:pt x="370" y="1"/>
                      <a:pt x="333" y="8"/>
                      <a:pt x="302" y="24"/>
                    </a:cubicBezTo>
                    <a:lnTo>
                      <a:pt x="59" y="169"/>
                    </a:lnTo>
                    <a:cubicBezTo>
                      <a:pt x="0" y="205"/>
                      <a:pt x="0" y="255"/>
                      <a:pt x="59" y="292"/>
                    </a:cubicBezTo>
                    <a:lnTo>
                      <a:pt x="309" y="435"/>
                    </a:lnTo>
                    <a:cubicBezTo>
                      <a:pt x="338" y="453"/>
                      <a:pt x="376" y="462"/>
                      <a:pt x="414" y="462"/>
                    </a:cubicBezTo>
                    <a:cubicBezTo>
                      <a:pt x="452" y="462"/>
                      <a:pt x="489" y="453"/>
                      <a:pt x="518" y="435"/>
                    </a:cubicBezTo>
                    <a:lnTo>
                      <a:pt x="770" y="292"/>
                    </a:lnTo>
                    <a:cubicBezTo>
                      <a:pt x="826" y="262"/>
                      <a:pt x="826" y="205"/>
                      <a:pt x="770" y="169"/>
                    </a:cubicBezTo>
                    <a:lnTo>
                      <a:pt x="518" y="24"/>
                    </a:lnTo>
                    <a:cubicBezTo>
                      <a:pt x="488" y="10"/>
                      <a:pt x="448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5" name="Google Shape;8575;p71">
                <a:extLst>
                  <a:ext uri="{FF2B5EF4-FFF2-40B4-BE49-F238E27FC236}">
                    <a16:creationId xmlns:a16="http://schemas.microsoft.com/office/drawing/2014/main" id="{66E2E5E6-D5DD-BF8C-6146-DC74FD6D462C}"/>
                  </a:ext>
                </a:extLst>
              </p:cNvPr>
              <p:cNvSpPr/>
              <p:nvPr/>
            </p:nvSpPr>
            <p:spPr>
              <a:xfrm>
                <a:off x="-3276608" y="2309626"/>
                <a:ext cx="108772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821" h="454" extrusionOk="0">
                    <a:moveTo>
                      <a:pt x="414" y="1"/>
                    </a:moveTo>
                    <a:cubicBezTo>
                      <a:pt x="376" y="1"/>
                      <a:pt x="338" y="8"/>
                      <a:pt x="310" y="23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303" y="433"/>
                    </a:lnTo>
                    <a:cubicBezTo>
                      <a:pt x="331" y="447"/>
                      <a:pt x="369" y="454"/>
                      <a:pt x="406" y="454"/>
                    </a:cubicBezTo>
                    <a:cubicBezTo>
                      <a:pt x="444" y="454"/>
                      <a:pt x="481" y="447"/>
                      <a:pt x="510" y="433"/>
                    </a:cubicBezTo>
                    <a:lnTo>
                      <a:pt x="755" y="288"/>
                    </a:lnTo>
                    <a:cubicBezTo>
                      <a:pt x="820" y="252"/>
                      <a:pt x="812" y="195"/>
                      <a:pt x="755" y="166"/>
                    </a:cubicBezTo>
                    <a:lnTo>
                      <a:pt x="519" y="23"/>
                    </a:lnTo>
                    <a:cubicBezTo>
                      <a:pt x="489" y="8"/>
                      <a:pt x="451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6" name="Google Shape;8576;p71">
                <a:extLst>
                  <a:ext uri="{FF2B5EF4-FFF2-40B4-BE49-F238E27FC236}">
                    <a16:creationId xmlns:a16="http://schemas.microsoft.com/office/drawing/2014/main" id="{0FA0D3D1-247C-2F63-E097-D08C9E0E3EC6}"/>
                  </a:ext>
                </a:extLst>
              </p:cNvPr>
              <p:cNvSpPr/>
              <p:nvPr/>
            </p:nvSpPr>
            <p:spPr>
              <a:xfrm>
                <a:off x="-3352920" y="2265906"/>
                <a:ext cx="112614" cy="62667"/>
              </a:xfrm>
              <a:custGeom>
                <a:avLst/>
                <a:gdLst/>
                <a:ahLst/>
                <a:cxnLst/>
                <a:rect l="l" t="t" r="r" b="b"/>
                <a:pathLst>
                  <a:path w="850" h="473" extrusionOk="0">
                    <a:moveTo>
                      <a:pt x="415" y="1"/>
                    </a:moveTo>
                    <a:cubicBezTo>
                      <a:pt x="377" y="1"/>
                      <a:pt x="339" y="8"/>
                      <a:pt x="310" y="21"/>
                    </a:cubicBezTo>
                    <a:lnTo>
                      <a:pt x="59" y="166"/>
                    </a:lnTo>
                    <a:cubicBezTo>
                      <a:pt x="1" y="203"/>
                      <a:pt x="1" y="259"/>
                      <a:pt x="59" y="289"/>
                    </a:cubicBezTo>
                    <a:lnTo>
                      <a:pt x="332" y="446"/>
                    </a:lnTo>
                    <a:cubicBezTo>
                      <a:pt x="360" y="464"/>
                      <a:pt x="398" y="473"/>
                      <a:pt x="436" y="473"/>
                    </a:cubicBezTo>
                    <a:cubicBezTo>
                      <a:pt x="473" y="473"/>
                      <a:pt x="511" y="464"/>
                      <a:pt x="541" y="446"/>
                    </a:cubicBezTo>
                    <a:lnTo>
                      <a:pt x="793" y="303"/>
                    </a:lnTo>
                    <a:cubicBezTo>
                      <a:pt x="850" y="266"/>
                      <a:pt x="850" y="216"/>
                      <a:pt x="793" y="180"/>
                    </a:cubicBezTo>
                    <a:lnTo>
                      <a:pt x="518" y="21"/>
                    </a:lnTo>
                    <a:cubicBezTo>
                      <a:pt x="490" y="8"/>
                      <a:pt x="452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7" name="Google Shape;8577;p71">
                <a:extLst>
                  <a:ext uri="{FF2B5EF4-FFF2-40B4-BE49-F238E27FC236}">
                    <a16:creationId xmlns:a16="http://schemas.microsoft.com/office/drawing/2014/main" id="{B5ED20E3-74A1-7BF1-3589-AD9A0AD2AA13}"/>
                  </a:ext>
                </a:extLst>
              </p:cNvPr>
              <p:cNvSpPr/>
              <p:nvPr/>
            </p:nvSpPr>
            <p:spPr>
              <a:xfrm>
                <a:off x="-2189954" y="2768692"/>
                <a:ext cx="114337" cy="63726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1" extrusionOk="0">
                    <a:moveTo>
                      <a:pt x="402" y="1"/>
                    </a:moveTo>
                    <a:cubicBezTo>
                      <a:pt x="363" y="1"/>
                      <a:pt x="324" y="8"/>
                      <a:pt x="295" y="22"/>
                    </a:cubicBezTo>
                    <a:lnTo>
                      <a:pt x="57" y="167"/>
                    </a:lnTo>
                    <a:cubicBezTo>
                      <a:pt x="0" y="194"/>
                      <a:pt x="0" y="253"/>
                      <a:pt x="57" y="289"/>
                    </a:cubicBezTo>
                    <a:lnTo>
                      <a:pt x="359" y="453"/>
                    </a:lnTo>
                    <a:cubicBezTo>
                      <a:pt x="387" y="471"/>
                      <a:pt x="425" y="480"/>
                      <a:pt x="463" y="480"/>
                    </a:cubicBezTo>
                    <a:cubicBezTo>
                      <a:pt x="501" y="480"/>
                      <a:pt x="539" y="471"/>
                      <a:pt x="568" y="453"/>
                    </a:cubicBezTo>
                    <a:lnTo>
                      <a:pt x="804" y="317"/>
                    </a:lnTo>
                    <a:cubicBezTo>
                      <a:pt x="863" y="289"/>
                      <a:pt x="863" y="230"/>
                      <a:pt x="804" y="194"/>
                    </a:cubicBezTo>
                    <a:lnTo>
                      <a:pt x="511" y="22"/>
                    </a:lnTo>
                    <a:cubicBezTo>
                      <a:pt x="482" y="8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8" name="Google Shape;8578;p71">
                <a:extLst>
                  <a:ext uri="{FF2B5EF4-FFF2-40B4-BE49-F238E27FC236}">
                    <a16:creationId xmlns:a16="http://schemas.microsoft.com/office/drawing/2014/main" id="{DFE13503-3378-77EA-B08F-A260AD396555}"/>
                  </a:ext>
                </a:extLst>
              </p:cNvPr>
              <p:cNvSpPr/>
              <p:nvPr/>
            </p:nvSpPr>
            <p:spPr>
              <a:xfrm>
                <a:off x="-2263352" y="2809896"/>
                <a:ext cx="116192" cy="65449"/>
              </a:xfrm>
              <a:custGeom>
                <a:avLst/>
                <a:gdLst/>
                <a:ahLst/>
                <a:cxnLst/>
                <a:rect l="l" t="t" r="r" b="b"/>
                <a:pathLst>
                  <a:path w="877" h="494" extrusionOk="0">
                    <a:moveTo>
                      <a:pt x="414" y="1"/>
                    </a:moveTo>
                    <a:cubicBezTo>
                      <a:pt x="376" y="1"/>
                      <a:pt x="338" y="10"/>
                      <a:pt x="309" y="28"/>
                    </a:cubicBezTo>
                    <a:lnTo>
                      <a:pt x="64" y="171"/>
                    </a:lnTo>
                    <a:cubicBezTo>
                      <a:pt x="0" y="207"/>
                      <a:pt x="7" y="257"/>
                      <a:pt x="64" y="294"/>
                    </a:cubicBezTo>
                    <a:lnTo>
                      <a:pt x="359" y="466"/>
                    </a:lnTo>
                    <a:cubicBezTo>
                      <a:pt x="389" y="484"/>
                      <a:pt x="427" y="493"/>
                      <a:pt x="464" y="493"/>
                    </a:cubicBezTo>
                    <a:cubicBezTo>
                      <a:pt x="502" y="493"/>
                      <a:pt x="540" y="484"/>
                      <a:pt x="568" y="466"/>
                    </a:cubicBezTo>
                    <a:lnTo>
                      <a:pt x="820" y="323"/>
                    </a:lnTo>
                    <a:cubicBezTo>
                      <a:pt x="877" y="287"/>
                      <a:pt x="877" y="237"/>
                      <a:pt x="820" y="201"/>
                    </a:cubicBezTo>
                    <a:lnTo>
                      <a:pt x="518" y="28"/>
                    </a:lnTo>
                    <a:cubicBezTo>
                      <a:pt x="490" y="10"/>
                      <a:pt x="452" y="1"/>
                      <a:pt x="4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9" name="Google Shape;8579;p71">
                <a:extLst>
                  <a:ext uri="{FF2B5EF4-FFF2-40B4-BE49-F238E27FC236}">
                    <a16:creationId xmlns:a16="http://schemas.microsoft.com/office/drawing/2014/main" id="{6646B543-9258-F6FC-62DC-59EFCDA86C8E}"/>
                  </a:ext>
                </a:extLst>
              </p:cNvPr>
              <p:cNvSpPr/>
              <p:nvPr/>
            </p:nvSpPr>
            <p:spPr>
              <a:xfrm>
                <a:off x="-3069002" y="2345133"/>
                <a:ext cx="109567" cy="60944"/>
              </a:xfrm>
              <a:custGeom>
                <a:avLst/>
                <a:gdLst/>
                <a:ahLst/>
                <a:cxnLst/>
                <a:rect l="l" t="t" r="r" b="b"/>
                <a:pathLst>
                  <a:path w="827" h="460" extrusionOk="0">
                    <a:moveTo>
                      <a:pt x="407" y="0"/>
                    </a:moveTo>
                    <a:cubicBezTo>
                      <a:pt x="371" y="0"/>
                      <a:pt x="336" y="7"/>
                      <a:pt x="309" y="20"/>
                    </a:cubicBezTo>
                    <a:lnTo>
                      <a:pt x="57" y="172"/>
                    </a:lnTo>
                    <a:cubicBezTo>
                      <a:pt x="0" y="200"/>
                      <a:pt x="0" y="258"/>
                      <a:pt x="57" y="295"/>
                    </a:cubicBezTo>
                    <a:lnTo>
                      <a:pt x="309" y="438"/>
                    </a:lnTo>
                    <a:cubicBezTo>
                      <a:pt x="338" y="452"/>
                      <a:pt x="376" y="460"/>
                      <a:pt x="414" y="460"/>
                    </a:cubicBezTo>
                    <a:cubicBezTo>
                      <a:pt x="452" y="460"/>
                      <a:pt x="489" y="452"/>
                      <a:pt x="518" y="438"/>
                    </a:cubicBezTo>
                    <a:lnTo>
                      <a:pt x="770" y="295"/>
                    </a:lnTo>
                    <a:cubicBezTo>
                      <a:pt x="827" y="258"/>
                      <a:pt x="827" y="200"/>
                      <a:pt x="770" y="172"/>
                    </a:cubicBezTo>
                    <a:lnTo>
                      <a:pt x="518" y="27"/>
                    </a:lnTo>
                    <a:cubicBezTo>
                      <a:pt x="488" y="9"/>
                      <a:pt x="447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0" name="Google Shape;8580;p71">
                <a:extLst>
                  <a:ext uri="{FF2B5EF4-FFF2-40B4-BE49-F238E27FC236}">
                    <a16:creationId xmlns:a16="http://schemas.microsoft.com/office/drawing/2014/main" id="{BC0C4107-E100-3C51-22BA-A7F342DEAC29}"/>
                  </a:ext>
                </a:extLst>
              </p:cNvPr>
              <p:cNvSpPr/>
              <p:nvPr/>
            </p:nvSpPr>
            <p:spPr>
              <a:xfrm>
                <a:off x="-2999579" y="2061479"/>
                <a:ext cx="83997" cy="46371"/>
              </a:xfrm>
              <a:custGeom>
                <a:avLst/>
                <a:gdLst/>
                <a:ahLst/>
                <a:cxnLst/>
                <a:rect l="l" t="t" r="r" b="b"/>
                <a:pathLst>
                  <a:path w="634" h="350" extrusionOk="0">
                    <a:moveTo>
                      <a:pt x="200" y="0"/>
                    </a:moveTo>
                    <a:cubicBezTo>
                      <a:pt x="161" y="0"/>
                      <a:pt x="123" y="9"/>
                      <a:pt x="94" y="27"/>
                    </a:cubicBezTo>
                    <a:lnTo>
                      <a:pt x="58" y="48"/>
                    </a:lnTo>
                    <a:cubicBezTo>
                      <a:pt x="1" y="84"/>
                      <a:pt x="1" y="134"/>
                      <a:pt x="58" y="171"/>
                    </a:cubicBezTo>
                    <a:lnTo>
                      <a:pt x="325" y="329"/>
                    </a:lnTo>
                    <a:cubicBezTo>
                      <a:pt x="354" y="343"/>
                      <a:pt x="393" y="350"/>
                      <a:pt x="432" y="350"/>
                    </a:cubicBezTo>
                    <a:cubicBezTo>
                      <a:pt x="472" y="350"/>
                      <a:pt x="511" y="343"/>
                      <a:pt x="541" y="329"/>
                    </a:cubicBezTo>
                    <a:lnTo>
                      <a:pt x="575" y="300"/>
                    </a:lnTo>
                    <a:cubicBezTo>
                      <a:pt x="634" y="271"/>
                      <a:pt x="634" y="214"/>
                      <a:pt x="575" y="177"/>
                    </a:cubicBezTo>
                    <a:lnTo>
                      <a:pt x="310" y="27"/>
                    </a:lnTo>
                    <a:cubicBezTo>
                      <a:pt x="278" y="9"/>
                      <a:pt x="238" y="0"/>
                      <a:pt x="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1" name="Google Shape;8581;p71">
                <a:extLst>
                  <a:ext uri="{FF2B5EF4-FFF2-40B4-BE49-F238E27FC236}">
                    <a16:creationId xmlns:a16="http://schemas.microsoft.com/office/drawing/2014/main" id="{359C22F6-70FC-0DFA-C90C-1DEF0D9C5CD6}"/>
                  </a:ext>
                </a:extLst>
              </p:cNvPr>
              <p:cNvSpPr/>
              <p:nvPr/>
            </p:nvSpPr>
            <p:spPr>
              <a:xfrm>
                <a:off x="-3079468" y="2015771"/>
                <a:ext cx="87574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64" extrusionOk="0">
                    <a:moveTo>
                      <a:pt x="205" y="0"/>
                    </a:moveTo>
                    <a:cubicBezTo>
                      <a:pt x="167" y="0"/>
                      <a:pt x="129" y="9"/>
                      <a:pt x="100" y="27"/>
                    </a:cubicBezTo>
                    <a:lnTo>
                      <a:pt x="66" y="48"/>
                    </a:lnTo>
                    <a:cubicBezTo>
                      <a:pt x="0" y="84"/>
                      <a:pt x="0" y="134"/>
                      <a:pt x="66" y="170"/>
                    </a:cubicBezTo>
                    <a:lnTo>
                      <a:pt x="352" y="336"/>
                    </a:lnTo>
                    <a:cubicBezTo>
                      <a:pt x="381" y="354"/>
                      <a:pt x="421" y="363"/>
                      <a:pt x="460" y="363"/>
                    </a:cubicBezTo>
                    <a:cubicBezTo>
                      <a:pt x="500" y="363"/>
                      <a:pt x="539" y="354"/>
                      <a:pt x="568" y="336"/>
                    </a:cubicBezTo>
                    <a:lnTo>
                      <a:pt x="604" y="314"/>
                    </a:lnTo>
                    <a:cubicBezTo>
                      <a:pt x="661" y="286"/>
                      <a:pt x="661" y="227"/>
                      <a:pt x="604" y="193"/>
                    </a:cubicBezTo>
                    <a:lnTo>
                      <a:pt x="309" y="27"/>
                    </a:lnTo>
                    <a:cubicBezTo>
                      <a:pt x="280" y="9"/>
                      <a:pt x="243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2" name="Google Shape;8582;p71">
                <a:extLst>
                  <a:ext uri="{FF2B5EF4-FFF2-40B4-BE49-F238E27FC236}">
                    <a16:creationId xmlns:a16="http://schemas.microsoft.com/office/drawing/2014/main" id="{7B0CAB94-730F-75DB-3B8C-39DFD2580E3D}"/>
                  </a:ext>
                </a:extLst>
              </p:cNvPr>
              <p:cNvSpPr/>
              <p:nvPr/>
            </p:nvSpPr>
            <p:spPr>
              <a:xfrm>
                <a:off x="-3151938" y="2042401"/>
                <a:ext cx="114337" cy="63594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0" extrusionOk="0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59" y="285"/>
                    </a:cubicBezTo>
                    <a:lnTo>
                      <a:pt x="354" y="458"/>
                    </a:lnTo>
                    <a:cubicBezTo>
                      <a:pt x="382" y="472"/>
                      <a:pt x="420" y="480"/>
                      <a:pt x="457" y="480"/>
                    </a:cubicBezTo>
                    <a:cubicBezTo>
                      <a:pt x="495" y="480"/>
                      <a:pt x="532" y="472"/>
                      <a:pt x="561" y="458"/>
                    </a:cubicBezTo>
                    <a:lnTo>
                      <a:pt x="806" y="315"/>
                    </a:lnTo>
                    <a:cubicBezTo>
                      <a:pt x="863" y="285"/>
                      <a:pt x="863" y="228"/>
                      <a:pt x="806" y="192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3" name="Google Shape;8583;p71">
                <a:extLst>
                  <a:ext uri="{FF2B5EF4-FFF2-40B4-BE49-F238E27FC236}">
                    <a16:creationId xmlns:a16="http://schemas.microsoft.com/office/drawing/2014/main" id="{3DB8878D-4D78-338C-FB62-BEC834CE1D89}"/>
                  </a:ext>
                </a:extLst>
              </p:cNvPr>
              <p:cNvSpPr/>
              <p:nvPr/>
            </p:nvSpPr>
            <p:spPr>
              <a:xfrm>
                <a:off x="-3072844" y="2088109"/>
                <a:ext cx="111554" cy="62534"/>
              </a:xfrm>
              <a:custGeom>
                <a:avLst/>
                <a:gdLst/>
                <a:ahLst/>
                <a:cxnLst/>
                <a:rect l="l" t="t" r="r" b="b"/>
                <a:pathLst>
                  <a:path w="842" h="472" extrusionOk="0">
                    <a:moveTo>
                      <a:pt x="407" y="1"/>
                    </a:moveTo>
                    <a:cubicBezTo>
                      <a:pt x="369" y="1"/>
                      <a:pt x="331" y="9"/>
                      <a:pt x="302" y="26"/>
                    </a:cubicBezTo>
                    <a:lnTo>
                      <a:pt x="59" y="164"/>
                    </a:lnTo>
                    <a:cubicBezTo>
                      <a:pt x="0" y="199"/>
                      <a:pt x="0" y="258"/>
                      <a:pt x="66" y="285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9" y="471"/>
                    </a:cubicBezTo>
                    <a:cubicBezTo>
                      <a:pt x="479" y="471"/>
                      <a:pt x="518" y="462"/>
                      <a:pt x="547" y="444"/>
                    </a:cubicBezTo>
                    <a:lnTo>
                      <a:pt x="783" y="308"/>
                    </a:lnTo>
                    <a:cubicBezTo>
                      <a:pt x="842" y="271"/>
                      <a:pt x="842" y="214"/>
                      <a:pt x="783" y="185"/>
                    </a:cubicBezTo>
                    <a:lnTo>
                      <a:pt x="511" y="26"/>
                    </a:lnTo>
                    <a:cubicBezTo>
                      <a:pt x="482" y="9"/>
                      <a:pt x="445" y="1"/>
                      <a:pt x="4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4" name="Google Shape;8584;p71">
                <a:extLst>
                  <a:ext uri="{FF2B5EF4-FFF2-40B4-BE49-F238E27FC236}">
                    <a16:creationId xmlns:a16="http://schemas.microsoft.com/office/drawing/2014/main" id="{2DE18746-EB60-9CED-FE59-A753EF012172}"/>
                  </a:ext>
                </a:extLst>
              </p:cNvPr>
              <p:cNvSpPr/>
              <p:nvPr/>
            </p:nvSpPr>
            <p:spPr>
              <a:xfrm>
                <a:off x="-3227191" y="2084267"/>
                <a:ext cx="137257" cy="77108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582" extrusionOk="0">
                    <a:moveTo>
                      <a:pt x="429" y="1"/>
                    </a:moveTo>
                    <a:cubicBezTo>
                      <a:pt x="391" y="1"/>
                      <a:pt x="353" y="10"/>
                      <a:pt x="325" y="28"/>
                    </a:cubicBezTo>
                    <a:lnTo>
                      <a:pt x="59" y="178"/>
                    </a:lnTo>
                    <a:cubicBezTo>
                      <a:pt x="1" y="214"/>
                      <a:pt x="1" y="271"/>
                      <a:pt x="59" y="300"/>
                    </a:cubicBezTo>
                    <a:lnTo>
                      <a:pt x="497" y="559"/>
                    </a:lnTo>
                    <a:cubicBezTo>
                      <a:pt x="526" y="574"/>
                      <a:pt x="563" y="581"/>
                      <a:pt x="601" y="581"/>
                    </a:cubicBezTo>
                    <a:cubicBezTo>
                      <a:pt x="639" y="581"/>
                      <a:pt x="677" y="574"/>
                      <a:pt x="706" y="559"/>
                    </a:cubicBezTo>
                    <a:lnTo>
                      <a:pt x="979" y="400"/>
                    </a:lnTo>
                    <a:cubicBezTo>
                      <a:pt x="1036" y="366"/>
                      <a:pt x="1036" y="314"/>
                      <a:pt x="972" y="280"/>
                    </a:cubicBezTo>
                    <a:lnTo>
                      <a:pt x="534" y="28"/>
                    </a:lnTo>
                    <a:cubicBezTo>
                      <a:pt x="504" y="10"/>
                      <a:pt x="466" y="1"/>
                      <a:pt x="4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5" name="Google Shape;8585;p71">
                <a:extLst>
                  <a:ext uri="{FF2B5EF4-FFF2-40B4-BE49-F238E27FC236}">
                    <a16:creationId xmlns:a16="http://schemas.microsoft.com/office/drawing/2014/main" id="{DA84C6C3-E458-F654-37AF-38CB94880131}"/>
                  </a:ext>
                </a:extLst>
              </p:cNvPr>
              <p:cNvSpPr/>
              <p:nvPr/>
            </p:nvSpPr>
            <p:spPr>
              <a:xfrm>
                <a:off x="-3129151" y="2141236"/>
                <a:ext cx="115529" cy="64654"/>
              </a:xfrm>
              <a:custGeom>
                <a:avLst/>
                <a:gdLst/>
                <a:ahLst/>
                <a:cxnLst/>
                <a:rect l="l" t="t" r="r" b="b"/>
                <a:pathLst>
                  <a:path w="872" h="488" extrusionOk="0">
                    <a:moveTo>
                      <a:pt x="436" y="0"/>
                    </a:moveTo>
                    <a:cubicBezTo>
                      <a:pt x="398" y="0"/>
                      <a:pt x="360" y="8"/>
                      <a:pt x="332" y="22"/>
                    </a:cubicBezTo>
                    <a:lnTo>
                      <a:pt x="59" y="179"/>
                    </a:lnTo>
                    <a:cubicBezTo>
                      <a:pt x="1" y="215"/>
                      <a:pt x="1" y="265"/>
                      <a:pt x="59" y="302"/>
                    </a:cubicBezTo>
                    <a:lnTo>
                      <a:pt x="332" y="460"/>
                    </a:lnTo>
                    <a:cubicBezTo>
                      <a:pt x="360" y="478"/>
                      <a:pt x="398" y="488"/>
                      <a:pt x="436" y="488"/>
                    </a:cubicBezTo>
                    <a:cubicBezTo>
                      <a:pt x="474" y="488"/>
                      <a:pt x="512" y="478"/>
                      <a:pt x="541" y="460"/>
                    </a:cubicBezTo>
                    <a:lnTo>
                      <a:pt x="813" y="302"/>
                    </a:lnTo>
                    <a:cubicBezTo>
                      <a:pt x="872" y="265"/>
                      <a:pt x="872" y="215"/>
                      <a:pt x="806" y="179"/>
                    </a:cubicBezTo>
                    <a:lnTo>
                      <a:pt x="541" y="22"/>
                    </a:lnTo>
                    <a:cubicBezTo>
                      <a:pt x="512" y="8"/>
                      <a:pt x="474" y="0"/>
                      <a:pt x="4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6" name="Google Shape;8586;p71">
                <a:extLst>
                  <a:ext uri="{FF2B5EF4-FFF2-40B4-BE49-F238E27FC236}">
                    <a16:creationId xmlns:a16="http://schemas.microsoft.com/office/drawing/2014/main" id="{400A57BB-B59D-364A-7715-F7353AD4A0ED}"/>
                  </a:ext>
                </a:extLst>
              </p:cNvPr>
              <p:cNvSpPr/>
              <p:nvPr/>
            </p:nvSpPr>
            <p:spPr>
              <a:xfrm>
                <a:off x="-3299396" y="2128120"/>
                <a:ext cx="158985" cy="90092"/>
              </a:xfrm>
              <a:custGeom>
                <a:avLst/>
                <a:gdLst/>
                <a:ahLst/>
                <a:cxnLst/>
                <a:rect l="l" t="t" r="r" b="b"/>
                <a:pathLst>
                  <a:path w="1200" h="680" extrusionOk="0">
                    <a:moveTo>
                      <a:pt x="406" y="0"/>
                    </a:moveTo>
                    <a:cubicBezTo>
                      <a:pt x="368" y="0"/>
                      <a:pt x="331" y="9"/>
                      <a:pt x="302" y="26"/>
                    </a:cubicBezTo>
                    <a:lnTo>
                      <a:pt x="64" y="164"/>
                    </a:lnTo>
                    <a:cubicBezTo>
                      <a:pt x="0" y="199"/>
                      <a:pt x="7" y="251"/>
                      <a:pt x="64" y="285"/>
                    </a:cubicBezTo>
                    <a:lnTo>
                      <a:pt x="691" y="653"/>
                    </a:lnTo>
                    <a:cubicBezTo>
                      <a:pt x="722" y="671"/>
                      <a:pt x="762" y="680"/>
                      <a:pt x="800" y="680"/>
                    </a:cubicBezTo>
                    <a:cubicBezTo>
                      <a:pt x="839" y="680"/>
                      <a:pt x="877" y="671"/>
                      <a:pt x="906" y="653"/>
                    </a:cubicBezTo>
                    <a:lnTo>
                      <a:pt x="1143" y="516"/>
                    </a:lnTo>
                    <a:cubicBezTo>
                      <a:pt x="1199" y="480"/>
                      <a:pt x="1199" y="423"/>
                      <a:pt x="1143" y="394"/>
                    </a:cubicBezTo>
                    <a:lnTo>
                      <a:pt x="509" y="26"/>
                    </a:lnTo>
                    <a:cubicBezTo>
                      <a:pt x="481" y="9"/>
                      <a:pt x="443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7" name="Google Shape;8587;p71">
                <a:extLst>
                  <a:ext uri="{FF2B5EF4-FFF2-40B4-BE49-F238E27FC236}">
                    <a16:creationId xmlns:a16="http://schemas.microsoft.com/office/drawing/2014/main" id="{4C28F305-9F58-1E27-53D3-EBD07F4D5B37}"/>
                  </a:ext>
                </a:extLst>
              </p:cNvPr>
              <p:cNvSpPr/>
              <p:nvPr/>
            </p:nvSpPr>
            <p:spPr>
              <a:xfrm>
                <a:off x="-3445263" y="2212514"/>
                <a:ext cx="128910" cy="71543"/>
              </a:xfrm>
              <a:custGeom>
                <a:avLst/>
                <a:gdLst/>
                <a:ahLst/>
                <a:cxnLst/>
                <a:rect l="l" t="t" r="r" b="b"/>
                <a:pathLst>
                  <a:path w="973" h="540" extrusionOk="0">
                    <a:moveTo>
                      <a:pt x="415" y="0"/>
                    </a:moveTo>
                    <a:cubicBezTo>
                      <a:pt x="377" y="0"/>
                      <a:pt x="339" y="8"/>
                      <a:pt x="310" y="22"/>
                    </a:cubicBezTo>
                    <a:lnTo>
                      <a:pt x="58" y="166"/>
                    </a:lnTo>
                    <a:cubicBezTo>
                      <a:pt x="1" y="202"/>
                      <a:pt x="1" y="261"/>
                      <a:pt x="58" y="288"/>
                    </a:cubicBezTo>
                    <a:lnTo>
                      <a:pt x="455" y="519"/>
                    </a:lnTo>
                    <a:cubicBezTo>
                      <a:pt x="483" y="533"/>
                      <a:pt x="521" y="540"/>
                      <a:pt x="558" y="540"/>
                    </a:cubicBezTo>
                    <a:cubicBezTo>
                      <a:pt x="596" y="540"/>
                      <a:pt x="633" y="533"/>
                      <a:pt x="662" y="519"/>
                    </a:cubicBezTo>
                    <a:lnTo>
                      <a:pt x="913" y="374"/>
                    </a:lnTo>
                    <a:cubicBezTo>
                      <a:pt x="972" y="338"/>
                      <a:pt x="972" y="281"/>
                      <a:pt x="913" y="252"/>
                    </a:cubicBezTo>
                    <a:lnTo>
                      <a:pt x="518" y="22"/>
                    </a:lnTo>
                    <a:cubicBezTo>
                      <a:pt x="490" y="8"/>
                      <a:pt x="452" y="0"/>
                      <a:pt x="4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8" name="Google Shape;8588;p71">
                <a:extLst>
                  <a:ext uri="{FF2B5EF4-FFF2-40B4-BE49-F238E27FC236}">
                    <a16:creationId xmlns:a16="http://schemas.microsoft.com/office/drawing/2014/main" id="{89451BAF-2C5A-F419-DB41-9082ADACED1E}"/>
                  </a:ext>
                </a:extLst>
              </p:cNvPr>
              <p:cNvSpPr/>
              <p:nvPr/>
            </p:nvSpPr>
            <p:spPr>
              <a:xfrm>
                <a:off x="-3371866" y="2169986"/>
                <a:ext cx="190517" cy="108110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816" extrusionOk="0">
                    <a:moveTo>
                      <a:pt x="410" y="1"/>
                    </a:moveTo>
                    <a:cubicBezTo>
                      <a:pt x="371" y="1"/>
                      <a:pt x="331" y="10"/>
                      <a:pt x="303" y="28"/>
                    </a:cubicBezTo>
                    <a:lnTo>
                      <a:pt x="58" y="171"/>
                    </a:lnTo>
                    <a:cubicBezTo>
                      <a:pt x="1" y="200"/>
                      <a:pt x="1" y="257"/>
                      <a:pt x="58" y="293"/>
                    </a:cubicBezTo>
                    <a:lnTo>
                      <a:pt x="920" y="789"/>
                    </a:lnTo>
                    <a:cubicBezTo>
                      <a:pt x="949" y="807"/>
                      <a:pt x="987" y="816"/>
                      <a:pt x="1025" y="816"/>
                    </a:cubicBezTo>
                    <a:cubicBezTo>
                      <a:pt x="1063" y="816"/>
                      <a:pt x="1100" y="807"/>
                      <a:pt x="1129" y="789"/>
                    </a:cubicBezTo>
                    <a:lnTo>
                      <a:pt x="1381" y="645"/>
                    </a:lnTo>
                    <a:cubicBezTo>
                      <a:pt x="1438" y="609"/>
                      <a:pt x="1438" y="559"/>
                      <a:pt x="1381" y="523"/>
                    </a:cubicBezTo>
                    <a:lnTo>
                      <a:pt x="518" y="28"/>
                    </a:lnTo>
                    <a:cubicBezTo>
                      <a:pt x="490" y="10"/>
                      <a:pt x="450" y="1"/>
                      <a:pt x="4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9" name="Google Shape;8589;p71">
                <a:extLst>
                  <a:ext uri="{FF2B5EF4-FFF2-40B4-BE49-F238E27FC236}">
                    <a16:creationId xmlns:a16="http://schemas.microsoft.com/office/drawing/2014/main" id="{5A8FA305-163B-93B2-EEFD-BB8AD5833064}"/>
                  </a:ext>
                </a:extLst>
              </p:cNvPr>
              <p:cNvSpPr/>
              <p:nvPr/>
            </p:nvSpPr>
            <p:spPr>
              <a:xfrm>
                <a:off x="-3217519" y="2259547"/>
                <a:ext cx="112482" cy="62402"/>
              </a:xfrm>
              <a:custGeom>
                <a:avLst/>
                <a:gdLst/>
                <a:ahLst/>
                <a:cxnLst/>
                <a:rect l="l" t="t" r="r" b="b"/>
                <a:pathLst>
                  <a:path w="849" h="471" extrusionOk="0">
                    <a:moveTo>
                      <a:pt x="413" y="0"/>
                    </a:moveTo>
                    <a:cubicBezTo>
                      <a:pt x="375" y="0"/>
                      <a:pt x="337" y="9"/>
                      <a:pt x="309" y="26"/>
                    </a:cubicBezTo>
                    <a:lnTo>
                      <a:pt x="57" y="171"/>
                    </a:lnTo>
                    <a:cubicBezTo>
                      <a:pt x="0" y="199"/>
                      <a:pt x="7" y="257"/>
                      <a:pt x="64" y="294"/>
                    </a:cubicBezTo>
                    <a:lnTo>
                      <a:pt x="331" y="444"/>
                    </a:lnTo>
                    <a:cubicBezTo>
                      <a:pt x="360" y="462"/>
                      <a:pt x="399" y="471"/>
                      <a:pt x="438" y="471"/>
                    </a:cubicBezTo>
                    <a:cubicBezTo>
                      <a:pt x="478" y="471"/>
                      <a:pt x="518" y="462"/>
                      <a:pt x="547" y="444"/>
                    </a:cubicBezTo>
                    <a:lnTo>
                      <a:pt x="790" y="301"/>
                    </a:lnTo>
                    <a:cubicBezTo>
                      <a:pt x="849" y="271"/>
                      <a:pt x="849" y="214"/>
                      <a:pt x="790" y="178"/>
                    </a:cubicBezTo>
                    <a:lnTo>
                      <a:pt x="518" y="26"/>
                    </a:lnTo>
                    <a:cubicBezTo>
                      <a:pt x="489" y="9"/>
                      <a:pt x="451" y="0"/>
                      <a:pt x="4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0" name="Google Shape;8590;p71">
                <a:extLst>
                  <a:ext uri="{FF2B5EF4-FFF2-40B4-BE49-F238E27FC236}">
                    <a16:creationId xmlns:a16="http://schemas.microsoft.com/office/drawing/2014/main" id="{8E53F48E-A696-9E6E-77E2-5764D4968302}"/>
                  </a:ext>
                </a:extLst>
              </p:cNvPr>
              <p:cNvSpPr/>
              <p:nvPr/>
            </p:nvSpPr>
            <p:spPr>
              <a:xfrm>
                <a:off x="-3141472" y="2303267"/>
                <a:ext cx="108640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57" extrusionOk="0">
                    <a:moveTo>
                      <a:pt x="414" y="0"/>
                    </a:moveTo>
                    <a:cubicBezTo>
                      <a:pt x="377" y="0"/>
                      <a:pt x="339" y="9"/>
                      <a:pt x="309" y="27"/>
                    </a:cubicBezTo>
                    <a:lnTo>
                      <a:pt x="66" y="171"/>
                    </a:lnTo>
                    <a:cubicBezTo>
                      <a:pt x="1" y="207"/>
                      <a:pt x="7" y="257"/>
                      <a:pt x="66" y="293"/>
                    </a:cubicBezTo>
                    <a:lnTo>
                      <a:pt x="302" y="429"/>
                    </a:lnTo>
                    <a:cubicBezTo>
                      <a:pt x="332" y="448"/>
                      <a:pt x="370" y="457"/>
                      <a:pt x="407" y="457"/>
                    </a:cubicBezTo>
                    <a:cubicBezTo>
                      <a:pt x="445" y="457"/>
                      <a:pt x="483" y="448"/>
                      <a:pt x="511" y="429"/>
                    </a:cubicBezTo>
                    <a:lnTo>
                      <a:pt x="763" y="286"/>
                    </a:lnTo>
                    <a:cubicBezTo>
                      <a:pt x="820" y="250"/>
                      <a:pt x="820" y="200"/>
                      <a:pt x="763" y="164"/>
                    </a:cubicBezTo>
                    <a:lnTo>
                      <a:pt x="518" y="27"/>
                    </a:lnTo>
                    <a:cubicBezTo>
                      <a:pt x="490" y="9"/>
                      <a:pt x="452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1" name="Google Shape;8591;p71">
                <a:extLst>
                  <a:ext uri="{FF2B5EF4-FFF2-40B4-BE49-F238E27FC236}">
                    <a16:creationId xmlns:a16="http://schemas.microsoft.com/office/drawing/2014/main" id="{5F2678FD-EEFB-776B-E57A-A3C3D0F64343}"/>
                  </a:ext>
                </a:extLst>
              </p:cNvPr>
              <p:cNvSpPr/>
              <p:nvPr/>
            </p:nvSpPr>
            <p:spPr>
              <a:xfrm>
                <a:off x="-2247188" y="2649984"/>
                <a:ext cx="167729" cy="94861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716" extrusionOk="0">
                    <a:moveTo>
                      <a:pt x="429" y="0"/>
                    </a:moveTo>
                    <a:cubicBezTo>
                      <a:pt x="391" y="0"/>
                      <a:pt x="353" y="9"/>
                      <a:pt x="324" y="27"/>
                    </a:cubicBezTo>
                    <a:lnTo>
                      <a:pt x="58" y="184"/>
                    </a:lnTo>
                    <a:cubicBezTo>
                      <a:pt x="1" y="214"/>
                      <a:pt x="1" y="271"/>
                      <a:pt x="58" y="307"/>
                    </a:cubicBezTo>
                    <a:lnTo>
                      <a:pt x="727" y="688"/>
                    </a:lnTo>
                    <a:cubicBezTo>
                      <a:pt x="756" y="706"/>
                      <a:pt x="793" y="715"/>
                      <a:pt x="831" y="715"/>
                    </a:cubicBezTo>
                    <a:cubicBezTo>
                      <a:pt x="868" y="715"/>
                      <a:pt x="906" y="706"/>
                      <a:pt x="934" y="688"/>
                    </a:cubicBezTo>
                    <a:lnTo>
                      <a:pt x="1208" y="538"/>
                    </a:lnTo>
                    <a:cubicBezTo>
                      <a:pt x="1265" y="502"/>
                      <a:pt x="1265" y="443"/>
                      <a:pt x="1208" y="416"/>
                    </a:cubicBezTo>
                    <a:lnTo>
                      <a:pt x="539" y="27"/>
                    </a:lnTo>
                    <a:cubicBezTo>
                      <a:pt x="507" y="9"/>
                      <a:pt x="468" y="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2" name="Google Shape;8592;p71">
                <a:extLst>
                  <a:ext uri="{FF2B5EF4-FFF2-40B4-BE49-F238E27FC236}">
                    <a16:creationId xmlns:a16="http://schemas.microsoft.com/office/drawing/2014/main" id="{F92C5EB6-C36C-E94F-6F41-BE56459EDD92}"/>
                  </a:ext>
                </a:extLst>
              </p:cNvPr>
              <p:cNvSpPr/>
              <p:nvPr/>
            </p:nvSpPr>
            <p:spPr>
              <a:xfrm>
                <a:off x="-2322308" y="2606926"/>
                <a:ext cx="113277" cy="63594"/>
              </a:xfrm>
              <a:custGeom>
                <a:avLst/>
                <a:gdLst/>
                <a:ahLst/>
                <a:cxnLst/>
                <a:rect l="l" t="t" r="r" b="b"/>
                <a:pathLst>
                  <a:path w="855" h="480" extrusionOk="0">
                    <a:moveTo>
                      <a:pt x="435" y="1"/>
                    </a:moveTo>
                    <a:cubicBezTo>
                      <a:pt x="397" y="1"/>
                      <a:pt x="359" y="10"/>
                      <a:pt x="330" y="28"/>
                    </a:cubicBezTo>
                    <a:lnTo>
                      <a:pt x="57" y="180"/>
                    </a:lnTo>
                    <a:cubicBezTo>
                      <a:pt x="0" y="216"/>
                      <a:pt x="0" y="273"/>
                      <a:pt x="57" y="302"/>
                    </a:cubicBezTo>
                    <a:lnTo>
                      <a:pt x="316" y="453"/>
                    </a:lnTo>
                    <a:cubicBezTo>
                      <a:pt x="348" y="471"/>
                      <a:pt x="388" y="480"/>
                      <a:pt x="426" y="480"/>
                    </a:cubicBezTo>
                    <a:cubicBezTo>
                      <a:pt x="465" y="480"/>
                      <a:pt x="503" y="471"/>
                      <a:pt x="532" y="453"/>
                    </a:cubicBezTo>
                    <a:lnTo>
                      <a:pt x="797" y="294"/>
                    </a:lnTo>
                    <a:cubicBezTo>
                      <a:pt x="854" y="266"/>
                      <a:pt x="854" y="208"/>
                      <a:pt x="797" y="173"/>
                    </a:cubicBezTo>
                    <a:lnTo>
                      <a:pt x="539" y="28"/>
                    </a:lnTo>
                    <a:cubicBezTo>
                      <a:pt x="510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3" name="Google Shape;8593;p71">
                <a:extLst>
                  <a:ext uri="{FF2B5EF4-FFF2-40B4-BE49-F238E27FC236}">
                    <a16:creationId xmlns:a16="http://schemas.microsoft.com/office/drawing/2014/main" id="{178FD7FB-9FFA-1F39-3484-28D0117B824A}"/>
                  </a:ext>
                </a:extLst>
              </p:cNvPr>
              <p:cNvSpPr/>
              <p:nvPr/>
            </p:nvSpPr>
            <p:spPr>
              <a:xfrm>
                <a:off x="-2368016" y="2665883"/>
                <a:ext cx="212377" cy="120829"/>
              </a:xfrm>
              <a:custGeom>
                <a:avLst/>
                <a:gdLst/>
                <a:ahLst/>
                <a:cxnLst/>
                <a:rect l="l" t="t" r="r" b="b"/>
                <a:pathLst>
                  <a:path w="1603" h="912" extrusionOk="0">
                    <a:moveTo>
                      <a:pt x="399" y="1"/>
                    </a:moveTo>
                    <a:cubicBezTo>
                      <a:pt x="361" y="1"/>
                      <a:pt x="323" y="8"/>
                      <a:pt x="294" y="21"/>
                    </a:cubicBezTo>
                    <a:lnTo>
                      <a:pt x="57" y="159"/>
                    </a:lnTo>
                    <a:cubicBezTo>
                      <a:pt x="0" y="194"/>
                      <a:pt x="0" y="252"/>
                      <a:pt x="57" y="280"/>
                    </a:cubicBezTo>
                    <a:lnTo>
                      <a:pt x="1099" y="884"/>
                    </a:lnTo>
                    <a:cubicBezTo>
                      <a:pt x="1128" y="902"/>
                      <a:pt x="1166" y="911"/>
                      <a:pt x="1204" y="911"/>
                    </a:cubicBezTo>
                    <a:cubicBezTo>
                      <a:pt x="1242" y="911"/>
                      <a:pt x="1280" y="902"/>
                      <a:pt x="1308" y="884"/>
                    </a:cubicBezTo>
                    <a:lnTo>
                      <a:pt x="1544" y="748"/>
                    </a:lnTo>
                    <a:cubicBezTo>
                      <a:pt x="1603" y="711"/>
                      <a:pt x="1603" y="661"/>
                      <a:pt x="1544" y="625"/>
                    </a:cubicBezTo>
                    <a:lnTo>
                      <a:pt x="502" y="21"/>
                    </a:lnTo>
                    <a:cubicBezTo>
                      <a:pt x="474" y="8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4" name="Google Shape;8594;p71">
                <a:extLst>
                  <a:ext uri="{FF2B5EF4-FFF2-40B4-BE49-F238E27FC236}">
                    <a16:creationId xmlns:a16="http://schemas.microsoft.com/office/drawing/2014/main" id="{11A5A655-726C-FF95-385E-FE0201334427}"/>
                  </a:ext>
                </a:extLst>
              </p:cNvPr>
              <p:cNvSpPr/>
              <p:nvPr/>
            </p:nvSpPr>
            <p:spPr>
              <a:xfrm>
                <a:off x="-2441413" y="2623222"/>
                <a:ext cx="107845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14" h="457" extrusionOk="0">
                    <a:moveTo>
                      <a:pt x="399" y="0"/>
                    </a:moveTo>
                    <a:cubicBezTo>
                      <a:pt x="362" y="0"/>
                      <a:pt x="324" y="10"/>
                      <a:pt x="296" y="28"/>
                    </a:cubicBezTo>
                    <a:lnTo>
                      <a:pt x="57" y="164"/>
                    </a:lnTo>
                    <a:cubicBezTo>
                      <a:pt x="1" y="200"/>
                      <a:pt x="1" y="250"/>
                      <a:pt x="57" y="286"/>
                    </a:cubicBezTo>
                    <a:lnTo>
                      <a:pt x="309" y="430"/>
                    </a:lnTo>
                    <a:cubicBezTo>
                      <a:pt x="338" y="448"/>
                      <a:pt x="375" y="457"/>
                      <a:pt x="413" y="457"/>
                    </a:cubicBezTo>
                    <a:cubicBezTo>
                      <a:pt x="451" y="457"/>
                      <a:pt x="489" y="448"/>
                      <a:pt x="518" y="430"/>
                    </a:cubicBezTo>
                    <a:lnTo>
                      <a:pt x="754" y="293"/>
                    </a:lnTo>
                    <a:cubicBezTo>
                      <a:pt x="813" y="257"/>
                      <a:pt x="813" y="200"/>
                      <a:pt x="754" y="171"/>
                    </a:cubicBezTo>
                    <a:lnTo>
                      <a:pt x="503" y="28"/>
                    </a:lnTo>
                    <a:cubicBezTo>
                      <a:pt x="474" y="10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5" name="Google Shape;8595;p71">
                <a:extLst>
                  <a:ext uri="{FF2B5EF4-FFF2-40B4-BE49-F238E27FC236}">
                    <a16:creationId xmlns:a16="http://schemas.microsoft.com/office/drawing/2014/main" id="{72CBD7F4-A6A6-5B6C-E163-6A5D3DED3243}"/>
                  </a:ext>
                </a:extLst>
              </p:cNvPr>
              <p:cNvSpPr/>
              <p:nvPr/>
            </p:nvSpPr>
            <p:spPr>
              <a:xfrm>
                <a:off x="-3027136" y="2285249"/>
                <a:ext cx="108640" cy="60547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57" extrusionOk="0">
                    <a:moveTo>
                      <a:pt x="407" y="0"/>
                    </a:moveTo>
                    <a:cubicBezTo>
                      <a:pt x="369" y="0"/>
                      <a:pt x="331" y="9"/>
                      <a:pt x="302" y="27"/>
                    </a:cubicBezTo>
                    <a:lnTo>
                      <a:pt x="66" y="163"/>
                    </a:lnTo>
                    <a:cubicBezTo>
                      <a:pt x="0" y="200"/>
                      <a:pt x="7" y="257"/>
                      <a:pt x="66" y="286"/>
                    </a:cubicBezTo>
                    <a:lnTo>
                      <a:pt x="309" y="429"/>
                    </a:lnTo>
                    <a:cubicBezTo>
                      <a:pt x="338" y="447"/>
                      <a:pt x="378" y="456"/>
                      <a:pt x="417" y="456"/>
                    </a:cubicBezTo>
                    <a:cubicBezTo>
                      <a:pt x="457" y="456"/>
                      <a:pt x="496" y="447"/>
                      <a:pt x="525" y="429"/>
                    </a:cubicBezTo>
                    <a:lnTo>
                      <a:pt x="763" y="293"/>
                    </a:lnTo>
                    <a:cubicBezTo>
                      <a:pt x="820" y="257"/>
                      <a:pt x="820" y="207"/>
                      <a:pt x="763" y="170"/>
                    </a:cubicBezTo>
                    <a:lnTo>
                      <a:pt x="511" y="27"/>
                    </a:lnTo>
                    <a:cubicBezTo>
                      <a:pt x="482" y="9"/>
                      <a:pt x="44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6" name="Google Shape;8596;p71">
                <a:extLst>
                  <a:ext uri="{FF2B5EF4-FFF2-40B4-BE49-F238E27FC236}">
                    <a16:creationId xmlns:a16="http://schemas.microsoft.com/office/drawing/2014/main" id="{C8C15738-4807-98B4-9734-762D7CF109A8}"/>
                  </a:ext>
                </a:extLst>
              </p:cNvPr>
              <p:cNvSpPr/>
              <p:nvPr/>
            </p:nvSpPr>
            <p:spPr>
              <a:xfrm>
                <a:off x="-2042364" y="2683106"/>
                <a:ext cx="114469" cy="63594"/>
              </a:xfrm>
              <a:custGeom>
                <a:avLst/>
                <a:gdLst/>
                <a:ahLst/>
                <a:cxnLst/>
                <a:rect l="l" t="t" r="r" b="b"/>
                <a:pathLst>
                  <a:path w="864" h="480" extrusionOk="0">
                    <a:moveTo>
                      <a:pt x="402" y="0"/>
                    </a:moveTo>
                    <a:cubicBezTo>
                      <a:pt x="363" y="0"/>
                      <a:pt x="323" y="7"/>
                      <a:pt x="294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58" y="288"/>
                    </a:cubicBezTo>
                    <a:lnTo>
                      <a:pt x="353" y="452"/>
                    </a:lnTo>
                    <a:cubicBezTo>
                      <a:pt x="381" y="470"/>
                      <a:pt x="420" y="479"/>
                      <a:pt x="460" y="479"/>
                    </a:cubicBezTo>
                    <a:cubicBezTo>
                      <a:pt x="499" y="479"/>
                      <a:pt x="539" y="470"/>
                      <a:pt x="568" y="452"/>
                    </a:cubicBezTo>
                    <a:lnTo>
                      <a:pt x="805" y="316"/>
                    </a:lnTo>
                    <a:cubicBezTo>
                      <a:pt x="863" y="279"/>
                      <a:pt x="863" y="229"/>
                      <a:pt x="805" y="193"/>
                    </a:cubicBezTo>
                    <a:lnTo>
                      <a:pt x="510" y="21"/>
                    </a:lnTo>
                    <a:cubicBezTo>
                      <a:pt x="481" y="7"/>
                      <a:pt x="442" y="0"/>
                      <a:pt x="4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7" name="Google Shape;8597;p71">
                <a:extLst>
                  <a:ext uri="{FF2B5EF4-FFF2-40B4-BE49-F238E27FC236}">
                    <a16:creationId xmlns:a16="http://schemas.microsoft.com/office/drawing/2014/main" id="{4A766EAE-5C6B-ECB8-C89D-58101DFA4DCE}"/>
                  </a:ext>
                </a:extLst>
              </p:cNvPr>
              <p:cNvSpPr/>
              <p:nvPr/>
            </p:nvSpPr>
            <p:spPr>
              <a:xfrm>
                <a:off x="-2118676" y="2724177"/>
                <a:ext cx="119239" cy="66641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03" extrusionOk="0">
                    <a:moveTo>
                      <a:pt x="435" y="1"/>
                    </a:moveTo>
                    <a:cubicBezTo>
                      <a:pt x="398" y="1"/>
                      <a:pt x="360" y="10"/>
                      <a:pt x="332" y="28"/>
                    </a:cubicBezTo>
                    <a:lnTo>
                      <a:pt x="59" y="185"/>
                    </a:lnTo>
                    <a:cubicBezTo>
                      <a:pt x="0" y="221"/>
                      <a:pt x="0" y="271"/>
                      <a:pt x="66" y="308"/>
                    </a:cubicBezTo>
                    <a:lnTo>
                      <a:pt x="361" y="480"/>
                    </a:lnTo>
                    <a:cubicBezTo>
                      <a:pt x="389" y="495"/>
                      <a:pt x="427" y="502"/>
                      <a:pt x="464" y="502"/>
                    </a:cubicBezTo>
                    <a:cubicBezTo>
                      <a:pt x="502" y="502"/>
                      <a:pt x="540" y="495"/>
                      <a:pt x="568" y="480"/>
                    </a:cubicBezTo>
                    <a:lnTo>
                      <a:pt x="842" y="323"/>
                    </a:lnTo>
                    <a:cubicBezTo>
                      <a:pt x="899" y="287"/>
                      <a:pt x="899" y="237"/>
                      <a:pt x="835" y="201"/>
                    </a:cubicBezTo>
                    <a:lnTo>
                      <a:pt x="540" y="28"/>
                    </a:lnTo>
                    <a:cubicBezTo>
                      <a:pt x="511" y="10"/>
                      <a:pt x="473" y="1"/>
                      <a:pt x="4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8" name="Google Shape;8598;p71">
                <a:extLst>
                  <a:ext uri="{FF2B5EF4-FFF2-40B4-BE49-F238E27FC236}">
                    <a16:creationId xmlns:a16="http://schemas.microsoft.com/office/drawing/2014/main" id="{3F2494A1-2D00-604A-EC10-0FD60F0A9B11}"/>
                  </a:ext>
                </a:extLst>
              </p:cNvPr>
              <p:cNvSpPr/>
              <p:nvPr/>
            </p:nvSpPr>
            <p:spPr>
              <a:xfrm>
                <a:off x="-2555617" y="2386204"/>
                <a:ext cx="102943" cy="57632"/>
              </a:xfrm>
              <a:custGeom>
                <a:avLst/>
                <a:gdLst/>
                <a:ahLst/>
                <a:cxnLst/>
                <a:rect l="l" t="t" r="r" b="b"/>
                <a:pathLst>
                  <a:path w="777" h="435" extrusionOk="0">
                    <a:moveTo>
                      <a:pt x="402" y="1"/>
                    </a:moveTo>
                    <a:cubicBezTo>
                      <a:pt x="363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0"/>
                      <a:pt x="0" y="257"/>
                      <a:pt x="57" y="293"/>
                    </a:cubicBezTo>
                    <a:lnTo>
                      <a:pt x="266" y="407"/>
                    </a:lnTo>
                    <a:cubicBezTo>
                      <a:pt x="294" y="425"/>
                      <a:pt x="334" y="434"/>
                      <a:pt x="373" y="434"/>
                    </a:cubicBezTo>
                    <a:cubicBezTo>
                      <a:pt x="413" y="434"/>
                      <a:pt x="453" y="425"/>
                      <a:pt x="481" y="407"/>
                    </a:cubicBezTo>
                    <a:lnTo>
                      <a:pt x="718" y="271"/>
                    </a:lnTo>
                    <a:cubicBezTo>
                      <a:pt x="776" y="235"/>
                      <a:pt x="776" y="185"/>
                      <a:pt x="718" y="148"/>
                    </a:cubicBezTo>
                    <a:lnTo>
                      <a:pt x="511" y="28"/>
                    </a:lnTo>
                    <a:cubicBezTo>
                      <a:pt x="481" y="10"/>
                      <a:pt x="442" y="1"/>
                      <a:pt x="4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9" name="Google Shape;8599;p71">
                <a:extLst>
                  <a:ext uri="{FF2B5EF4-FFF2-40B4-BE49-F238E27FC236}">
                    <a16:creationId xmlns:a16="http://schemas.microsoft.com/office/drawing/2014/main" id="{9AAABB5A-2FB1-3DCB-67E6-64CD3248A507}"/>
                  </a:ext>
                </a:extLst>
              </p:cNvPr>
              <p:cNvSpPr/>
              <p:nvPr/>
            </p:nvSpPr>
            <p:spPr>
              <a:xfrm>
                <a:off x="-1970159" y="2655681"/>
                <a:ext cx="87972" cy="49153"/>
              </a:xfrm>
              <a:custGeom>
                <a:avLst/>
                <a:gdLst/>
                <a:ahLst/>
                <a:cxnLst/>
                <a:rect l="l" t="t" r="r" b="b"/>
                <a:pathLst>
                  <a:path w="664" h="371" extrusionOk="0">
                    <a:moveTo>
                      <a:pt x="206" y="0"/>
                    </a:moveTo>
                    <a:cubicBezTo>
                      <a:pt x="169" y="0"/>
                      <a:pt x="131" y="9"/>
                      <a:pt x="103" y="28"/>
                    </a:cubicBezTo>
                    <a:lnTo>
                      <a:pt x="59" y="48"/>
                    </a:lnTo>
                    <a:cubicBezTo>
                      <a:pt x="1" y="85"/>
                      <a:pt x="1" y="141"/>
                      <a:pt x="59" y="171"/>
                    </a:cubicBezTo>
                    <a:lnTo>
                      <a:pt x="361" y="343"/>
                    </a:lnTo>
                    <a:cubicBezTo>
                      <a:pt x="390" y="361"/>
                      <a:pt x="427" y="370"/>
                      <a:pt x="465" y="370"/>
                    </a:cubicBezTo>
                    <a:cubicBezTo>
                      <a:pt x="502" y="370"/>
                      <a:pt x="540" y="361"/>
                      <a:pt x="568" y="343"/>
                    </a:cubicBezTo>
                    <a:lnTo>
                      <a:pt x="605" y="323"/>
                    </a:lnTo>
                    <a:cubicBezTo>
                      <a:pt x="663" y="286"/>
                      <a:pt x="663" y="236"/>
                      <a:pt x="605" y="200"/>
                    </a:cubicBezTo>
                    <a:lnTo>
                      <a:pt x="310" y="28"/>
                    </a:lnTo>
                    <a:cubicBezTo>
                      <a:pt x="281" y="9"/>
                      <a:pt x="24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0" name="Google Shape;8600;p71">
                <a:extLst>
                  <a:ext uri="{FF2B5EF4-FFF2-40B4-BE49-F238E27FC236}">
                    <a16:creationId xmlns:a16="http://schemas.microsoft.com/office/drawing/2014/main" id="{8AF336CF-88DE-A67D-DE93-5B6FD52A3C0B}"/>
                  </a:ext>
                </a:extLst>
              </p:cNvPr>
              <p:cNvSpPr/>
              <p:nvPr/>
            </p:nvSpPr>
            <p:spPr>
              <a:xfrm>
                <a:off x="-2118676" y="2570625"/>
                <a:ext cx="84924" cy="46636"/>
              </a:xfrm>
              <a:custGeom>
                <a:avLst/>
                <a:gdLst/>
                <a:ahLst/>
                <a:cxnLst/>
                <a:rect l="l" t="t" r="r" b="b"/>
                <a:pathLst>
                  <a:path w="641" h="352" extrusionOk="0">
                    <a:moveTo>
                      <a:pt x="206" y="1"/>
                    </a:moveTo>
                    <a:cubicBezTo>
                      <a:pt x="168" y="1"/>
                      <a:pt x="131" y="8"/>
                      <a:pt x="102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66"/>
                    </a:cubicBezTo>
                    <a:lnTo>
                      <a:pt x="332" y="325"/>
                    </a:lnTo>
                    <a:cubicBezTo>
                      <a:pt x="360" y="343"/>
                      <a:pt x="398" y="352"/>
                      <a:pt x="435" y="352"/>
                    </a:cubicBezTo>
                    <a:cubicBezTo>
                      <a:pt x="473" y="352"/>
                      <a:pt x="511" y="343"/>
                      <a:pt x="540" y="325"/>
                    </a:cubicBezTo>
                    <a:lnTo>
                      <a:pt x="584" y="302"/>
                    </a:lnTo>
                    <a:cubicBezTo>
                      <a:pt x="640" y="266"/>
                      <a:pt x="640" y="216"/>
                      <a:pt x="584" y="180"/>
                    </a:cubicBezTo>
                    <a:lnTo>
                      <a:pt x="309" y="23"/>
                    </a:lnTo>
                    <a:cubicBezTo>
                      <a:pt x="281" y="8"/>
                      <a:pt x="243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1" name="Google Shape;8601;p71">
                <a:extLst>
                  <a:ext uri="{FF2B5EF4-FFF2-40B4-BE49-F238E27FC236}">
                    <a16:creationId xmlns:a16="http://schemas.microsoft.com/office/drawing/2014/main" id="{A1AA6931-712B-6D4A-9DFB-0BC9F8D74DE2}"/>
                  </a:ext>
                </a:extLst>
              </p:cNvPr>
              <p:cNvSpPr/>
              <p:nvPr/>
            </p:nvSpPr>
            <p:spPr>
              <a:xfrm>
                <a:off x="-2042364" y="2614478"/>
                <a:ext cx="81082" cy="44648"/>
              </a:xfrm>
              <a:custGeom>
                <a:avLst/>
                <a:gdLst/>
                <a:ahLst/>
                <a:cxnLst/>
                <a:rect l="l" t="t" r="r" b="b"/>
                <a:pathLst>
                  <a:path w="612" h="337" extrusionOk="0">
                    <a:moveTo>
                      <a:pt x="204" y="0"/>
                    </a:moveTo>
                    <a:cubicBezTo>
                      <a:pt x="167" y="0"/>
                      <a:pt x="129" y="7"/>
                      <a:pt x="101" y="21"/>
                    </a:cubicBezTo>
                    <a:lnTo>
                      <a:pt x="58" y="51"/>
                    </a:lnTo>
                    <a:cubicBezTo>
                      <a:pt x="1" y="80"/>
                      <a:pt x="1" y="137"/>
                      <a:pt x="64" y="173"/>
                    </a:cubicBezTo>
                    <a:lnTo>
                      <a:pt x="303" y="309"/>
                    </a:lnTo>
                    <a:cubicBezTo>
                      <a:pt x="331" y="327"/>
                      <a:pt x="368" y="336"/>
                      <a:pt x="406" y="336"/>
                    </a:cubicBezTo>
                    <a:cubicBezTo>
                      <a:pt x="444" y="336"/>
                      <a:pt x="481" y="327"/>
                      <a:pt x="510" y="309"/>
                    </a:cubicBezTo>
                    <a:lnTo>
                      <a:pt x="553" y="289"/>
                    </a:lnTo>
                    <a:cubicBezTo>
                      <a:pt x="611" y="252"/>
                      <a:pt x="611" y="194"/>
                      <a:pt x="553" y="166"/>
                    </a:cubicBezTo>
                    <a:lnTo>
                      <a:pt x="309" y="21"/>
                    </a:lnTo>
                    <a:cubicBezTo>
                      <a:pt x="280" y="7"/>
                      <a:pt x="242" y="0"/>
                      <a:pt x="2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2" name="Google Shape;8602;p71">
                <a:extLst>
                  <a:ext uri="{FF2B5EF4-FFF2-40B4-BE49-F238E27FC236}">
                    <a16:creationId xmlns:a16="http://schemas.microsoft.com/office/drawing/2014/main" id="{94D2BAF3-3A44-33AA-3009-6FB9B2FC0B44}"/>
                  </a:ext>
                </a:extLst>
              </p:cNvPr>
              <p:cNvSpPr/>
              <p:nvPr/>
            </p:nvSpPr>
            <p:spPr>
              <a:xfrm>
                <a:off x="-2190881" y="2597387"/>
                <a:ext cx="182965" cy="103605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782" extrusionOk="0">
                    <a:moveTo>
                      <a:pt x="405" y="0"/>
                    </a:moveTo>
                    <a:cubicBezTo>
                      <a:pt x="366" y="0"/>
                      <a:pt x="326" y="7"/>
                      <a:pt x="294" y="21"/>
                    </a:cubicBezTo>
                    <a:lnTo>
                      <a:pt x="57" y="166"/>
                    </a:lnTo>
                    <a:cubicBezTo>
                      <a:pt x="0" y="193"/>
                      <a:pt x="0" y="252"/>
                      <a:pt x="57" y="288"/>
                    </a:cubicBezTo>
                    <a:lnTo>
                      <a:pt x="877" y="754"/>
                    </a:lnTo>
                    <a:cubicBezTo>
                      <a:pt x="905" y="772"/>
                      <a:pt x="943" y="781"/>
                      <a:pt x="980" y="781"/>
                    </a:cubicBezTo>
                    <a:cubicBezTo>
                      <a:pt x="1018" y="781"/>
                      <a:pt x="1056" y="772"/>
                      <a:pt x="1085" y="754"/>
                    </a:cubicBezTo>
                    <a:lnTo>
                      <a:pt x="1322" y="618"/>
                    </a:lnTo>
                    <a:cubicBezTo>
                      <a:pt x="1380" y="581"/>
                      <a:pt x="1380" y="525"/>
                      <a:pt x="1322" y="495"/>
                    </a:cubicBezTo>
                    <a:lnTo>
                      <a:pt x="509" y="21"/>
                    </a:lnTo>
                    <a:cubicBezTo>
                      <a:pt x="481" y="7"/>
                      <a:pt x="443" y="0"/>
                      <a:pt x="4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3" name="Google Shape;8603;p71">
                <a:extLst>
                  <a:ext uri="{FF2B5EF4-FFF2-40B4-BE49-F238E27FC236}">
                    <a16:creationId xmlns:a16="http://schemas.microsoft.com/office/drawing/2014/main" id="{006541F8-7493-519A-7978-E3C7AADF4B0E}"/>
                  </a:ext>
                </a:extLst>
              </p:cNvPr>
              <p:cNvSpPr/>
              <p:nvPr/>
            </p:nvSpPr>
            <p:spPr>
              <a:xfrm>
                <a:off x="-2193001" y="2527037"/>
                <a:ext cx="83070" cy="46371"/>
              </a:xfrm>
              <a:custGeom>
                <a:avLst/>
                <a:gdLst/>
                <a:ahLst/>
                <a:cxnLst/>
                <a:rect l="l" t="t" r="r" b="b"/>
                <a:pathLst>
                  <a:path w="627" h="350" extrusionOk="0">
                    <a:moveTo>
                      <a:pt x="202" y="0"/>
                    </a:moveTo>
                    <a:cubicBezTo>
                      <a:pt x="163" y="0"/>
                      <a:pt x="123" y="9"/>
                      <a:pt x="94" y="27"/>
                    </a:cubicBezTo>
                    <a:lnTo>
                      <a:pt x="59" y="50"/>
                    </a:lnTo>
                    <a:cubicBezTo>
                      <a:pt x="1" y="86"/>
                      <a:pt x="1" y="136"/>
                      <a:pt x="59" y="172"/>
                    </a:cubicBezTo>
                    <a:lnTo>
                      <a:pt x="318" y="322"/>
                    </a:lnTo>
                    <a:cubicBezTo>
                      <a:pt x="347" y="340"/>
                      <a:pt x="384" y="350"/>
                      <a:pt x="422" y="350"/>
                    </a:cubicBezTo>
                    <a:cubicBezTo>
                      <a:pt x="459" y="350"/>
                      <a:pt x="497" y="340"/>
                      <a:pt x="525" y="322"/>
                    </a:cubicBezTo>
                    <a:lnTo>
                      <a:pt x="568" y="302"/>
                    </a:lnTo>
                    <a:cubicBezTo>
                      <a:pt x="627" y="265"/>
                      <a:pt x="627" y="207"/>
                      <a:pt x="568" y="179"/>
                    </a:cubicBezTo>
                    <a:lnTo>
                      <a:pt x="310" y="27"/>
                    </a:lnTo>
                    <a:cubicBezTo>
                      <a:pt x="281" y="9"/>
                      <a:pt x="242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4" name="Google Shape;8604;p71">
                <a:extLst>
                  <a:ext uri="{FF2B5EF4-FFF2-40B4-BE49-F238E27FC236}">
                    <a16:creationId xmlns:a16="http://schemas.microsoft.com/office/drawing/2014/main" id="{0259B107-CD39-0A59-DFFB-9A41B369A243}"/>
                  </a:ext>
                </a:extLst>
              </p:cNvPr>
              <p:cNvSpPr/>
              <p:nvPr/>
            </p:nvSpPr>
            <p:spPr>
              <a:xfrm>
                <a:off x="-2266266" y="2484906"/>
                <a:ext cx="81215" cy="44913"/>
              </a:xfrm>
              <a:custGeom>
                <a:avLst/>
                <a:gdLst/>
                <a:ahLst/>
                <a:cxnLst/>
                <a:rect l="l" t="t" r="r" b="b"/>
                <a:pathLst>
                  <a:path w="613" h="339" extrusionOk="0">
                    <a:moveTo>
                      <a:pt x="199" y="1"/>
                    </a:moveTo>
                    <a:cubicBezTo>
                      <a:pt x="161" y="1"/>
                      <a:pt x="123" y="8"/>
                      <a:pt x="95" y="23"/>
                    </a:cubicBezTo>
                    <a:lnTo>
                      <a:pt x="59" y="43"/>
                    </a:lnTo>
                    <a:cubicBezTo>
                      <a:pt x="0" y="80"/>
                      <a:pt x="0" y="137"/>
                      <a:pt x="59" y="173"/>
                    </a:cubicBezTo>
                    <a:lnTo>
                      <a:pt x="302" y="318"/>
                    </a:lnTo>
                    <a:cubicBezTo>
                      <a:pt x="335" y="332"/>
                      <a:pt x="374" y="338"/>
                      <a:pt x="413" y="338"/>
                    </a:cubicBezTo>
                    <a:cubicBezTo>
                      <a:pt x="452" y="338"/>
                      <a:pt x="489" y="332"/>
                      <a:pt x="518" y="318"/>
                    </a:cubicBezTo>
                    <a:lnTo>
                      <a:pt x="554" y="288"/>
                    </a:lnTo>
                    <a:cubicBezTo>
                      <a:pt x="612" y="259"/>
                      <a:pt x="612" y="202"/>
                      <a:pt x="554" y="166"/>
                    </a:cubicBezTo>
                    <a:lnTo>
                      <a:pt x="311" y="23"/>
                    </a:lnTo>
                    <a:cubicBezTo>
                      <a:pt x="278" y="8"/>
                      <a:pt x="238" y="1"/>
                      <a:pt x="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5" name="Google Shape;8605;p71">
                <a:extLst>
                  <a:ext uri="{FF2B5EF4-FFF2-40B4-BE49-F238E27FC236}">
                    <a16:creationId xmlns:a16="http://schemas.microsoft.com/office/drawing/2014/main" id="{87544F3A-B63C-793D-D49F-5A4A37E8F1BA}"/>
                  </a:ext>
                </a:extLst>
              </p:cNvPr>
              <p:cNvSpPr/>
              <p:nvPr/>
            </p:nvSpPr>
            <p:spPr>
              <a:xfrm>
                <a:off x="-2338604" y="2443305"/>
                <a:ext cx="80155" cy="44383"/>
              </a:xfrm>
              <a:custGeom>
                <a:avLst/>
                <a:gdLst/>
                <a:ahLst/>
                <a:cxnLst/>
                <a:rect l="l" t="t" r="r" b="b"/>
                <a:pathLst>
                  <a:path w="605" h="335" extrusionOk="0">
                    <a:moveTo>
                      <a:pt x="202" y="1"/>
                    </a:moveTo>
                    <a:cubicBezTo>
                      <a:pt x="162" y="1"/>
                      <a:pt x="122" y="10"/>
                      <a:pt x="94" y="28"/>
                    </a:cubicBezTo>
                    <a:lnTo>
                      <a:pt x="58" y="49"/>
                    </a:lnTo>
                    <a:cubicBezTo>
                      <a:pt x="1" y="78"/>
                      <a:pt x="1" y="135"/>
                      <a:pt x="58" y="171"/>
                    </a:cubicBezTo>
                    <a:lnTo>
                      <a:pt x="296" y="307"/>
                    </a:lnTo>
                    <a:cubicBezTo>
                      <a:pt x="324" y="326"/>
                      <a:pt x="364" y="335"/>
                      <a:pt x="403" y="335"/>
                    </a:cubicBezTo>
                    <a:cubicBezTo>
                      <a:pt x="442" y="335"/>
                      <a:pt x="482" y="326"/>
                      <a:pt x="512" y="307"/>
                    </a:cubicBezTo>
                    <a:lnTo>
                      <a:pt x="546" y="287"/>
                    </a:lnTo>
                    <a:cubicBezTo>
                      <a:pt x="605" y="251"/>
                      <a:pt x="605" y="192"/>
                      <a:pt x="546" y="164"/>
                    </a:cubicBezTo>
                    <a:lnTo>
                      <a:pt x="310" y="28"/>
                    </a:lnTo>
                    <a:cubicBezTo>
                      <a:pt x="281" y="10"/>
                      <a:pt x="242" y="1"/>
                      <a:pt x="2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6" name="Google Shape;8606;p71">
                <a:extLst>
                  <a:ext uri="{FF2B5EF4-FFF2-40B4-BE49-F238E27FC236}">
                    <a16:creationId xmlns:a16="http://schemas.microsoft.com/office/drawing/2014/main" id="{6D95AC45-AE97-69E9-D654-B710B9F58EBD}"/>
                  </a:ext>
                </a:extLst>
              </p:cNvPr>
              <p:cNvSpPr/>
              <p:nvPr/>
            </p:nvSpPr>
            <p:spPr>
              <a:xfrm>
                <a:off x="-2410942" y="2469803"/>
                <a:ext cx="106785" cy="59752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51" extrusionOk="0">
                    <a:moveTo>
                      <a:pt x="399" y="1"/>
                    </a:moveTo>
                    <a:cubicBezTo>
                      <a:pt x="361" y="1"/>
                      <a:pt x="323" y="10"/>
                      <a:pt x="295" y="28"/>
                    </a:cubicBezTo>
                    <a:lnTo>
                      <a:pt x="57" y="164"/>
                    </a:lnTo>
                    <a:cubicBezTo>
                      <a:pt x="0" y="201"/>
                      <a:pt x="0" y="251"/>
                      <a:pt x="57" y="287"/>
                    </a:cubicBezTo>
                    <a:lnTo>
                      <a:pt x="295" y="423"/>
                    </a:lnTo>
                    <a:cubicBezTo>
                      <a:pt x="323" y="441"/>
                      <a:pt x="361" y="450"/>
                      <a:pt x="400" y="450"/>
                    </a:cubicBezTo>
                    <a:cubicBezTo>
                      <a:pt x="438" y="450"/>
                      <a:pt x="478" y="441"/>
                      <a:pt x="511" y="423"/>
                    </a:cubicBezTo>
                    <a:lnTo>
                      <a:pt x="747" y="287"/>
                    </a:lnTo>
                    <a:cubicBezTo>
                      <a:pt x="806" y="251"/>
                      <a:pt x="806" y="201"/>
                      <a:pt x="747" y="164"/>
                    </a:cubicBezTo>
                    <a:lnTo>
                      <a:pt x="504" y="28"/>
                    </a:lnTo>
                    <a:cubicBezTo>
                      <a:pt x="474" y="10"/>
                      <a:pt x="436" y="1"/>
                      <a:pt x="3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7" name="Google Shape;8607;p71">
                <a:extLst>
                  <a:ext uri="{FF2B5EF4-FFF2-40B4-BE49-F238E27FC236}">
                    <a16:creationId xmlns:a16="http://schemas.microsoft.com/office/drawing/2014/main" id="{535BE298-85EC-4DDB-090C-DA3DE64454B8}"/>
                  </a:ext>
                </a:extLst>
              </p:cNvPr>
              <p:cNvSpPr/>
              <p:nvPr/>
            </p:nvSpPr>
            <p:spPr>
              <a:xfrm>
                <a:off x="-2339531" y="2511669"/>
                <a:ext cx="108772" cy="60812"/>
              </a:xfrm>
              <a:custGeom>
                <a:avLst/>
                <a:gdLst/>
                <a:ahLst/>
                <a:cxnLst/>
                <a:rect l="l" t="t" r="r" b="b"/>
                <a:pathLst>
                  <a:path w="821" h="459" extrusionOk="0">
                    <a:moveTo>
                      <a:pt x="406" y="0"/>
                    </a:moveTo>
                    <a:cubicBezTo>
                      <a:pt x="369" y="0"/>
                      <a:pt x="331" y="7"/>
                      <a:pt x="303" y="21"/>
                    </a:cubicBezTo>
                    <a:lnTo>
                      <a:pt x="58" y="166"/>
                    </a:lnTo>
                    <a:cubicBezTo>
                      <a:pt x="1" y="193"/>
                      <a:pt x="1" y="252"/>
                      <a:pt x="65" y="288"/>
                    </a:cubicBezTo>
                    <a:lnTo>
                      <a:pt x="310" y="431"/>
                    </a:lnTo>
                    <a:cubicBezTo>
                      <a:pt x="338" y="450"/>
                      <a:pt x="377" y="459"/>
                      <a:pt x="417" y="459"/>
                    </a:cubicBezTo>
                    <a:cubicBezTo>
                      <a:pt x="456" y="459"/>
                      <a:pt x="496" y="450"/>
                      <a:pt x="525" y="431"/>
                    </a:cubicBezTo>
                    <a:lnTo>
                      <a:pt x="762" y="288"/>
                    </a:lnTo>
                    <a:cubicBezTo>
                      <a:pt x="820" y="259"/>
                      <a:pt x="820" y="202"/>
                      <a:pt x="762" y="166"/>
                    </a:cubicBezTo>
                    <a:lnTo>
                      <a:pt x="510" y="21"/>
                    </a:lnTo>
                    <a:cubicBezTo>
                      <a:pt x="481" y="7"/>
                      <a:pt x="444" y="0"/>
                      <a:pt x="4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8" name="Google Shape;8608;p71">
                <a:extLst>
                  <a:ext uri="{FF2B5EF4-FFF2-40B4-BE49-F238E27FC236}">
                    <a16:creationId xmlns:a16="http://schemas.microsoft.com/office/drawing/2014/main" id="{1E86A764-40F8-4F18-83A1-4E13A1A055ED}"/>
                  </a:ext>
                </a:extLst>
              </p:cNvPr>
              <p:cNvSpPr/>
              <p:nvPr/>
            </p:nvSpPr>
            <p:spPr>
              <a:xfrm>
                <a:off x="-2265206" y="2553799"/>
                <a:ext cx="109567" cy="61474"/>
              </a:xfrm>
              <a:custGeom>
                <a:avLst/>
                <a:gdLst/>
                <a:ahLst/>
                <a:cxnLst/>
                <a:rect l="l" t="t" r="r" b="b"/>
                <a:pathLst>
                  <a:path w="827" h="464" extrusionOk="0">
                    <a:moveTo>
                      <a:pt x="399" y="0"/>
                    </a:moveTo>
                    <a:cubicBezTo>
                      <a:pt x="361" y="0"/>
                      <a:pt x="323" y="9"/>
                      <a:pt x="294" y="27"/>
                    </a:cubicBezTo>
                    <a:lnTo>
                      <a:pt x="58" y="163"/>
                    </a:lnTo>
                    <a:cubicBezTo>
                      <a:pt x="1" y="200"/>
                      <a:pt x="1" y="257"/>
                      <a:pt x="58" y="286"/>
                    </a:cubicBezTo>
                    <a:lnTo>
                      <a:pt x="316" y="436"/>
                    </a:lnTo>
                    <a:cubicBezTo>
                      <a:pt x="345" y="454"/>
                      <a:pt x="382" y="463"/>
                      <a:pt x="420" y="463"/>
                    </a:cubicBezTo>
                    <a:cubicBezTo>
                      <a:pt x="458" y="463"/>
                      <a:pt x="496" y="454"/>
                      <a:pt x="525" y="436"/>
                    </a:cubicBezTo>
                    <a:lnTo>
                      <a:pt x="768" y="300"/>
                    </a:lnTo>
                    <a:cubicBezTo>
                      <a:pt x="827" y="264"/>
                      <a:pt x="827" y="207"/>
                      <a:pt x="761" y="177"/>
                    </a:cubicBezTo>
                    <a:lnTo>
                      <a:pt x="503" y="27"/>
                    </a:lnTo>
                    <a:cubicBezTo>
                      <a:pt x="474" y="9"/>
                      <a:pt x="437" y="0"/>
                      <a:pt x="3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9" name="Google Shape;8609;p71">
                <a:extLst>
                  <a:ext uri="{FF2B5EF4-FFF2-40B4-BE49-F238E27FC236}">
                    <a16:creationId xmlns:a16="http://schemas.microsoft.com/office/drawing/2014/main" id="{8DDDE234-B552-3036-5D43-2EE6C3F0F91E}"/>
                  </a:ext>
                </a:extLst>
              </p:cNvPr>
              <p:cNvSpPr/>
              <p:nvPr/>
            </p:nvSpPr>
            <p:spPr>
              <a:xfrm>
                <a:off x="-2556544" y="2317311"/>
                <a:ext cx="81877" cy="44913"/>
              </a:xfrm>
              <a:custGeom>
                <a:avLst/>
                <a:gdLst/>
                <a:ahLst/>
                <a:cxnLst/>
                <a:rect l="l" t="t" r="r" b="b"/>
                <a:pathLst>
                  <a:path w="618" h="339" extrusionOk="0">
                    <a:moveTo>
                      <a:pt x="204" y="1"/>
                    </a:moveTo>
                    <a:cubicBezTo>
                      <a:pt x="166" y="1"/>
                      <a:pt x="129" y="8"/>
                      <a:pt x="100" y="22"/>
                    </a:cubicBezTo>
                    <a:lnTo>
                      <a:pt x="57" y="51"/>
                    </a:lnTo>
                    <a:cubicBezTo>
                      <a:pt x="0" y="80"/>
                      <a:pt x="0" y="137"/>
                      <a:pt x="57" y="173"/>
                    </a:cubicBezTo>
                    <a:lnTo>
                      <a:pt x="309" y="317"/>
                    </a:lnTo>
                    <a:cubicBezTo>
                      <a:pt x="337" y="331"/>
                      <a:pt x="375" y="339"/>
                      <a:pt x="413" y="339"/>
                    </a:cubicBezTo>
                    <a:cubicBezTo>
                      <a:pt x="450" y="339"/>
                      <a:pt x="488" y="331"/>
                      <a:pt x="518" y="317"/>
                    </a:cubicBezTo>
                    <a:lnTo>
                      <a:pt x="561" y="296"/>
                    </a:lnTo>
                    <a:cubicBezTo>
                      <a:pt x="618" y="260"/>
                      <a:pt x="618" y="203"/>
                      <a:pt x="561" y="173"/>
                    </a:cubicBezTo>
                    <a:lnTo>
                      <a:pt x="309" y="22"/>
                    </a:lnTo>
                    <a:cubicBezTo>
                      <a:pt x="280" y="8"/>
                      <a:pt x="242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0" name="Google Shape;8610;p71">
                <a:extLst>
                  <a:ext uri="{FF2B5EF4-FFF2-40B4-BE49-F238E27FC236}">
                    <a16:creationId xmlns:a16="http://schemas.microsoft.com/office/drawing/2014/main" id="{99D9F7C4-B349-8140-B9E8-29C08BA73106}"/>
                  </a:ext>
                </a:extLst>
              </p:cNvPr>
              <p:cNvSpPr/>
              <p:nvPr/>
            </p:nvSpPr>
            <p:spPr>
              <a:xfrm>
                <a:off x="-2335822" y="2852689"/>
                <a:ext cx="115264" cy="64521"/>
              </a:xfrm>
              <a:custGeom>
                <a:avLst/>
                <a:gdLst/>
                <a:ahLst/>
                <a:cxnLst/>
                <a:rect l="l" t="t" r="r" b="b"/>
                <a:pathLst>
                  <a:path w="870" h="487" extrusionOk="0">
                    <a:moveTo>
                      <a:pt x="411" y="0"/>
                    </a:moveTo>
                    <a:cubicBezTo>
                      <a:pt x="371" y="0"/>
                      <a:pt x="332" y="10"/>
                      <a:pt x="302" y="28"/>
                    </a:cubicBezTo>
                    <a:lnTo>
                      <a:pt x="59" y="173"/>
                    </a:lnTo>
                    <a:cubicBezTo>
                      <a:pt x="1" y="200"/>
                      <a:pt x="1" y="259"/>
                      <a:pt x="59" y="293"/>
                    </a:cubicBezTo>
                    <a:lnTo>
                      <a:pt x="352" y="459"/>
                    </a:lnTo>
                    <a:cubicBezTo>
                      <a:pt x="382" y="477"/>
                      <a:pt x="421" y="486"/>
                      <a:pt x="461" y="486"/>
                    </a:cubicBezTo>
                    <a:cubicBezTo>
                      <a:pt x="500" y="486"/>
                      <a:pt x="540" y="477"/>
                      <a:pt x="568" y="459"/>
                    </a:cubicBezTo>
                    <a:lnTo>
                      <a:pt x="813" y="316"/>
                    </a:lnTo>
                    <a:cubicBezTo>
                      <a:pt x="870" y="286"/>
                      <a:pt x="870" y="229"/>
                      <a:pt x="813" y="193"/>
                    </a:cubicBezTo>
                    <a:lnTo>
                      <a:pt x="518" y="28"/>
                    </a:lnTo>
                    <a:cubicBezTo>
                      <a:pt x="490" y="10"/>
                      <a:pt x="450" y="0"/>
                      <a:pt x="4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1" name="Google Shape;8611;p71">
                <a:extLst>
                  <a:ext uri="{FF2B5EF4-FFF2-40B4-BE49-F238E27FC236}">
                    <a16:creationId xmlns:a16="http://schemas.microsoft.com/office/drawing/2014/main" id="{D8796B0C-8536-87F2-B2D1-F054654D5BC9}"/>
                  </a:ext>
                </a:extLst>
              </p:cNvPr>
              <p:cNvSpPr/>
              <p:nvPr/>
            </p:nvSpPr>
            <p:spPr>
              <a:xfrm>
                <a:off x="-3260577" y="1121884"/>
                <a:ext cx="78300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585" extrusionOk="0">
                    <a:moveTo>
                      <a:pt x="308" y="0"/>
                    </a:moveTo>
                    <a:cubicBezTo>
                      <a:pt x="301" y="0"/>
                      <a:pt x="292" y="1"/>
                      <a:pt x="282" y="3"/>
                    </a:cubicBezTo>
                    <a:cubicBezTo>
                      <a:pt x="239" y="3"/>
                      <a:pt x="216" y="10"/>
                      <a:pt x="209" y="10"/>
                    </a:cubicBezTo>
                    <a:cubicBezTo>
                      <a:pt x="182" y="17"/>
                      <a:pt x="182" y="17"/>
                      <a:pt x="166" y="24"/>
                    </a:cubicBezTo>
                    <a:cubicBezTo>
                      <a:pt x="159" y="31"/>
                      <a:pt x="146" y="39"/>
                      <a:pt x="139" y="39"/>
                    </a:cubicBezTo>
                    <a:cubicBezTo>
                      <a:pt x="103" y="60"/>
                      <a:pt x="87" y="74"/>
                      <a:pt x="66" y="90"/>
                    </a:cubicBezTo>
                    <a:cubicBezTo>
                      <a:pt x="66" y="96"/>
                      <a:pt x="66" y="96"/>
                      <a:pt x="59" y="96"/>
                    </a:cubicBezTo>
                    <a:lnTo>
                      <a:pt x="59" y="103"/>
                    </a:lnTo>
                    <a:cubicBezTo>
                      <a:pt x="53" y="110"/>
                      <a:pt x="44" y="117"/>
                      <a:pt x="37" y="126"/>
                    </a:cubicBezTo>
                    <a:cubicBezTo>
                      <a:pt x="37" y="133"/>
                      <a:pt x="30" y="140"/>
                      <a:pt x="30" y="146"/>
                    </a:cubicBezTo>
                    <a:lnTo>
                      <a:pt x="23" y="146"/>
                    </a:lnTo>
                    <a:lnTo>
                      <a:pt x="23" y="160"/>
                    </a:lnTo>
                    <a:cubicBezTo>
                      <a:pt x="16" y="169"/>
                      <a:pt x="16" y="169"/>
                      <a:pt x="16" y="176"/>
                    </a:cubicBezTo>
                    <a:lnTo>
                      <a:pt x="16" y="183"/>
                    </a:lnTo>
                    <a:lnTo>
                      <a:pt x="9" y="183"/>
                    </a:lnTo>
                    <a:lnTo>
                      <a:pt x="9" y="190"/>
                    </a:lnTo>
                    <a:lnTo>
                      <a:pt x="9" y="203"/>
                    </a:lnTo>
                    <a:cubicBezTo>
                      <a:pt x="1" y="219"/>
                      <a:pt x="1" y="240"/>
                      <a:pt x="1" y="255"/>
                    </a:cubicBezTo>
                    <a:lnTo>
                      <a:pt x="1" y="283"/>
                    </a:lnTo>
                    <a:cubicBezTo>
                      <a:pt x="1" y="298"/>
                      <a:pt x="1" y="305"/>
                      <a:pt x="9" y="319"/>
                    </a:cubicBezTo>
                    <a:cubicBezTo>
                      <a:pt x="30" y="398"/>
                      <a:pt x="59" y="491"/>
                      <a:pt x="87" y="585"/>
                    </a:cubicBezTo>
                    <a:lnTo>
                      <a:pt x="109" y="428"/>
                    </a:lnTo>
                    <a:lnTo>
                      <a:pt x="368" y="305"/>
                    </a:lnTo>
                    <a:lnTo>
                      <a:pt x="591" y="362"/>
                    </a:lnTo>
                    <a:lnTo>
                      <a:pt x="534" y="169"/>
                    </a:lnTo>
                    <a:cubicBezTo>
                      <a:pt x="527" y="140"/>
                      <a:pt x="518" y="117"/>
                      <a:pt x="504" y="103"/>
                    </a:cubicBezTo>
                    <a:cubicBezTo>
                      <a:pt x="491" y="83"/>
                      <a:pt x="468" y="60"/>
                      <a:pt x="461" y="53"/>
                    </a:cubicBezTo>
                    <a:cubicBezTo>
                      <a:pt x="432" y="31"/>
                      <a:pt x="382" y="10"/>
                      <a:pt x="346" y="3"/>
                    </a:cubicBezTo>
                    <a:cubicBezTo>
                      <a:pt x="337" y="3"/>
                      <a:pt x="324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2" name="Google Shape;8612;p71">
                <a:extLst>
                  <a:ext uri="{FF2B5EF4-FFF2-40B4-BE49-F238E27FC236}">
                    <a16:creationId xmlns:a16="http://schemas.microsoft.com/office/drawing/2014/main" id="{532F25D9-3D5E-A58A-C556-18EFF8CBFB81}"/>
                  </a:ext>
                </a:extLst>
              </p:cNvPr>
              <p:cNvSpPr/>
              <p:nvPr/>
            </p:nvSpPr>
            <p:spPr>
              <a:xfrm>
                <a:off x="-3236597" y="1195679"/>
                <a:ext cx="208668" cy="618982"/>
              </a:xfrm>
              <a:custGeom>
                <a:avLst/>
                <a:gdLst/>
                <a:ahLst/>
                <a:cxnLst/>
                <a:rect l="l" t="t" r="r" b="b"/>
                <a:pathLst>
                  <a:path w="1575" h="4672" extrusionOk="0">
                    <a:moveTo>
                      <a:pt x="260" y="0"/>
                    </a:moveTo>
                    <a:lnTo>
                      <a:pt x="1" y="121"/>
                    </a:lnTo>
                    <a:lnTo>
                      <a:pt x="22" y="207"/>
                    </a:lnTo>
                    <a:lnTo>
                      <a:pt x="1315" y="4672"/>
                    </a:lnTo>
                    <a:lnTo>
                      <a:pt x="1574" y="4549"/>
                    </a:lnTo>
                    <a:lnTo>
                      <a:pt x="310" y="173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3" name="Google Shape;8613;p71">
                <a:extLst>
                  <a:ext uri="{FF2B5EF4-FFF2-40B4-BE49-F238E27FC236}">
                    <a16:creationId xmlns:a16="http://schemas.microsoft.com/office/drawing/2014/main" id="{2494EA75-66F5-CD30-AEB2-677804AE4A48}"/>
                  </a:ext>
                </a:extLst>
              </p:cNvPr>
              <p:cNvSpPr/>
              <p:nvPr/>
            </p:nvSpPr>
            <p:spPr>
              <a:xfrm>
                <a:off x="-3249978" y="1178456"/>
                <a:ext cx="13514" cy="5723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432" extrusionOk="0">
                    <a:moveTo>
                      <a:pt x="29" y="1"/>
                    </a:moveTo>
                    <a:lnTo>
                      <a:pt x="7" y="158"/>
                    </a:lnTo>
                    <a:lnTo>
                      <a:pt x="0" y="173"/>
                    </a:lnTo>
                    <a:lnTo>
                      <a:pt x="73" y="432"/>
                    </a:lnTo>
                    <a:lnTo>
                      <a:pt x="93" y="323"/>
                    </a:lnTo>
                    <a:lnTo>
                      <a:pt x="102" y="251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4" name="Google Shape;8614;p71">
                <a:extLst>
                  <a:ext uri="{FF2B5EF4-FFF2-40B4-BE49-F238E27FC236}">
                    <a16:creationId xmlns:a16="http://schemas.microsoft.com/office/drawing/2014/main" id="{14E4DC2B-7D4B-75D1-C559-D6E6665D0F48}"/>
                  </a:ext>
                </a:extLst>
              </p:cNvPr>
              <p:cNvSpPr/>
              <p:nvPr/>
            </p:nvSpPr>
            <p:spPr>
              <a:xfrm>
                <a:off x="-3240439" y="1211578"/>
                <a:ext cx="178196" cy="626931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4732" extrusionOk="0">
                    <a:moveTo>
                      <a:pt x="30" y="1"/>
                    </a:moveTo>
                    <a:lnTo>
                      <a:pt x="21" y="73"/>
                    </a:lnTo>
                    <a:lnTo>
                      <a:pt x="1" y="182"/>
                    </a:lnTo>
                    <a:lnTo>
                      <a:pt x="1324" y="4731"/>
                    </a:lnTo>
                    <a:lnTo>
                      <a:pt x="1344" y="4552"/>
                    </a:lnTo>
                    <a:lnTo>
                      <a:pt x="51" y="87"/>
                    </a:ln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5" name="Google Shape;8615;p71">
                <a:extLst>
                  <a:ext uri="{FF2B5EF4-FFF2-40B4-BE49-F238E27FC236}">
                    <a16:creationId xmlns:a16="http://schemas.microsoft.com/office/drawing/2014/main" id="{B41E95BF-7A60-72FA-4DF3-D676AD610385}"/>
                  </a:ext>
                </a:extLst>
              </p:cNvPr>
              <p:cNvSpPr/>
              <p:nvPr/>
            </p:nvSpPr>
            <p:spPr>
              <a:xfrm>
                <a:off x="-3246136" y="1162293"/>
                <a:ext cx="43986" cy="49418"/>
              </a:xfrm>
              <a:custGeom>
                <a:avLst/>
                <a:gdLst/>
                <a:ahLst/>
                <a:cxnLst/>
                <a:rect l="l" t="t" r="r" b="b"/>
                <a:pathLst>
                  <a:path w="332" h="373" extrusionOk="0">
                    <a:moveTo>
                      <a:pt x="259" y="0"/>
                    </a:moveTo>
                    <a:lnTo>
                      <a:pt x="0" y="123"/>
                    </a:lnTo>
                    <a:lnTo>
                      <a:pt x="73" y="373"/>
                    </a:lnTo>
                    <a:lnTo>
                      <a:pt x="332" y="252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6" name="Google Shape;8616;p71">
                <a:extLst>
                  <a:ext uri="{FF2B5EF4-FFF2-40B4-BE49-F238E27FC236}">
                    <a16:creationId xmlns:a16="http://schemas.microsoft.com/office/drawing/2014/main" id="{B1C4E83E-2D3F-683A-52B8-3F776C2EB054}"/>
                  </a:ext>
                </a:extLst>
              </p:cNvPr>
              <p:cNvSpPr/>
              <p:nvPr/>
            </p:nvSpPr>
            <p:spPr>
              <a:xfrm>
                <a:off x="-3202283" y="1195679"/>
                <a:ext cx="204693" cy="610370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4607" extrusionOk="0">
                    <a:moveTo>
                      <a:pt x="1" y="0"/>
                    </a:moveTo>
                    <a:lnTo>
                      <a:pt x="51" y="173"/>
                    </a:lnTo>
                    <a:lnTo>
                      <a:pt x="1315" y="4549"/>
                    </a:lnTo>
                    <a:lnTo>
                      <a:pt x="1545" y="4606"/>
                    </a:lnTo>
                    <a:lnTo>
                      <a:pt x="230" y="57"/>
                    </a:lnTo>
                    <a:lnTo>
                      <a:pt x="194" y="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7" name="Google Shape;8617;p71">
                <a:extLst>
                  <a:ext uri="{FF2B5EF4-FFF2-40B4-BE49-F238E27FC236}">
                    <a16:creationId xmlns:a16="http://schemas.microsoft.com/office/drawing/2014/main" id="{0C5B2D8F-4BCE-9749-8F71-D4CAE5AFB15E}"/>
                  </a:ext>
                </a:extLst>
              </p:cNvPr>
              <p:cNvSpPr/>
              <p:nvPr/>
            </p:nvSpPr>
            <p:spPr>
              <a:xfrm>
                <a:off x="-3211822" y="1162293"/>
                <a:ext cx="40144" cy="40939"/>
              </a:xfrm>
              <a:custGeom>
                <a:avLst/>
                <a:gdLst/>
                <a:ahLst/>
                <a:cxnLst/>
                <a:rect l="l" t="t" r="r" b="b"/>
                <a:pathLst>
                  <a:path w="303" h="309" extrusionOk="0">
                    <a:moveTo>
                      <a:pt x="0" y="0"/>
                    </a:moveTo>
                    <a:lnTo>
                      <a:pt x="73" y="252"/>
                    </a:lnTo>
                    <a:lnTo>
                      <a:pt x="266" y="302"/>
                    </a:lnTo>
                    <a:lnTo>
                      <a:pt x="302" y="309"/>
                    </a:lnTo>
                    <a:lnTo>
                      <a:pt x="230" y="57"/>
                    </a:lnTo>
                    <a:lnTo>
                      <a:pt x="223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8" name="Google Shape;8618;p71">
                <a:extLst>
                  <a:ext uri="{FF2B5EF4-FFF2-40B4-BE49-F238E27FC236}">
                    <a16:creationId xmlns:a16="http://schemas.microsoft.com/office/drawing/2014/main" id="{10BEEDA1-F990-BB60-11B9-55B14242D9C3}"/>
                  </a:ext>
                </a:extLst>
              </p:cNvPr>
              <p:cNvSpPr/>
              <p:nvPr/>
            </p:nvSpPr>
            <p:spPr>
              <a:xfrm>
                <a:off x="-3065160" y="1798361"/>
                <a:ext cx="68761" cy="87574"/>
              </a:xfrm>
              <a:custGeom>
                <a:avLst/>
                <a:gdLst/>
                <a:ahLst/>
                <a:cxnLst/>
                <a:rect l="l" t="t" r="r" b="b"/>
                <a:pathLst>
                  <a:path w="519" h="661" extrusionOk="0">
                    <a:moveTo>
                      <a:pt x="280" y="0"/>
                    </a:moveTo>
                    <a:lnTo>
                      <a:pt x="21" y="123"/>
                    </a:lnTo>
                    <a:lnTo>
                      <a:pt x="1" y="302"/>
                    </a:lnTo>
                    <a:cubicBezTo>
                      <a:pt x="1" y="302"/>
                      <a:pt x="130" y="497"/>
                      <a:pt x="244" y="661"/>
                    </a:cubicBezTo>
                    <a:cubicBezTo>
                      <a:pt x="308" y="577"/>
                      <a:pt x="392" y="559"/>
                      <a:pt x="450" y="559"/>
                    </a:cubicBezTo>
                    <a:cubicBezTo>
                      <a:pt x="490" y="559"/>
                      <a:pt x="518" y="568"/>
                      <a:pt x="518" y="568"/>
                    </a:cubicBezTo>
                    <a:cubicBezTo>
                      <a:pt x="510" y="338"/>
                      <a:pt x="510" y="57"/>
                      <a:pt x="510" y="57"/>
                    </a:cubicBezTo>
                    <a:lnTo>
                      <a:pt x="28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9" name="Google Shape;8619;p71">
                <a:extLst>
                  <a:ext uri="{FF2B5EF4-FFF2-40B4-BE49-F238E27FC236}">
                    <a16:creationId xmlns:a16="http://schemas.microsoft.com/office/drawing/2014/main" id="{238B42A3-25CA-F5B2-23D3-D44F99A1D6E6}"/>
                  </a:ext>
                </a:extLst>
              </p:cNvPr>
              <p:cNvSpPr/>
              <p:nvPr/>
            </p:nvSpPr>
            <p:spPr>
              <a:xfrm>
                <a:off x="-3032966" y="1872421"/>
                <a:ext cx="36567" cy="47960"/>
              </a:xfrm>
              <a:custGeom>
                <a:avLst/>
                <a:gdLst/>
                <a:ahLst/>
                <a:cxnLst/>
                <a:rect l="l" t="t" r="r" b="b"/>
                <a:pathLst>
                  <a:path w="276" h="362" extrusionOk="0">
                    <a:moveTo>
                      <a:pt x="207" y="0"/>
                    </a:moveTo>
                    <a:cubicBezTo>
                      <a:pt x="149" y="0"/>
                      <a:pt x="65" y="18"/>
                      <a:pt x="1" y="102"/>
                    </a:cubicBezTo>
                    <a:cubicBezTo>
                      <a:pt x="73" y="211"/>
                      <a:pt x="146" y="304"/>
                      <a:pt x="160" y="326"/>
                    </a:cubicBezTo>
                    <a:cubicBezTo>
                      <a:pt x="182" y="351"/>
                      <a:pt x="204" y="361"/>
                      <a:pt x="223" y="361"/>
                    </a:cubicBezTo>
                    <a:cubicBezTo>
                      <a:pt x="253" y="361"/>
                      <a:pt x="275" y="333"/>
                      <a:pt x="275" y="290"/>
                    </a:cubicBezTo>
                    <a:lnTo>
                      <a:pt x="275" y="9"/>
                    </a:lnTo>
                    <a:cubicBezTo>
                      <a:pt x="275" y="9"/>
                      <a:pt x="247" y="0"/>
                      <a:pt x="2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0" name="Google Shape;8620;p71">
                <a:extLst>
                  <a:ext uri="{FF2B5EF4-FFF2-40B4-BE49-F238E27FC236}">
                    <a16:creationId xmlns:a16="http://schemas.microsoft.com/office/drawing/2014/main" id="{AE396E45-6C26-752D-CECE-7607D43FC680}"/>
                  </a:ext>
                </a:extLst>
              </p:cNvPr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1" name="Google Shape;8621;p71">
                <a:extLst>
                  <a:ext uri="{FF2B5EF4-FFF2-40B4-BE49-F238E27FC236}">
                    <a16:creationId xmlns:a16="http://schemas.microsoft.com/office/drawing/2014/main" id="{9F3147B9-3BE3-8EA0-EE9E-F5554242D49A}"/>
                  </a:ext>
                </a:extLst>
              </p:cNvPr>
              <p:cNvSpPr/>
              <p:nvPr/>
            </p:nvSpPr>
            <p:spPr>
              <a:xfrm>
                <a:off x="-3032966" y="1885802"/>
                <a:ext cx="132" cy="132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2" name="Google Shape;8622;p71">
                <a:extLst>
                  <a:ext uri="{FF2B5EF4-FFF2-40B4-BE49-F238E27FC236}">
                    <a16:creationId xmlns:a16="http://schemas.microsoft.com/office/drawing/2014/main" id="{AA15770A-6CF7-1065-F86A-A1F926B590C8}"/>
                  </a:ext>
                </a:extLst>
              </p:cNvPr>
              <p:cNvSpPr/>
              <p:nvPr/>
            </p:nvSpPr>
            <p:spPr>
              <a:xfrm>
                <a:off x="-1454919" y="1702043"/>
                <a:ext cx="174486" cy="232648"/>
              </a:xfrm>
              <a:custGeom>
                <a:avLst/>
                <a:gdLst/>
                <a:ahLst/>
                <a:cxnLst/>
                <a:rect l="l" t="t" r="r" b="b"/>
                <a:pathLst>
                  <a:path w="1317" h="1756" extrusionOk="0">
                    <a:moveTo>
                      <a:pt x="461" y="1"/>
                    </a:moveTo>
                    <a:lnTo>
                      <a:pt x="0" y="993"/>
                    </a:lnTo>
                    <a:lnTo>
                      <a:pt x="1316" y="1755"/>
                    </a:ln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3" name="Google Shape;8623;p71">
                <a:extLst>
                  <a:ext uri="{FF2B5EF4-FFF2-40B4-BE49-F238E27FC236}">
                    <a16:creationId xmlns:a16="http://schemas.microsoft.com/office/drawing/2014/main" id="{DC1B8BC5-93C0-DE58-8296-89430A948071}"/>
                  </a:ext>
                </a:extLst>
              </p:cNvPr>
              <p:cNvSpPr/>
              <p:nvPr/>
            </p:nvSpPr>
            <p:spPr>
              <a:xfrm>
                <a:off x="-1393975" y="1647856"/>
                <a:ext cx="153553" cy="286835"/>
              </a:xfrm>
              <a:custGeom>
                <a:avLst/>
                <a:gdLst/>
                <a:ahLst/>
                <a:cxnLst/>
                <a:rect l="l" t="t" r="r" b="b"/>
                <a:pathLst>
                  <a:path w="1159" h="2165" extrusionOk="0">
                    <a:moveTo>
                      <a:pt x="196" y="1"/>
                    </a:moveTo>
                    <a:lnTo>
                      <a:pt x="1" y="410"/>
                    </a:lnTo>
                    <a:lnTo>
                      <a:pt x="856" y="2164"/>
                    </a:lnTo>
                    <a:lnTo>
                      <a:pt x="1158" y="1992"/>
                    </a:ln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4" name="Google Shape;8624;p71">
                <a:extLst>
                  <a:ext uri="{FF2B5EF4-FFF2-40B4-BE49-F238E27FC236}">
                    <a16:creationId xmlns:a16="http://schemas.microsoft.com/office/drawing/2014/main" id="{9CB98A58-B26C-564D-EF56-BE988E1F44EC}"/>
                  </a:ext>
                </a:extLst>
              </p:cNvPr>
              <p:cNvSpPr/>
              <p:nvPr/>
            </p:nvSpPr>
            <p:spPr>
              <a:xfrm>
                <a:off x="-2208105" y="743105"/>
                <a:ext cx="989549" cy="1424108"/>
              </a:xfrm>
              <a:custGeom>
                <a:avLst/>
                <a:gdLst/>
                <a:ahLst/>
                <a:cxnLst/>
                <a:rect l="l" t="t" r="r" b="b"/>
                <a:pathLst>
                  <a:path w="7469" h="10749" extrusionOk="0">
                    <a:moveTo>
                      <a:pt x="1" y="0"/>
                    </a:moveTo>
                    <a:cubicBezTo>
                      <a:pt x="15" y="9"/>
                      <a:pt x="35" y="16"/>
                      <a:pt x="51" y="30"/>
                    </a:cubicBezTo>
                    <a:lnTo>
                      <a:pt x="7022" y="4047"/>
                    </a:lnTo>
                    <a:cubicBezTo>
                      <a:pt x="7160" y="4127"/>
                      <a:pt x="7203" y="4335"/>
                      <a:pt x="7124" y="4508"/>
                    </a:cubicBezTo>
                    <a:lnTo>
                      <a:pt x="6182" y="6513"/>
                    </a:lnTo>
                    <a:lnTo>
                      <a:pt x="5996" y="6923"/>
                    </a:lnTo>
                    <a:lnTo>
                      <a:pt x="5449" y="8095"/>
                    </a:lnTo>
                    <a:lnTo>
                      <a:pt x="4334" y="10473"/>
                    </a:lnTo>
                    <a:cubicBezTo>
                      <a:pt x="4274" y="10601"/>
                      <a:pt x="4163" y="10677"/>
                      <a:pt x="4057" y="10677"/>
                    </a:cubicBezTo>
                    <a:cubicBezTo>
                      <a:pt x="4036" y="10677"/>
                      <a:pt x="4016" y="10674"/>
                      <a:pt x="3996" y="10668"/>
                    </a:cubicBezTo>
                    <a:lnTo>
                      <a:pt x="3996" y="10668"/>
                    </a:lnTo>
                    <a:cubicBezTo>
                      <a:pt x="4083" y="10696"/>
                      <a:pt x="4176" y="10718"/>
                      <a:pt x="4262" y="10739"/>
                    </a:cubicBezTo>
                    <a:cubicBezTo>
                      <a:pt x="4284" y="10745"/>
                      <a:pt x="4307" y="10748"/>
                      <a:pt x="4329" y="10748"/>
                    </a:cubicBezTo>
                    <a:cubicBezTo>
                      <a:pt x="4437" y="10748"/>
                      <a:pt x="4542" y="10677"/>
                      <a:pt x="4600" y="10546"/>
                    </a:cubicBezTo>
                    <a:lnTo>
                      <a:pt x="5685" y="8231"/>
                    </a:lnTo>
                    <a:lnTo>
                      <a:pt x="6146" y="7239"/>
                    </a:lnTo>
                    <a:lnTo>
                      <a:pt x="6341" y="6830"/>
                    </a:lnTo>
                    <a:lnTo>
                      <a:pt x="7390" y="4580"/>
                    </a:lnTo>
                    <a:cubicBezTo>
                      <a:pt x="7469" y="4408"/>
                      <a:pt x="7426" y="4199"/>
                      <a:pt x="7290" y="4120"/>
                    </a:cubicBezTo>
                    <a:lnTo>
                      <a:pt x="324" y="102"/>
                    </a:lnTo>
                    <a:cubicBezTo>
                      <a:pt x="303" y="87"/>
                      <a:pt x="287" y="80"/>
                      <a:pt x="267" y="73"/>
                    </a:cubicBezTo>
                    <a:cubicBezTo>
                      <a:pt x="173" y="52"/>
                      <a:pt x="87" y="3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5" name="Google Shape;8625;p71">
                <a:extLst>
                  <a:ext uri="{FF2B5EF4-FFF2-40B4-BE49-F238E27FC236}">
                    <a16:creationId xmlns:a16="http://schemas.microsoft.com/office/drawing/2014/main" id="{5DF13C55-390B-29C0-50E3-7E1795AC2221}"/>
                  </a:ext>
                </a:extLst>
              </p:cNvPr>
              <p:cNvSpPr/>
              <p:nvPr/>
            </p:nvSpPr>
            <p:spPr>
              <a:xfrm>
                <a:off x="-2633784" y="742310"/>
                <a:ext cx="1380122" cy="1415496"/>
              </a:xfrm>
              <a:custGeom>
                <a:avLst/>
                <a:gdLst/>
                <a:ahLst/>
                <a:cxnLst/>
                <a:rect l="l" t="t" r="r" b="b"/>
                <a:pathLst>
                  <a:path w="10417" h="10684" extrusionOk="0">
                    <a:moveTo>
                      <a:pt x="3158" y="0"/>
                    </a:moveTo>
                    <a:cubicBezTo>
                      <a:pt x="3045" y="0"/>
                      <a:pt x="2930" y="71"/>
                      <a:pt x="2869" y="201"/>
                    </a:cubicBezTo>
                    <a:lnTo>
                      <a:pt x="86" y="6174"/>
                    </a:lnTo>
                    <a:cubicBezTo>
                      <a:pt x="0" y="6346"/>
                      <a:pt x="50" y="6548"/>
                      <a:pt x="186" y="6634"/>
                    </a:cubicBezTo>
                    <a:lnTo>
                      <a:pt x="7152" y="10652"/>
                    </a:lnTo>
                    <a:cubicBezTo>
                      <a:pt x="7173" y="10667"/>
                      <a:pt x="7189" y="10674"/>
                      <a:pt x="7209" y="10674"/>
                    </a:cubicBezTo>
                    <a:cubicBezTo>
                      <a:pt x="7229" y="10680"/>
                      <a:pt x="7249" y="10683"/>
                      <a:pt x="7270" y="10683"/>
                    </a:cubicBezTo>
                    <a:cubicBezTo>
                      <a:pt x="7376" y="10683"/>
                      <a:pt x="7487" y="10607"/>
                      <a:pt x="7547" y="10479"/>
                    </a:cubicBezTo>
                    <a:lnTo>
                      <a:pt x="8662" y="8101"/>
                    </a:lnTo>
                    <a:lnTo>
                      <a:pt x="9209" y="6929"/>
                    </a:lnTo>
                    <a:lnTo>
                      <a:pt x="9395" y="6519"/>
                    </a:lnTo>
                    <a:lnTo>
                      <a:pt x="10337" y="4514"/>
                    </a:lnTo>
                    <a:cubicBezTo>
                      <a:pt x="10416" y="4341"/>
                      <a:pt x="10373" y="4133"/>
                      <a:pt x="10235" y="4053"/>
                    </a:cubicBezTo>
                    <a:lnTo>
                      <a:pt x="3264" y="36"/>
                    </a:lnTo>
                    <a:cubicBezTo>
                      <a:pt x="3248" y="22"/>
                      <a:pt x="3228" y="15"/>
                      <a:pt x="3214" y="6"/>
                    </a:cubicBezTo>
                    <a:cubicBezTo>
                      <a:pt x="3196" y="2"/>
                      <a:pt x="3177" y="0"/>
                      <a:pt x="31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6" name="Google Shape;8626;p71">
                <a:extLst>
                  <a:ext uri="{FF2B5EF4-FFF2-40B4-BE49-F238E27FC236}">
                    <a16:creationId xmlns:a16="http://schemas.microsoft.com/office/drawing/2014/main" id="{76590073-7B6B-DA74-C538-5EFD3FA699D4}"/>
                  </a:ext>
                </a:extLst>
              </p:cNvPr>
              <p:cNvSpPr/>
              <p:nvPr/>
            </p:nvSpPr>
            <p:spPr>
              <a:xfrm>
                <a:off x="-2589003" y="775564"/>
                <a:ext cx="1259824" cy="1331499"/>
              </a:xfrm>
              <a:custGeom>
                <a:avLst/>
                <a:gdLst/>
                <a:ahLst/>
                <a:cxnLst/>
                <a:rect l="l" t="t" r="r" b="b"/>
                <a:pathLst>
                  <a:path w="9509" h="10050" extrusionOk="0">
                    <a:moveTo>
                      <a:pt x="2910" y="0"/>
                    </a:moveTo>
                    <a:lnTo>
                      <a:pt x="0" y="6240"/>
                    </a:lnTo>
                    <a:lnTo>
                      <a:pt x="6599" y="10049"/>
                    </a:lnTo>
                    <a:lnTo>
                      <a:pt x="9509" y="3809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7" name="Google Shape;8627;p71">
                <a:extLst>
                  <a:ext uri="{FF2B5EF4-FFF2-40B4-BE49-F238E27FC236}">
                    <a16:creationId xmlns:a16="http://schemas.microsoft.com/office/drawing/2014/main" id="{51BD1E2C-1299-6D20-4FF5-0D1A708F7876}"/>
                  </a:ext>
                </a:extLst>
              </p:cNvPr>
              <p:cNvSpPr/>
              <p:nvPr/>
            </p:nvSpPr>
            <p:spPr>
              <a:xfrm>
                <a:off x="-1522355" y="1675546"/>
                <a:ext cx="69556" cy="75783"/>
              </a:xfrm>
              <a:custGeom>
                <a:avLst/>
                <a:gdLst/>
                <a:ahLst/>
                <a:cxnLst/>
                <a:rect l="l" t="t" r="r" b="b"/>
                <a:pathLst>
                  <a:path w="525" h="572" extrusionOk="0">
                    <a:moveTo>
                      <a:pt x="254" y="1"/>
                    </a:moveTo>
                    <a:cubicBezTo>
                      <a:pt x="199" y="1"/>
                      <a:pt x="141" y="37"/>
                      <a:pt x="114" y="101"/>
                    </a:cubicBezTo>
                    <a:lnTo>
                      <a:pt x="43" y="260"/>
                    </a:lnTo>
                    <a:cubicBezTo>
                      <a:pt x="0" y="346"/>
                      <a:pt x="21" y="446"/>
                      <a:pt x="93" y="489"/>
                    </a:cubicBezTo>
                    <a:lnTo>
                      <a:pt x="216" y="553"/>
                    </a:lnTo>
                    <a:cubicBezTo>
                      <a:pt x="235" y="565"/>
                      <a:pt x="256" y="571"/>
                      <a:pt x="277" y="571"/>
                    </a:cubicBezTo>
                    <a:cubicBezTo>
                      <a:pt x="329" y="571"/>
                      <a:pt x="383" y="536"/>
                      <a:pt x="409" y="475"/>
                    </a:cubicBezTo>
                    <a:lnTo>
                      <a:pt x="482" y="316"/>
                    </a:lnTo>
                    <a:cubicBezTo>
                      <a:pt x="525" y="230"/>
                      <a:pt x="502" y="130"/>
                      <a:pt x="432" y="87"/>
                    </a:cubicBezTo>
                    <a:lnTo>
                      <a:pt x="309" y="15"/>
                    </a:lnTo>
                    <a:cubicBezTo>
                      <a:pt x="292" y="5"/>
                      <a:pt x="273" y="1"/>
                      <a:pt x="2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8" name="Google Shape;8628;p71">
                <a:extLst>
                  <a:ext uri="{FF2B5EF4-FFF2-40B4-BE49-F238E27FC236}">
                    <a16:creationId xmlns:a16="http://schemas.microsoft.com/office/drawing/2014/main" id="{B4E5F0FD-717D-E4A8-8D5A-DD185D0318DE}"/>
                  </a:ext>
                </a:extLst>
              </p:cNvPr>
              <p:cNvSpPr/>
              <p:nvPr/>
            </p:nvSpPr>
            <p:spPr>
              <a:xfrm>
                <a:off x="-2134972" y="1542132"/>
                <a:ext cx="78300" cy="139244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051" extrusionOk="0">
                    <a:moveTo>
                      <a:pt x="441" y="0"/>
                    </a:moveTo>
                    <a:lnTo>
                      <a:pt x="1" y="972"/>
                    </a:lnTo>
                    <a:lnTo>
                      <a:pt x="153" y="1051"/>
                    </a:lnTo>
                    <a:lnTo>
                      <a:pt x="591" y="87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9" name="Google Shape;8629;p71">
                <a:extLst>
                  <a:ext uri="{FF2B5EF4-FFF2-40B4-BE49-F238E27FC236}">
                    <a16:creationId xmlns:a16="http://schemas.microsoft.com/office/drawing/2014/main" id="{86785C9E-53AE-F514-3E59-B1339C595944}"/>
                  </a:ext>
                </a:extLst>
              </p:cNvPr>
              <p:cNvSpPr/>
              <p:nvPr/>
            </p:nvSpPr>
            <p:spPr>
              <a:xfrm>
                <a:off x="-2034812" y="1621226"/>
                <a:ext cx="67834" cy="115264"/>
              </a:xfrm>
              <a:custGeom>
                <a:avLst/>
                <a:gdLst/>
                <a:ahLst/>
                <a:cxnLst/>
                <a:rect l="l" t="t" r="r" b="b"/>
                <a:pathLst>
                  <a:path w="512" h="870" extrusionOk="0">
                    <a:moveTo>
                      <a:pt x="359" y="0"/>
                    </a:moveTo>
                    <a:lnTo>
                      <a:pt x="1" y="790"/>
                    </a:lnTo>
                    <a:lnTo>
                      <a:pt x="151" y="870"/>
                    </a:lnTo>
                    <a:lnTo>
                      <a:pt x="511" y="80"/>
                    </a:lnTo>
                    <a:lnTo>
                      <a:pt x="35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0" name="Google Shape;8630;p71">
                <a:extLst>
                  <a:ext uri="{FF2B5EF4-FFF2-40B4-BE49-F238E27FC236}">
                    <a16:creationId xmlns:a16="http://schemas.microsoft.com/office/drawing/2014/main" id="{BB2A428A-B9F1-3722-034D-F5114DBA6C62}"/>
                  </a:ext>
                </a:extLst>
              </p:cNvPr>
              <p:cNvSpPr/>
              <p:nvPr/>
            </p:nvSpPr>
            <p:spPr>
              <a:xfrm>
                <a:off x="-2084362" y="1474431"/>
                <a:ext cx="120961" cy="234370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769" extrusionOk="0">
                    <a:moveTo>
                      <a:pt x="763" y="1"/>
                    </a:moveTo>
                    <a:lnTo>
                      <a:pt x="0" y="1691"/>
                    </a:lnTo>
                    <a:lnTo>
                      <a:pt x="145" y="1769"/>
                    </a:lnTo>
                    <a:lnTo>
                      <a:pt x="913" y="80"/>
                    </a:lnTo>
                    <a:lnTo>
                      <a:pt x="76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1" name="Google Shape;8631;p71">
                <a:extLst>
                  <a:ext uri="{FF2B5EF4-FFF2-40B4-BE49-F238E27FC236}">
                    <a16:creationId xmlns:a16="http://schemas.microsoft.com/office/drawing/2014/main" id="{EF72CDCD-F624-74CF-346D-44BBBA6B69E3}"/>
                  </a:ext>
                </a:extLst>
              </p:cNvPr>
              <p:cNvSpPr/>
              <p:nvPr/>
            </p:nvSpPr>
            <p:spPr>
              <a:xfrm>
                <a:off x="-1984335" y="1570616"/>
                <a:ext cx="102148" cy="194492"/>
              </a:xfrm>
              <a:custGeom>
                <a:avLst/>
                <a:gdLst/>
                <a:ahLst/>
                <a:cxnLst/>
                <a:rect l="l" t="t" r="r" b="b"/>
                <a:pathLst>
                  <a:path w="771" h="1468" extrusionOk="0">
                    <a:moveTo>
                      <a:pt x="618" y="1"/>
                    </a:moveTo>
                    <a:lnTo>
                      <a:pt x="1" y="1381"/>
                    </a:lnTo>
                    <a:lnTo>
                      <a:pt x="151" y="1467"/>
                    </a:lnTo>
                    <a:lnTo>
                      <a:pt x="770" y="87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2" name="Google Shape;8632;p71">
                <a:extLst>
                  <a:ext uri="{FF2B5EF4-FFF2-40B4-BE49-F238E27FC236}">
                    <a16:creationId xmlns:a16="http://schemas.microsoft.com/office/drawing/2014/main" id="{5EB0ABD7-49D7-BF62-DAAA-A73081D8EDE1}"/>
                  </a:ext>
                </a:extLst>
              </p:cNvPr>
              <p:cNvSpPr/>
              <p:nvPr/>
            </p:nvSpPr>
            <p:spPr>
              <a:xfrm>
                <a:off x="-1934918" y="1642159"/>
                <a:ext cx="83070" cy="150506"/>
              </a:xfrm>
              <a:custGeom>
                <a:avLst/>
                <a:gdLst/>
                <a:ahLst/>
                <a:cxnLst/>
                <a:rect l="l" t="t" r="r" b="b"/>
                <a:pathLst>
                  <a:path w="627" h="1136" extrusionOk="0">
                    <a:moveTo>
                      <a:pt x="475" y="1"/>
                    </a:moveTo>
                    <a:lnTo>
                      <a:pt x="0" y="1050"/>
                    </a:lnTo>
                    <a:lnTo>
                      <a:pt x="152" y="1136"/>
                    </a:lnTo>
                    <a:lnTo>
                      <a:pt x="627" y="80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3" name="Google Shape;8633;p71">
                <a:extLst>
                  <a:ext uri="{FF2B5EF4-FFF2-40B4-BE49-F238E27FC236}">
                    <a16:creationId xmlns:a16="http://schemas.microsoft.com/office/drawing/2014/main" id="{1E1812BD-4D09-D5FA-8011-F931B57C9D4B}"/>
                  </a:ext>
                </a:extLst>
              </p:cNvPr>
              <p:cNvSpPr/>
              <p:nvPr/>
            </p:nvSpPr>
            <p:spPr>
              <a:xfrm>
                <a:off x="-1884440" y="1608905"/>
                <a:ext cx="110760" cy="211450"/>
              </a:xfrm>
              <a:custGeom>
                <a:avLst/>
                <a:gdLst/>
                <a:ahLst/>
                <a:cxnLst/>
                <a:rect l="l" t="t" r="r" b="b"/>
                <a:pathLst>
                  <a:path w="836" h="1596" extrusionOk="0">
                    <a:moveTo>
                      <a:pt x="684" y="0"/>
                    </a:moveTo>
                    <a:lnTo>
                      <a:pt x="1" y="1509"/>
                    </a:lnTo>
                    <a:lnTo>
                      <a:pt x="152" y="1596"/>
                    </a:lnTo>
                    <a:lnTo>
                      <a:pt x="836" y="86"/>
                    </a:lnTo>
                    <a:lnTo>
                      <a:pt x="68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4" name="Google Shape;8634;p71">
                <a:extLst>
                  <a:ext uri="{FF2B5EF4-FFF2-40B4-BE49-F238E27FC236}">
                    <a16:creationId xmlns:a16="http://schemas.microsoft.com/office/drawing/2014/main" id="{8CFFFC75-359E-D3B1-5234-4399C5C7AE8D}"/>
                  </a:ext>
                </a:extLst>
              </p:cNvPr>
              <p:cNvSpPr/>
              <p:nvPr/>
            </p:nvSpPr>
            <p:spPr>
              <a:xfrm>
                <a:off x="-1834758" y="1772658"/>
                <a:ext cx="49683" cy="7538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569" extrusionOk="0">
                    <a:moveTo>
                      <a:pt x="223" y="1"/>
                    </a:moveTo>
                    <a:lnTo>
                      <a:pt x="0" y="482"/>
                    </a:lnTo>
                    <a:lnTo>
                      <a:pt x="150" y="568"/>
                    </a:lnTo>
                    <a:lnTo>
                      <a:pt x="374" y="87"/>
                    </a:lnTo>
                    <a:lnTo>
                      <a:pt x="22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5" name="Google Shape;8635;p71">
                <a:extLst>
                  <a:ext uri="{FF2B5EF4-FFF2-40B4-BE49-F238E27FC236}">
                    <a16:creationId xmlns:a16="http://schemas.microsoft.com/office/drawing/2014/main" id="{AC333825-610E-C24B-2482-757A31E63086}"/>
                  </a:ext>
                </a:extLst>
              </p:cNvPr>
              <p:cNvSpPr/>
              <p:nvPr/>
            </p:nvSpPr>
            <p:spPr>
              <a:xfrm>
                <a:off x="-1784280" y="1752653"/>
                <a:ext cx="70483" cy="1230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929" extrusionOk="0">
                    <a:moveTo>
                      <a:pt x="382" y="0"/>
                    </a:moveTo>
                    <a:lnTo>
                      <a:pt x="0" y="842"/>
                    </a:lnTo>
                    <a:lnTo>
                      <a:pt x="150" y="928"/>
                    </a:lnTo>
                    <a:lnTo>
                      <a:pt x="532" y="86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6" name="Google Shape;8636;p71">
                <a:extLst>
                  <a:ext uri="{FF2B5EF4-FFF2-40B4-BE49-F238E27FC236}">
                    <a16:creationId xmlns:a16="http://schemas.microsoft.com/office/drawing/2014/main" id="{8F1CC145-FBE1-B909-B9CE-925EE3D03A46}"/>
                  </a:ext>
                </a:extLst>
              </p:cNvPr>
              <p:cNvSpPr/>
              <p:nvPr/>
            </p:nvSpPr>
            <p:spPr>
              <a:xfrm>
                <a:off x="-1734996" y="1709860"/>
                <a:ext cx="103075" cy="193299"/>
              </a:xfrm>
              <a:custGeom>
                <a:avLst/>
                <a:gdLst/>
                <a:ahLst/>
                <a:cxnLst/>
                <a:rect l="l" t="t" r="r" b="b"/>
                <a:pathLst>
                  <a:path w="778" h="1459" extrusionOk="0">
                    <a:moveTo>
                      <a:pt x="627" y="1"/>
                    </a:moveTo>
                    <a:lnTo>
                      <a:pt x="1" y="1381"/>
                    </a:lnTo>
                    <a:lnTo>
                      <a:pt x="153" y="1458"/>
                    </a:lnTo>
                    <a:lnTo>
                      <a:pt x="777" y="87"/>
                    </a:lnTo>
                    <a:lnTo>
                      <a:pt x="62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7" name="Google Shape;8637;p71">
                <a:extLst>
                  <a:ext uri="{FF2B5EF4-FFF2-40B4-BE49-F238E27FC236}">
                    <a16:creationId xmlns:a16="http://schemas.microsoft.com/office/drawing/2014/main" id="{1E357C67-C553-031F-A0AE-1186972F025A}"/>
                  </a:ext>
                </a:extLst>
              </p:cNvPr>
              <p:cNvSpPr/>
              <p:nvPr/>
            </p:nvSpPr>
            <p:spPr>
              <a:xfrm>
                <a:off x="-1907228" y="1227874"/>
                <a:ext cx="434294" cy="248812"/>
              </a:xfrm>
              <a:custGeom>
                <a:avLst/>
                <a:gdLst/>
                <a:ahLst/>
                <a:cxnLst/>
                <a:rect l="l" t="t" r="r" b="b"/>
                <a:pathLst>
                  <a:path w="3278" h="1878" extrusionOk="0">
                    <a:moveTo>
                      <a:pt x="43" y="0"/>
                    </a:moveTo>
                    <a:lnTo>
                      <a:pt x="0" y="80"/>
                    </a:lnTo>
                    <a:lnTo>
                      <a:pt x="3242" y="1877"/>
                    </a:lnTo>
                    <a:lnTo>
                      <a:pt x="3278" y="179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8" name="Google Shape;8638;p71">
                <a:extLst>
                  <a:ext uri="{FF2B5EF4-FFF2-40B4-BE49-F238E27FC236}">
                    <a16:creationId xmlns:a16="http://schemas.microsoft.com/office/drawing/2014/main" id="{0086FA67-8F27-ECF2-24A8-55BABB367739}"/>
                  </a:ext>
                </a:extLst>
              </p:cNvPr>
              <p:cNvSpPr/>
              <p:nvPr/>
            </p:nvSpPr>
            <p:spPr>
              <a:xfrm>
                <a:off x="-1938627" y="1298489"/>
                <a:ext cx="22125" cy="20933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58" extrusionOk="0">
                    <a:moveTo>
                      <a:pt x="37" y="0"/>
                    </a:moveTo>
                    <a:lnTo>
                      <a:pt x="1" y="87"/>
                    </a:lnTo>
                    <a:lnTo>
                      <a:pt x="123" y="157"/>
                    </a:lnTo>
                    <a:lnTo>
                      <a:pt x="166" y="7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9" name="Google Shape;8639;p71">
                <a:extLst>
                  <a:ext uri="{FF2B5EF4-FFF2-40B4-BE49-F238E27FC236}">
                    <a16:creationId xmlns:a16="http://schemas.microsoft.com/office/drawing/2014/main" id="{BC8E766B-AE79-7028-2727-6DB62288CA37}"/>
                  </a:ext>
                </a:extLst>
              </p:cNvPr>
              <p:cNvSpPr/>
              <p:nvPr/>
            </p:nvSpPr>
            <p:spPr>
              <a:xfrm>
                <a:off x="-1907228" y="1316507"/>
                <a:ext cx="143881" cy="87707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662" extrusionOk="0">
                    <a:moveTo>
                      <a:pt x="43" y="1"/>
                    </a:moveTo>
                    <a:lnTo>
                      <a:pt x="0" y="80"/>
                    </a:lnTo>
                    <a:lnTo>
                      <a:pt x="1042" y="661"/>
                    </a:lnTo>
                    <a:lnTo>
                      <a:pt x="1085" y="575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0" name="Google Shape;8640;p71">
                <a:extLst>
                  <a:ext uri="{FF2B5EF4-FFF2-40B4-BE49-F238E27FC236}">
                    <a16:creationId xmlns:a16="http://schemas.microsoft.com/office/drawing/2014/main" id="{33CB6448-8180-C007-980D-5E8D9F18AAF4}"/>
                  </a:ext>
                </a:extLst>
              </p:cNvPr>
              <p:cNvSpPr/>
              <p:nvPr/>
            </p:nvSpPr>
            <p:spPr>
              <a:xfrm>
                <a:off x="-1923524" y="1352676"/>
                <a:ext cx="142954" cy="87574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661" extrusionOk="0">
                    <a:moveTo>
                      <a:pt x="37" y="0"/>
                    </a:moveTo>
                    <a:lnTo>
                      <a:pt x="1" y="86"/>
                    </a:lnTo>
                    <a:lnTo>
                      <a:pt x="1044" y="661"/>
                    </a:lnTo>
                    <a:lnTo>
                      <a:pt x="1079" y="575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1" name="Google Shape;8641;p71">
                <a:extLst>
                  <a:ext uri="{FF2B5EF4-FFF2-40B4-BE49-F238E27FC236}">
                    <a16:creationId xmlns:a16="http://schemas.microsoft.com/office/drawing/2014/main" id="{505CACEC-21CF-37F7-BF66-23AA06DE95EA}"/>
                  </a:ext>
                </a:extLst>
              </p:cNvPr>
              <p:cNvSpPr/>
              <p:nvPr/>
            </p:nvSpPr>
            <p:spPr>
              <a:xfrm>
                <a:off x="-1919549" y="1255431"/>
                <a:ext cx="236225" cy="139112"/>
              </a:xfrm>
              <a:custGeom>
                <a:avLst/>
                <a:gdLst/>
                <a:ahLst/>
                <a:cxnLst/>
                <a:rect l="l" t="t" r="r" b="b"/>
                <a:pathLst>
                  <a:path w="1783" h="1050" extrusionOk="0">
                    <a:moveTo>
                      <a:pt x="36" y="1"/>
                    </a:moveTo>
                    <a:lnTo>
                      <a:pt x="0" y="80"/>
                    </a:lnTo>
                    <a:lnTo>
                      <a:pt x="1748" y="1050"/>
                    </a:lnTo>
                    <a:lnTo>
                      <a:pt x="1782" y="964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2" name="Google Shape;8642;p71">
                <a:extLst>
                  <a:ext uri="{FF2B5EF4-FFF2-40B4-BE49-F238E27FC236}">
                    <a16:creationId xmlns:a16="http://schemas.microsoft.com/office/drawing/2014/main" id="{A6585910-75E7-6815-9473-B085BD38FB8E}"/>
                  </a:ext>
                </a:extLst>
              </p:cNvPr>
              <p:cNvSpPr/>
              <p:nvPr/>
            </p:nvSpPr>
            <p:spPr>
              <a:xfrm>
                <a:off x="-1707306" y="1426868"/>
                <a:ext cx="22125" cy="20271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53" extrusionOk="0">
                    <a:moveTo>
                      <a:pt x="37" y="1"/>
                    </a:moveTo>
                    <a:lnTo>
                      <a:pt x="1" y="80"/>
                    </a:lnTo>
                    <a:lnTo>
                      <a:pt x="123" y="153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3" name="Google Shape;8643;p71">
                <a:extLst>
                  <a:ext uri="{FF2B5EF4-FFF2-40B4-BE49-F238E27FC236}">
                    <a16:creationId xmlns:a16="http://schemas.microsoft.com/office/drawing/2014/main" id="{70FD155D-C60B-B5C1-A5EF-1B62C967A04D}"/>
                  </a:ext>
                </a:extLst>
              </p:cNvPr>
              <p:cNvSpPr/>
              <p:nvPr/>
            </p:nvSpPr>
            <p:spPr>
              <a:xfrm>
                <a:off x="-1691937" y="1481320"/>
                <a:ext cx="142954" cy="87707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662" extrusionOk="0">
                    <a:moveTo>
                      <a:pt x="36" y="0"/>
                    </a:moveTo>
                    <a:lnTo>
                      <a:pt x="0" y="78"/>
                    </a:lnTo>
                    <a:lnTo>
                      <a:pt x="1042" y="661"/>
                    </a:lnTo>
                    <a:lnTo>
                      <a:pt x="1078" y="575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4" name="Google Shape;8644;p71">
                <a:extLst>
                  <a:ext uri="{FF2B5EF4-FFF2-40B4-BE49-F238E27FC236}">
                    <a16:creationId xmlns:a16="http://schemas.microsoft.com/office/drawing/2014/main" id="{2781DB23-841E-1123-E688-8A36B670C0CA}"/>
                  </a:ext>
                </a:extLst>
              </p:cNvPr>
              <p:cNvSpPr/>
              <p:nvPr/>
            </p:nvSpPr>
            <p:spPr>
              <a:xfrm>
                <a:off x="-1675774" y="1444092"/>
                <a:ext cx="143881" cy="87574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661" extrusionOk="0">
                    <a:moveTo>
                      <a:pt x="44" y="0"/>
                    </a:moveTo>
                    <a:lnTo>
                      <a:pt x="1" y="86"/>
                    </a:lnTo>
                    <a:lnTo>
                      <a:pt x="1043" y="661"/>
                    </a:lnTo>
                    <a:lnTo>
                      <a:pt x="1086" y="58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5" name="Google Shape;8645;p71">
                <a:extLst>
                  <a:ext uri="{FF2B5EF4-FFF2-40B4-BE49-F238E27FC236}">
                    <a16:creationId xmlns:a16="http://schemas.microsoft.com/office/drawing/2014/main" id="{A7EB3B54-6350-841E-5945-BBD00834FE9C}"/>
                  </a:ext>
                </a:extLst>
              </p:cNvPr>
              <p:cNvSpPr/>
              <p:nvPr/>
            </p:nvSpPr>
            <p:spPr>
              <a:xfrm>
                <a:off x="-1894907" y="1199256"/>
                <a:ext cx="434427" cy="249739"/>
              </a:xfrm>
              <a:custGeom>
                <a:avLst/>
                <a:gdLst/>
                <a:ahLst/>
                <a:cxnLst/>
                <a:rect l="l" t="t" r="r" b="b"/>
                <a:pathLst>
                  <a:path w="3279" h="1885" extrusionOk="0">
                    <a:moveTo>
                      <a:pt x="43" y="1"/>
                    </a:moveTo>
                    <a:lnTo>
                      <a:pt x="0" y="87"/>
                    </a:lnTo>
                    <a:lnTo>
                      <a:pt x="3244" y="1884"/>
                    </a:lnTo>
                    <a:lnTo>
                      <a:pt x="3278" y="1798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6" name="Google Shape;8646;p71">
                <a:extLst>
                  <a:ext uri="{FF2B5EF4-FFF2-40B4-BE49-F238E27FC236}">
                    <a16:creationId xmlns:a16="http://schemas.microsoft.com/office/drawing/2014/main" id="{1B2E9C95-387F-0919-E874-2A0A0EF8F573}"/>
                  </a:ext>
                </a:extLst>
              </p:cNvPr>
              <p:cNvSpPr/>
              <p:nvPr/>
            </p:nvSpPr>
            <p:spPr>
              <a:xfrm>
                <a:off x="-1881393" y="1171567"/>
                <a:ext cx="433367" cy="249739"/>
              </a:xfrm>
              <a:custGeom>
                <a:avLst/>
                <a:gdLst/>
                <a:ahLst/>
                <a:cxnLst/>
                <a:rect l="l" t="t" r="r" b="b"/>
                <a:pathLst>
                  <a:path w="3271" h="1885" extrusionOk="0">
                    <a:moveTo>
                      <a:pt x="36" y="1"/>
                    </a:moveTo>
                    <a:lnTo>
                      <a:pt x="0" y="87"/>
                    </a:lnTo>
                    <a:lnTo>
                      <a:pt x="3235" y="1885"/>
                    </a:lnTo>
                    <a:lnTo>
                      <a:pt x="3271" y="1798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7" name="Google Shape;8647;p71">
                <a:extLst>
                  <a:ext uri="{FF2B5EF4-FFF2-40B4-BE49-F238E27FC236}">
                    <a16:creationId xmlns:a16="http://schemas.microsoft.com/office/drawing/2014/main" id="{A94FFCF6-F23F-CAB4-D33A-792E1F254F26}"/>
                  </a:ext>
                </a:extLst>
              </p:cNvPr>
              <p:cNvSpPr/>
              <p:nvPr/>
            </p:nvSpPr>
            <p:spPr>
              <a:xfrm>
                <a:off x="-1919549" y="1151694"/>
                <a:ext cx="26762" cy="23053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74" extrusionOk="0">
                    <a:moveTo>
                      <a:pt x="36" y="1"/>
                    </a:moveTo>
                    <a:lnTo>
                      <a:pt x="0" y="80"/>
                    </a:lnTo>
                    <a:lnTo>
                      <a:pt x="166" y="173"/>
                    </a:lnTo>
                    <a:lnTo>
                      <a:pt x="202" y="87"/>
                    </a:lnTo>
                    <a:lnTo>
                      <a:pt x="3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8" name="Google Shape;8648;p71">
                <a:extLst>
                  <a:ext uri="{FF2B5EF4-FFF2-40B4-BE49-F238E27FC236}">
                    <a16:creationId xmlns:a16="http://schemas.microsoft.com/office/drawing/2014/main" id="{763D4835-102D-282A-BCBD-D54BF0F9D54B}"/>
                  </a:ext>
                </a:extLst>
              </p:cNvPr>
              <p:cNvSpPr/>
              <p:nvPr/>
            </p:nvSpPr>
            <p:spPr>
              <a:xfrm>
                <a:off x="-1955718" y="1334525"/>
                <a:ext cx="22125" cy="21198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60" extrusionOk="0">
                    <a:moveTo>
                      <a:pt x="37" y="1"/>
                    </a:moveTo>
                    <a:lnTo>
                      <a:pt x="0" y="87"/>
                    </a:lnTo>
                    <a:lnTo>
                      <a:pt x="130" y="160"/>
                    </a:lnTo>
                    <a:lnTo>
                      <a:pt x="166" y="73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9" name="Google Shape;8649;p71">
                <a:extLst>
                  <a:ext uri="{FF2B5EF4-FFF2-40B4-BE49-F238E27FC236}">
                    <a16:creationId xmlns:a16="http://schemas.microsoft.com/office/drawing/2014/main" id="{F7933003-6927-0505-1E7B-41B263253C83}"/>
                  </a:ext>
                </a:extLst>
              </p:cNvPr>
              <p:cNvSpPr/>
              <p:nvPr/>
            </p:nvSpPr>
            <p:spPr>
              <a:xfrm>
                <a:off x="-1724397" y="1463037"/>
                <a:ext cx="21993" cy="21198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60" extrusionOk="0">
                    <a:moveTo>
                      <a:pt x="43" y="0"/>
                    </a:moveTo>
                    <a:lnTo>
                      <a:pt x="0" y="87"/>
                    </a:lnTo>
                    <a:lnTo>
                      <a:pt x="130" y="159"/>
                    </a:lnTo>
                    <a:lnTo>
                      <a:pt x="166" y="73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0" name="Google Shape;8650;p71">
                <a:extLst>
                  <a:ext uri="{FF2B5EF4-FFF2-40B4-BE49-F238E27FC236}">
                    <a16:creationId xmlns:a16="http://schemas.microsoft.com/office/drawing/2014/main" id="{30CBBC45-1974-943B-0B4C-F36B6E88F688}"/>
                  </a:ext>
                </a:extLst>
              </p:cNvPr>
              <p:cNvSpPr/>
              <p:nvPr/>
            </p:nvSpPr>
            <p:spPr>
              <a:xfrm>
                <a:off x="-2312107" y="998407"/>
                <a:ext cx="182170" cy="403954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3049" extrusionOk="0">
                    <a:moveTo>
                      <a:pt x="1036" y="86"/>
                    </a:moveTo>
                    <a:lnTo>
                      <a:pt x="1331" y="2990"/>
                    </a:lnTo>
                    <a:lnTo>
                      <a:pt x="44" y="2279"/>
                    </a:lnTo>
                    <a:lnTo>
                      <a:pt x="1036" y="86"/>
                    </a:lnTo>
                    <a:close/>
                    <a:moveTo>
                      <a:pt x="1052" y="0"/>
                    </a:moveTo>
                    <a:cubicBezTo>
                      <a:pt x="1045" y="0"/>
                      <a:pt x="1036" y="7"/>
                      <a:pt x="1029" y="14"/>
                    </a:cubicBezTo>
                    <a:lnTo>
                      <a:pt x="10" y="2279"/>
                    </a:lnTo>
                    <a:cubicBezTo>
                      <a:pt x="1" y="2286"/>
                      <a:pt x="1" y="2300"/>
                      <a:pt x="10" y="2308"/>
                    </a:cubicBezTo>
                    <a:lnTo>
                      <a:pt x="1347" y="3049"/>
                    </a:lnTo>
                    <a:cubicBezTo>
                      <a:pt x="1353" y="3049"/>
                      <a:pt x="1360" y="3049"/>
                      <a:pt x="1367" y="3042"/>
                    </a:cubicBezTo>
                    <a:cubicBezTo>
                      <a:pt x="1367" y="3042"/>
                      <a:pt x="1374" y="3026"/>
                      <a:pt x="1374" y="3019"/>
                    </a:cubicBezTo>
                    <a:lnTo>
                      <a:pt x="1065" y="23"/>
                    </a:lnTo>
                    <a:cubicBezTo>
                      <a:pt x="1065" y="14"/>
                      <a:pt x="1058" y="7"/>
                      <a:pt x="1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1" name="Google Shape;8651;p71">
                <a:extLst>
                  <a:ext uri="{FF2B5EF4-FFF2-40B4-BE49-F238E27FC236}">
                    <a16:creationId xmlns:a16="http://schemas.microsoft.com/office/drawing/2014/main" id="{3A94E16B-5E06-2664-8882-4C021ACE88C4}"/>
                  </a:ext>
                </a:extLst>
              </p:cNvPr>
              <p:cNvSpPr/>
              <p:nvPr/>
            </p:nvSpPr>
            <p:spPr>
              <a:xfrm>
                <a:off x="-2292896" y="1145069"/>
                <a:ext cx="29677" cy="38156"/>
              </a:xfrm>
              <a:custGeom>
                <a:avLst/>
                <a:gdLst/>
                <a:ahLst/>
                <a:cxnLst/>
                <a:rect l="l" t="t" r="r" b="b"/>
                <a:pathLst>
                  <a:path w="224" h="288" extrusionOk="0">
                    <a:moveTo>
                      <a:pt x="91" y="141"/>
                    </a:moveTo>
                    <a:cubicBezTo>
                      <a:pt x="94" y="141"/>
                      <a:pt x="97" y="142"/>
                      <a:pt x="101" y="144"/>
                    </a:cubicBezTo>
                    <a:lnTo>
                      <a:pt x="130" y="158"/>
                    </a:lnTo>
                    <a:lnTo>
                      <a:pt x="108" y="209"/>
                    </a:lnTo>
                    <a:cubicBezTo>
                      <a:pt x="108" y="209"/>
                      <a:pt x="87" y="201"/>
                      <a:pt x="72" y="194"/>
                    </a:cubicBezTo>
                    <a:cubicBezTo>
                      <a:pt x="65" y="187"/>
                      <a:pt x="65" y="173"/>
                      <a:pt x="72" y="158"/>
                    </a:cubicBezTo>
                    <a:cubicBezTo>
                      <a:pt x="78" y="148"/>
                      <a:pt x="83" y="141"/>
                      <a:pt x="91" y="141"/>
                    </a:cubicBezTo>
                    <a:close/>
                    <a:moveTo>
                      <a:pt x="101" y="1"/>
                    </a:moveTo>
                    <a:lnTo>
                      <a:pt x="80" y="37"/>
                    </a:lnTo>
                    <a:cubicBezTo>
                      <a:pt x="80" y="44"/>
                      <a:pt x="123" y="58"/>
                      <a:pt x="144" y="71"/>
                    </a:cubicBezTo>
                    <a:cubicBezTo>
                      <a:pt x="158" y="80"/>
                      <a:pt x="167" y="87"/>
                      <a:pt x="158" y="108"/>
                    </a:cubicBezTo>
                    <a:lnTo>
                      <a:pt x="151" y="123"/>
                    </a:lnTo>
                    <a:lnTo>
                      <a:pt x="115" y="101"/>
                    </a:lnTo>
                    <a:cubicBezTo>
                      <a:pt x="100" y="96"/>
                      <a:pt x="87" y="93"/>
                      <a:pt x="75" y="93"/>
                    </a:cubicBezTo>
                    <a:cubicBezTo>
                      <a:pt x="53" y="93"/>
                      <a:pt x="36" y="104"/>
                      <a:pt x="22" y="137"/>
                    </a:cubicBezTo>
                    <a:cubicBezTo>
                      <a:pt x="1" y="180"/>
                      <a:pt x="8" y="216"/>
                      <a:pt x="44" y="237"/>
                    </a:cubicBezTo>
                    <a:cubicBezTo>
                      <a:pt x="65" y="253"/>
                      <a:pt x="101" y="253"/>
                      <a:pt x="101" y="253"/>
                    </a:cubicBezTo>
                    <a:cubicBezTo>
                      <a:pt x="108" y="266"/>
                      <a:pt x="123" y="280"/>
                      <a:pt x="144" y="287"/>
                    </a:cubicBezTo>
                    <a:lnTo>
                      <a:pt x="167" y="244"/>
                    </a:lnTo>
                    <a:cubicBezTo>
                      <a:pt x="158" y="237"/>
                      <a:pt x="158" y="237"/>
                      <a:pt x="158" y="223"/>
                    </a:cubicBezTo>
                    <a:lnTo>
                      <a:pt x="201" y="130"/>
                    </a:lnTo>
                    <a:cubicBezTo>
                      <a:pt x="223" y="80"/>
                      <a:pt x="217" y="51"/>
                      <a:pt x="173" y="21"/>
                    </a:cubicBezTo>
                    <a:cubicBezTo>
                      <a:pt x="137" y="8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2" name="Google Shape;8652;p71">
                <a:extLst>
                  <a:ext uri="{FF2B5EF4-FFF2-40B4-BE49-F238E27FC236}">
                    <a16:creationId xmlns:a16="http://schemas.microsoft.com/office/drawing/2014/main" id="{F652CB54-E54B-7032-A506-FC9650E16F54}"/>
                  </a:ext>
                </a:extLst>
              </p:cNvPr>
              <p:cNvSpPr/>
              <p:nvPr/>
            </p:nvSpPr>
            <p:spPr>
              <a:xfrm>
                <a:off x="-2272096" y="1355591"/>
                <a:ext cx="31665" cy="48358"/>
              </a:xfrm>
              <a:custGeom>
                <a:avLst/>
                <a:gdLst/>
                <a:ahLst/>
                <a:cxnLst/>
                <a:rect l="l" t="t" r="r" b="b"/>
                <a:pathLst>
                  <a:path w="239" h="365" extrusionOk="0">
                    <a:moveTo>
                      <a:pt x="116" y="164"/>
                    </a:moveTo>
                    <a:cubicBezTo>
                      <a:pt x="116" y="164"/>
                      <a:pt x="139" y="173"/>
                      <a:pt x="153" y="180"/>
                    </a:cubicBezTo>
                    <a:cubicBezTo>
                      <a:pt x="166" y="187"/>
                      <a:pt x="173" y="208"/>
                      <a:pt x="153" y="251"/>
                    </a:cubicBezTo>
                    <a:cubicBezTo>
                      <a:pt x="137" y="287"/>
                      <a:pt x="126" y="304"/>
                      <a:pt x="110" y="304"/>
                    </a:cubicBezTo>
                    <a:cubicBezTo>
                      <a:pt x="104" y="304"/>
                      <a:pt x="96" y="301"/>
                      <a:pt x="87" y="294"/>
                    </a:cubicBezTo>
                    <a:cubicBezTo>
                      <a:pt x="80" y="294"/>
                      <a:pt x="66" y="280"/>
                      <a:pt x="66" y="280"/>
                    </a:cubicBezTo>
                    <a:lnTo>
                      <a:pt x="116" y="164"/>
                    </a:lnTo>
                    <a:close/>
                    <a:moveTo>
                      <a:pt x="139" y="1"/>
                    </a:moveTo>
                    <a:lnTo>
                      <a:pt x="1" y="302"/>
                    </a:lnTo>
                    <a:cubicBezTo>
                      <a:pt x="1" y="309"/>
                      <a:pt x="44" y="337"/>
                      <a:pt x="60" y="346"/>
                    </a:cubicBezTo>
                    <a:cubicBezTo>
                      <a:pt x="82" y="358"/>
                      <a:pt x="101" y="365"/>
                      <a:pt x="118" y="365"/>
                    </a:cubicBezTo>
                    <a:cubicBezTo>
                      <a:pt x="150" y="365"/>
                      <a:pt x="175" y="341"/>
                      <a:pt x="203" y="280"/>
                    </a:cubicBezTo>
                    <a:cubicBezTo>
                      <a:pt x="239" y="194"/>
                      <a:pt x="232" y="158"/>
                      <a:pt x="182" y="130"/>
                    </a:cubicBezTo>
                    <a:cubicBezTo>
                      <a:pt x="166" y="121"/>
                      <a:pt x="139" y="121"/>
                      <a:pt x="139" y="121"/>
                    </a:cubicBezTo>
                    <a:lnTo>
                      <a:pt x="182" y="28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3" name="Google Shape;8653;p71">
                <a:extLst>
                  <a:ext uri="{FF2B5EF4-FFF2-40B4-BE49-F238E27FC236}">
                    <a16:creationId xmlns:a16="http://schemas.microsoft.com/office/drawing/2014/main" id="{ADFFE98F-63D7-5541-E7D1-BCD13EAE8D89}"/>
                  </a:ext>
                </a:extLst>
              </p:cNvPr>
              <p:cNvSpPr/>
              <p:nvPr/>
            </p:nvSpPr>
            <p:spPr>
              <a:xfrm>
                <a:off x="-2140669" y="1194884"/>
                <a:ext cx="27822" cy="34049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57" extrusionOk="0">
                    <a:moveTo>
                      <a:pt x="120" y="0"/>
                    </a:moveTo>
                    <a:cubicBezTo>
                      <a:pt x="89" y="0"/>
                      <a:pt x="63" y="26"/>
                      <a:pt x="37" y="77"/>
                    </a:cubicBezTo>
                    <a:cubicBezTo>
                      <a:pt x="1" y="163"/>
                      <a:pt x="9" y="206"/>
                      <a:pt x="59" y="235"/>
                    </a:cubicBezTo>
                    <a:cubicBezTo>
                      <a:pt x="73" y="242"/>
                      <a:pt x="116" y="256"/>
                      <a:pt x="116" y="256"/>
                    </a:cubicBezTo>
                    <a:lnTo>
                      <a:pt x="139" y="206"/>
                    </a:lnTo>
                    <a:cubicBezTo>
                      <a:pt x="139" y="206"/>
                      <a:pt x="110" y="199"/>
                      <a:pt x="96" y="192"/>
                    </a:cubicBezTo>
                    <a:cubicBezTo>
                      <a:pt x="66" y="170"/>
                      <a:pt x="66" y="156"/>
                      <a:pt x="87" y="106"/>
                    </a:cubicBezTo>
                    <a:cubicBezTo>
                      <a:pt x="98" y="76"/>
                      <a:pt x="108" y="60"/>
                      <a:pt x="125" y="60"/>
                    </a:cubicBezTo>
                    <a:cubicBezTo>
                      <a:pt x="132" y="60"/>
                      <a:pt x="142" y="63"/>
                      <a:pt x="153" y="70"/>
                    </a:cubicBezTo>
                    <a:cubicBezTo>
                      <a:pt x="166" y="77"/>
                      <a:pt x="189" y="92"/>
                      <a:pt x="189" y="92"/>
                    </a:cubicBezTo>
                    <a:lnTo>
                      <a:pt x="210" y="49"/>
                    </a:lnTo>
                    <a:cubicBezTo>
                      <a:pt x="210" y="49"/>
                      <a:pt x="182" y="20"/>
                      <a:pt x="160" y="13"/>
                    </a:cubicBezTo>
                    <a:cubicBezTo>
                      <a:pt x="145" y="5"/>
                      <a:pt x="132" y="0"/>
                      <a:pt x="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4" name="Google Shape;8654;p71">
                <a:extLst>
                  <a:ext uri="{FF2B5EF4-FFF2-40B4-BE49-F238E27FC236}">
                    <a16:creationId xmlns:a16="http://schemas.microsoft.com/office/drawing/2014/main" id="{12055F2E-F4CA-E632-202C-D2B212995C83}"/>
                  </a:ext>
                </a:extLst>
              </p:cNvPr>
              <p:cNvSpPr/>
              <p:nvPr/>
            </p:nvSpPr>
            <p:spPr>
              <a:xfrm>
                <a:off x="-2391996" y="1427796"/>
                <a:ext cx="35507" cy="46768"/>
              </a:xfrm>
              <a:custGeom>
                <a:avLst/>
                <a:gdLst/>
                <a:ahLst/>
                <a:cxnLst/>
                <a:rect l="l" t="t" r="r" b="b"/>
                <a:pathLst>
                  <a:path w="268" h="353" extrusionOk="0">
                    <a:moveTo>
                      <a:pt x="105" y="177"/>
                    </a:moveTo>
                    <a:cubicBezTo>
                      <a:pt x="108" y="177"/>
                      <a:pt x="112" y="178"/>
                      <a:pt x="116" y="180"/>
                    </a:cubicBezTo>
                    <a:lnTo>
                      <a:pt x="159" y="196"/>
                    </a:lnTo>
                    <a:lnTo>
                      <a:pt x="130" y="253"/>
                    </a:lnTo>
                    <a:cubicBezTo>
                      <a:pt x="130" y="253"/>
                      <a:pt x="109" y="246"/>
                      <a:pt x="86" y="239"/>
                    </a:cubicBezTo>
                    <a:cubicBezTo>
                      <a:pt x="73" y="232"/>
                      <a:pt x="73" y="216"/>
                      <a:pt x="80" y="196"/>
                    </a:cubicBezTo>
                    <a:cubicBezTo>
                      <a:pt x="85" y="184"/>
                      <a:pt x="94" y="177"/>
                      <a:pt x="105" y="177"/>
                    </a:cubicBezTo>
                    <a:close/>
                    <a:moveTo>
                      <a:pt x="116" y="1"/>
                    </a:moveTo>
                    <a:lnTo>
                      <a:pt x="95" y="51"/>
                    </a:lnTo>
                    <a:cubicBezTo>
                      <a:pt x="95" y="51"/>
                      <a:pt x="145" y="73"/>
                      <a:pt x="173" y="87"/>
                    </a:cubicBezTo>
                    <a:cubicBezTo>
                      <a:pt x="188" y="102"/>
                      <a:pt x="195" y="109"/>
                      <a:pt x="188" y="130"/>
                    </a:cubicBezTo>
                    <a:lnTo>
                      <a:pt x="181" y="153"/>
                    </a:lnTo>
                    <a:lnTo>
                      <a:pt x="130" y="130"/>
                    </a:lnTo>
                    <a:cubicBezTo>
                      <a:pt x="113" y="122"/>
                      <a:pt x="98" y="117"/>
                      <a:pt x="84" y="117"/>
                    </a:cubicBezTo>
                    <a:cubicBezTo>
                      <a:pt x="61" y="117"/>
                      <a:pt x="41" y="131"/>
                      <a:pt x="23" y="166"/>
                    </a:cubicBezTo>
                    <a:cubicBezTo>
                      <a:pt x="0" y="223"/>
                      <a:pt x="9" y="266"/>
                      <a:pt x="52" y="289"/>
                    </a:cubicBezTo>
                    <a:cubicBezTo>
                      <a:pt x="80" y="303"/>
                      <a:pt x="116" y="303"/>
                      <a:pt x="116" y="303"/>
                    </a:cubicBezTo>
                    <a:cubicBezTo>
                      <a:pt x="130" y="325"/>
                      <a:pt x="145" y="339"/>
                      <a:pt x="166" y="353"/>
                    </a:cubicBezTo>
                    <a:lnTo>
                      <a:pt x="195" y="303"/>
                    </a:lnTo>
                    <a:cubicBezTo>
                      <a:pt x="188" y="296"/>
                      <a:pt x="188" y="289"/>
                      <a:pt x="195" y="275"/>
                    </a:cubicBezTo>
                    <a:lnTo>
                      <a:pt x="238" y="159"/>
                    </a:lnTo>
                    <a:cubicBezTo>
                      <a:pt x="268" y="102"/>
                      <a:pt x="259" y="66"/>
                      <a:pt x="209" y="37"/>
                    </a:cubicBezTo>
                    <a:cubicBezTo>
                      <a:pt x="166" y="16"/>
                      <a:pt x="116" y="1"/>
                      <a:pt x="1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5" name="Google Shape;8655;p71">
                <a:extLst>
                  <a:ext uri="{FF2B5EF4-FFF2-40B4-BE49-F238E27FC236}">
                    <a16:creationId xmlns:a16="http://schemas.microsoft.com/office/drawing/2014/main" id="{F17993BC-3E0D-6B58-A822-7FA515211D8F}"/>
                  </a:ext>
                </a:extLst>
              </p:cNvPr>
              <p:cNvSpPr/>
              <p:nvPr/>
            </p:nvSpPr>
            <p:spPr>
              <a:xfrm>
                <a:off x="-2340591" y="1458400"/>
                <a:ext cx="28617" cy="35374"/>
              </a:xfrm>
              <a:custGeom>
                <a:avLst/>
                <a:gdLst/>
                <a:ahLst/>
                <a:cxnLst/>
                <a:rect l="l" t="t" r="r" b="b"/>
                <a:pathLst>
                  <a:path w="216" h="267" extrusionOk="0">
                    <a:moveTo>
                      <a:pt x="138" y="1"/>
                    </a:moveTo>
                    <a:lnTo>
                      <a:pt x="95" y="87"/>
                    </a:lnTo>
                    <a:lnTo>
                      <a:pt x="30" y="51"/>
                    </a:lnTo>
                    <a:lnTo>
                      <a:pt x="0" y="115"/>
                    </a:lnTo>
                    <a:lnTo>
                      <a:pt x="66" y="151"/>
                    </a:lnTo>
                    <a:lnTo>
                      <a:pt x="30" y="237"/>
                    </a:lnTo>
                    <a:lnTo>
                      <a:pt x="80" y="267"/>
                    </a:lnTo>
                    <a:lnTo>
                      <a:pt x="116" y="180"/>
                    </a:lnTo>
                    <a:lnTo>
                      <a:pt x="188" y="217"/>
                    </a:lnTo>
                    <a:lnTo>
                      <a:pt x="216" y="158"/>
                    </a:lnTo>
                    <a:lnTo>
                      <a:pt x="145" y="115"/>
                    </a:lnTo>
                    <a:lnTo>
                      <a:pt x="188" y="2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6" name="Google Shape;8656;p71">
                <a:extLst>
                  <a:ext uri="{FF2B5EF4-FFF2-40B4-BE49-F238E27FC236}">
                    <a16:creationId xmlns:a16="http://schemas.microsoft.com/office/drawing/2014/main" id="{44394A5D-4456-24E6-13F5-8BE0AE7BDFF9}"/>
                  </a:ext>
                </a:extLst>
              </p:cNvPr>
              <p:cNvSpPr/>
              <p:nvPr/>
            </p:nvSpPr>
            <p:spPr>
              <a:xfrm>
                <a:off x="-2354767" y="1427796"/>
                <a:ext cx="24775" cy="32592"/>
              </a:xfrm>
              <a:custGeom>
                <a:avLst/>
                <a:gdLst/>
                <a:ahLst/>
                <a:cxnLst/>
                <a:rect l="l" t="t" r="r" b="b"/>
                <a:pathLst>
                  <a:path w="187" h="246" extrusionOk="0">
                    <a:moveTo>
                      <a:pt x="87" y="1"/>
                    </a:moveTo>
                    <a:lnTo>
                      <a:pt x="80" y="30"/>
                    </a:lnTo>
                    <a:cubicBezTo>
                      <a:pt x="80" y="30"/>
                      <a:pt x="100" y="37"/>
                      <a:pt x="116" y="44"/>
                    </a:cubicBezTo>
                    <a:cubicBezTo>
                      <a:pt x="137" y="59"/>
                      <a:pt x="137" y="66"/>
                      <a:pt x="130" y="87"/>
                    </a:cubicBezTo>
                    <a:cubicBezTo>
                      <a:pt x="123" y="109"/>
                      <a:pt x="100" y="116"/>
                      <a:pt x="73" y="130"/>
                    </a:cubicBezTo>
                    <a:lnTo>
                      <a:pt x="14" y="159"/>
                    </a:lnTo>
                    <a:lnTo>
                      <a:pt x="0" y="196"/>
                    </a:lnTo>
                    <a:lnTo>
                      <a:pt x="100" y="246"/>
                    </a:lnTo>
                    <a:lnTo>
                      <a:pt x="123" y="209"/>
                    </a:lnTo>
                    <a:lnTo>
                      <a:pt x="57" y="173"/>
                    </a:lnTo>
                    <a:lnTo>
                      <a:pt x="94" y="159"/>
                    </a:lnTo>
                    <a:cubicBezTo>
                      <a:pt x="137" y="146"/>
                      <a:pt x="150" y="130"/>
                      <a:pt x="166" y="102"/>
                    </a:cubicBezTo>
                    <a:cubicBezTo>
                      <a:pt x="187" y="66"/>
                      <a:pt x="180" y="37"/>
                      <a:pt x="144" y="16"/>
                    </a:cubicBezTo>
                    <a:cubicBezTo>
                      <a:pt x="116" y="1"/>
                      <a:pt x="94" y="1"/>
                      <a:pt x="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7" name="Google Shape;8657;p71">
                <a:extLst>
                  <a:ext uri="{FF2B5EF4-FFF2-40B4-BE49-F238E27FC236}">
                    <a16:creationId xmlns:a16="http://schemas.microsoft.com/office/drawing/2014/main" id="{F21C78C9-AA63-B334-1856-6DDF79760FD5}"/>
                  </a:ext>
                </a:extLst>
              </p:cNvPr>
              <p:cNvSpPr/>
              <p:nvPr/>
            </p:nvSpPr>
            <p:spPr>
              <a:xfrm>
                <a:off x="-2315684" y="1455486"/>
                <a:ext cx="38024" cy="57897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7" extrusionOk="0">
                    <a:moveTo>
                      <a:pt x="144" y="195"/>
                    </a:moveTo>
                    <a:cubicBezTo>
                      <a:pt x="150" y="195"/>
                      <a:pt x="173" y="202"/>
                      <a:pt x="187" y="209"/>
                    </a:cubicBezTo>
                    <a:cubicBezTo>
                      <a:pt x="209" y="223"/>
                      <a:pt x="216" y="245"/>
                      <a:pt x="187" y="302"/>
                    </a:cubicBezTo>
                    <a:cubicBezTo>
                      <a:pt x="172" y="343"/>
                      <a:pt x="156" y="362"/>
                      <a:pt x="136" y="362"/>
                    </a:cubicBezTo>
                    <a:cubicBezTo>
                      <a:pt x="127" y="362"/>
                      <a:pt x="118" y="359"/>
                      <a:pt x="107" y="352"/>
                    </a:cubicBezTo>
                    <a:cubicBezTo>
                      <a:pt x="100" y="345"/>
                      <a:pt x="87" y="339"/>
                      <a:pt x="87" y="339"/>
                    </a:cubicBezTo>
                    <a:lnTo>
                      <a:pt x="144" y="195"/>
                    </a:lnTo>
                    <a:close/>
                    <a:moveTo>
                      <a:pt x="166" y="0"/>
                    </a:moveTo>
                    <a:lnTo>
                      <a:pt x="0" y="359"/>
                    </a:lnTo>
                    <a:cubicBezTo>
                      <a:pt x="7" y="368"/>
                      <a:pt x="57" y="402"/>
                      <a:pt x="80" y="418"/>
                    </a:cubicBezTo>
                    <a:cubicBezTo>
                      <a:pt x="103" y="430"/>
                      <a:pt x="123" y="437"/>
                      <a:pt x="142" y="437"/>
                    </a:cubicBezTo>
                    <a:cubicBezTo>
                      <a:pt x="180" y="437"/>
                      <a:pt x="210" y="408"/>
                      <a:pt x="244" y="332"/>
                    </a:cubicBezTo>
                    <a:cubicBezTo>
                      <a:pt x="287" y="230"/>
                      <a:pt x="280" y="187"/>
                      <a:pt x="223" y="152"/>
                    </a:cubicBezTo>
                    <a:cubicBezTo>
                      <a:pt x="200" y="144"/>
                      <a:pt x="173" y="144"/>
                      <a:pt x="173" y="144"/>
                    </a:cubicBezTo>
                    <a:lnTo>
                      <a:pt x="223" y="30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8" name="Google Shape;8658;p71">
                <a:extLst>
                  <a:ext uri="{FF2B5EF4-FFF2-40B4-BE49-F238E27FC236}">
                    <a16:creationId xmlns:a16="http://schemas.microsoft.com/office/drawing/2014/main" id="{CA120F78-543E-F062-A6C2-1F75BA42C396}"/>
                  </a:ext>
                </a:extLst>
              </p:cNvPr>
              <p:cNvSpPr/>
              <p:nvPr/>
            </p:nvSpPr>
            <p:spPr>
              <a:xfrm>
                <a:off x="-2276600" y="1470854"/>
                <a:ext cx="24775" cy="33387"/>
              </a:xfrm>
              <a:custGeom>
                <a:avLst/>
                <a:gdLst/>
                <a:ahLst/>
                <a:cxnLst/>
                <a:rect l="l" t="t" r="r" b="b"/>
                <a:pathLst>
                  <a:path w="187" h="252" extrusionOk="0">
                    <a:moveTo>
                      <a:pt x="87" y="0"/>
                    </a:moveTo>
                    <a:lnTo>
                      <a:pt x="78" y="36"/>
                    </a:lnTo>
                    <a:cubicBezTo>
                      <a:pt x="78" y="36"/>
                      <a:pt x="100" y="43"/>
                      <a:pt x="114" y="50"/>
                    </a:cubicBezTo>
                    <a:cubicBezTo>
                      <a:pt x="137" y="57"/>
                      <a:pt x="137" y="71"/>
                      <a:pt x="130" y="93"/>
                    </a:cubicBezTo>
                    <a:cubicBezTo>
                      <a:pt x="121" y="107"/>
                      <a:pt x="100" y="123"/>
                      <a:pt x="71" y="136"/>
                    </a:cubicBezTo>
                    <a:lnTo>
                      <a:pt x="14" y="157"/>
                    </a:lnTo>
                    <a:lnTo>
                      <a:pt x="0" y="193"/>
                    </a:lnTo>
                    <a:lnTo>
                      <a:pt x="100" y="252"/>
                    </a:lnTo>
                    <a:lnTo>
                      <a:pt x="121" y="216"/>
                    </a:lnTo>
                    <a:lnTo>
                      <a:pt x="50" y="179"/>
                    </a:lnTo>
                    <a:lnTo>
                      <a:pt x="94" y="166"/>
                    </a:lnTo>
                    <a:cubicBezTo>
                      <a:pt x="137" y="143"/>
                      <a:pt x="150" y="136"/>
                      <a:pt x="164" y="100"/>
                    </a:cubicBezTo>
                    <a:cubicBezTo>
                      <a:pt x="187" y="64"/>
                      <a:pt x="180" y="36"/>
                      <a:pt x="144" y="14"/>
                    </a:cubicBezTo>
                    <a:cubicBezTo>
                      <a:pt x="114" y="7"/>
                      <a:pt x="94" y="0"/>
                      <a:pt x="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9" name="Google Shape;8659;p71">
                <a:extLst>
                  <a:ext uri="{FF2B5EF4-FFF2-40B4-BE49-F238E27FC236}">
                    <a16:creationId xmlns:a16="http://schemas.microsoft.com/office/drawing/2014/main" id="{DFDA2932-67D6-0EFA-0E1A-06EBAC9BC770}"/>
                  </a:ext>
                </a:extLst>
              </p:cNvPr>
              <p:cNvSpPr/>
              <p:nvPr/>
            </p:nvSpPr>
            <p:spPr>
              <a:xfrm>
                <a:off x="-2258582" y="1501193"/>
                <a:ext cx="27822" cy="221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67" extrusionOk="0">
                    <a:moveTo>
                      <a:pt x="28" y="0"/>
                    </a:moveTo>
                    <a:lnTo>
                      <a:pt x="1" y="66"/>
                    </a:lnTo>
                    <a:lnTo>
                      <a:pt x="180" y="166"/>
                    </a:lnTo>
                    <a:lnTo>
                      <a:pt x="209" y="10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0" name="Google Shape;8660;p71">
                <a:extLst>
                  <a:ext uri="{FF2B5EF4-FFF2-40B4-BE49-F238E27FC236}">
                    <a16:creationId xmlns:a16="http://schemas.microsoft.com/office/drawing/2014/main" id="{E372F204-6DC1-344A-27E0-16AAB68D4255}"/>
                  </a:ext>
                </a:extLst>
              </p:cNvPr>
              <p:cNvSpPr/>
              <p:nvPr/>
            </p:nvSpPr>
            <p:spPr>
              <a:xfrm>
                <a:off x="-2265206" y="1515634"/>
                <a:ext cx="27557" cy="2186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65" extrusionOk="0">
                    <a:moveTo>
                      <a:pt x="28" y="0"/>
                    </a:moveTo>
                    <a:lnTo>
                      <a:pt x="1" y="64"/>
                    </a:lnTo>
                    <a:lnTo>
                      <a:pt x="180" y="164"/>
                    </a:lnTo>
                    <a:lnTo>
                      <a:pt x="208" y="10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1" name="Google Shape;8661;p71">
                <a:extLst>
                  <a:ext uri="{FF2B5EF4-FFF2-40B4-BE49-F238E27FC236}">
                    <a16:creationId xmlns:a16="http://schemas.microsoft.com/office/drawing/2014/main" id="{25B6C7E9-16E1-401E-5149-C06EED0B301B}"/>
                  </a:ext>
                </a:extLst>
              </p:cNvPr>
              <p:cNvSpPr/>
              <p:nvPr/>
            </p:nvSpPr>
            <p:spPr>
              <a:xfrm>
                <a:off x="-2236589" y="1515369"/>
                <a:ext cx="33254" cy="41204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11" extrusionOk="0">
                    <a:moveTo>
                      <a:pt x="145" y="1"/>
                    </a:moveTo>
                    <a:cubicBezTo>
                      <a:pt x="106" y="1"/>
                      <a:pt x="75" y="35"/>
                      <a:pt x="43" y="102"/>
                    </a:cubicBezTo>
                    <a:cubicBezTo>
                      <a:pt x="0" y="195"/>
                      <a:pt x="7" y="252"/>
                      <a:pt x="64" y="289"/>
                    </a:cubicBezTo>
                    <a:cubicBezTo>
                      <a:pt x="93" y="295"/>
                      <a:pt x="137" y="311"/>
                      <a:pt x="137" y="311"/>
                    </a:cubicBezTo>
                    <a:lnTo>
                      <a:pt x="164" y="252"/>
                    </a:lnTo>
                    <a:cubicBezTo>
                      <a:pt x="157" y="252"/>
                      <a:pt x="130" y="245"/>
                      <a:pt x="114" y="232"/>
                    </a:cubicBezTo>
                    <a:cubicBezTo>
                      <a:pt x="71" y="209"/>
                      <a:pt x="71" y="188"/>
                      <a:pt x="100" y="132"/>
                    </a:cubicBezTo>
                    <a:cubicBezTo>
                      <a:pt x="115" y="96"/>
                      <a:pt x="130" y="78"/>
                      <a:pt x="150" y="78"/>
                    </a:cubicBezTo>
                    <a:cubicBezTo>
                      <a:pt x="159" y="78"/>
                      <a:pt x="169" y="82"/>
                      <a:pt x="180" y="88"/>
                    </a:cubicBezTo>
                    <a:cubicBezTo>
                      <a:pt x="193" y="95"/>
                      <a:pt x="223" y="116"/>
                      <a:pt x="223" y="116"/>
                    </a:cubicBezTo>
                    <a:lnTo>
                      <a:pt x="250" y="66"/>
                    </a:lnTo>
                    <a:cubicBezTo>
                      <a:pt x="250" y="59"/>
                      <a:pt x="216" y="30"/>
                      <a:pt x="193" y="16"/>
                    </a:cubicBezTo>
                    <a:cubicBezTo>
                      <a:pt x="176" y="6"/>
                      <a:pt x="160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2" name="Google Shape;8662;p71">
                <a:extLst>
                  <a:ext uri="{FF2B5EF4-FFF2-40B4-BE49-F238E27FC236}">
                    <a16:creationId xmlns:a16="http://schemas.microsoft.com/office/drawing/2014/main" id="{92AF17E2-EE03-D3A2-A4AB-A455D04F2DCD}"/>
                  </a:ext>
                </a:extLst>
              </p:cNvPr>
              <p:cNvSpPr/>
              <p:nvPr/>
            </p:nvSpPr>
            <p:spPr>
              <a:xfrm>
                <a:off x="-2204395" y="1510732"/>
                <a:ext cx="25040" cy="3351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3" extrusionOk="0">
                    <a:moveTo>
                      <a:pt x="94" y="1"/>
                    </a:moveTo>
                    <a:lnTo>
                      <a:pt x="80" y="37"/>
                    </a:lnTo>
                    <a:cubicBezTo>
                      <a:pt x="80" y="37"/>
                      <a:pt x="102" y="44"/>
                      <a:pt x="116" y="51"/>
                    </a:cubicBezTo>
                    <a:cubicBezTo>
                      <a:pt x="137" y="65"/>
                      <a:pt x="145" y="72"/>
                      <a:pt x="130" y="94"/>
                    </a:cubicBezTo>
                    <a:cubicBezTo>
                      <a:pt x="123" y="115"/>
                      <a:pt x="109" y="123"/>
                      <a:pt x="73" y="137"/>
                    </a:cubicBezTo>
                    <a:lnTo>
                      <a:pt x="23" y="158"/>
                    </a:lnTo>
                    <a:lnTo>
                      <a:pt x="1" y="194"/>
                    </a:lnTo>
                    <a:lnTo>
                      <a:pt x="109" y="253"/>
                    </a:lnTo>
                    <a:lnTo>
                      <a:pt x="123" y="217"/>
                    </a:lnTo>
                    <a:lnTo>
                      <a:pt x="59" y="180"/>
                    </a:lnTo>
                    <a:lnTo>
                      <a:pt x="102" y="167"/>
                    </a:lnTo>
                    <a:cubicBezTo>
                      <a:pt x="137" y="151"/>
                      <a:pt x="159" y="137"/>
                      <a:pt x="166" y="108"/>
                    </a:cubicBezTo>
                    <a:cubicBezTo>
                      <a:pt x="189" y="65"/>
                      <a:pt x="180" y="37"/>
                      <a:pt x="145" y="22"/>
                    </a:cubicBezTo>
                    <a:cubicBezTo>
                      <a:pt x="123" y="8"/>
                      <a:pt x="94" y="1"/>
                      <a:pt x="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663" name="Google Shape;8663;p71">
              <a:extLst>
                <a:ext uri="{FF2B5EF4-FFF2-40B4-BE49-F238E27FC236}">
                  <a16:creationId xmlns:a16="http://schemas.microsoft.com/office/drawing/2014/main" id="{459E56E8-D642-2E9A-E069-D8B0037DE7E6}"/>
                </a:ext>
              </a:extLst>
            </p:cNvPr>
            <p:cNvSpPr/>
            <p:nvPr/>
          </p:nvSpPr>
          <p:spPr>
            <a:xfrm>
              <a:off x="2186660" y="2005797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4" name="Google Shape;8664;p71">
              <a:extLst>
                <a:ext uri="{FF2B5EF4-FFF2-40B4-BE49-F238E27FC236}">
                  <a16:creationId xmlns:a16="http://schemas.microsoft.com/office/drawing/2014/main" id="{F0C44807-C257-3788-8151-AAE535D7B993}"/>
                </a:ext>
              </a:extLst>
            </p:cNvPr>
            <p:cNvSpPr/>
            <p:nvPr/>
          </p:nvSpPr>
          <p:spPr>
            <a:xfrm>
              <a:off x="1560175" y="2179013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5" name="Google Shape;8665;p71">
              <a:extLst>
                <a:ext uri="{FF2B5EF4-FFF2-40B4-BE49-F238E27FC236}">
                  <a16:creationId xmlns:a16="http://schemas.microsoft.com/office/drawing/2014/main" id="{C8F7DEC2-06AF-C307-578C-9F9E5B820B1F}"/>
                </a:ext>
              </a:extLst>
            </p:cNvPr>
            <p:cNvSpPr/>
            <p:nvPr/>
          </p:nvSpPr>
          <p:spPr>
            <a:xfrm>
              <a:off x="2419315" y="2558497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6" name="Google Shape;8666;p71">
              <a:extLst>
                <a:ext uri="{FF2B5EF4-FFF2-40B4-BE49-F238E27FC236}">
                  <a16:creationId xmlns:a16="http://schemas.microsoft.com/office/drawing/2014/main" id="{016888CA-050F-6740-CE41-0718B909D1A4}"/>
                </a:ext>
              </a:extLst>
            </p:cNvPr>
            <p:cNvSpPr/>
            <p:nvPr/>
          </p:nvSpPr>
          <p:spPr>
            <a:xfrm>
              <a:off x="4740815" y="44197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7" name="Google Shape;8667;p71">
              <a:extLst>
                <a:ext uri="{FF2B5EF4-FFF2-40B4-BE49-F238E27FC236}">
                  <a16:creationId xmlns:a16="http://schemas.microsoft.com/office/drawing/2014/main" id="{AA6BF16C-CE3B-9A9C-3736-9CA018340B08}"/>
                </a:ext>
              </a:extLst>
            </p:cNvPr>
            <p:cNvSpPr/>
            <p:nvPr/>
          </p:nvSpPr>
          <p:spPr>
            <a:xfrm>
              <a:off x="5224787" y="4566988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15178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7">
          <a:extLst>
            <a:ext uri="{FF2B5EF4-FFF2-40B4-BE49-F238E27FC236}">
              <a16:creationId xmlns:a16="http://schemas.microsoft.com/office/drawing/2014/main" id="{390C742F-C838-3379-C479-5E6C0F82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8" name="Google Shape;3358;p61">
            <a:extLst>
              <a:ext uri="{FF2B5EF4-FFF2-40B4-BE49-F238E27FC236}">
                <a16:creationId xmlns:a16="http://schemas.microsoft.com/office/drawing/2014/main" id="{32421043-0FAF-40B5-695A-1C08E15F6CC5}"/>
              </a:ext>
            </a:extLst>
          </p:cNvPr>
          <p:cNvGrpSpPr/>
          <p:nvPr/>
        </p:nvGrpSpPr>
        <p:grpSpPr>
          <a:xfrm>
            <a:off x="1762063" y="687009"/>
            <a:ext cx="2697360" cy="3769483"/>
            <a:chOff x="1561951" y="735530"/>
            <a:chExt cx="2697360" cy="3769483"/>
          </a:xfrm>
        </p:grpSpPr>
        <p:sp>
          <p:nvSpPr>
            <p:cNvPr id="3359" name="Google Shape;3359;p61">
              <a:extLst>
                <a:ext uri="{FF2B5EF4-FFF2-40B4-BE49-F238E27FC236}">
                  <a16:creationId xmlns:a16="http://schemas.microsoft.com/office/drawing/2014/main" id="{806CC6AF-7D03-E9BE-1683-1FD12181ADA9}"/>
                </a:ext>
              </a:extLst>
            </p:cNvPr>
            <p:cNvSpPr/>
            <p:nvPr/>
          </p:nvSpPr>
          <p:spPr>
            <a:xfrm>
              <a:off x="1561951" y="735530"/>
              <a:ext cx="2697360" cy="3769483"/>
            </a:xfrm>
            <a:custGeom>
              <a:avLst/>
              <a:gdLst/>
              <a:ahLst/>
              <a:cxnLst/>
              <a:rect l="l" t="t" r="r" b="b"/>
              <a:pathLst>
                <a:path w="143096" h="190426" extrusionOk="0">
                  <a:moveTo>
                    <a:pt x="2914" y="0"/>
                  </a:moveTo>
                  <a:cubicBezTo>
                    <a:pt x="1280" y="0"/>
                    <a:pt x="0" y="1281"/>
                    <a:pt x="0" y="2914"/>
                  </a:cubicBezTo>
                  <a:lnTo>
                    <a:pt x="0" y="187512"/>
                  </a:lnTo>
                  <a:cubicBezTo>
                    <a:pt x="0" y="189101"/>
                    <a:pt x="1280" y="190426"/>
                    <a:pt x="2914" y="190426"/>
                  </a:cubicBezTo>
                  <a:lnTo>
                    <a:pt x="140182" y="190426"/>
                  </a:lnTo>
                  <a:cubicBezTo>
                    <a:pt x="141771" y="190426"/>
                    <a:pt x="143096" y="189101"/>
                    <a:pt x="143096" y="187512"/>
                  </a:cubicBezTo>
                  <a:lnTo>
                    <a:pt x="143096" y="2914"/>
                  </a:lnTo>
                  <a:cubicBezTo>
                    <a:pt x="143096" y="1281"/>
                    <a:pt x="141771" y="0"/>
                    <a:pt x="14018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61">
              <a:extLst>
                <a:ext uri="{FF2B5EF4-FFF2-40B4-BE49-F238E27FC236}">
                  <a16:creationId xmlns:a16="http://schemas.microsoft.com/office/drawing/2014/main" id="{B27869FB-CF37-48BD-78CC-E94C5C31D355}"/>
                </a:ext>
              </a:extLst>
            </p:cNvPr>
            <p:cNvSpPr/>
            <p:nvPr/>
          </p:nvSpPr>
          <p:spPr>
            <a:xfrm>
              <a:off x="2810539" y="4238625"/>
              <a:ext cx="200100" cy="200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361" name="Google Shape;3361;p61">
            <a:extLst>
              <a:ext uri="{FF2B5EF4-FFF2-40B4-BE49-F238E27FC236}">
                <a16:creationId xmlns:a16="http://schemas.microsoft.com/office/drawing/2014/main" id="{6E90A1FD-E3B6-409B-EF2D-C81998959F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7111" r="675"/>
          <a:stretch/>
        </p:blipFill>
        <p:spPr>
          <a:xfrm>
            <a:off x="1854455" y="790045"/>
            <a:ext cx="2512490" cy="334795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62" name="Google Shape;3362;p61">
            <a:extLst>
              <a:ext uri="{FF2B5EF4-FFF2-40B4-BE49-F238E27FC236}">
                <a16:creationId xmlns:a16="http://schemas.microsoft.com/office/drawing/2014/main" id="{993E5B1D-415A-757C-97EE-3A131A8139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7588" y="1648151"/>
            <a:ext cx="3333348" cy="14178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Jornada do Usuário</a:t>
            </a:r>
            <a:endParaRPr sz="6000" dirty="0"/>
          </a:p>
        </p:txBody>
      </p:sp>
      <p:sp>
        <p:nvSpPr>
          <p:cNvPr id="3363" name="Google Shape;3363;p61">
            <a:extLst>
              <a:ext uri="{FF2B5EF4-FFF2-40B4-BE49-F238E27FC236}">
                <a16:creationId xmlns:a16="http://schemas.microsoft.com/office/drawing/2014/main" id="{A660C832-B7BB-B7BE-EC6A-84076F4FDEA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04615" y="2828741"/>
            <a:ext cx="2573100" cy="12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 b="1" dirty="0">
                <a:solidFill>
                  <a:schemeClr val="tx2"/>
                </a:solidFill>
              </a:rPr>
              <a:t>07</a:t>
            </a:r>
            <a:endParaRPr sz="5500" b="1" dirty="0">
              <a:solidFill>
                <a:schemeClr val="tx2"/>
              </a:solidFill>
            </a:endParaRPr>
          </a:p>
        </p:txBody>
      </p:sp>
      <p:grpSp>
        <p:nvGrpSpPr>
          <p:cNvPr id="3364" name="Google Shape;3364;p61">
            <a:extLst>
              <a:ext uri="{FF2B5EF4-FFF2-40B4-BE49-F238E27FC236}">
                <a16:creationId xmlns:a16="http://schemas.microsoft.com/office/drawing/2014/main" id="{29560575-ABFE-4398-6834-E271BE30FF29}"/>
              </a:ext>
            </a:extLst>
          </p:cNvPr>
          <p:cNvGrpSpPr/>
          <p:nvPr/>
        </p:nvGrpSpPr>
        <p:grpSpPr>
          <a:xfrm>
            <a:off x="7690727" y="690053"/>
            <a:ext cx="806988" cy="894389"/>
            <a:chOff x="9290612" y="9926900"/>
            <a:chExt cx="384115" cy="425717"/>
          </a:xfrm>
        </p:grpSpPr>
        <p:sp>
          <p:nvSpPr>
            <p:cNvPr id="3365" name="Google Shape;3365;p61">
              <a:extLst>
                <a:ext uri="{FF2B5EF4-FFF2-40B4-BE49-F238E27FC236}">
                  <a16:creationId xmlns:a16="http://schemas.microsoft.com/office/drawing/2014/main" id="{5DFDCF1A-00AE-C6BF-9299-03EF49FFD551}"/>
                </a:ext>
              </a:extLst>
            </p:cNvPr>
            <p:cNvSpPr/>
            <p:nvPr/>
          </p:nvSpPr>
          <p:spPr>
            <a:xfrm>
              <a:off x="9297421" y="10038091"/>
              <a:ext cx="332082" cy="307929"/>
            </a:xfrm>
            <a:custGeom>
              <a:avLst/>
              <a:gdLst/>
              <a:ahLst/>
              <a:cxnLst/>
              <a:rect l="l" t="t" r="r" b="b"/>
              <a:pathLst>
                <a:path w="3121" h="2894" extrusionOk="0">
                  <a:moveTo>
                    <a:pt x="3121" y="0"/>
                  </a:moveTo>
                  <a:cubicBezTo>
                    <a:pt x="3071" y="195"/>
                    <a:pt x="2912" y="381"/>
                    <a:pt x="2653" y="526"/>
                  </a:cubicBezTo>
                  <a:cubicBezTo>
                    <a:pt x="2381" y="676"/>
                    <a:pt x="2036" y="763"/>
                    <a:pt x="1682" y="776"/>
                  </a:cubicBezTo>
                  <a:cubicBezTo>
                    <a:pt x="1638" y="779"/>
                    <a:pt x="1594" y="780"/>
                    <a:pt x="1550" y="780"/>
                  </a:cubicBezTo>
                  <a:cubicBezTo>
                    <a:pt x="1141" y="780"/>
                    <a:pt x="730" y="686"/>
                    <a:pt x="425" y="504"/>
                  </a:cubicBezTo>
                  <a:cubicBezTo>
                    <a:pt x="188" y="361"/>
                    <a:pt x="43" y="181"/>
                    <a:pt x="0" y="0"/>
                  </a:cubicBezTo>
                  <a:lnTo>
                    <a:pt x="0" y="0"/>
                  </a:lnTo>
                  <a:cubicBezTo>
                    <a:pt x="188" y="792"/>
                    <a:pt x="368" y="1589"/>
                    <a:pt x="554" y="2381"/>
                  </a:cubicBezTo>
                  <a:cubicBezTo>
                    <a:pt x="583" y="2501"/>
                    <a:pt x="677" y="2617"/>
                    <a:pt x="828" y="2710"/>
                  </a:cubicBezTo>
                  <a:cubicBezTo>
                    <a:pt x="1031" y="2832"/>
                    <a:pt x="1299" y="2893"/>
                    <a:pt x="1566" y="2893"/>
                  </a:cubicBezTo>
                  <a:cubicBezTo>
                    <a:pt x="1822" y="2893"/>
                    <a:pt x="2076" y="2838"/>
                    <a:pt x="2272" y="2726"/>
                  </a:cubicBezTo>
                  <a:cubicBezTo>
                    <a:pt x="2286" y="2717"/>
                    <a:pt x="2295" y="2710"/>
                    <a:pt x="2308" y="2703"/>
                  </a:cubicBezTo>
                  <a:cubicBezTo>
                    <a:pt x="2338" y="2690"/>
                    <a:pt x="2365" y="2667"/>
                    <a:pt x="2388" y="2653"/>
                  </a:cubicBezTo>
                  <a:cubicBezTo>
                    <a:pt x="2395" y="2646"/>
                    <a:pt x="2402" y="2640"/>
                    <a:pt x="2409" y="2640"/>
                  </a:cubicBezTo>
                  <a:cubicBezTo>
                    <a:pt x="2409" y="2631"/>
                    <a:pt x="2415" y="2631"/>
                    <a:pt x="2415" y="2624"/>
                  </a:cubicBezTo>
                  <a:cubicBezTo>
                    <a:pt x="2424" y="2617"/>
                    <a:pt x="2431" y="2610"/>
                    <a:pt x="2438" y="2603"/>
                  </a:cubicBezTo>
                  <a:cubicBezTo>
                    <a:pt x="2474" y="2574"/>
                    <a:pt x="2495" y="2545"/>
                    <a:pt x="2517" y="2517"/>
                  </a:cubicBezTo>
                  <a:cubicBezTo>
                    <a:pt x="2524" y="2510"/>
                    <a:pt x="2524" y="2501"/>
                    <a:pt x="2531" y="2495"/>
                  </a:cubicBezTo>
                  <a:cubicBezTo>
                    <a:pt x="2538" y="2488"/>
                    <a:pt x="2538" y="2481"/>
                    <a:pt x="2545" y="2467"/>
                  </a:cubicBezTo>
                  <a:cubicBezTo>
                    <a:pt x="2545" y="2467"/>
                    <a:pt x="2553" y="2458"/>
                    <a:pt x="2553" y="2451"/>
                  </a:cubicBezTo>
                  <a:cubicBezTo>
                    <a:pt x="2560" y="2438"/>
                    <a:pt x="2567" y="2424"/>
                    <a:pt x="2567" y="2408"/>
                  </a:cubicBezTo>
                  <a:cubicBezTo>
                    <a:pt x="2574" y="2408"/>
                    <a:pt x="2574" y="2401"/>
                    <a:pt x="2574" y="2395"/>
                  </a:cubicBezTo>
                  <a:cubicBezTo>
                    <a:pt x="2574" y="2388"/>
                    <a:pt x="2581" y="2388"/>
                    <a:pt x="2581" y="2381"/>
                  </a:cubicBezTo>
                  <a:cubicBezTo>
                    <a:pt x="2567" y="2381"/>
                    <a:pt x="2553" y="2372"/>
                    <a:pt x="2545" y="2372"/>
                  </a:cubicBezTo>
                  <a:cubicBezTo>
                    <a:pt x="2531" y="2365"/>
                    <a:pt x="2517" y="2365"/>
                    <a:pt x="2502" y="2358"/>
                  </a:cubicBezTo>
                  <a:cubicBezTo>
                    <a:pt x="2467" y="2345"/>
                    <a:pt x="2431" y="2322"/>
                    <a:pt x="2402" y="2308"/>
                  </a:cubicBezTo>
                  <a:lnTo>
                    <a:pt x="2402" y="2172"/>
                  </a:lnTo>
                  <a:lnTo>
                    <a:pt x="2409" y="2027"/>
                  </a:lnTo>
                  <a:lnTo>
                    <a:pt x="2690" y="1863"/>
                  </a:lnTo>
                  <a:cubicBezTo>
                    <a:pt x="2690" y="1870"/>
                    <a:pt x="2690" y="1870"/>
                    <a:pt x="2697" y="1870"/>
                  </a:cubicBezTo>
                  <a:cubicBezTo>
                    <a:pt x="2754" y="1604"/>
                    <a:pt x="2819" y="1337"/>
                    <a:pt x="2876" y="1071"/>
                  </a:cubicBezTo>
                  <a:cubicBezTo>
                    <a:pt x="2847" y="1044"/>
                    <a:pt x="2819" y="1021"/>
                    <a:pt x="2797" y="1008"/>
                  </a:cubicBezTo>
                  <a:lnTo>
                    <a:pt x="2610" y="906"/>
                  </a:lnTo>
                  <a:lnTo>
                    <a:pt x="2610" y="763"/>
                  </a:lnTo>
                  <a:lnTo>
                    <a:pt x="2617" y="619"/>
                  </a:lnTo>
                  <a:lnTo>
                    <a:pt x="2898" y="454"/>
                  </a:lnTo>
                  <a:lnTo>
                    <a:pt x="2999" y="518"/>
                  </a:lnTo>
                  <a:lnTo>
                    <a:pt x="3005" y="518"/>
                  </a:lnTo>
                  <a:cubicBezTo>
                    <a:pt x="3042" y="345"/>
                    <a:pt x="3078" y="173"/>
                    <a:pt x="312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61">
              <a:extLst>
                <a:ext uri="{FF2B5EF4-FFF2-40B4-BE49-F238E27FC236}">
                  <a16:creationId xmlns:a16="http://schemas.microsoft.com/office/drawing/2014/main" id="{4B02A727-048B-7ABF-2B06-4D15244A2AF6}"/>
                </a:ext>
              </a:extLst>
            </p:cNvPr>
            <p:cNvSpPr/>
            <p:nvPr/>
          </p:nvSpPr>
          <p:spPr>
            <a:xfrm>
              <a:off x="9297421" y="10038091"/>
              <a:ext cx="273986" cy="314526"/>
            </a:xfrm>
            <a:custGeom>
              <a:avLst/>
              <a:gdLst/>
              <a:ahLst/>
              <a:cxnLst/>
              <a:rect l="l" t="t" r="r" b="b"/>
              <a:pathLst>
                <a:path w="2575" h="2956" fill="none" extrusionOk="0">
                  <a:moveTo>
                    <a:pt x="0" y="0"/>
                  </a:moveTo>
                  <a:cubicBezTo>
                    <a:pt x="188" y="792"/>
                    <a:pt x="368" y="1589"/>
                    <a:pt x="554" y="2381"/>
                  </a:cubicBezTo>
                  <a:cubicBezTo>
                    <a:pt x="583" y="2501"/>
                    <a:pt x="677" y="2617"/>
                    <a:pt x="828" y="2710"/>
                  </a:cubicBezTo>
                  <a:cubicBezTo>
                    <a:pt x="1223" y="2948"/>
                    <a:pt x="1870" y="2955"/>
                    <a:pt x="2272" y="2726"/>
                  </a:cubicBezTo>
                  <a:cubicBezTo>
                    <a:pt x="2286" y="2717"/>
                    <a:pt x="2295" y="2710"/>
                    <a:pt x="2308" y="2703"/>
                  </a:cubicBezTo>
                  <a:cubicBezTo>
                    <a:pt x="2338" y="2690"/>
                    <a:pt x="2365" y="2667"/>
                    <a:pt x="2388" y="2653"/>
                  </a:cubicBezTo>
                  <a:cubicBezTo>
                    <a:pt x="2395" y="2646"/>
                    <a:pt x="2402" y="2640"/>
                    <a:pt x="2409" y="2640"/>
                  </a:cubicBezTo>
                  <a:cubicBezTo>
                    <a:pt x="2409" y="2631"/>
                    <a:pt x="2415" y="2631"/>
                    <a:pt x="2415" y="2624"/>
                  </a:cubicBezTo>
                  <a:cubicBezTo>
                    <a:pt x="2424" y="2617"/>
                    <a:pt x="2431" y="2610"/>
                    <a:pt x="2438" y="2603"/>
                  </a:cubicBezTo>
                  <a:cubicBezTo>
                    <a:pt x="2474" y="2574"/>
                    <a:pt x="2495" y="2545"/>
                    <a:pt x="2517" y="2517"/>
                  </a:cubicBezTo>
                  <a:cubicBezTo>
                    <a:pt x="2524" y="2510"/>
                    <a:pt x="2524" y="2501"/>
                    <a:pt x="2531" y="2495"/>
                  </a:cubicBezTo>
                  <a:cubicBezTo>
                    <a:pt x="2538" y="2488"/>
                    <a:pt x="2538" y="2481"/>
                    <a:pt x="2545" y="2467"/>
                  </a:cubicBezTo>
                  <a:cubicBezTo>
                    <a:pt x="2545" y="2467"/>
                    <a:pt x="2553" y="2458"/>
                    <a:pt x="2553" y="2451"/>
                  </a:cubicBezTo>
                  <a:cubicBezTo>
                    <a:pt x="2560" y="2438"/>
                    <a:pt x="2567" y="2424"/>
                    <a:pt x="2567" y="2408"/>
                  </a:cubicBezTo>
                  <a:cubicBezTo>
                    <a:pt x="2574" y="2401"/>
                    <a:pt x="2574" y="2401"/>
                    <a:pt x="2574" y="2395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61">
              <a:extLst>
                <a:ext uri="{FF2B5EF4-FFF2-40B4-BE49-F238E27FC236}">
                  <a16:creationId xmlns:a16="http://schemas.microsoft.com/office/drawing/2014/main" id="{BD71BDE7-8221-AB0F-8095-3C81A12A92DD}"/>
                </a:ext>
              </a:extLst>
            </p:cNvPr>
            <p:cNvSpPr/>
            <p:nvPr/>
          </p:nvSpPr>
          <p:spPr>
            <a:xfrm>
              <a:off x="9584285" y="10152049"/>
              <a:ext cx="19259" cy="85122"/>
            </a:xfrm>
            <a:custGeom>
              <a:avLst/>
              <a:gdLst/>
              <a:ahLst/>
              <a:cxnLst/>
              <a:rect l="l" t="t" r="r" b="b"/>
              <a:pathLst>
                <a:path w="181" h="800" extrusionOk="0">
                  <a:moveTo>
                    <a:pt x="180" y="0"/>
                  </a:moveTo>
                  <a:lnTo>
                    <a:pt x="90" y="400"/>
                  </a:lnTo>
                  <a:lnTo>
                    <a:pt x="90" y="400"/>
                  </a:lnTo>
                  <a:cubicBezTo>
                    <a:pt x="121" y="266"/>
                    <a:pt x="152" y="133"/>
                    <a:pt x="180" y="0"/>
                  </a:cubicBezTo>
                  <a:close/>
                  <a:moveTo>
                    <a:pt x="90" y="400"/>
                  </a:moveTo>
                  <a:cubicBezTo>
                    <a:pt x="60" y="533"/>
                    <a:pt x="29" y="666"/>
                    <a:pt x="1" y="799"/>
                  </a:cubicBezTo>
                  <a:lnTo>
                    <a:pt x="90" y="40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61">
              <a:extLst>
                <a:ext uri="{FF2B5EF4-FFF2-40B4-BE49-F238E27FC236}">
                  <a16:creationId xmlns:a16="http://schemas.microsoft.com/office/drawing/2014/main" id="{D8090B50-113B-56FC-652C-C357F8423F92}"/>
                </a:ext>
              </a:extLst>
            </p:cNvPr>
            <p:cNvSpPr/>
            <p:nvPr/>
          </p:nvSpPr>
          <p:spPr>
            <a:xfrm>
              <a:off x="9584285" y="10152049"/>
              <a:ext cx="19259" cy="85122"/>
            </a:xfrm>
            <a:custGeom>
              <a:avLst/>
              <a:gdLst/>
              <a:ahLst/>
              <a:cxnLst/>
              <a:rect l="l" t="t" r="r" b="b"/>
              <a:pathLst>
                <a:path w="181" h="800" fill="none" extrusionOk="0">
                  <a:moveTo>
                    <a:pt x="180" y="0"/>
                  </a:moveTo>
                  <a:cubicBezTo>
                    <a:pt x="123" y="266"/>
                    <a:pt x="58" y="533"/>
                    <a:pt x="1" y="799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61">
              <a:extLst>
                <a:ext uri="{FF2B5EF4-FFF2-40B4-BE49-F238E27FC236}">
                  <a16:creationId xmlns:a16="http://schemas.microsoft.com/office/drawing/2014/main" id="{62FB3180-4B9A-918E-11BD-5B39E4C1AD2E}"/>
                </a:ext>
              </a:extLst>
            </p:cNvPr>
            <p:cNvSpPr/>
            <p:nvPr/>
          </p:nvSpPr>
          <p:spPr>
            <a:xfrm>
              <a:off x="9616419" y="10038091"/>
              <a:ext cx="13088" cy="55116"/>
            </a:xfrm>
            <a:custGeom>
              <a:avLst/>
              <a:gdLst/>
              <a:ahLst/>
              <a:cxnLst/>
              <a:rect l="l" t="t" r="r" b="b"/>
              <a:pathLst>
                <a:path w="123" h="518" extrusionOk="0">
                  <a:moveTo>
                    <a:pt x="123" y="0"/>
                  </a:moveTo>
                  <a:cubicBezTo>
                    <a:pt x="107" y="66"/>
                    <a:pt x="91" y="132"/>
                    <a:pt x="76" y="198"/>
                  </a:cubicBezTo>
                  <a:lnTo>
                    <a:pt x="76" y="198"/>
                  </a:lnTo>
                  <a:lnTo>
                    <a:pt x="123" y="0"/>
                  </a:lnTo>
                  <a:close/>
                  <a:moveTo>
                    <a:pt x="76" y="198"/>
                  </a:moveTo>
                  <a:lnTo>
                    <a:pt x="1" y="518"/>
                  </a:lnTo>
                  <a:lnTo>
                    <a:pt x="7" y="518"/>
                  </a:lnTo>
                  <a:cubicBezTo>
                    <a:pt x="30" y="411"/>
                    <a:pt x="52" y="304"/>
                    <a:pt x="76" y="198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61">
              <a:extLst>
                <a:ext uri="{FF2B5EF4-FFF2-40B4-BE49-F238E27FC236}">
                  <a16:creationId xmlns:a16="http://schemas.microsoft.com/office/drawing/2014/main" id="{0871EAA5-92D2-8DDC-CE7B-0BBDF7973C7F}"/>
                </a:ext>
              </a:extLst>
            </p:cNvPr>
            <p:cNvSpPr/>
            <p:nvPr/>
          </p:nvSpPr>
          <p:spPr>
            <a:xfrm>
              <a:off x="9616419" y="10038091"/>
              <a:ext cx="13088" cy="55116"/>
            </a:xfrm>
            <a:custGeom>
              <a:avLst/>
              <a:gdLst/>
              <a:ahLst/>
              <a:cxnLst/>
              <a:rect l="l" t="t" r="r" b="b"/>
              <a:pathLst>
                <a:path w="123" h="518" fill="none" extrusionOk="0">
                  <a:moveTo>
                    <a:pt x="123" y="0"/>
                  </a:moveTo>
                  <a:cubicBezTo>
                    <a:pt x="80" y="173"/>
                    <a:pt x="44" y="345"/>
                    <a:pt x="7" y="518"/>
                  </a:cubicBezTo>
                  <a:lnTo>
                    <a:pt x="1" y="518"/>
                  </a:ln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61">
              <a:extLst>
                <a:ext uri="{FF2B5EF4-FFF2-40B4-BE49-F238E27FC236}">
                  <a16:creationId xmlns:a16="http://schemas.microsoft.com/office/drawing/2014/main" id="{A8C39869-6D33-BF5C-E4DB-12A0C3794A7D}"/>
                </a:ext>
              </a:extLst>
            </p:cNvPr>
            <p:cNvSpPr/>
            <p:nvPr/>
          </p:nvSpPr>
          <p:spPr>
            <a:xfrm>
              <a:off x="9290612" y="9926900"/>
              <a:ext cx="345702" cy="194185"/>
            </a:xfrm>
            <a:custGeom>
              <a:avLst/>
              <a:gdLst/>
              <a:ahLst/>
              <a:cxnLst/>
              <a:rect l="l" t="t" r="r" b="b"/>
              <a:pathLst>
                <a:path w="3249" h="1825" extrusionOk="0">
                  <a:moveTo>
                    <a:pt x="1632" y="151"/>
                  </a:moveTo>
                  <a:cubicBezTo>
                    <a:pt x="1977" y="151"/>
                    <a:pt x="2318" y="231"/>
                    <a:pt x="2574" y="384"/>
                  </a:cubicBezTo>
                  <a:cubicBezTo>
                    <a:pt x="2990" y="636"/>
                    <a:pt x="3049" y="1011"/>
                    <a:pt x="2761" y="1297"/>
                  </a:cubicBezTo>
                  <a:cubicBezTo>
                    <a:pt x="2747" y="1304"/>
                    <a:pt x="2731" y="1319"/>
                    <a:pt x="2717" y="1326"/>
                  </a:cubicBezTo>
                  <a:cubicBezTo>
                    <a:pt x="2695" y="1356"/>
                    <a:pt x="2667" y="1376"/>
                    <a:pt x="2631" y="1399"/>
                  </a:cubicBezTo>
                  <a:cubicBezTo>
                    <a:pt x="2624" y="1406"/>
                    <a:pt x="2609" y="1413"/>
                    <a:pt x="2602" y="1419"/>
                  </a:cubicBezTo>
                  <a:cubicBezTo>
                    <a:pt x="2595" y="1419"/>
                    <a:pt x="2588" y="1426"/>
                    <a:pt x="2581" y="1426"/>
                  </a:cubicBezTo>
                  <a:cubicBezTo>
                    <a:pt x="2566" y="1442"/>
                    <a:pt x="2552" y="1449"/>
                    <a:pt x="2531" y="1456"/>
                  </a:cubicBezTo>
                  <a:cubicBezTo>
                    <a:pt x="2307" y="1585"/>
                    <a:pt x="2027" y="1658"/>
                    <a:pt x="1739" y="1671"/>
                  </a:cubicBezTo>
                  <a:cubicBezTo>
                    <a:pt x="1699" y="1673"/>
                    <a:pt x="1659" y="1675"/>
                    <a:pt x="1618" y="1675"/>
                  </a:cubicBezTo>
                  <a:cubicBezTo>
                    <a:pt x="1276" y="1675"/>
                    <a:pt x="933" y="1596"/>
                    <a:pt x="677" y="1442"/>
                  </a:cubicBezTo>
                  <a:cubicBezTo>
                    <a:pt x="611" y="1399"/>
                    <a:pt x="554" y="1356"/>
                    <a:pt x="504" y="1304"/>
                  </a:cubicBezTo>
                  <a:cubicBezTo>
                    <a:pt x="496" y="1304"/>
                    <a:pt x="489" y="1297"/>
                    <a:pt x="482" y="1290"/>
                  </a:cubicBezTo>
                  <a:cubicBezTo>
                    <a:pt x="475" y="1276"/>
                    <a:pt x="461" y="1269"/>
                    <a:pt x="452" y="1254"/>
                  </a:cubicBezTo>
                  <a:cubicBezTo>
                    <a:pt x="439" y="1247"/>
                    <a:pt x="432" y="1233"/>
                    <a:pt x="425" y="1226"/>
                  </a:cubicBezTo>
                  <a:cubicBezTo>
                    <a:pt x="418" y="1211"/>
                    <a:pt x="409" y="1204"/>
                    <a:pt x="402" y="1190"/>
                  </a:cubicBezTo>
                  <a:cubicBezTo>
                    <a:pt x="216" y="909"/>
                    <a:pt x="323" y="586"/>
                    <a:pt x="720" y="364"/>
                  </a:cubicBezTo>
                  <a:cubicBezTo>
                    <a:pt x="942" y="241"/>
                    <a:pt x="1222" y="169"/>
                    <a:pt x="1503" y="155"/>
                  </a:cubicBezTo>
                  <a:cubicBezTo>
                    <a:pt x="1546" y="152"/>
                    <a:pt x="1589" y="151"/>
                    <a:pt x="1632" y="151"/>
                  </a:cubicBezTo>
                  <a:close/>
                  <a:moveTo>
                    <a:pt x="1627" y="0"/>
                  </a:moveTo>
                  <a:cubicBezTo>
                    <a:pt x="1585" y="0"/>
                    <a:pt x="1544" y="1"/>
                    <a:pt x="1503" y="3"/>
                  </a:cubicBezTo>
                  <a:cubicBezTo>
                    <a:pt x="1151" y="19"/>
                    <a:pt x="806" y="105"/>
                    <a:pt x="532" y="255"/>
                  </a:cubicBezTo>
                  <a:cubicBezTo>
                    <a:pt x="159" y="464"/>
                    <a:pt x="0" y="759"/>
                    <a:pt x="64" y="1038"/>
                  </a:cubicBezTo>
                  <a:lnTo>
                    <a:pt x="64" y="1045"/>
                  </a:lnTo>
                  <a:cubicBezTo>
                    <a:pt x="107" y="1226"/>
                    <a:pt x="252" y="1406"/>
                    <a:pt x="489" y="1549"/>
                  </a:cubicBezTo>
                  <a:cubicBezTo>
                    <a:pt x="794" y="1731"/>
                    <a:pt x="1205" y="1825"/>
                    <a:pt x="1614" y="1825"/>
                  </a:cubicBezTo>
                  <a:cubicBezTo>
                    <a:pt x="1658" y="1825"/>
                    <a:pt x="1702" y="1824"/>
                    <a:pt x="1746" y="1821"/>
                  </a:cubicBezTo>
                  <a:cubicBezTo>
                    <a:pt x="2100" y="1808"/>
                    <a:pt x="2445" y="1721"/>
                    <a:pt x="2717" y="1571"/>
                  </a:cubicBezTo>
                  <a:cubicBezTo>
                    <a:pt x="2976" y="1426"/>
                    <a:pt x="3135" y="1240"/>
                    <a:pt x="3185" y="1045"/>
                  </a:cubicBezTo>
                  <a:lnTo>
                    <a:pt x="3185" y="1031"/>
                  </a:lnTo>
                  <a:cubicBezTo>
                    <a:pt x="3249" y="766"/>
                    <a:pt x="3106" y="484"/>
                    <a:pt x="2761" y="277"/>
                  </a:cubicBezTo>
                  <a:cubicBezTo>
                    <a:pt x="2453" y="94"/>
                    <a:pt x="2039" y="0"/>
                    <a:pt x="1627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61">
              <a:extLst>
                <a:ext uri="{FF2B5EF4-FFF2-40B4-BE49-F238E27FC236}">
                  <a16:creationId xmlns:a16="http://schemas.microsoft.com/office/drawing/2014/main" id="{AB9A8412-D34E-B1B3-4BB9-668490984094}"/>
                </a:ext>
              </a:extLst>
            </p:cNvPr>
            <p:cNvSpPr/>
            <p:nvPr/>
          </p:nvSpPr>
          <p:spPr>
            <a:xfrm>
              <a:off x="9333386" y="10001169"/>
              <a:ext cx="260154" cy="103955"/>
            </a:xfrm>
            <a:custGeom>
              <a:avLst/>
              <a:gdLst/>
              <a:ahLst/>
              <a:cxnLst/>
              <a:rect l="l" t="t" r="r" b="b"/>
              <a:pathLst>
                <a:path w="2445" h="977" extrusionOk="0">
                  <a:moveTo>
                    <a:pt x="1194" y="0"/>
                  </a:moveTo>
                  <a:cubicBezTo>
                    <a:pt x="1163" y="0"/>
                    <a:pt x="1132" y="1"/>
                    <a:pt x="1101" y="2"/>
                  </a:cubicBezTo>
                  <a:cubicBezTo>
                    <a:pt x="820" y="24"/>
                    <a:pt x="540" y="88"/>
                    <a:pt x="318" y="218"/>
                  </a:cubicBezTo>
                  <a:cubicBezTo>
                    <a:pt x="173" y="297"/>
                    <a:pt x="66" y="390"/>
                    <a:pt x="0" y="492"/>
                  </a:cubicBezTo>
                  <a:cubicBezTo>
                    <a:pt x="7" y="506"/>
                    <a:pt x="16" y="513"/>
                    <a:pt x="23" y="528"/>
                  </a:cubicBezTo>
                  <a:cubicBezTo>
                    <a:pt x="30" y="535"/>
                    <a:pt x="44" y="549"/>
                    <a:pt x="50" y="556"/>
                  </a:cubicBezTo>
                  <a:cubicBezTo>
                    <a:pt x="59" y="571"/>
                    <a:pt x="73" y="578"/>
                    <a:pt x="80" y="592"/>
                  </a:cubicBezTo>
                  <a:cubicBezTo>
                    <a:pt x="87" y="599"/>
                    <a:pt x="94" y="606"/>
                    <a:pt x="102" y="606"/>
                  </a:cubicBezTo>
                  <a:cubicBezTo>
                    <a:pt x="152" y="658"/>
                    <a:pt x="209" y="701"/>
                    <a:pt x="275" y="744"/>
                  </a:cubicBezTo>
                  <a:cubicBezTo>
                    <a:pt x="531" y="898"/>
                    <a:pt x="874" y="977"/>
                    <a:pt x="1216" y="977"/>
                  </a:cubicBezTo>
                  <a:cubicBezTo>
                    <a:pt x="1257" y="977"/>
                    <a:pt x="1297" y="975"/>
                    <a:pt x="1337" y="973"/>
                  </a:cubicBezTo>
                  <a:cubicBezTo>
                    <a:pt x="1625" y="960"/>
                    <a:pt x="1905" y="887"/>
                    <a:pt x="2129" y="758"/>
                  </a:cubicBezTo>
                  <a:cubicBezTo>
                    <a:pt x="2150" y="751"/>
                    <a:pt x="2164" y="744"/>
                    <a:pt x="2179" y="728"/>
                  </a:cubicBezTo>
                  <a:cubicBezTo>
                    <a:pt x="2186" y="728"/>
                    <a:pt x="2193" y="721"/>
                    <a:pt x="2200" y="721"/>
                  </a:cubicBezTo>
                  <a:cubicBezTo>
                    <a:pt x="2207" y="715"/>
                    <a:pt x="2222" y="708"/>
                    <a:pt x="2229" y="701"/>
                  </a:cubicBezTo>
                  <a:cubicBezTo>
                    <a:pt x="2265" y="678"/>
                    <a:pt x="2293" y="658"/>
                    <a:pt x="2315" y="628"/>
                  </a:cubicBezTo>
                  <a:cubicBezTo>
                    <a:pt x="2329" y="621"/>
                    <a:pt x="2345" y="606"/>
                    <a:pt x="2359" y="599"/>
                  </a:cubicBezTo>
                  <a:cubicBezTo>
                    <a:pt x="2388" y="563"/>
                    <a:pt x="2422" y="520"/>
                    <a:pt x="2445" y="485"/>
                  </a:cubicBezTo>
                  <a:cubicBezTo>
                    <a:pt x="2388" y="390"/>
                    <a:pt x="2293" y="313"/>
                    <a:pt x="2172" y="233"/>
                  </a:cubicBezTo>
                  <a:cubicBezTo>
                    <a:pt x="1907" y="74"/>
                    <a:pt x="1551" y="0"/>
                    <a:pt x="1194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61">
              <a:extLst>
                <a:ext uri="{FF2B5EF4-FFF2-40B4-BE49-F238E27FC236}">
                  <a16:creationId xmlns:a16="http://schemas.microsoft.com/office/drawing/2014/main" id="{3F5EE15F-0A7E-F285-163F-39F547F2E0E1}"/>
                </a:ext>
              </a:extLst>
            </p:cNvPr>
            <p:cNvSpPr/>
            <p:nvPr/>
          </p:nvSpPr>
          <p:spPr>
            <a:xfrm>
              <a:off x="9313595" y="9942967"/>
              <a:ext cx="301438" cy="121937"/>
            </a:xfrm>
            <a:custGeom>
              <a:avLst/>
              <a:gdLst/>
              <a:ahLst/>
              <a:cxnLst/>
              <a:rect l="l" t="t" r="r" b="b"/>
              <a:pathLst>
                <a:path w="2833" h="1146" extrusionOk="0">
                  <a:moveTo>
                    <a:pt x="1416" y="0"/>
                  </a:moveTo>
                  <a:cubicBezTo>
                    <a:pt x="1373" y="0"/>
                    <a:pt x="1330" y="1"/>
                    <a:pt x="1287" y="4"/>
                  </a:cubicBezTo>
                  <a:cubicBezTo>
                    <a:pt x="1006" y="18"/>
                    <a:pt x="726" y="90"/>
                    <a:pt x="504" y="213"/>
                  </a:cubicBezTo>
                  <a:cubicBezTo>
                    <a:pt x="107" y="435"/>
                    <a:pt x="0" y="758"/>
                    <a:pt x="186" y="1039"/>
                  </a:cubicBezTo>
                  <a:cubicBezTo>
                    <a:pt x="252" y="937"/>
                    <a:pt x="359" y="844"/>
                    <a:pt x="504" y="765"/>
                  </a:cubicBezTo>
                  <a:cubicBezTo>
                    <a:pt x="726" y="635"/>
                    <a:pt x="1006" y="571"/>
                    <a:pt x="1287" y="549"/>
                  </a:cubicBezTo>
                  <a:cubicBezTo>
                    <a:pt x="1318" y="548"/>
                    <a:pt x="1349" y="547"/>
                    <a:pt x="1380" y="547"/>
                  </a:cubicBezTo>
                  <a:cubicBezTo>
                    <a:pt x="1737" y="547"/>
                    <a:pt x="2093" y="621"/>
                    <a:pt x="2358" y="780"/>
                  </a:cubicBezTo>
                  <a:cubicBezTo>
                    <a:pt x="2479" y="860"/>
                    <a:pt x="2574" y="937"/>
                    <a:pt x="2631" y="1032"/>
                  </a:cubicBezTo>
                  <a:cubicBezTo>
                    <a:pt x="2608" y="1067"/>
                    <a:pt x="2574" y="1110"/>
                    <a:pt x="2545" y="1146"/>
                  </a:cubicBezTo>
                  <a:cubicBezTo>
                    <a:pt x="2833" y="860"/>
                    <a:pt x="2774" y="485"/>
                    <a:pt x="2358" y="233"/>
                  </a:cubicBezTo>
                  <a:cubicBezTo>
                    <a:pt x="2102" y="80"/>
                    <a:pt x="1761" y="0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61">
              <a:extLst>
                <a:ext uri="{FF2B5EF4-FFF2-40B4-BE49-F238E27FC236}">
                  <a16:creationId xmlns:a16="http://schemas.microsoft.com/office/drawing/2014/main" id="{0B815855-F04F-99FE-BBEA-58BF2CB642F2}"/>
                </a:ext>
              </a:extLst>
            </p:cNvPr>
            <p:cNvSpPr/>
            <p:nvPr/>
          </p:nvSpPr>
          <p:spPr>
            <a:xfrm>
              <a:off x="9563536" y="10288990"/>
              <a:ext cx="8619" cy="3937"/>
            </a:xfrm>
            <a:custGeom>
              <a:avLst/>
              <a:gdLst/>
              <a:ahLst/>
              <a:cxnLst/>
              <a:rect l="l" t="t" r="r" b="b"/>
              <a:pathLst>
                <a:path w="81" h="37" extrusionOk="0">
                  <a:moveTo>
                    <a:pt x="1" y="0"/>
                  </a:moveTo>
                  <a:cubicBezTo>
                    <a:pt x="23" y="14"/>
                    <a:pt x="52" y="23"/>
                    <a:pt x="73" y="37"/>
                  </a:cubicBezTo>
                  <a:cubicBezTo>
                    <a:pt x="73" y="30"/>
                    <a:pt x="80" y="30"/>
                    <a:pt x="80" y="23"/>
                  </a:cubicBezTo>
                  <a:cubicBezTo>
                    <a:pt x="66" y="23"/>
                    <a:pt x="52" y="14"/>
                    <a:pt x="44" y="14"/>
                  </a:cubicBezTo>
                  <a:cubicBezTo>
                    <a:pt x="30" y="7"/>
                    <a:pt x="16" y="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61">
              <a:extLst>
                <a:ext uri="{FF2B5EF4-FFF2-40B4-BE49-F238E27FC236}">
                  <a16:creationId xmlns:a16="http://schemas.microsoft.com/office/drawing/2014/main" id="{FFA694EC-09F5-A250-5FCF-8717468F9470}"/>
                </a:ext>
              </a:extLst>
            </p:cNvPr>
            <p:cNvSpPr/>
            <p:nvPr/>
          </p:nvSpPr>
          <p:spPr>
            <a:xfrm>
              <a:off x="9605778" y="10086292"/>
              <a:ext cx="32985" cy="19259"/>
            </a:xfrm>
            <a:custGeom>
              <a:avLst/>
              <a:gdLst/>
              <a:ahLst/>
              <a:cxnLst/>
              <a:rect l="l" t="t" r="r" b="b"/>
              <a:pathLst>
                <a:path w="310" h="181" extrusionOk="0">
                  <a:moveTo>
                    <a:pt x="0" y="1"/>
                  </a:moveTo>
                  <a:lnTo>
                    <a:pt x="101" y="65"/>
                  </a:lnTo>
                  <a:lnTo>
                    <a:pt x="244" y="144"/>
                  </a:lnTo>
                  <a:lnTo>
                    <a:pt x="309" y="180"/>
                  </a:lnTo>
                  <a:lnTo>
                    <a:pt x="121" y="73"/>
                  </a:lnTo>
                  <a:lnTo>
                    <a:pt x="107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1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61">
              <a:extLst>
                <a:ext uri="{FF2B5EF4-FFF2-40B4-BE49-F238E27FC236}">
                  <a16:creationId xmlns:a16="http://schemas.microsoft.com/office/drawing/2014/main" id="{5C519068-1F92-1349-331A-4D8EB7CF8E75}"/>
                </a:ext>
              </a:extLst>
            </p:cNvPr>
            <p:cNvSpPr/>
            <p:nvPr/>
          </p:nvSpPr>
          <p:spPr>
            <a:xfrm>
              <a:off x="9553641" y="10236321"/>
              <a:ext cx="35326" cy="25537"/>
            </a:xfrm>
            <a:custGeom>
              <a:avLst/>
              <a:gdLst/>
              <a:ahLst/>
              <a:cxnLst/>
              <a:rect l="l" t="t" r="r" b="b"/>
              <a:pathLst>
                <a:path w="332" h="240" extrusionOk="0">
                  <a:moveTo>
                    <a:pt x="282" y="0"/>
                  </a:moveTo>
                  <a:lnTo>
                    <a:pt x="1" y="164"/>
                  </a:lnTo>
                  <a:cubicBezTo>
                    <a:pt x="97" y="219"/>
                    <a:pt x="159" y="239"/>
                    <a:pt x="196" y="239"/>
                  </a:cubicBezTo>
                  <a:cubicBezTo>
                    <a:pt x="217" y="239"/>
                    <a:pt x="230" y="233"/>
                    <a:pt x="239" y="223"/>
                  </a:cubicBezTo>
                  <a:cubicBezTo>
                    <a:pt x="259" y="187"/>
                    <a:pt x="289" y="114"/>
                    <a:pt x="332" y="28"/>
                  </a:cubicBezTo>
                  <a:cubicBezTo>
                    <a:pt x="309" y="21"/>
                    <a:pt x="309" y="21"/>
                    <a:pt x="302" y="14"/>
                  </a:cubicBezTo>
                  <a:lnTo>
                    <a:pt x="296" y="14"/>
                  </a:lnTo>
                  <a:cubicBezTo>
                    <a:pt x="296" y="7"/>
                    <a:pt x="289" y="7"/>
                    <a:pt x="289" y="7"/>
                  </a:cubicBezTo>
                  <a:cubicBezTo>
                    <a:pt x="282" y="7"/>
                    <a:pt x="282" y="7"/>
                    <a:pt x="282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61">
              <a:extLst>
                <a:ext uri="{FF2B5EF4-FFF2-40B4-BE49-F238E27FC236}">
                  <a16:creationId xmlns:a16="http://schemas.microsoft.com/office/drawing/2014/main" id="{0527EFF9-2B62-EEFC-36B7-B1F33274717B}"/>
                </a:ext>
              </a:extLst>
            </p:cNvPr>
            <p:cNvSpPr/>
            <p:nvPr/>
          </p:nvSpPr>
          <p:spPr>
            <a:xfrm>
              <a:off x="9552896" y="10163647"/>
              <a:ext cx="65863" cy="112361"/>
            </a:xfrm>
            <a:custGeom>
              <a:avLst/>
              <a:gdLst/>
              <a:ahLst/>
              <a:cxnLst/>
              <a:rect l="l" t="t" r="r" b="b"/>
              <a:pathLst>
                <a:path w="619" h="1056" extrusionOk="0">
                  <a:moveTo>
                    <a:pt x="554" y="0"/>
                  </a:moveTo>
                  <a:cubicBezTo>
                    <a:pt x="554" y="7"/>
                    <a:pt x="561" y="43"/>
                    <a:pt x="561" y="86"/>
                  </a:cubicBezTo>
                  <a:cubicBezTo>
                    <a:pt x="541" y="216"/>
                    <a:pt x="425" y="511"/>
                    <a:pt x="339" y="711"/>
                  </a:cubicBezTo>
                  <a:cubicBezTo>
                    <a:pt x="296" y="797"/>
                    <a:pt x="266" y="870"/>
                    <a:pt x="246" y="906"/>
                  </a:cubicBezTo>
                  <a:cubicBezTo>
                    <a:pt x="237" y="916"/>
                    <a:pt x="224" y="922"/>
                    <a:pt x="203" y="922"/>
                  </a:cubicBezTo>
                  <a:cubicBezTo>
                    <a:pt x="166" y="922"/>
                    <a:pt x="104" y="902"/>
                    <a:pt x="8" y="847"/>
                  </a:cubicBezTo>
                  <a:lnTo>
                    <a:pt x="1" y="992"/>
                  </a:lnTo>
                  <a:cubicBezTo>
                    <a:pt x="73" y="1028"/>
                    <a:pt x="152" y="1056"/>
                    <a:pt x="209" y="1056"/>
                  </a:cubicBezTo>
                  <a:cubicBezTo>
                    <a:pt x="246" y="1056"/>
                    <a:pt x="273" y="1042"/>
                    <a:pt x="289" y="1020"/>
                  </a:cubicBezTo>
                  <a:cubicBezTo>
                    <a:pt x="346" y="906"/>
                    <a:pt x="575" y="388"/>
                    <a:pt x="604" y="186"/>
                  </a:cubicBezTo>
                  <a:cubicBezTo>
                    <a:pt x="618" y="114"/>
                    <a:pt x="618" y="107"/>
                    <a:pt x="561" y="14"/>
                  </a:cubicBezTo>
                  <a:cubicBezTo>
                    <a:pt x="561" y="7"/>
                    <a:pt x="561" y="7"/>
                    <a:pt x="554" y="0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61">
              <a:extLst>
                <a:ext uri="{FF2B5EF4-FFF2-40B4-BE49-F238E27FC236}">
                  <a16:creationId xmlns:a16="http://schemas.microsoft.com/office/drawing/2014/main" id="{55B6FA27-369E-B3BF-E5CE-9BECAEA560DC}"/>
                </a:ext>
              </a:extLst>
            </p:cNvPr>
            <p:cNvSpPr/>
            <p:nvPr/>
          </p:nvSpPr>
          <p:spPr>
            <a:xfrm>
              <a:off x="9611843" y="10163647"/>
              <a:ext cx="106" cy="10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61">
              <a:extLst>
                <a:ext uri="{FF2B5EF4-FFF2-40B4-BE49-F238E27FC236}">
                  <a16:creationId xmlns:a16="http://schemas.microsoft.com/office/drawing/2014/main" id="{64A97823-C4B6-2DA0-BE88-C2B7CEA534BB}"/>
                </a:ext>
              </a:extLst>
            </p:cNvPr>
            <p:cNvSpPr/>
            <p:nvPr/>
          </p:nvSpPr>
          <p:spPr>
            <a:xfrm>
              <a:off x="9611843" y="10163647"/>
              <a:ext cx="106" cy="106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61">
              <a:extLst>
                <a:ext uri="{FF2B5EF4-FFF2-40B4-BE49-F238E27FC236}">
                  <a16:creationId xmlns:a16="http://schemas.microsoft.com/office/drawing/2014/main" id="{8D1AB50D-4894-D1B2-012D-F820A9D45FEB}"/>
                </a:ext>
              </a:extLst>
            </p:cNvPr>
            <p:cNvSpPr/>
            <p:nvPr/>
          </p:nvSpPr>
          <p:spPr>
            <a:xfrm>
              <a:off x="9552896" y="10119171"/>
              <a:ext cx="77355" cy="173755"/>
            </a:xfrm>
            <a:custGeom>
              <a:avLst/>
              <a:gdLst/>
              <a:ahLst/>
              <a:cxnLst/>
              <a:rect l="l" t="t" r="r" b="b"/>
              <a:pathLst>
                <a:path w="727" h="1633" extrusionOk="0">
                  <a:moveTo>
                    <a:pt x="209" y="1"/>
                  </a:moveTo>
                  <a:lnTo>
                    <a:pt x="209" y="144"/>
                  </a:lnTo>
                  <a:lnTo>
                    <a:pt x="396" y="246"/>
                  </a:lnTo>
                  <a:cubicBezTo>
                    <a:pt x="418" y="259"/>
                    <a:pt x="446" y="282"/>
                    <a:pt x="475" y="309"/>
                  </a:cubicBezTo>
                  <a:cubicBezTo>
                    <a:pt x="504" y="339"/>
                    <a:pt x="532" y="375"/>
                    <a:pt x="554" y="418"/>
                  </a:cubicBezTo>
                  <a:cubicBezTo>
                    <a:pt x="561" y="425"/>
                    <a:pt x="561" y="425"/>
                    <a:pt x="561" y="432"/>
                  </a:cubicBezTo>
                  <a:cubicBezTo>
                    <a:pt x="618" y="525"/>
                    <a:pt x="618" y="532"/>
                    <a:pt x="604" y="604"/>
                  </a:cubicBezTo>
                  <a:cubicBezTo>
                    <a:pt x="575" y="806"/>
                    <a:pt x="346" y="1324"/>
                    <a:pt x="289" y="1438"/>
                  </a:cubicBezTo>
                  <a:cubicBezTo>
                    <a:pt x="273" y="1460"/>
                    <a:pt x="246" y="1474"/>
                    <a:pt x="209" y="1474"/>
                  </a:cubicBezTo>
                  <a:cubicBezTo>
                    <a:pt x="152" y="1474"/>
                    <a:pt x="73" y="1446"/>
                    <a:pt x="1" y="1410"/>
                  </a:cubicBezTo>
                  <a:lnTo>
                    <a:pt x="1" y="1546"/>
                  </a:lnTo>
                  <a:cubicBezTo>
                    <a:pt x="30" y="1560"/>
                    <a:pt x="66" y="1583"/>
                    <a:pt x="101" y="1596"/>
                  </a:cubicBezTo>
                  <a:cubicBezTo>
                    <a:pt x="116" y="1603"/>
                    <a:pt x="130" y="1603"/>
                    <a:pt x="144" y="1610"/>
                  </a:cubicBezTo>
                  <a:cubicBezTo>
                    <a:pt x="152" y="1610"/>
                    <a:pt x="166" y="1619"/>
                    <a:pt x="180" y="1619"/>
                  </a:cubicBezTo>
                  <a:cubicBezTo>
                    <a:pt x="196" y="1626"/>
                    <a:pt x="209" y="1626"/>
                    <a:pt x="223" y="1633"/>
                  </a:cubicBezTo>
                  <a:lnTo>
                    <a:pt x="266" y="1633"/>
                  </a:lnTo>
                  <a:cubicBezTo>
                    <a:pt x="325" y="1633"/>
                    <a:pt x="375" y="1619"/>
                    <a:pt x="396" y="1567"/>
                  </a:cubicBezTo>
                  <a:cubicBezTo>
                    <a:pt x="439" y="1481"/>
                    <a:pt x="698" y="929"/>
                    <a:pt x="720" y="691"/>
                  </a:cubicBezTo>
                  <a:cubicBezTo>
                    <a:pt x="727" y="627"/>
                    <a:pt x="713" y="497"/>
                    <a:pt x="654" y="396"/>
                  </a:cubicBezTo>
                  <a:cubicBezTo>
                    <a:pt x="648" y="375"/>
                    <a:pt x="641" y="359"/>
                    <a:pt x="634" y="346"/>
                  </a:cubicBezTo>
                  <a:cubicBezTo>
                    <a:pt x="627" y="346"/>
                    <a:pt x="627" y="339"/>
                    <a:pt x="618" y="332"/>
                  </a:cubicBezTo>
                  <a:cubicBezTo>
                    <a:pt x="611" y="325"/>
                    <a:pt x="604" y="309"/>
                    <a:pt x="598" y="296"/>
                  </a:cubicBezTo>
                  <a:cubicBezTo>
                    <a:pt x="584" y="282"/>
                    <a:pt x="575" y="266"/>
                    <a:pt x="561" y="252"/>
                  </a:cubicBezTo>
                  <a:cubicBezTo>
                    <a:pt x="561" y="252"/>
                    <a:pt x="554" y="246"/>
                    <a:pt x="554" y="239"/>
                  </a:cubicBezTo>
                  <a:cubicBezTo>
                    <a:pt x="532" y="223"/>
                    <a:pt x="518" y="202"/>
                    <a:pt x="504" y="187"/>
                  </a:cubicBezTo>
                  <a:cubicBezTo>
                    <a:pt x="461" y="152"/>
                    <a:pt x="425" y="123"/>
                    <a:pt x="396" y="109"/>
                  </a:cubicBezTo>
                  <a:lnTo>
                    <a:pt x="209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61">
              <a:extLst>
                <a:ext uri="{FF2B5EF4-FFF2-40B4-BE49-F238E27FC236}">
                  <a16:creationId xmlns:a16="http://schemas.microsoft.com/office/drawing/2014/main" id="{BC6282A8-DE97-4681-28D6-FB49A9590450}"/>
                </a:ext>
              </a:extLst>
            </p:cNvPr>
            <p:cNvSpPr/>
            <p:nvPr/>
          </p:nvSpPr>
          <p:spPr>
            <a:xfrm>
              <a:off x="9575879" y="10086292"/>
              <a:ext cx="98848" cy="208868"/>
            </a:xfrm>
            <a:custGeom>
              <a:avLst/>
              <a:gdLst/>
              <a:ahLst/>
              <a:cxnLst/>
              <a:rect l="l" t="t" r="r" b="b"/>
              <a:pathLst>
                <a:path w="929" h="1963" extrusionOk="0">
                  <a:moveTo>
                    <a:pt x="281" y="1"/>
                  </a:moveTo>
                  <a:lnTo>
                    <a:pt x="0" y="166"/>
                  </a:lnTo>
                  <a:lnTo>
                    <a:pt x="245" y="310"/>
                  </a:lnTo>
                  <a:cubicBezTo>
                    <a:pt x="266" y="323"/>
                    <a:pt x="295" y="339"/>
                    <a:pt x="316" y="360"/>
                  </a:cubicBezTo>
                  <a:cubicBezTo>
                    <a:pt x="325" y="367"/>
                    <a:pt x="331" y="367"/>
                    <a:pt x="338" y="375"/>
                  </a:cubicBezTo>
                  <a:lnTo>
                    <a:pt x="345" y="382"/>
                  </a:lnTo>
                  <a:cubicBezTo>
                    <a:pt x="359" y="396"/>
                    <a:pt x="368" y="403"/>
                    <a:pt x="375" y="410"/>
                  </a:cubicBezTo>
                  <a:cubicBezTo>
                    <a:pt x="411" y="439"/>
                    <a:pt x="438" y="475"/>
                    <a:pt x="475" y="518"/>
                  </a:cubicBezTo>
                  <a:cubicBezTo>
                    <a:pt x="482" y="532"/>
                    <a:pt x="488" y="539"/>
                    <a:pt x="497" y="555"/>
                  </a:cubicBezTo>
                  <a:cubicBezTo>
                    <a:pt x="504" y="568"/>
                    <a:pt x="511" y="575"/>
                    <a:pt x="518" y="591"/>
                  </a:cubicBezTo>
                  <a:cubicBezTo>
                    <a:pt x="525" y="598"/>
                    <a:pt x="525" y="605"/>
                    <a:pt x="532" y="611"/>
                  </a:cubicBezTo>
                  <a:cubicBezTo>
                    <a:pt x="540" y="625"/>
                    <a:pt x="547" y="634"/>
                    <a:pt x="554" y="648"/>
                  </a:cubicBezTo>
                  <a:cubicBezTo>
                    <a:pt x="618" y="770"/>
                    <a:pt x="647" y="900"/>
                    <a:pt x="633" y="1007"/>
                  </a:cubicBezTo>
                  <a:cubicBezTo>
                    <a:pt x="604" y="1251"/>
                    <a:pt x="345" y="1819"/>
                    <a:pt x="302" y="1898"/>
                  </a:cubicBezTo>
                  <a:cubicBezTo>
                    <a:pt x="288" y="1928"/>
                    <a:pt x="266" y="1948"/>
                    <a:pt x="245" y="1962"/>
                  </a:cubicBezTo>
                  <a:lnTo>
                    <a:pt x="525" y="1798"/>
                  </a:lnTo>
                  <a:cubicBezTo>
                    <a:pt x="547" y="1783"/>
                    <a:pt x="568" y="1762"/>
                    <a:pt x="583" y="1733"/>
                  </a:cubicBezTo>
                  <a:cubicBezTo>
                    <a:pt x="626" y="1653"/>
                    <a:pt x="877" y="1093"/>
                    <a:pt x="913" y="850"/>
                  </a:cubicBezTo>
                  <a:cubicBezTo>
                    <a:pt x="928" y="734"/>
                    <a:pt x="899" y="611"/>
                    <a:pt x="833" y="482"/>
                  </a:cubicBezTo>
                  <a:cubicBezTo>
                    <a:pt x="740" y="316"/>
                    <a:pt x="611" y="194"/>
                    <a:pt x="525" y="144"/>
                  </a:cubicBezTo>
                  <a:lnTo>
                    <a:pt x="382" y="65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61">
              <a:extLst>
                <a:ext uri="{FF2B5EF4-FFF2-40B4-BE49-F238E27FC236}">
                  <a16:creationId xmlns:a16="http://schemas.microsoft.com/office/drawing/2014/main" id="{3538A697-60B6-71A4-978C-0AB848DF8393}"/>
                </a:ext>
              </a:extLst>
            </p:cNvPr>
            <p:cNvSpPr/>
            <p:nvPr/>
          </p:nvSpPr>
          <p:spPr>
            <a:xfrm>
              <a:off x="9563536" y="10288990"/>
              <a:ext cx="7874" cy="3937"/>
            </a:xfrm>
            <a:custGeom>
              <a:avLst/>
              <a:gdLst/>
              <a:ahLst/>
              <a:cxnLst/>
              <a:rect l="l" t="t" r="r" b="b"/>
              <a:pathLst>
                <a:path w="74" h="37" extrusionOk="0">
                  <a:moveTo>
                    <a:pt x="1" y="0"/>
                  </a:moveTo>
                  <a:cubicBezTo>
                    <a:pt x="10" y="6"/>
                    <a:pt x="21" y="11"/>
                    <a:pt x="32" y="16"/>
                  </a:cubicBezTo>
                  <a:lnTo>
                    <a:pt x="32" y="16"/>
                  </a:lnTo>
                  <a:lnTo>
                    <a:pt x="1" y="0"/>
                  </a:lnTo>
                  <a:close/>
                  <a:moveTo>
                    <a:pt x="32" y="16"/>
                  </a:moveTo>
                  <a:lnTo>
                    <a:pt x="73" y="37"/>
                  </a:lnTo>
                  <a:cubicBezTo>
                    <a:pt x="61" y="29"/>
                    <a:pt x="47" y="22"/>
                    <a:pt x="32" y="16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61">
              <a:extLst>
                <a:ext uri="{FF2B5EF4-FFF2-40B4-BE49-F238E27FC236}">
                  <a16:creationId xmlns:a16="http://schemas.microsoft.com/office/drawing/2014/main" id="{D5B8EE45-F377-ACC3-3F98-8AB02A94DDDA}"/>
                </a:ext>
              </a:extLst>
            </p:cNvPr>
            <p:cNvSpPr/>
            <p:nvPr/>
          </p:nvSpPr>
          <p:spPr>
            <a:xfrm>
              <a:off x="9563536" y="10288990"/>
              <a:ext cx="7874" cy="3937"/>
            </a:xfrm>
            <a:custGeom>
              <a:avLst/>
              <a:gdLst/>
              <a:ahLst/>
              <a:cxnLst/>
              <a:rect l="l" t="t" r="r" b="b"/>
              <a:pathLst>
                <a:path w="74" h="37" fill="none" extrusionOk="0">
                  <a:moveTo>
                    <a:pt x="73" y="37"/>
                  </a:moveTo>
                  <a:cubicBezTo>
                    <a:pt x="52" y="23"/>
                    <a:pt x="23" y="14"/>
                    <a:pt x="1" y="0"/>
                  </a:cubicBezTo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61">
              <a:extLst>
                <a:ext uri="{FF2B5EF4-FFF2-40B4-BE49-F238E27FC236}">
                  <a16:creationId xmlns:a16="http://schemas.microsoft.com/office/drawing/2014/main" id="{EE678F45-C0E5-0C3D-4E8B-40D9CF934264}"/>
                </a:ext>
              </a:extLst>
            </p:cNvPr>
            <p:cNvSpPr/>
            <p:nvPr/>
          </p:nvSpPr>
          <p:spPr>
            <a:xfrm>
              <a:off x="9571304" y="10103955"/>
              <a:ext cx="73524" cy="193227"/>
            </a:xfrm>
            <a:custGeom>
              <a:avLst/>
              <a:gdLst/>
              <a:ahLst/>
              <a:cxnLst/>
              <a:rect l="l" t="t" r="r" b="b"/>
              <a:pathLst>
                <a:path w="691" h="1816" extrusionOk="0">
                  <a:moveTo>
                    <a:pt x="43" y="0"/>
                  </a:moveTo>
                  <a:lnTo>
                    <a:pt x="36" y="144"/>
                  </a:lnTo>
                  <a:lnTo>
                    <a:pt x="223" y="252"/>
                  </a:lnTo>
                  <a:cubicBezTo>
                    <a:pt x="252" y="266"/>
                    <a:pt x="288" y="295"/>
                    <a:pt x="331" y="330"/>
                  </a:cubicBezTo>
                  <a:cubicBezTo>
                    <a:pt x="345" y="345"/>
                    <a:pt x="359" y="366"/>
                    <a:pt x="381" y="382"/>
                  </a:cubicBezTo>
                  <a:cubicBezTo>
                    <a:pt x="381" y="389"/>
                    <a:pt x="388" y="395"/>
                    <a:pt x="388" y="395"/>
                  </a:cubicBezTo>
                  <a:cubicBezTo>
                    <a:pt x="402" y="409"/>
                    <a:pt x="411" y="425"/>
                    <a:pt x="425" y="439"/>
                  </a:cubicBezTo>
                  <a:cubicBezTo>
                    <a:pt x="431" y="452"/>
                    <a:pt x="438" y="468"/>
                    <a:pt x="445" y="475"/>
                  </a:cubicBezTo>
                  <a:cubicBezTo>
                    <a:pt x="454" y="482"/>
                    <a:pt x="454" y="489"/>
                    <a:pt x="461" y="489"/>
                  </a:cubicBezTo>
                  <a:cubicBezTo>
                    <a:pt x="468" y="502"/>
                    <a:pt x="475" y="518"/>
                    <a:pt x="481" y="539"/>
                  </a:cubicBezTo>
                  <a:cubicBezTo>
                    <a:pt x="540" y="640"/>
                    <a:pt x="554" y="770"/>
                    <a:pt x="547" y="834"/>
                  </a:cubicBezTo>
                  <a:cubicBezTo>
                    <a:pt x="525" y="1072"/>
                    <a:pt x="266" y="1624"/>
                    <a:pt x="223" y="1710"/>
                  </a:cubicBezTo>
                  <a:cubicBezTo>
                    <a:pt x="202" y="1762"/>
                    <a:pt x="152" y="1776"/>
                    <a:pt x="93" y="1776"/>
                  </a:cubicBezTo>
                  <a:lnTo>
                    <a:pt x="50" y="1776"/>
                  </a:lnTo>
                  <a:cubicBezTo>
                    <a:pt x="36" y="1769"/>
                    <a:pt x="23" y="1769"/>
                    <a:pt x="7" y="1762"/>
                  </a:cubicBezTo>
                  <a:cubicBezTo>
                    <a:pt x="7" y="1769"/>
                    <a:pt x="0" y="1769"/>
                    <a:pt x="0" y="1776"/>
                  </a:cubicBezTo>
                  <a:cubicBezTo>
                    <a:pt x="69" y="1798"/>
                    <a:pt x="137" y="1815"/>
                    <a:pt x="196" y="1815"/>
                  </a:cubicBezTo>
                  <a:cubicBezTo>
                    <a:pt x="230" y="1815"/>
                    <a:pt x="262" y="1810"/>
                    <a:pt x="288" y="1796"/>
                  </a:cubicBezTo>
                  <a:cubicBezTo>
                    <a:pt x="309" y="1782"/>
                    <a:pt x="331" y="1762"/>
                    <a:pt x="345" y="1732"/>
                  </a:cubicBezTo>
                  <a:cubicBezTo>
                    <a:pt x="388" y="1653"/>
                    <a:pt x="647" y="1085"/>
                    <a:pt x="676" y="841"/>
                  </a:cubicBezTo>
                  <a:cubicBezTo>
                    <a:pt x="690" y="734"/>
                    <a:pt x="661" y="604"/>
                    <a:pt x="597" y="482"/>
                  </a:cubicBezTo>
                  <a:cubicBezTo>
                    <a:pt x="590" y="468"/>
                    <a:pt x="583" y="459"/>
                    <a:pt x="575" y="445"/>
                  </a:cubicBezTo>
                  <a:cubicBezTo>
                    <a:pt x="568" y="439"/>
                    <a:pt x="568" y="432"/>
                    <a:pt x="561" y="425"/>
                  </a:cubicBezTo>
                  <a:cubicBezTo>
                    <a:pt x="554" y="409"/>
                    <a:pt x="547" y="402"/>
                    <a:pt x="540" y="389"/>
                  </a:cubicBezTo>
                  <a:cubicBezTo>
                    <a:pt x="531" y="373"/>
                    <a:pt x="525" y="366"/>
                    <a:pt x="518" y="352"/>
                  </a:cubicBezTo>
                  <a:cubicBezTo>
                    <a:pt x="481" y="309"/>
                    <a:pt x="454" y="273"/>
                    <a:pt x="418" y="244"/>
                  </a:cubicBezTo>
                  <a:cubicBezTo>
                    <a:pt x="411" y="237"/>
                    <a:pt x="402" y="230"/>
                    <a:pt x="388" y="216"/>
                  </a:cubicBezTo>
                  <a:lnTo>
                    <a:pt x="381" y="209"/>
                  </a:lnTo>
                  <a:cubicBezTo>
                    <a:pt x="374" y="201"/>
                    <a:pt x="368" y="201"/>
                    <a:pt x="359" y="194"/>
                  </a:cubicBezTo>
                  <a:cubicBezTo>
                    <a:pt x="338" y="173"/>
                    <a:pt x="309" y="157"/>
                    <a:pt x="288" y="144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5" name="Google Shape;3385;p61">
            <a:extLst>
              <a:ext uri="{FF2B5EF4-FFF2-40B4-BE49-F238E27FC236}">
                <a16:creationId xmlns:a16="http://schemas.microsoft.com/office/drawing/2014/main" id="{5F8A4A73-DA9B-8542-1376-507EA90C057B}"/>
              </a:ext>
            </a:extLst>
          </p:cNvPr>
          <p:cNvGrpSpPr/>
          <p:nvPr/>
        </p:nvGrpSpPr>
        <p:grpSpPr>
          <a:xfrm>
            <a:off x="1054765" y="4038641"/>
            <a:ext cx="419133" cy="444372"/>
            <a:chOff x="1054765" y="4038641"/>
            <a:chExt cx="419133" cy="444372"/>
          </a:xfrm>
        </p:grpSpPr>
        <p:sp>
          <p:nvSpPr>
            <p:cNvPr id="3386" name="Google Shape;3386;p61">
              <a:extLst>
                <a:ext uri="{FF2B5EF4-FFF2-40B4-BE49-F238E27FC236}">
                  <a16:creationId xmlns:a16="http://schemas.microsoft.com/office/drawing/2014/main" id="{70E6418B-C4F6-A059-8EC3-CB867BD7ED62}"/>
                </a:ext>
              </a:extLst>
            </p:cNvPr>
            <p:cNvSpPr/>
            <p:nvPr/>
          </p:nvSpPr>
          <p:spPr>
            <a:xfrm>
              <a:off x="1211810" y="4038641"/>
              <a:ext cx="105061" cy="99348"/>
            </a:xfrm>
            <a:custGeom>
              <a:avLst/>
              <a:gdLst/>
              <a:ahLst/>
              <a:cxnLst/>
              <a:rect l="l" t="t" r="r" b="b"/>
              <a:pathLst>
                <a:path w="662" h="626" extrusionOk="0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61">
              <a:extLst>
                <a:ext uri="{FF2B5EF4-FFF2-40B4-BE49-F238E27FC236}">
                  <a16:creationId xmlns:a16="http://schemas.microsoft.com/office/drawing/2014/main" id="{4E0FD166-5F77-D87D-3DE7-C6E55EE763FE}"/>
                </a:ext>
              </a:extLst>
            </p:cNvPr>
            <p:cNvSpPr/>
            <p:nvPr/>
          </p:nvSpPr>
          <p:spPr>
            <a:xfrm>
              <a:off x="1054765" y="44565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08679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>
          <a:extLst>
            <a:ext uri="{FF2B5EF4-FFF2-40B4-BE49-F238E27FC236}">
              <a16:creationId xmlns:a16="http://schemas.microsoft.com/office/drawing/2014/main" id="{6EF2B8C2-A83B-6BD3-26FA-892B1326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0">
            <a:extLst>
              <a:ext uri="{FF2B5EF4-FFF2-40B4-BE49-F238E27FC236}">
                <a16:creationId xmlns:a16="http://schemas.microsoft.com/office/drawing/2014/main" id="{328724C4-3BB5-4C30-EC14-B2D7EBDA06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51" y="386815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Jornada do Usuário</a:t>
            </a:r>
            <a:endParaRPr dirty="0"/>
          </a:p>
        </p:txBody>
      </p:sp>
      <p:sp>
        <p:nvSpPr>
          <p:cNvPr id="752" name="Google Shape;752;p40">
            <a:extLst>
              <a:ext uri="{FF2B5EF4-FFF2-40B4-BE49-F238E27FC236}">
                <a16:creationId xmlns:a16="http://schemas.microsoft.com/office/drawing/2014/main" id="{C8CDE0BD-E694-68E6-16F0-863C11FC30B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76288" y="3514333"/>
            <a:ext cx="277993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Ação: </a:t>
            </a:r>
            <a:r>
              <a:rPr lang="pt-BR" sz="1200" dirty="0">
                <a:solidFill>
                  <a:schemeClr val="tx1"/>
                </a:solidFill>
              </a:rPr>
              <a:t>Anota por si, faz planilhas e alarmes</a:t>
            </a:r>
            <a:endParaRPr lang="pt-BR" sz="1200" b="1" dirty="0">
              <a:solidFill>
                <a:schemeClr val="tx1"/>
              </a:solidFill>
            </a:endParaRPr>
          </a:p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Ponto de Contato: </a:t>
            </a:r>
            <a:r>
              <a:rPr lang="pt-BR" sz="1200" dirty="0">
                <a:solidFill>
                  <a:schemeClr val="tx1"/>
                </a:solidFill>
              </a:rPr>
              <a:t>Cadernos, celular</a:t>
            </a:r>
          </a:p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Sentimento: </a:t>
            </a:r>
            <a:r>
              <a:rPr lang="pt-BR" sz="1200" dirty="0">
                <a:solidFill>
                  <a:schemeClr val="tx1"/>
                </a:solidFill>
              </a:rPr>
              <a:t>Sobrecarga	</a:t>
            </a:r>
            <a:endParaRPr lang="pt-BR" sz="1200" b="1" dirty="0">
              <a:solidFill>
                <a:schemeClr val="tx2"/>
              </a:solidFill>
            </a:endParaRPr>
          </a:p>
        </p:txBody>
      </p:sp>
      <p:sp>
        <p:nvSpPr>
          <p:cNvPr id="753" name="Google Shape;753;p40">
            <a:extLst>
              <a:ext uri="{FF2B5EF4-FFF2-40B4-BE49-F238E27FC236}">
                <a16:creationId xmlns:a16="http://schemas.microsoft.com/office/drawing/2014/main" id="{15908571-7725-5562-AA10-08BEED680DE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51" y="1831370"/>
            <a:ext cx="2699320" cy="905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2"/>
                </a:solidFill>
              </a:rPr>
              <a:t>Ação: </a:t>
            </a:r>
            <a:r>
              <a:rPr lang="en" sz="1200" dirty="0">
                <a:solidFill>
                  <a:schemeClr val="tx1"/>
                </a:solidFill>
              </a:rPr>
              <a:t>O estudante busca bolsa</a:t>
            </a:r>
            <a:endParaRPr lang="en" sz="1200" b="1" dirty="0">
              <a:solidFill>
                <a:schemeClr val="tx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2"/>
                </a:solidFill>
              </a:rPr>
              <a:t>Ponto de Contato: </a:t>
            </a:r>
            <a:r>
              <a:rPr lang="en" sz="1200" dirty="0">
                <a:solidFill>
                  <a:schemeClr val="tx1"/>
                </a:solidFill>
              </a:rPr>
              <a:t>Conversa na escola</a:t>
            </a:r>
            <a:endParaRPr lang="en" sz="1200" b="1" dirty="0">
              <a:solidFill>
                <a:schemeClr val="tx2"/>
              </a:solidFill>
            </a:endParaRPr>
          </a:p>
          <a:p>
            <a:pPr marL="0" lvl="0" indent="0"/>
            <a:r>
              <a:rPr lang="en" sz="1200" b="1" dirty="0">
                <a:solidFill>
                  <a:schemeClr val="tx2"/>
                </a:solidFill>
              </a:rPr>
              <a:t>Sentimento: </a:t>
            </a:r>
            <a:r>
              <a:rPr lang="pt-BR" sz="1200" dirty="0">
                <a:solidFill>
                  <a:schemeClr val="tx1"/>
                </a:solidFill>
              </a:rPr>
              <a:t>Alta</a:t>
            </a:r>
            <a:r>
              <a:rPr lang="pt-BR" sz="1200" dirty="0"/>
              <a:t> motivação.</a:t>
            </a:r>
            <a:endParaRPr sz="1200" b="1" dirty="0">
              <a:solidFill>
                <a:schemeClr val="tx2"/>
              </a:solidFill>
            </a:endParaRPr>
          </a:p>
        </p:txBody>
      </p:sp>
      <p:sp>
        <p:nvSpPr>
          <p:cNvPr id="754" name="Google Shape;754;p40">
            <a:extLst>
              <a:ext uri="{FF2B5EF4-FFF2-40B4-BE49-F238E27FC236}">
                <a16:creationId xmlns:a16="http://schemas.microsoft.com/office/drawing/2014/main" id="{E3CF1A61-B754-E5AF-D716-6B0A658517A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19270" y="1763665"/>
            <a:ext cx="2699271" cy="9736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Ação: </a:t>
            </a:r>
            <a:r>
              <a:rPr lang="pt-BR" sz="1200" dirty="0">
                <a:solidFill>
                  <a:schemeClr val="tx1"/>
                </a:solidFill>
              </a:rPr>
              <a:t>Busca genérica na web</a:t>
            </a:r>
          </a:p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Ponto de Contato: </a:t>
            </a:r>
            <a:r>
              <a:rPr lang="pt-BR" sz="1200" dirty="0">
                <a:solidFill>
                  <a:schemeClr val="tx1"/>
                </a:solidFill>
              </a:rPr>
              <a:t>Paginas fragmentadas</a:t>
            </a:r>
            <a:endParaRPr lang="pt-BR" sz="1200" b="1" dirty="0">
              <a:solidFill>
                <a:schemeClr val="tx1"/>
              </a:solidFill>
            </a:endParaRPr>
          </a:p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Sentimento: </a:t>
            </a:r>
            <a:r>
              <a:rPr lang="pt-BR" sz="1200" dirty="0">
                <a:solidFill>
                  <a:schemeClr val="tx1"/>
                </a:solidFill>
              </a:rPr>
              <a:t>Confusão</a:t>
            </a:r>
            <a:endParaRPr lang="pt-BR" sz="1200" b="1" dirty="0">
              <a:solidFill>
                <a:schemeClr val="tx2"/>
              </a:solidFill>
            </a:endParaRPr>
          </a:p>
        </p:txBody>
      </p:sp>
      <p:sp>
        <p:nvSpPr>
          <p:cNvPr id="755" name="Google Shape;755;p40">
            <a:extLst>
              <a:ext uri="{FF2B5EF4-FFF2-40B4-BE49-F238E27FC236}">
                <a16:creationId xmlns:a16="http://schemas.microsoft.com/office/drawing/2014/main" id="{1DFEB0DF-A0AD-9461-CFA4-95A72CF5001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462986" y="3514332"/>
            <a:ext cx="269926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Ação: </a:t>
            </a:r>
            <a:r>
              <a:rPr lang="pt-BR" sz="1200" dirty="0">
                <a:solidFill>
                  <a:schemeClr val="tx1"/>
                </a:solidFill>
              </a:rPr>
              <a:t>Perde prazos, conhece programas tarde demais</a:t>
            </a:r>
          </a:p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Ponto de Contato: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  <a:r>
              <a:rPr lang="pt-BR" sz="1100" dirty="0">
                <a:solidFill>
                  <a:schemeClr val="tx1"/>
                </a:solidFill>
              </a:rPr>
              <a:t>Abandona a busca</a:t>
            </a:r>
          </a:p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Sentimento: </a:t>
            </a:r>
            <a:r>
              <a:rPr lang="pt-BR" sz="1200" dirty="0">
                <a:solidFill>
                  <a:schemeClr val="tx1"/>
                </a:solidFill>
              </a:rPr>
              <a:t>Frustração</a:t>
            </a:r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756" name="Google Shape;756;p40">
            <a:extLst>
              <a:ext uri="{FF2B5EF4-FFF2-40B4-BE49-F238E27FC236}">
                <a16:creationId xmlns:a16="http://schemas.microsoft.com/office/drawing/2014/main" id="{E49EAE3C-59A3-1753-B408-C5DC83CCA52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118549" y="1831370"/>
            <a:ext cx="2305500" cy="9059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Ação: </a:t>
            </a:r>
            <a:r>
              <a:rPr lang="pt-BR" sz="1200" dirty="0">
                <a:solidFill>
                  <a:schemeClr val="tx1"/>
                </a:solidFill>
              </a:rPr>
              <a:t>Busca fontes confiáveis</a:t>
            </a:r>
            <a:endParaRPr lang="pt-BR" sz="1200" b="1" dirty="0">
              <a:solidFill>
                <a:schemeClr val="tx2"/>
              </a:solidFill>
            </a:endParaRPr>
          </a:p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Ponto de Contato: </a:t>
            </a:r>
            <a:r>
              <a:rPr lang="pt-BR" sz="1200" dirty="0">
                <a:solidFill>
                  <a:schemeClr val="tx1"/>
                </a:solidFill>
              </a:rPr>
              <a:t>Portais desatualizados/confusos</a:t>
            </a:r>
            <a:endParaRPr lang="pt-BR" sz="1200" b="1" dirty="0">
              <a:solidFill>
                <a:schemeClr val="tx1"/>
              </a:solidFill>
            </a:endParaRPr>
          </a:p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Sentimento: </a:t>
            </a:r>
            <a:r>
              <a:rPr lang="pt-BR" sz="1200" dirty="0">
                <a:solidFill>
                  <a:schemeClr val="tx1"/>
                </a:solidFill>
              </a:rPr>
              <a:t>Ansiedade</a:t>
            </a:r>
          </a:p>
        </p:txBody>
      </p:sp>
      <p:sp>
        <p:nvSpPr>
          <p:cNvPr id="757" name="Google Shape;757;p40">
            <a:extLst>
              <a:ext uri="{FF2B5EF4-FFF2-40B4-BE49-F238E27FC236}">
                <a16:creationId xmlns:a16="http://schemas.microsoft.com/office/drawing/2014/main" id="{E4981F38-1E91-E9A4-0218-6D8A4AFF05A3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118451" y="3488396"/>
            <a:ext cx="269926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Ação: </a:t>
            </a:r>
            <a:r>
              <a:rPr lang="pt-BR" sz="1200" dirty="0">
                <a:solidFill>
                  <a:schemeClr val="tx1"/>
                </a:solidFill>
              </a:rPr>
              <a:t>Se conforma</a:t>
            </a:r>
          </a:p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Ponto de Contato: </a:t>
            </a:r>
            <a:r>
              <a:rPr lang="pt-BR" sz="1200" dirty="0">
                <a:solidFill>
                  <a:schemeClr val="tx1"/>
                </a:solidFill>
              </a:rPr>
              <a:t>A realidade estagnada</a:t>
            </a:r>
            <a:endParaRPr lang="pt-BR" sz="1200" b="1" dirty="0">
              <a:solidFill>
                <a:schemeClr val="tx2"/>
              </a:solidFill>
            </a:endParaRPr>
          </a:p>
          <a:p>
            <a:pPr marL="0" lvl="0" indent="0"/>
            <a:r>
              <a:rPr lang="pt-BR" sz="1200" b="1" dirty="0">
                <a:solidFill>
                  <a:schemeClr val="tx2"/>
                </a:solidFill>
              </a:rPr>
              <a:t>Sentimento: </a:t>
            </a:r>
            <a:r>
              <a:rPr lang="pt-BR" sz="1200" dirty="0">
                <a:solidFill>
                  <a:schemeClr val="tx1"/>
                </a:solidFill>
              </a:rPr>
              <a:t>Amargor</a:t>
            </a:r>
            <a:endParaRPr lang="pt-BR" sz="1200" b="1" dirty="0">
              <a:solidFill>
                <a:schemeClr val="tx2"/>
              </a:solidFill>
            </a:endParaRPr>
          </a:p>
        </p:txBody>
      </p:sp>
      <p:sp>
        <p:nvSpPr>
          <p:cNvPr id="758" name="Google Shape;758;p40">
            <a:extLst>
              <a:ext uri="{FF2B5EF4-FFF2-40B4-BE49-F238E27FC236}">
                <a16:creationId xmlns:a16="http://schemas.microsoft.com/office/drawing/2014/main" id="{AE272C83-FE36-8B58-6199-DF01CA10DB73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720000" y="1099597"/>
            <a:ext cx="685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59" name="Google Shape;759;p40">
            <a:extLst>
              <a:ext uri="{FF2B5EF4-FFF2-40B4-BE49-F238E27FC236}">
                <a16:creationId xmlns:a16="http://schemas.microsoft.com/office/drawing/2014/main" id="{A7857864-20DC-17C2-D172-51BDEC73C0D5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20000" y="2826487"/>
            <a:ext cx="685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760" name="Google Shape;760;p40">
            <a:extLst>
              <a:ext uri="{FF2B5EF4-FFF2-40B4-BE49-F238E27FC236}">
                <a16:creationId xmlns:a16="http://schemas.microsoft.com/office/drawing/2014/main" id="{C86103C2-A724-D468-FB1B-2F3E7F5FA3C2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3419234" y="1105124"/>
            <a:ext cx="685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61" name="Google Shape;761;p40">
            <a:extLst>
              <a:ext uri="{FF2B5EF4-FFF2-40B4-BE49-F238E27FC236}">
                <a16:creationId xmlns:a16="http://schemas.microsoft.com/office/drawing/2014/main" id="{DF10E04F-6AA0-6744-14EA-A254BDC245F5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3419275" y="2826487"/>
            <a:ext cx="685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762" name="Google Shape;762;p40">
            <a:extLst>
              <a:ext uri="{FF2B5EF4-FFF2-40B4-BE49-F238E27FC236}">
                <a16:creationId xmlns:a16="http://schemas.microsoft.com/office/drawing/2014/main" id="{0E5C283C-6920-3C08-7F96-B1C15E2AA281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6118468" y="1100725"/>
            <a:ext cx="685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63" name="Google Shape;763;p40">
            <a:extLst>
              <a:ext uri="{FF2B5EF4-FFF2-40B4-BE49-F238E27FC236}">
                <a16:creationId xmlns:a16="http://schemas.microsoft.com/office/drawing/2014/main" id="{AFA36232-159D-C71C-E52D-D398BC1C3121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118550" y="2826487"/>
            <a:ext cx="685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764" name="Google Shape;764;p40">
            <a:extLst>
              <a:ext uri="{FF2B5EF4-FFF2-40B4-BE49-F238E27FC236}">
                <a16:creationId xmlns:a16="http://schemas.microsoft.com/office/drawing/2014/main" id="{F118FD28-D274-D9A4-B88C-3B639BE11982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720000" y="149949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dirty="0"/>
              <a:t>A Motivação</a:t>
            </a:r>
            <a:endParaRPr dirty="0"/>
          </a:p>
        </p:txBody>
      </p:sp>
      <p:sp>
        <p:nvSpPr>
          <p:cNvPr id="765" name="Google Shape;765;p40">
            <a:extLst>
              <a:ext uri="{FF2B5EF4-FFF2-40B4-BE49-F238E27FC236}">
                <a16:creationId xmlns:a16="http://schemas.microsoft.com/office/drawing/2014/main" id="{4C6502AC-DFFC-199E-B50B-9617A4F83465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3419271" y="149949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dirty="0"/>
              <a:t>A Busca</a:t>
            </a:r>
            <a:endParaRPr dirty="0"/>
          </a:p>
        </p:txBody>
      </p:sp>
      <p:sp>
        <p:nvSpPr>
          <p:cNvPr id="766" name="Google Shape;766;p40">
            <a:extLst>
              <a:ext uri="{FF2B5EF4-FFF2-40B4-BE49-F238E27FC236}">
                <a16:creationId xmlns:a16="http://schemas.microsoft.com/office/drawing/2014/main" id="{1EAB467A-2751-C59E-0E13-3C8A3E2EFBC0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6118549" y="149949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dirty="0"/>
              <a:t>A Fragmentação</a:t>
            </a:r>
            <a:endParaRPr dirty="0"/>
          </a:p>
        </p:txBody>
      </p:sp>
      <p:sp>
        <p:nvSpPr>
          <p:cNvPr id="767" name="Google Shape;767;p40">
            <a:extLst>
              <a:ext uri="{FF2B5EF4-FFF2-40B4-BE49-F238E27FC236}">
                <a16:creationId xmlns:a16="http://schemas.microsoft.com/office/drawing/2014/main" id="{F5B2CB78-7999-0B16-55E1-7F8346D899DE}"/>
              </a:ext>
            </a:extLst>
          </p:cNvPr>
          <p:cNvSpPr txBox="1">
            <a:spLocks noGrp="1"/>
          </p:cNvSpPr>
          <p:nvPr>
            <p:ph type="subTitle" idx="19"/>
          </p:nvPr>
        </p:nvSpPr>
        <p:spPr>
          <a:xfrm>
            <a:off x="676288" y="327193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dirty="0"/>
              <a:t>A Gestão Manual</a:t>
            </a:r>
            <a:endParaRPr dirty="0"/>
          </a:p>
        </p:txBody>
      </p:sp>
      <p:sp>
        <p:nvSpPr>
          <p:cNvPr id="768" name="Google Shape;768;p40">
            <a:extLst>
              <a:ext uri="{FF2B5EF4-FFF2-40B4-BE49-F238E27FC236}">
                <a16:creationId xmlns:a16="http://schemas.microsoft.com/office/drawing/2014/main" id="{E654B9CF-7BDB-5633-70D5-D7886AF94640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3419271" y="327193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dirty="0"/>
              <a:t>O Desfecho Atual</a:t>
            </a:r>
            <a:endParaRPr dirty="0"/>
          </a:p>
        </p:txBody>
      </p:sp>
      <p:sp>
        <p:nvSpPr>
          <p:cNvPr id="769" name="Google Shape;769;p40">
            <a:extLst>
              <a:ext uri="{FF2B5EF4-FFF2-40B4-BE49-F238E27FC236}">
                <a16:creationId xmlns:a16="http://schemas.microsoft.com/office/drawing/2014/main" id="{EB64995C-05C7-6C0A-986C-B2029035CE75}"/>
              </a:ext>
            </a:extLst>
          </p:cNvPr>
          <p:cNvSpPr txBox="1">
            <a:spLocks noGrp="1"/>
          </p:cNvSpPr>
          <p:nvPr>
            <p:ph type="subTitle" idx="21"/>
          </p:nvPr>
        </p:nvSpPr>
        <p:spPr>
          <a:xfrm>
            <a:off x="6118451" y="324703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Longo Prazo</a:t>
            </a:r>
            <a:endParaRPr dirty="0"/>
          </a:p>
        </p:txBody>
      </p:sp>
      <p:grpSp>
        <p:nvGrpSpPr>
          <p:cNvPr id="770" name="Google Shape;770;p40">
            <a:extLst>
              <a:ext uri="{FF2B5EF4-FFF2-40B4-BE49-F238E27FC236}">
                <a16:creationId xmlns:a16="http://schemas.microsoft.com/office/drawing/2014/main" id="{F215653C-1376-7F0F-A6FE-6480416BD3FD}"/>
              </a:ext>
            </a:extLst>
          </p:cNvPr>
          <p:cNvGrpSpPr/>
          <p:nvPr/>
        </p:nvGrpSpPr>
        <p:grpSpPr>
          <a:xfrm>
            <a:off x="7677477" y="589763"/>
            <a:ext cx="1005813" cy="827222"/>
            <a:chOff x="13476366" y="422025"/>
            <a:chExt cx="545127" cy="448335"/>
          </a:xfrm>
        </p:grpSpPr>
        <p:sp>
          <p:nvSpPr>
            <p:cNvPr id="771" name="Google Shape;771;p40">
              <a:extLst>
                <a:ext uri="{FF2B5EF4-FFF2-40B4-BE49-F238E27FC236}">
                  <a16:creationId xmlns:a16="http://schemas.microsoft.com/office/drawing/2014/main" id="{E3948A7F-C358-D482-1475-EE2AE57587F5}"/>
                </a:ext>
              </a:extLst>
            </p:cNvPr>
            <p:cNvSpPr/>
            <p:nvPr/>
          </p:nvSpPr>
          <p:spPr>
            <a:xfrm>
              <a:off x="13476366" y="422025"/>
              <a:ext cx="545127" cy="168620"/>
            </a:xfrm>
            <a:custGeom>
              <a:avLst/>
              <a:gdLst/>
              <a:ahLst/>
              <a:cxnLst/>
              <a:rect l="l" t="t" r="r" b="b"/>
              <a:pathLst>
                <a:path w="1791" h="554" extrusionOk="0">
                  <a:moveTo>
                    <a:pt x="837" y="1"/>
                  </a:moveTo>
                  <a:cubicBezTo>
                    <a:pt x="532" y="1"/>
                    <a:pt x="241" y="118"/>
                    <a:pt x="36" y="351"/>
                  </a:cubicBezTo>
                  <a:cubicBezTo>
                    <a:pt x="0" y="395"/>
                    <a:pt x="7" y="467"/>
                    <a:pt x="57" y="517"/>
                  </a:cubicBezTo>
                  <a:cubicBezTo>
                    <a:pt x="86" y="539"/>
                    <a:pt x="119" y="549"/>
                    <a:pt x="149" y="549"/>
                  </a:cubicBezTo>
                  <a:cubicBezTo>
                    <a:pt x="179" y="549"/>
                    <a:pt x="208" y="539"/>
                    <a:pt x="230" y="517"/>
                  </a:cubicBezTo>
                  <a:cubicBezTo>
                    <a:pt x="392" y="330"/>
                    <a:pt x="624" y="236"/>
                    <a:pt x="868" y="236"/>
                  </a:cubicBezTo>
                  <a:cubicBezTo>
                    <a:pt x="1113" y="236"/>
                    <a:pt x="1370" y="330"/>
                    <a:pt x="1582" y="517"/>
                  </a:cubicBezTo>
                  <a:cubicBezTo>
                    <a:pt x="1610" y="538"/>
                    <a:pt x="1639" y="553"/>
                    <a:pt x="1675" y="553"/>
                  </a:cubicBezTo>
                  <a:cubicBezTo>
                    <a:pt x="1704" y="553"/>
                    <a:pt x="1732" y="538"/>
                    <a:pt x="1755" y="517"/>
                  </a:cubicBezTo>
                  <a:cubicBezTo>
                    <a:pt x="1791" y="467"/>
                    <a:pt x="1782" y="395"/>
                    <a:pt x="1725" y="351"/>
                  </a:cubicBezTo>
                  <a:cubicBezTo>
                    <a:pt x="1463" y="118"/>
                    <a:pt x="1143" y="1"/>
                    <a:pt x="837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0">
              <a:extLst>
                <a:ext uri="{FF2B5EF4-FFF2-40B4-BE49-F238E27FC236}">
                  <a16:creationId xmlns:a16="http://schemas.microsoft.com/office/drawing/2014/main" id="{E7850EA4-40CF-2928-3784-5EDCD67E9C57}"/>
                </a:ext>
              </a:extLst>
            </p:cNvPr>
            <p:cNvSpPr/>
            <p:nvPr/>
          </p:nvSpPr>
          <p:spPr>
            <a:xfrm>
              <a:off x="13561894" y="541642"/>
              <a:ext cx="395985" cy="138183"/>
            </a:xfrm>
            <a:custGeom>
              <a:avLst/>
              <a:gdLst/>
              <a:ahLst/>
              <a:cxnLst/>
              <a:rect l="l" t="t" r="r" b="b"/>
              <a:pathLst>
                <a:path w="1301" h="454" extrusionOk="0">
                  <a:moveTo>
                    <a:pt x="614" y="1"/>
                  </a:moveTo>
                  <a:cubicBezTo>
                    <a:pt x="395" y="1"/>
                    <a:pt x="187" y="83"/>
                    <a:pt x="43" y="246"/>
                  </a:cubicBezTo>
                  <a:cubicBezTo>
                    <a:pt x="0" y="297"/>
                    <a:pt x="14" y="367"/>
                    <a:pt x="64" y="419"/>
                  </a:cubicBezTo>
                  <a:cubicBezTo>
                    <a:pt x="89" y="441"/>
                    <a:pt x="121" y="451"/>
                    <a:pt x="153" y="451"/>
                  </a:cubicBezTo>
                  <a:cubicBezTo>
                    <a:pt x="184" y="451"/>
                    <a:pt x="215" y="441"/>
                    <a:pt x="237" y="419"/>
                  </a:cubicBezTo>
                  <a:cubicBezTo>
                    <a:pt x="338" y="300"/>
                    <a:pt x="485" y="240"/>
                    <a:pt x="640" y="240"/>
                  </a:cubicBezTo>
                  <a:cubicBezTo>
                    <a:pt x="796" y="240"/>
                    <a:pt x="959" y="300"/>
                    <a:pt x="1092" y="419"/>
                  </a:cubicBezTo>
                  <a:cubicBezTo>
                    <a:pt x="1122" y="440"/>
                    <a:pt x="1149" y="454"/>
                    <a:pt x="1185" y="454"/>
                  </a:cubicBezTo>
                  <a:cubicBezTo>
                    <a:pt x="1215" y="454"/>
                    <a:pt x="1242" y="440"/>
                    <a:pt x="1265" y="419"/>
                  </a:cubicBezTo>
                  <a:cubicBezTo>
                    <a:pt x="1301" y="367"/>
                    <a:pt x="1294" y="297"/>
                    <a:pt x="1242" y="246"/>
                  </a:cubicBezTo>
                  <a:cubicBezTo>
                    <a:pt x="1057" y="82"/>
                    <a:pt x="830" y="1"/>
                    <a:pt x="614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0">
              <a:extLst>
                <a:ext uri="{FF2B5EF4-FFF2-40B4-BE49-F238E27FC236}">
                  <a16:creationId xmlns:a16="http://schemas.microsoft.com/office/drawing/2014/main" id="{B8504E88-00DB-E243-F394-6160FB8F934B}"/>
                </a:ext>
              </a:extLst>
            </p:cNvPr>
            <p:cNvSpPr/>
            <p:nvPr/>
          </p:nvSpPr>
          <p:spPr>
            <a:xfrm>
              <a:off x="13648943" y="661563"/>
              <a:ext cx="247757" cy="108050"/>
            </a:xfrm>
            <a:custGeom>
              <a:avLst/>
              <a:gdLst/>
              <a:ahLst/>
              <a:cxnLst/>
              <a:rect l="l" t="t" r="r" b="b"/>
              <a:pathLst>
                <a:path w="814" h="355" extrusionOk="0">
                  <a:moveTo>
                    <a:pt x="375" y="1"/>
                  </a:moveTo>
                  <a:cubicBezTo>
                    <a:pt x="247" y="1"/>
                    <a:pt x="127" y="49"/>
                    <a:pt x="44" y="146"/>
                  </a:cubicBezTo>
                  <a:cubicBezTo>
                    <a:pt x="1" y="198"/>
                    <a:pt x="8" y="268"/>
                    <a:pt x="66" y="318"/>
                  </a:cubicBezTo>
                  <a:cubicBezTo>
                    <a:pt x="91" y="340"/>
                    <a:pt x="124" y="351"/>
                    <a:pt x="154" y="351"/>
                  </a:cubicBezTo>
                  <a:cubicBezTo>
                    <a:pt x="185" y="351"/>
                    <a:pt x="214" y="340"/>
                    <a:pt x="232" y="318"/>
                  </a:cubicBezTo>
                  <a:cubicBezTo>
                    <a:pt x="275" y="268"/>
                    <a:pt x="337" y="243"/>
                    <a:pt x="405" y="243"/>
                  </a:cubicBezTo>
                  <a:cubicBezTo>
                    <a:pt x="472" y="243"/>
                    <a:pt x="543" y="268"/>
                    <a:pt x="604" y="318"/>
                  </a:cubicBezTo>
                  <a:cubicBezTo>
                    <a:pt x="627" y="341"/>
                    <a:pt x="663" y="354"/>
                    <a:pt x="691" y="354"/>
                  </a:cubicBezTo>
                  <a:cubicBezTo>
                    <a:pt x="720" y="354"/>
                    <a:pt x="749" y="341"/>
                    <a:pt x="770" y="318"/>
                  </a:cubicBezTo>
                  <a:cubicBezTo>
                    <a:pt x="813" y="268"/>
                    <a:pt x="799" y="198"/>
                    <a:pt x="749" y="146"/>
                  </a:cubicBezTo>
                  <a:cubicBezTo>
                    <a:pt x="637" y="49"/>
                    <a:pt x="502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0">
              <a:extLst>
                <a:ext uri="{FF2B5EF4-FFF2-40B4-BE49-F238E27FC236}">
                  <a16:creationId xmlns:a16="http://schemas.microsoft.com/office/drawing/2014/main" id="{318C878E-7A54-C5F9-264F-76397BAE51F0}"/>
                </a:ext>
              </a:extLst>
            </p:cNvPr>
            <p:cNvSpPr/>
            <p:nvPr/>
          </p:nvSpPr>
          <p:spPr>
            <a:xfrm>
              <a:off x="13738732" y="787267"/>
              <a:ext cx="92224" cy="83092"/>
            </a:xfrm>
            <a:custGeom>
              <a:avLst/>
              <a:gdLst/>
              <a:ahLst/>
              <a:cxnLst/>
              <a:rect l="l" t="t" r="r" b="b"/>
              <a:pathLst>
                <a:path w="303" h="273" extrusionOk="0">
                  <a:moveTo>
                    <a:pt x="137" y="0"/>
                  </a:moveTo>
                  <a:cubicBezTo>
                    <a:pt x="58" y="0"/>
                    <a:pt x="1" y="57"/>
                    <a:pt x="14" y="136"/>
                  </a:cubicBezTo>
                  <a:cubicBezTo>
                    <a:pt x="23" y="216"/>
                    <a:pt x="94" y="273"/>
                    <a:pt x="173" y="273"/>
                  </a:cubicBezTo>
                  <a:cubicBezTo>
                    <a:pt x="246" y="273"/>
                    <a:pt x="303" y="216"/>
                    <a:pt x="296" y="136"/>
                  </a:cubicBezTo>
                  <a:cubicBezTo>
                    <a:pt x="282" y="57"/>
                    <a:pt x="209" y="0"/>
                    <a:pt x="137" y="0"/>
                  </a:cubicBezTo>
                  <a:close/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40837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1">
          <a:extLst>
            <a:ext uri="{FF2B5EF4-FFF2-40B4-BE49-F238E27FC236}">
              <a16:creationId xmlns:a16="http://schemas.microsoft.com/office/drawing/2014/main" id="{F46EA278-8045-0D17-71BC-3FD0AE43B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2" name="Google Shape;8672;p72">
            <a:extLst>
              <a:ext uri="{FF2B5EF4-FFF2-40B4-BE49-F238E27FC236}">
                <a16:creationId xmlns:a16="http://schemas.microsoft.com/office/drawing/2014/main" id="{D85CAAA0-814F-E86F-A62D-5CACE982F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3" y="596213"/>
            <a:ext cx="4077323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Obrigado!</a:t>
            </a:r>
            <a:endParaRPr dirty="0"/>
          </a:p>
        </p:txBody>
      </p:sp>
      <p:sp>
        <p:nvSpPr>
          <p:cNvPr id="8673" name="Google Shape;8673;p72">
            <a:extLst>
              <a:ext uri="{FF2B5EF4-FFF2-40B4-BE49-F238E27FC236}">
                <a16:creationId xmlns:a16="http://schemas.microsoft.com/office/drawing/2014/main" id="{53C01FAB-8025-BD14-875F-DB3AC5A2E0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605150"/>
            <a:ext cx="3640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Questões? Nos contate!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</a:t>
            </a:r>
            <a:r>
              <a:rPr lang="en" dirty="0"/>
              <a:t>m.fidalgo@outlook.com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+55 11 97331-9067</a:t>
            </a:r>
            <a:endParaRPr dirty="0"/>
          </a:p>
        </p:txBody>
      </p:sp>
      <p:sp>
        <p:nvSpPr>
          <p:cNvPr id="8674" name="Google Shape;8674;p72">
            <a:extLst>
              <a:ext uri="{FF2B5EF4-FFF2-40B4-BE49-F238E27FC236}">
                <a16:creationId xmlns:a16="http://schemas.microsoft.com/office/drawing/2014/main" id="{ACBEFC7D-BF15-8734-BC3A-AD816D3F5895}"/>
              </a:ext>
            </a:extLst>
          </p:cNvPr>
          <p:cNvSpPr txBox="1"/>
          <p:nvPr/>
        </p:nvSpPr>
        <p:spPr>
          <a:xfrm>
            <a:off x="713250" y="4189663"/>
            <a:ext cx="28872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Please keep this slide for attribution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8675" name="Google Shape;8675;p72">
            <a:extLst>
              <a:ext uri="{FF2B5EF4-FFF2-40B4-BE49-F238E27FC236}">
                <a16:creationId xmlns:a16="http://schemas.microsoft.com/office/drawing/2014/main" id="{6067F2E2-0096-6C3E-10AD-F28DEBE97561}"/>
              </a:ext>
            </a:extLst>
          </p:cNvPr>
          <p:cNvGrpSpPr/>
          <p:nvPr/>
        </p:nvGrpSpPr>
        <p:grpSpPr>
          <a:xfrm>
            <a:off x="2790018" y="-107686"/>
            <a:ext cx="6371098" cy="4994649"/>
            <a:chOff x="3037643" y="-107686"/>
            <a:chExt cx="6371098" cy="4994649"/>
          </a:xfrm>
        </p:grpSpPr>
        <p:sp>
          <p:nvSpPr>
            <p:cNvPr id="8676" name="Google Shape;8676;p72">
              <a:extLst>
                <a:ext uri="{FF2B5EF4-FFF2-40B4-BE49-F238E27FC236}">
                  <a16:creationId xmlns:a16="http://schemas.microsoft.com/office/drawing/2014/main" id="{4599629A-E9AC-1BF9-FC88-C64F3DD2D12B}"/>
                </a:ext>
              </a:extLst>
            </p:cNvPr>
            <p:cNvSpPr/>
            <p:nvPr/>
          </p:nvSpPr>
          <p:spPr>
            <a:xfrm>
              <a:off x="3037643" y="4807147"/>
              <a:ext cx="6371098" cy="245"/>
            </a:xfrm>
            <a:custGeom>
              <a:avLst/>
              <a:gdLst/>
              <a:ahLst/>
              <a:cxnLst/>
              <a:rect l="l" t="t" r="r" b="b"/>
              <a:pathLst>
                <a:path w="26051" h="1" fill="none" extrusionOk="0">
                  <a:moveTo>
                    <a:pt x="26050" y="1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77" name="Google Shape;8677;p72">
              <a:extLst>
                <a:ext uri="{FF2B5EF4-FFF2-40B4-BE49-F238E27FC236}">
                  <a16:creationId xmlns:a16="http://schemas.microsoft.com/office/drawing/2014/main" id="{3E7E4C21-D638-CDA2-BF3A-1A9EEF3F8DF6}"/>
                </a:ext>
              </a:extLst>
            </p:cNvPr>
            <p:cNvGrpSpPr/>
            <p:nvPr/>
          </p:nvGrpSpPr>
          <p:grpSpPr>
            <a:xfrm>
              <a:off x="6656001" y="-107686"/>
              <a:ext cx="497676" cy="1794742"/>
              <a:chOff x="6717790" y="1105236"/>
              <a:chExt cx="332116" cy="1197612"/>
            </a:xfrm>
          </p:grpSpPr>
          <p:sp>
            <p:nvSpPr>
              <p:cNvPr id="8678" name="Google Shape;8678;p72">
                <a:extLst>
                  <a:ext uri="{FF2B5EF4-FFF2-40B4-BE49-F238E27FC236}">
                    <a16:creationId xmlns:a16="http://schemas.microsoft.com/office/drawing/2014/main" id="{0596C57C-C031-1AAE-1209-A5E6E27CB6DF}"/>
                  </a:ext>
                </a:extLst>
              </p:cNvPr>
              <p:cNvSpPr/>
              <p:nvPr/>
            </p:nvSpPr>
            <p:spPr>
              <a:xfrm>
                <a:off x="6810479" y="2182769"/>
                <a:ext cx="146248" cy="6725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275" extrusionOk="0">
                    <a:moveTo>
                      <a:pt x="1" y="0"/>
                    </a:moveTo>
                    <a:cubicBezTo>
                      <a:pt x="16" y="152"/>
                      <a:pt x="146" y="274"/>
                      <a:pt x="303" y="274"/>
                    </a:cubicBezTo>
                    <a:cubicBezTo>
                      <a:pt x="454" y="274"/>
                      <a:pt x="584" y="152"/>
                      <a:pt x="5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9" name="Google Shape;8679;p72">
                <a:extLst>
                  <a:ext uri="{FF2B5EF4-FFF2-40B4-BE49-F238E27FC236}">
                    <a16:creationId xmlns:a16="http://schemas.microsoft.com/office/drawing/2014/main" id="{11C3BCE9-5F66-06F5-B389-3A34058111EC}"/>
                  </a:ext>
                </a:extLst>
              </p:cNvPr>
              <p:cNvSpPr/>
              <p:nvPr/>
            </p:nvSpPr>
            <p:spPr>
              <a:xfrm>
                <a:off x="6882624" y="2275947"/>
                <a:ext cx="245" cy="26902"/>
              </a:xfrm>
              <a:custGeom>
                <a:avLst/>
                <a:gdLst/>
                <a:ahLst/>
                <a:cxnLst/>
                <a:rect l="l" t="t" r="r" b="b"/>
                <a:pathLst>
                  <a:path w="1" h="110" fill="none" extrusionOk="0">
                    <a:moveTo>
                      <a:pt x="1" y="0"/>
                    </a:moveTo>
                    <a:lnTo>
                      <a:pt x="1" y="109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0" name="Google Shape;8680;p72">
                <a:extLst>
                  <a:ext uri="{FF2B5EF4-FFF2-40B4-BE49-F238E27FC236}">
                    <a16:creationId xmlns:a16="http://schemas.microsoft.com/office/drawing/2014/main" id="{13284201-8E16-3F1A-A35A-DA65AAF33C5C}"/>
                  </a:ext>
                </a:extLst>
              </p:cNvPr>
              <p:cNvSpPr/>
              <p:nvPr/>
            </p:nvSpPr>
            <p:spPr>
              <a:xfrm>
                <a:off x="6933737" y="2262007"/>
                <a:ext cx="12473" cy="24701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1" fill="none" extrusionOk="0">
                    <a:moveTo>
                      <a:pt x="0" y="0"/>
                    </a:moveTo>
                    <a:lnTo>
                      <a:pt x="50" y="10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1" name="Google Shape;8681;p72">
                <a:extLst>
                  <a:ext uri="{FF2B5EF4-FFF2-40B4-BE49-F238E27FC236}">
                    <a16:creationId xmlns:a16="http://schemas.microsoft.com/office/drawing/2014/main" id="{FAEE671D-C0C0-205F-BC5D-F414B626D89F}"/>
                  </a:ext>
                </a:extLst>
              </p:cNvPr>
              <p:cNvSpPr/>
              <p:nvPr/>
            </p:nvSpPr>
            <p:spPr>
              <a:xfrm>
                <a:off x="6968709" y="2227034"/>
                <a:ext cx="25190" cy="12473"/>
              </a:xfrm>
              <a:custGeom>
                <a:avLst/>
                <a:gdLst/>
                <a:ahLst/>
                <a:cxnLst/>
                <a:rect l="l" t="t" r="r" b="b"/>
                <a:pathLst>
                  <a:path w="103" h="51" fill="none" extrusionOk="0">
                    <a:moveTo>
                      <a:pt x="1" y="0"/>
                    </a:moveTo>
                    <a:lnTo>
                      <a:pt x="102" y="5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2" name="Google Shape;8682;p72">
                <a:extLst>
                  <a:ext uri="{FF2B5EF4-FFF2-40B4-BE49-F238E27FC236}">
                    <a16:creationId xmlns:a16="http://schemas.microsoft.com/office/drawing/2014/main" id="{148F3A85-DDE9-41A0-EF67-2C6A67B5A968}"/>
                  </a:ext>
                </a:extLst>
              </p:cNvPr>
              <p:cNvSpPr/>
              <p:nvPr/>
            </p:nvSpPr>
            <p:spPr>
              <a:xfrm>
                <a:off x="6773795" y="2227034"/>
                <a:ext cx="24701" cy="12473"/>
              </a:xfrm>
              <a:custGeom>
                <a:avLst/>
                <a:gdLst/>
                <a:ahLst/>
                <a:cxnLst/>
                <a:rect l="l" t="t" r="r" b="b"/>
                <a:pathLst>
                  <a:path w="101" h="51" fill="none" extrusionOk="0">
                    <a:moveTo>
                      <a:pt x="101" y="0"/>
                    </a:moveTo>
                    <a:lnTo>
                      <a:pt x="1" y="5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3" name="Google Shape;8683;p72">
                <a:extLst>
                  <a:ext uri="{FF2B5EF4-FFF2-40B4-BE49-F238E27FC236}">
                    <a16:creationId xmlns:a16="http://schemas.microsoft.com/office/drawing/2014/main" id="{D2314686-974F-7827-DBB9-68085DA2EFFE}"/>
                  </a:ext>
                </a:extLst>
              </p:cNvPr>
              <p:cNvSpPr/>
              <p:nvPr/>
            </p:nvSpPr>
            <p:spPr>
              <a:xfrm>
                <a:off x="6819283" y="2262007"/>
                <a:ext cx="14674" cy="24701"/>
              </a:xfrm>
              <a:custGeom>
                <a:avLst/>
                <a:gdLst/>
                <a:ahLst/>
                <a:cxnLst/>
                <a:rect l="l" t="t" r="r" b="b"/>
                <a:pathLst>
                  <a:path w="60" h="101" fill="none" extrusionOk="0">
                    <a:moveTo>
                      <a:pt x="60" y="0"/>
                    </a:moveTo>
                    <a:lnTo>
                      <a:pt x="1" y="100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4" name="Google Shape;8684;p72">
                <a:extLst>
                  <a:ext uri="{FF2B5EF4-FFF2-40B4-BE49-F238E27FC236}">
                    <a16:creationId xmlns:a16="http://schemas.microsoft.com/office/drawing/2014/main" id="{385A90F3-6D95-7776-1D62-3A8B27888470}"/>
                  </a:ext>
                </a:extLst>
              </p:cNvPr>
              <p:cNvSpPr/>
              <p:nvPr/>
            </p:nvSpPr>
            <p:spPr>
              <a:xfrm>
                <a:off x="6884336" y="1105236"/>
                <a:ext cx="245" cy="796785"/>
              </a:xfrm>
              <a:custGeom>
                <a:avLst/>
                <a:gdLst/>
                <a:ahLst/>
                <a:cxnLst/>
                <a:rect l="l" t="t" r="r" b="b"/>
                <a:pathLst>
                  <a:path w="1" h="3258" fill="none" extrusionOk="0">
                    <a:moveTo>
                      <a:pt x="1" y="325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5" name="Google Shape;8685;p72">
                <a:extLst>
                  <a:ext uri="{FF2B5EF4-FFF2-40B4-BE49-F238E27FC236}">
                    <a16:creationId xmlns:a16="http://schemas.microsoft.com/office/drawing/2014/main" id="{482D3DF8-888E-F871-924D-A1F3C9948997}"/>
                  </a:ext>
                </a:extLst>
              </p:cNvPr>
              <p:cNvSpPr/>
              <p:nvPr/>
            </p:nvSpPr>
            <p:spPr>
              <a:xfrm>
                <a:off x="6717790" y="1901769"/>
                <a:ext cx="332116" cy="281247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1150" extrusionOk="0">
                    <a:moveTo>
                      <a:pt x="682" y="0"/>
                    </a:moveTo>
                    <a:cubicBezTo>
                      <a:pt x="280" y="0"/>
                      <a:pt x="0" y="302"/>
                      <a:pt x="0" y="761"/>
                    </a:cubicBezTo>
                    <a:lnTo>
                      <a:pt x="0" y="1149"/>
                    </a:lnTo>
                    <a:lnTo>
                      <a:pt x="1358" y="1149"/>
                    </a:lnTo>
                    <a:lnTo>
                      <a:pt x="1358" y="761"/>
                    </a:lnTo>
                    <a:cubicBezTo>
                      <a:pt x="1358" y="302"/>
                      <a:pt x="1078" y="0"/>
                      <a:pt x="6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86" name="Google Shape;8686;p72">
              <a:extLst>
                <a:ext uri="{FF2B5EF4-FFF2-40B4-BE49-F238E27FC236}">
                  <a16:creationId xmlns:a16="http://schemas.microsoft.com/office/drawing/2014/main" id="{6C6B90D1-9F16-6332-6BBC-0DBDB742A9CD}"/>
                </a:ext>
              </a:extLst>
            </p:cNvPr>
            <p:cNvGrpSpPr/>
            <p:nvPr/>
          </p:nvGrpSpPr>
          <p:grpSpPr>
            <a:xfrm>
              <a:off x="5174573" y="1686988"/>
              <a:ext cx="3460537" cy="3199975"/>
              <a:chOff x="5603086" y="1871688"/>
              <a:chExt cx="3260966" cy="3015431"/>
            </a:xfrm>
          </p:grpSpPr>
          <p:sp>
            <p:nvSpPr>
              <p:cNvPr id="8687" name="Google Shape;8687;p72">
                <a:extLst>
                  <a:ext uri="{FF2B5EF4-FFF2-40B4-BE49-F238E27FC236}">
                    <a16:creationId xmlns:a16="http://schemas.microsoft.com/office/drawing/2014/main" id="{08038E96-72D4-95E9-65A4-2FB2502671F5}"/>
                  </a:ext>
                </a:extLst>
              </p:cNvPr>
              <p:cNvSpPr/>
              <p:nvPr/>
            </p:nvSpPr>
            <p:spPr>
              <a:xfrm>
                <a:off x="5692595" y="3645485"/>
                <a:ext cx="114455" cy="237715"/>
              </a:xfrm>
              <a:custGeom>
                <a:avLst/>
                <a:gdLst/>
                <a:ahLst/>
                <a:cxnLst/>
                <a:rect l="l" t="t" r="r" b="b"/>
                <a:pathLst>
                  <a:path w="468" h="972" extrusionOk="0">
                    <a:moveTo>
                      <a:pt x="152" y="0"/>
                    </a:moveTo>
                    <a:lnTo>
                      <a:pt x="0" y="345"/>
                    </a:lnTo>
                    <a:lnTo>
                      <a:pt x="252" y="971"/>
                    </a:lnTo>
                    <a:lnTo>
                      <a:pt x="468" y="468"/>
                    </a:lnTo>
                    <a:cubicBezTo>
                      <a:pt x="361" y="288"/>
                      <a:pt x="252" y="123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8" name="Google Shape;8688;p72">
                <a:extLst>
                  <a:ext uri="{FF2B5EF4-FFF2-40B4-BE49-F238E27FC236}">
                    <a16:creationId xmlns:a16="http://schemas.microsoft.com/office/drawing/2014/main" id="{C955FA62-39B3-04E0-080C-7BAD025F383B}"/>
                  </a:ext>
                </a:extLst>
              </p:cNvPr>
              <p:cNvSpPr/>
              <p:nvPr/>
            </p:nvSpPr>
            <p:spPr>
              <a:xfrm>
                <a:off x="5632922" y="3577008"/>
                <a:ext cx="96847" cy="15309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626" extrusionOk="0">
                    <a:moveTo>
                      <a:pt x="39" y="1"/>
                    </a:moveTo>
                    <a:cubicBezTo>
                      <a:pt x="26" y="1"/>
                      <a:pt x="13" y="3"/>
                      <a:pt x="1" y="7"/>
                    </a:cubicBezTo>
                    <a:lnTo>
                      <a:pt x="244" y="625"/>
                    </a:lnTo>
                    <a:lnTo>
                      <a:pt x="396" y="280"/>
                    </a:lnTo>
                    <a:cubicBezTo>
                      <a:pt x="258" y="104"/>
                      <a:pt x="131" y="1"/>
                      <a:pt x="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9" name="Google Shape;8689;p72">
                <a:extLst>
                  <a:ext uri="{FF2B5EF4-FFF2-40B4-BE49-F238E27FC236}">
                    <a16:creationId xmlns:a16="http://schemas.microsoft.com/office/drawing/2014/main" id="{7B2B9C96-50B9-F50F-E6B3-98B67489CBAC}"/>
                  </a:ext>
                </a:extLst>
              </p:cNvPr>
              <p:cNvSpPr/>
              <p:nvPr/>
            </p:nvSpPr>
            <p:spPr>
              <a:xfrm>
                <a:off x="5603086" y="3578720"/>
                <a:ext cx="89754" cy="15138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619" extrusionOk="0">
                    <a:moveTo>
                      <a:pt x="123" y="0"/>
                    </a:moveTo>
                    <a:cubicBezTo>
                      <a:pt x="30" y="37"/>
                      <a:pt x="0" y="216"/>
                      <a:pt x="14" y="468"/>
                    </a:cubicBezTo>
                    <a:lnTo>
                      <a:pt x="366" y="618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0" name="Google Shape;8690;p72">
                <a:extLst>
                  <a:ext uri="{FF2B5EF4-FFF2-40B4-BE49-F238E27FC236}">
                    <a16:creationId xmlns:a16="http://schemas.microsoft.com/office/drawing/2014/main" id="{61C0353F-2F33-EAD7-0590-50038F76AA40}"/>
                  </a:ext>
                </a:extLst>
              </p:cNvPr>
              <p:cNvSpPr/>
              <p:nvPr/>
            </p:nvSpPr>
            <p:spPr>
              <a:xfrm>
                <a:off x="5606510" y="3692929"/>
                <a:ext cx="147960" cy="190270"/>
              </a:xfrm>
              <a:custGeom>
                <a:avLst/>
                <a:gdLst/>
                <a:ahLst/>
                <a:cxnLst/>
                <a:rect l="l" t="t" r="r" b="b"/>
                <a:pathLst>
                  <a:path w="605" h="77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6" y="165"/>
                      <a:pt x="50" y="360"/>
                      <a:pt x="102" y="562"/>
                    </a:cubicBezTo>
                    <a:lnTo>
                      <a:pt x="604" y="777"/>
                    </a:lnTo>
                    <a:lnTo>
                      <a:pt x="352" y="15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1" name="Google Shape;8691;p72">
                <a:extLst>
                  <a:ext uri="{FF2B5EF4-FFF2-40B4-BE49-F238E27FC236}">
                    <a16:creationId xmlns:a16="http://schemas.microsoft.com/office/drawing/2014/main" id="{3C089790-4DB6-A7B5-9883-A450C137F054}"/>
                  </a:ext>
                </a:extLst>
              </p:cNvPr>
              <p:cNvSpPr/>
              <p:nvPr/>
            </p:nvSpPr>
            <p:spPr>
              <a:xfrm>
                <a:off x="5631455" y="3830128"/>
                <a:ext cx="182688" cy="205677"/>
              </a:xfrm>
              <a:custGeom>
                <a:avLst/>
                <a:gdLst/>
                <a:ahLst/>
                <a:cxnLst/>
                <a:rect l="l" t="t" r="r" b="b"/>
                <a:pathLst>
                  <a:path w="747" h="84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50" y="194"/>
                      <a:pt x="107" y="403"/>
                      <a:pt x="186" y="596"/>
                    </a:cubicBezTo>
                    <a:lnTo>
                      <a:pt x="747" y="841"/>
                    </a:lnTo>
                    <a:lnTo>
                      <a:pt x="502" y="2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2" name="Google Shape;8692;p72">
                <a:extLst>
                  <a:ext uri="{FF2B5EF4-FFF2-40B4-BE49-F238E27FC236}">
                    <a16:creationId xmlns:a16="http://schemas.microsoft.com/office/drawing/2014/main" id="{B191AA25-FC58-7CC6-3BD4-31AD2EDFCA76}"/>
                  </a:ext>
                </a:extLst>
              </p:cNvPr>
              <p:cNvSpPr/>
              <p:nvPr/>
            </p:nvSpPr>
            <p:spPr>
              <a:xfrm>
                <a:off x="5631455" y="3830128"/>
                <a:ext cx="0" cy="245"/>
              </a:xfrm>
              <a:custGeom>
                <a:avLst/>
                <a:gdLst/>
                <a:ahLst/>
                <a:cxnLst/>
                <a:rect l="l" t="t" r="r" b="b"/>
                <a:pathLst>
                  <a:path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3" name="Google Shape;8693;p72">
                <a:extLst>
                  <a:ext uri="{FF2B5EF4-FFF2-40B4-BE49-F238E27FC236}">
                    <a16:creationId xmlns:a16="http://schemas.microsoft.com/office/drawing/2014/main" id="{E6A888B1-854B-0D8C-E610-80DE34C350C4}"/>
                  </a:ext>
                </a:extLst>
              </p:cNvPr>
              <p:cNvSpPr/>
              <p:nvPr/>
            </p:nvSpPr>
            <p:spPr>
              <a:xfrm>
                <a:off x="5770120" y="4466474"/>
                <a:ext cx="42554" cy="387142"/>
              </a:xfrm>
              <a:custGeom>
                <a:avLst/>
                <a:gdLst/>
                <a:ahLst/>
                <a:cxnLst/>
                <a:rect l="l" t="t" r="r" b="b"/>
                <a:pathLst>
                  <a:path w="174" h="1583" extrusionOk="0">
                    <a:moveTo>
                      <a:pt x="1" y="0"/>
                    </a:moveTo>
                    <a:lnTo>
                      <a:pt x="1" y="1582"/>
                    </a:lnTo>
                    <a:lnTo>
                      <a:pt x="173" y="1582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4" name="Google Shape;8694;p72">
                <a:extLst>
                  <a:ext uri="{FF2B5EF4-FFF2-40B4-BE49-F238E27FC236}">
                    <a16:creationId xmlns:a16="http://schemas.microsoft.com/office/drawing/2014/main" id="{F45C8D8C-8FE9-1ACA-B8D0-E52C17CC18D5}"/>
                  </a:ext>
                </a:extLst>
              </p:cNvPr>
              <p:cNvSpPr/>
              <p:nvPr/>
            </p:nvSpPr>
            <p:spPr>
              <a:xfrm>
                <a:off x="6422362" y="3619317"/>
                <a:ext cx="337741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5183" extrusionOk="0">
                    <a:moveTo>
                      <a:pt x="1193" y="0"/>
                    </a:moveTo>
                    <a:lnTo>
                      <a:pt x="1" y="5182"/>
                    </a:lnTo>
                    <a:lnTo>
                      <a:pt x="187" y="5182"/>
                    </a:lnTo>
                    <a:lnTo>
                      <a:pt x="138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5" name="Google Shape;8695;p72">
                <a:extLst>
                  <a:ext uri="{FF2B5EF4-FFF2-40B4-BE49-F238E27FC236}">
                    <a16:creationId xmlns:a16="http://schemas.microsoft.com/office/drawing/2014/main" id="{F0560088-C9A0-40BE-2366-EC8F1E95EEB2}"/>
                  </a:ext>
                </a:extLst>
              </p:cNvPr>
              <p:cNvSpPr/>
              <p:nvPr/>
            </p:nvSpPr>
            <p:spPr>
              <a:xfrm>
                <a:off x="6713877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6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6" name="Google Shape;8696;p72">
                <a:extLst>
                  <a:ext uri="{FF2B5EF4-FFF2-40B4-BE49-F238E27FC236}">
                    <a16:creationId xmlns:a16="http://schemas.microsoft.com/office/drawing/2014/main" id="{84C5F409-E020-5EE3-E36B-FC857F9C9F0E}"/>
                  </a:ext>
                </a:extLst>
              </p:cNvPr>
              <p:cNvSpPr/>
              <p:nvPr/>
            </p:nvSpPr>
            <p:spPr>
              <a:xfrm>
                <a:off x="6467850" y="3619317"/>
                <a:ext cx="381762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5183" extrusionOk="0">
                    <a:moveTo>
                      <a:pt x="1195" y="0"/>
                    </a:moveTo>
                    <a:lnTo>
                      <a:pt x="1" y="5182"/>
                    </a:lnTo>
                    <a:lnTo>
                      <a:pt x="367" y="5182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7" name="Google Shape;8697;p72">
                <a:extLst>
                  <a:ext uri="{FF2B5EF4-FFF2-40B4-BE49-F238E27FC236}">
                    <a16:creationId xmlns:a16="http://schemas.microsoft.com/office/drawing/2014/main" id="{C362E827-0314-C331-A7B2-515337D58051}"/>
                  </a:ext>
                </a:extLst>
              </p:cNvPr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8" name="Google Shape;8698;p72">
                <a:extLst>
                  <a:ext uri="{FF2B5EF4-FFF2-40B4-BE49-F238E27FC236}">
                    <a16:creationId xmlns:a16="http://schemas.microsoft.com/office/drawing/2014/main" id="{CC745C6A-5BDE-8463-F655-772EB81AF804}"/>
                  </a:ext>
                </a:extLst>
              </p:cNvPr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9" name="Google Shape;8699;p72">
                <a:extLst>
                  <a:ext uri="{FF2B5EF4-FFF2-40B4-BE49-F238E27FC236}">
                    <a16:creationId xmlns:a16="http://schemas.microsoft.com/office/drawing/2014/main" id="{BE7D2367-E995-7299-69C7-99ABFC24B141}"/>
                  </a:ext>
                </a:extLst>
              </p:cNvPr>
              <p:cNvSpPr/>
              <p:nvPr/>
            </p:nvSpPr>
            <p:spPr>
              <a:xfrm>
                <a:off x="7215225" y="4713969"/>
                <a:ext cx="1712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7" y="1"/>
                    </a:moveTo>
                    <a:lnTo>
                      <a:pt x="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0" name="Google Shape;8700;p72">
                <a:extLst>
                  <a:ext uri="{FF2B5EF4-FFF2-40B4-BE49-F238E27FC236}">
                    <a16:creationId xmlns:a16="http://schemas.microsoft.com/office/drawing/2014/main" id="{BCCF2C2B-7279-CD53-4CCD-53AA60A712E5}"/>
                  </a:ext>
                </a:extLst>
              </p:cNvPr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1" name="Google Shape;8701;p72">
                <a:extLst>
                  <a:ext uri="{FF2B5EF4-FFF2-40B4-BE49-F238E27FC236}">
                    <a16:creationId xmlns:a16="http://schemas.microsoft.com/office/drawing/2014/main" id="{49F506D0-A850-36B9-0DE6-38B51E018678}"/>
                  </a:ext>
                </a:extLst>
              </p:cNvPr>
              <p:cNvSpPr/>
              <p:nvPr/>
            </p:nvSpPr>
            <p:spPr>
              <a:xfrm>
                <a:off x="7215225" y="4713969"/>
                <a:ext cx="1712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7" y="1"/>
                    </a:moveTo>
                    <a:lnTo>
                      <a:pt x="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2" name="Google Shape;8702;p72">
                <a:extLst>
                  <a:ext uri="{FF2B5EF4-FFF2-40B4-BE49-F238E27FC236}">
                    <a16:creationId xmlns:a16="http://schemas.microsoft.com/office/drawing/2014/main" id="{F4E180D3-AF7F-ED65-8948-4224CB8A7EF5}"/>
                  </a:ext>
                </a:extLst>
              </p:cNvPr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3" name="Google Shape;8703;p72">
                <a:extLst>
                  <a:ext uri="{FF2B5EF4-FFF2-40B4-BE49-F238E27FC236}">
                    <a16:creationId xmlns:a16="http://schemas.microsoft.com/office/drawing/2014/main" id="{8C627C0D-166C-7558-BBAD-6B19C6D4AD8B}"/>
                  </a:ext>
                </a:extLst>
              </p:cNvPr>
              <p:cNvSpPr/>
              <p:nvPr/>
            </p:nvSpPr>
            <p:spPr>
              <a:xfrm>
                <a:off x="6940829" y="3619317"/>
                <a:ext cx="276111" cy="1014445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148" extrusionOk="0">
                    <a:moveTo>
                      <a:pt x="1" y="0"/>
                    </a:moveTo>
                    <a:lnTo>
                      <a:pt x="956" y="4147"/>
                    </a:lnTo>
                    <a:lnTo>
                      <a:pt x="977" y="4082"/>
                    </a:lnTo>
                    <a:cubicBezTo>
                      <a:pt x="956" y="4075"/>
                      <a:pt x="943" y="4068"/>
                      <a:pt x="943" y="4068"/>
                    </a:cubicBezTo>
                    <a:cubicBezTo>
                      <a:pt x="943" y="4068"/>
                      <a:pt x="977" y="3916"/>
                      <a:pt x="1036" y="3687"/>
                    </a:cubicBezTo>
                    <a:cubicBezTo>
                      <a:pt x="1057" y="3571"/>
                      <a:pt x="1093" y="3435"/>
                      <a:pt x="1129" y="3292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4" name="Google Shape;8704;p72">
                <a:extLst>
                  <a:ext uri="{FF2B5EF4-FFF2-40B4-BE49-F238E27FC236}">
                    <a16:creationId xmlns:a16="http://schemas.microsoft.com/office/drawing/2014/main" id="{4D4658A0-78D8-3C42-1D34-33D0C66C9871}"/>
                  </a:ext>
                </a:extLst>
              </p:cNvPr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5" name="Google Shape;8705;p72">
                <a:extLst>
                  <a:ext uri="{FF2B5EF4-FFF2-40B4-BE49-F238E27FC236}">
                    <a16:creationId xmlns:a16="http://schemas.microsoft.com/office/drawing/2014/main" id="{AA4F207C-D3C2-5C0B-B7C8-FB60EE3893E7}"/>
                  </a:ext>
                </a:extLst>
              </p:cNvPr>
              <p:cNvSpPr/>
              <p:nvPr/>
            </p:nvSpPr>
            <p:spPr>
              <a:xfrm>
                <a:off x="7266094" y="4796630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6" name="Google Shape;8706;p72">
                <a:extLst>
                  <a:ext uri="{FF2B5EF4-FFF2-40B4-BE49-F238E27FC236}">
                    <a16:creationId xmlns:a16="http://schemas.microsoft.com/office/drawing/2014/main" id="{BC7791DD-E553-67A8-F6B4-3908C449A2EF}"/>
                  </a:ext>
                </a:extLst>
              </p:cNvPr>
              <p:cNvSpPr/>
              <p:nvPr/>
            </p:nvSpPr>
            <p:spPr>
              <a:xfrm>
                <a:off x="7241393" y="4832092"/>
                <a:ext cx="82907" cy="54782"/>
              </a:xfrm>
              <a:custGeom>
                <a:avLst/>
                <a:gdLst/>
                <a:ahLst/>
                <a:cxnLst/>
                <a:rect l="l" t="t" r="r" b="b"/>
                <a:pathLst>
                  <a:path w="339" h="224" extrusionOk="0">
                    <a:moveTo>
                      <a:pt x="79" y="1"/>
                    </a:moveTo>
                    <a:cubicBezTo>
                      <a:pt x="73" y="28"/>
                      <a:pt x="66" y="58"/>
                      <a:pt x="59" y="87"/>
                    </a:cubicBezTo>
                    <a:cubicBezTo>
                      <a:pt x="59" y="87"/>
                      <a:pt x="43" y="180"/>
                      <a:pt x="29" y="201"/>
                    </a:cubicBezTo>
                    <a:cubicBezTo>
                      <a:pt x="22" y="216"/>
                      <a:pt x="7" y="223"/>
                      <a:pt x="0" y="223"/>
                    </a:cubicBezTo>
                    <a:lnTo>
                      <a:pt x="338" y="223"/>
                    </a:lnTo>
                    <a:lnTo>
                      <a:pt x="295" y="65"/>
                    </a:lnTo>
                    <a:cubicBezTo>
                      <a:pt x="231" y="44"/>
                      <a:pt x="166" y="28"/>
                      <a:pt x="102" y="8"/>
                    </a:cubicBezTo>
                    <a:cubicBezTo>
                      <a:pt x="93" y="8"/>
                      <a:pt x="86" y="1"/>
                      <a:pt x="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7" name="Google Shape;8707;p72">
                <a:extLst>
                  <a:ext uri="{FF2B5EF4-FFF2-40B4-BE49-F238E27FC236}">
                    <a16:creationId xmlns:a16="http://schemas.microsoft.com/office/drawing/2014/main" id="{15AF592B-5521-FC05-88DF-F0ECAC98B06E}"/>
                  </a:ext>
                </a:extLst>
              </p:cNvPr>
              <p:cNvSpPr/>
              <p:nvPr/>
            </p:nvSpPr>
            <p:spPr>
              <a:xfrm>
                <a:off x="7183433" y="4870488"/>
                <a:ext cx="54782" cy="16386"/>
              </a:xfrm>
              <a:custGeom>
                <a:avLst/>
                <a:gdLst/>
                <a:ahLst/>
                <a:cxnLst/>
                <a:rect l="l" t="t" r="r" b="b"/>
                <a:pathLst>
                  <a:path w="224" h="67" extrusionOk="0">
                    <a:moveTo>
                      <a:pt x="1" y="1"/>
                    </a:moveTo>
                    <a:lnTo>
                      <a:pt x="15" y="66"/>
                    </a:lnTo>
                    <a:lnTo>
                      <a:pt x="223" y="66"/>
                    </a:lnTo>
                    <a:cubicBezTo>
                      <a:pt x="223" y="66"/>
                      <a:pt x="216" y="59"/>
                      <a:pt x="201" y="59"/>
                    </a:cubicBezTo>
                    <a:cubicBezTo>
                      <a:pt x="166" y="51"/>
                      <a:pt x="101" y="30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8" name="Google Shape;8708;p72">
                <a:extLst>
                  <a:ext uri="{FF2B5EF4-FFF2-40B4-BE49-F238E27FC236}">
                    <a16:creationId xmlns:a16="http://schemas.microsoft.com/office/drawing/2014/main" id="{1420C787-8892-4F8F-60E0-48FABB5D7D19}"/>
                  </a:ext>
                </a:extLst>
              </p:cNvPr>
              <p:cNvSpPr/>
              <p:nvPr/>
            </p:nvSpPr>
            <p:spPr>
              <a:xfrm>
                <a:off x="6629504" y="3531030"/>
                <a:ext cx="84619" cy="88532"/>
              </a:xfrm>
              <a:custGeom>
                <a:avLst/>
                <a:gdLst/>
                <a:ahLst/>
                <a:cxnLst/>
                <a:rect l="l" t="t" r="r" b="b"/>
                <a:pathLst>
                  <a:path w="346" h="362" extrusionOk="0">
                    <a:moveTo>
                      <a:pt x="1" y="1"/>
                    </a:moveTo>
                    <a:lnTo>
                      <a:pt x="1" y="232"/>
                    </a:lnTo>
                    <a:cubicBezTo>
                      <a:pt x="1" y="302"/>
                      <a:pt x="59" y="361"/>
                      <a:pt x="130" y="361"/>
                    </a:cubicBezTo>
                    <a:lnTo>
                      <a:pt x="346" y="361"/>
                    </a:lnTo>
                    <a:lnTo>
                      <a:pt x="346" y="352"/>
                    </a:lnTo>
                    <a:cubicBezTo>
                      <a:pt x="296" y="332"/>
                      <a:pt x="266" y="289"/>
                      <a:pt x="266" y="232"/>
                    </a:cubicBez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9" name="Google Shape;8709;p72">
                <a:extLst>
                  <a:ext uri="{FF2B5EF4-FFF2-40B4-BE49-F238E27FC236}">
                    <a16:creationId xmlns:a16="http://schemas.microsoft.com/office/drawing/2014/main" id="{17902C6B-E5AF-7A92-0B95-72A49BD7CA9E}"/>
                  </a:ext>
                </a:extLst>
              </p:cNvPr>
              <p:cNvSpPr/>
              <p:nvPr/>
            </p:nvSpPr>
            <p:spPr>
              <a:xfrm>
                <a:off x="6713877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6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0" name="Google Shape;8710;p72">
                <a:extLst>
                  <a:ext uri="{FF2B5EF4-FFF2-40B4-BE49-F238E27FC236}">
                    <a16:creationId xmlns:a16="http://schemas.microsoft.com/office/drawing/2014/main" id="{6A2E9F0C-C256-6F0F-2A9A-C42D4E409F2B}"/>
                  </a:ext>
                </a:extLst>
              </p:cNvPr>
              <p:cNvSpPr/>
              <p:nvPr/>
            </p:nvSpPr>
            <p:spPr>
              <a:xfrm>
                <a:off x="6694557" y="3531030"/>
                <a:ext cx="388854" cy="88532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362" extrusionOk="0">
                    <a:moveTo>
                      <a:pt x="0" y="1"/>
                    </a:moveTo>
                    <a:lnTo>
                      <a:pt x="0" y="232"/>
                    </a:lnTo>
                    <a:cubicBezTo>
                      <a:pt x="0" y="289"/>
                      <a:pt x="30" y="332"/>
                      <a:pt x="80" y="352"/>
                    </a:cubicBezTo>
                    <a:cubicBezTo>
                      <a:pt x="95" y="361"/>
                      <a:pt x="109" y="361"/>
                      <a:pt x="130" y="361"/>
                    </a:cubicBezTo>
                    <a:lnTo>
                      <a:pt x="1460" y="361"/>
                    </a:lnTo>
                    <a:cubicBezTo>
                      <a:pt x="1532" y="361"/>
                      <a:pt x="1589" y="302"/>
                      <a:pt x="1589" y="232"/>
                    </a:cubicBezTo>
                    <a:lnTo>
                      <a:pt x="15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1" name="Google Shape;8711;p72">
                <a:extLst>
                  <a:ext uri="{FF2B5EF4-FFF2-40B4-BE49-F238E27FC236}">
                    <a16:creationId xmlns:a16="http://schemas.microsoft.com/office/drawing/2014/main" id="{6AA54E11-851A-35D5-D38F-7C5BA16FC1D9}"/>
                  </a:ext>
                </a:extLst>
              </p:cNvPr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8" h="30" extrusionOk="0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2" name="Google Shape;8712;p72">
                <a:extLst>
                  <a:ext uri="{FF2B5EF4-FFF2-40B4-BE49-F238E27FC236}">
                    <a16:creationId xmlns:a16="http://schemas.microsoft.com/office/drawing/2014/main" id="{B018AEE0-4F13-D44C-5806-CE73A1CF1DBF}"/>
                  </a:ext>
                </a:extLst>
              </p:cNvPr>
              <p:cNvSpPr/>
              <p:nvPr/>
            </p:nvSpPr>
            <p:spPr>
              <a:xfrm>
                <a:off x="8092218" y="3893469"/>
                <a:ext cx="88043" cy="54537"/>
              </a:xfrm>
              <a:custGeom>
                <a:avLst/>
                <a:gdLst/>
                <a:ahLst/>
                <a:cxnLst/>
                <a:rect l="l" t="t" r="r" b="b"/>
                <a:pathLst>
                  <a:path w="360" h="223" extrusionOk="0">
                    <a:moveTo>
                      <a:pt x="309" y="0"/>
                    </a:moveTo>
                    <a:cubicBezTo>
                      <a:pt x="237" y="94"/>
                      <a:pt x="137" y="173"/>
                      <a:pt x="1" y="223"/>
                    </a:cubicBezTo>
                    <a:lnTo>
                      <a:pt x="359" y="223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3" name="Google Shape;8713;p72">
                <a:extLst>
                  <a:ext uri="{FF2B5EF4-FFF2-40B4-BE49-F238E27FC236}">
                    <a16:creationId xmlns:a16="http://schemas.microsoft.com/office/drawing/2014/main" id="{6E3E3E65-CD16-5F78-9DDF-A29869FCD17B}"/>
                  </a:ext>
                </a:extLst>
              </p:cNvPr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4" name="Google Shape;8714;p72">
                <a:extLst>
                  <a:ext uri="{FF2B5EF4-FFF2-40B4-BE49-F238E27FC236}">
                    <a16:creationId xmlns:a16="http://schemas.microsoft.com/office/drawing/2014/main" id="{1BFA5E5B-3970-A4DA-6142-4E33F01581CC}"/>
                  </a:ext>
                </a:extLst>
              </p:cNvPr>
              <p:cNvSpPr/>
              <p:nvPr/>
            </p:nvSpPr>
            <p:spPr>
              <a:xfrm>
                <a:off x="8239932" y="3531030"/>
                <a:ext cx="203965" cy="438256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792" extrusionOk="0">
                    <a:moveTo>
                      <a:pt x="216" y="1"/>
                    </a:moveTo>
                    <a:lnTo>
                      <a:pt x="216" y="232"/>
                    </a:lnTo>
                    <a:cubicBezTo>
                      <a:pt x="216" y="302"/>
                      <a:pt x="159" y="361"/>
                      <a:pt x="87" y="361"/>
                    </a:cubicBezTo>
                    <a:lnTo>
                      <a:pt x="0" y="361"/>
                    </a:lnTo>
                    <a:lnTo>
                      <a:pt x="159" y="1043"/>
                    </a:lnTo>
                    <a:lnTo>
                      <a:pt x="332" y="1791"/>
                    </a:lnTo>
                    <a:cubicBezTo>
                      <a:pt x="409" y="1748"/>
                      <a:pt x="475" y="1669"/>
                      <a:pt x="489" y="1582"/>
                    </a:cubicBezTo>
                    <a:lnTo>
                      <a:pt x="83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5" name="Google Shape;8715;p72">
                <a:extLst>
                  <a:ext uri="{FF2B5EF4-FFF2-40B4-BE49-F238E27FC236}">
                    <a16:creationId xmlns:a16="http://schemas.microsoft.com/office/drawing/2014/main" id="{0597CBB7-27A2-AEA1-9A93-3BA2887C3C1C}"/>
                  </a:ext>
                </a:extLst>
              </p:cNvPr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6" name="Google Shape;8716;p72">
                <a:extLst>
                  <a:ext uri="{FF2B5EF4-FFF2-40B4-BE49-F238E27FC236}">
                    <a16:creationId xmlns:a16="http://schemas.microsoft.com/office/drawing/2014/main" id="{460F1C98-150D-B746-3F0A-E8E29A9C000C}"/>
                  </a:ext>
                </a:extLst>
              </p:cNvPr>
              <p:cNvSpPr/>
              <p:nvPr/>
            </p:nvSpPr>
            <p:spPr>
              <a:xfrm>
                <a:off x="8281996" y="2961449"/>
                <a:ext cx="278068" cy="495973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2028" extrusionOk="0">
                    <a:moveTo>
                      <a:pt x="332" y="1"/>
                    </a:moveTo>
                    <a:cubicBezTo>
                      <a:pt x="367" y="66"/>
                      <a:pt x="382" y="159"/>
                      <a:pt x="375" y="318"/>
                    </a:cubicBezTo>
                    <a:cubicBezTo>
                      <a:pt x="367" y="454"/>
                      <a:pt x="123" y="1884"/>
                      <a:pt x="108" y="1934"/>
                    </a:cubicBezTo>
                    <a:cubicBezTo>
                      <a:pt x="101" y="1985"/>
                      <a:pt x="37" y="2028"/>
                      <a:pt x="1" y="2028"/>
                    </a:cubicBezTo>
                    <a:lnTo>
                      <a:pt x="727" y="2028"/>
                    </a:lnTo>
                    <a:lnTo>
                      <a:pt x="1108" y="253"/>
                    </a:lnTo>
                    <a:cubicBezTo>
                      <a:pt x="1136" y="109"/>
                      <a:pt x="1043" y="1"/>
                      <a:pt x="9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7" name="Google Shape;8717;p72">
                <a:extLst>
                  <a:ext uri="{FF2B5EF4-FFF2-40B4-BE49-F238E27FC236}">
                    <a16:creationId xmlns:a16="http://schemas.microsoft.com/office/drawing/2014/main" id="{2116544F-DEA0-AD23-2E71-D118DBD89567}"/>
                  </a:ext>
                </a:extLst>
              </p:cNvPr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8" h="30" extrusionOk="0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8" name="Google Shape;8718;p72">
                <a:extLst>
                  <a:ext uri="{FF2B5EF4-FFF2-40B4-BE49-F238E27FC236}">
                    <a16:creationId xmlns:a16="http://schemas.microsoft.com/office/drawing/2014/main" id="{35D78C0C-2F35-571B-1052-FBCA29624CB8}"/>
                  </a:ext>
                </a:extLst>
              </p:cNvPr>
              <p:cNvSpPr/>
              <p:nvPr/>
            </p:nvSpPr>
            <p:spPr>
              <a:xfrm>
                <a:off x="8092218" y="3893469"/>
                <a:ext cx="88043" cy="54537"/>
              </a:xfrm>
              <a:custGeom>
                <a:avLst/>
                <a:gdLst/>
                <a:ahLst/>
                <a:cxnLst/>
                <a:rect l="l" t="t" r="r" b="b"/>
                <a:pathLst>
                  <a:path w="360" h="223" extrusionOk="0">
                    <a:moveTo>
                      <a:pt x="309" y="0"/>
                    </a:moveTo>
                    <a:cubicBezTo>
                      <a:pt x="237" y="94"/>
                      <a:pt x="137" y="173"/>
                      <a:pt x="1" y="223"/>
                    </a:cubicBezTo>
                    <a:lnTo>
                      <a:pt x="359" y="223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9" name="Google Shape;8719;p72">
                <a:extLst>
                  <a:ext uri="{FF2B5EF4-FFF2-40B4-BE49-F238E27FC236}">
                    <a16:creationId xmlns:a16="http://schemas.microsoft.com/office/drawing/2014/main" id="{AA6BA073-20B6-1462-D4A2-A437161205A0}"/>
                  </a:ext>
                </a:extLst>
              </p:cNvPr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0" name="Google Shape;8720;p72">
                <a:extLst>
                  <a:ext uri="{FF2B5EF4-FFF2-40B4-BE49-F238E27FC236}">
                    <a16:creationId xmlns:a16="http://schemas.microsoft.com/office/drawing/2014/main" id="{261D27F7-329F-63E1-AAA2-B726A5529E93}"/>
                  </a:ext>
                </a:extLst>
              </p:cNvPr>
              <p:cNvSpPr/>
              <p:nvPr/>
            </p:nvSpPr>
            <p:spPr>
              <a:xfrm>
                <a:off x="7779181" y="3977842"/>
                <a:ext cx="49646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203" h="8" extrusionOk="0">
                    <a:moveTo>
                      <a:pt x="145" y="0"/>
                    </a:moveTo>
                    <a:cubicBezTo>
                      <a:pt x="59" y="7"/>
                      <a:pt x="1" y="7"/>
                      <a:pt x="1" y="7"/>
                    </a:cubicBezTo>
                    <a:lnTo>
                      <a:pt x="202" y="7"/>
                    </a:lnTo>
                    <a:cubicBezTo>
                      <a:pt x="180" y="7"/>
                      <a:pt x="159" y="7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1" name="Google Shape;8721;p72">
                <a:extLst>
                  <a:ext uri="{FF2B5EF4-FFF2-40B4-BE49-F238E27FC236}">
                    <a16:creationId xmlns:a16="http://schemas.microsoft.com/office/drawing/2014/main" id="{030C45DA-291D-A233-9440-0DC61D85F80D}"/>
                  </a:ext>
                </a:extLst>
              </p:cNvPr>
              <p:cNvSpPr/>
              <p:nvPr/>
            </p:nvSpPr>
            <p:spPr>
              <a:xfrm>
                <a:off x="7730269" y="3531030"/>
                <a:ext cx="40353" cy="10076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12" extrusionOk="0">
                    <a:moveTo>
                      <a:pt x="87" y="1"/>
                    </a:moveTo>
                    <a:lnTo>
                      <a:pt x="0" y="411"/>
                    </a:lnTo>
                    <a:cubicBezTo>
                      <a:pt x="64" y="382"/>
                      <a:pt x="114" y="352"/>
                      <a:pt x="151" y="332"/>
                    </a:cubicBezTo>
                    <a:cubicBezTo>
                      <a:pt x="151" y="332"/>
                      <a:pt x="157" y="202"/>
                      <a:pt x="1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2" name="Google Shape;8722;p72">
                <a:extLst>
                  <a:ext uri="{FF2B5EF4-FFF2-40B4-BE49-F238E27FC236}">
                    <a16:creationId xmlns:a16="http://schemas.microsoft.com/office/drawing/2014/main" id="{29382C71-8EF8-7193-EFF9-B271D45C3AC2}"/>
                  </a:ext>
                </a:extLst>
              </p:cNvPr>
              <p:cNvSpPr/>
              <p:nvPr/>
            </p:nvSpPr>
            <p:spPr>
              <a:xfrm>
                <a:off x="8239932" y="3531030"/>
                <a:ext cx="93423" cy="255079"/>
              </a:xfrm>
              <a:custGeom>
                <a:avLst/>
                <a:gdLst/>
                <a:ahLst/>
                <a:cxnLst/>
                <a:rect l="l" t="t" r="r" b="b"/>
                <a:pathLst>
                  <a:path w="382" h="1043" extrusionOk="0">
                    <a:moveTo>
                      <a:pt x="216" y="1"/>
                    </a:moveTo>
                    <a:lnTo>
                      <a:pt x="216" y="232"/>
                    </a:lnTo>
                    <a:cubicBezTo>
                      <a:pt x="216" y="302"/>
                      <a:pt x="159" y="361"/>
                      <a:pt x="87" y="361"/>
                    </a:cubicBezTo>
                    <a:lnTo>
                      <a:pt x="0" y="361"/>
                    </a:lnTo>
                    <a:lnTo>
                      <a:pt x="159" y="1043"/>
                    </a:lnTo>
                    <a:lnTo>
                      <a:pt x="38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3" name="Google Shape;8723;p72">
                <a:extLst>
                  <a:ext uri="{FF2B5EF4-FFF2-40B4-BE49-F238E27FC236}">
                    <a16:creationId xmlns:a16="http://schemas.microsoft.com/office/drawing/2014/main" id="{FE56D8FB-AD28-36FA-AE8B-98902206810D}"/>
                  </a:ext>
                </a:extLst>
              </p:cNvPr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4" name="Google Shape;8724;p72">
                <a:extLst>
                  <a:ext uri="{FF2B5EF4-FFF2-40B4-BE49-F238E27FC236}">
                    <a16:creationId xmlns:a16="http://schemas.microsoft.com/office/drawing/2014/main" id="{2D1726F6-FC6A-F52A-7E79-EE8DE0DCB654}"/>
                  </a:ext>
                </a:extLst>
              </p:cNvPr>
              <p:cNvSpPr/>
              <p:nvPr/>
            </p:nvSpPr>
            <p:spPr>
              <a:xfrm>
                <a:off x="8281996" y="2961449"/>
                <a:ext cx="168993" cy="495973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028" extrusionOk="0">
                    <a:moveTo>
                      <a:pt x="332" y="1"/>
                    </a:moveTo>
                    <a:cubicBezTo>
                      <a:pt x="367" y="66"/>
                      <a:pt x="382" y="159"/>
                      <a:pt x="375" y="318"/>
                    </a:cubicBezTo>
                    <a:cubicBezTo>
                      <a:pt x="367" y="454"/>
                      <a:pt x="123" y="1884"/>
                      <a:pt x="108" y="1934"/>
                    </a:cubicBezTo>
                    <a:cubicBezTo>
                      <a:pt x="101" y="1985"/>
                      <a:pt x="37" y="2028"/>
                      <a:pt x="1" y="2028"/>
                    </a:cubicBezTo>
                    <a:lnTo>
                      <a:pt x="273" y="2028"/>
                    </a:lnTo>
                    <a:lnTo>
                      <a:pt x="655" y="253"/>
                    </a:lnTo>
                    <a:cubicBezTo>
                      <a:pt x="691" y="109"/>
                      <a:pt x="598" y="1"/>
                      <a:pt x="4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5" name="Google Shape;8725;p72">
                <a:extLst>
                  <a:ext uri="{FF2B5EF4-FFF2-40B4-BE49-F238E27FC236}">
                    <a16:creationId xmlns:a16="http://schemas.microsoft.com/office/drawing/2014/main" id="{0739968C-9B2D-8144-5A9B-A0E6BED565A9}"/>
                  </a:ext>
                </a:extLst>
              </p:cNvPr>
              <p:cNvSpPr/>
              <p:nvPr/>
            </p:nvSpPr>
            <p:spPr>
              <a:xfrm>
                <a:off x="7967248" y="4053411"/>
                <a:ext cx="60162" cy="660808"/>
              </a:xfrm>
              <a:custGeom>
                <a:avLst/>
                <a:gdLst/>
                <a:ahLst/>
                <a:cxnLst/>
                <a:rect l="l" t="t" r="r" b="b"/>
                <a:pathLst>
                  <a:path w="246" h="2702" extrusionOk="0">
                    <a:moveTo>
                      <a:pt x="1" y="0"/>
                    </a:moveTo>
                    <a:lnTo>
                      <a:pt x="1" y="2702"/>
                    </a:lnTo>
                    <a:lnTo>
                      <a:pt x="246" y="2702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6" name="Google Shape;8726;p72">
                <a:extLst>
                  <a:ext uri="{FF2B5EF4-FFF2-40B4-BE49-F238E27FC236}">
                    <a16:creationId xmlns:a16="http://schemas.microsoft.com/office/drawing/2014/main" id="{6F374D05-174C-303B-879D-AFE358118508}"/>
                  </a:ext>
                </a:extLst>
              </p:cNvPr>
              <p:cNvSpPr/>
              <p:nvPr/>
            </p:nvSpPr>
            <p:spPr>
              <a:xfrm>
                <a:off x="7766953" y="4713969"/>
                <a:ext cx="497685" cy="172906"/>
              </a:xfrm>
              <a:custGeom>
                <a:avLst/>
                <a:gdLst/>
                <a:ahLst/>
                <a:cxnLst/>
                <a:rect l="l" t="t" r="r" b="b"/>
                <a:pathLst>
                  <a:path w="2035" h="707" extrusionOk="0">
                    <a:moveTo>
                      <a:pt x="713" y="1"/>
                    </a:moveTo>
                    <a:lnTo>
                      <a:pt x="73" y="375"/>
                    </a:lnTo>
                    <a:lnTo>
                      <a:pt x="1" y="706"/>
                    </a:lnTo>
                    <a:lnTo>
                      <a:pt x="159" y="706"/>
                    </a:lnTo>
                    <a:lnTo>
                      <a:pt x="159" y="620"/>
                    </a:lnTo>
                    <a:lnTo>
                      <a:pt x="713" y="289"/>
                    </a:lnTo>
                    <a:lnTo>
                      <a:pt x="1172" y="289"/>
                    </a:lnTo>
                    <a:lnTo>
                      <a:pt x="1726" y="620"/>
                    </a:lnTo>
                    <a:lnTo>
                      <a:pt x="1726" y="706"/>
                    </a:lnTo>
                    <a:lnTo>
                      <a:pt x="2034" y="706"/>
                    </a:lnTo>
                    <a:lnTo>
                      <a:pt x="2034" y="511"/>
                    </a:lnTo>
                    <a:lnTo>
                      <a:pt x="117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7" name="Google Shape;8727;p72">
                <a:extLst>
                  <a:ext uri="{FF2B5EF4-FFF2-40B4-BE49-F238E27FC236}">
                    <a16:creationId xmlns:a16="http://schemas.microsoft.com/office/drawing/2014/main" id="{C5845282-3D1C-3F03-B55E-B4154D84DD59}"/>
                  </a:ext>
                </a:extLst>
              </p:cNvPr>
              <p:cNvSpPr/>
              <p:nvPr/>
            </p:nvSpPr>
            <p:spPr>
              <a:xfrm>
                <a:off x="7754725" y="3977842"/>
                <a:ext cx="86331" cy="75814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10" extrusionOk="0">
                    <a:moveTo>
                      <a:pt x="245" y="0"/>
                    </a:moveTo>
                    <a:cubicBezTo>
                      <a:pt x="159" y="7"/>
                      <a:pt x="101" y="7"/>
                      <a:pt x="101" y="7"/>
                    </a:cubicBezTo>
                    <a:cubicBezTo>
                      <a:pt x="101" y="7"/>
                      <a:pt x="57" y="137"/>
                      <a:pt x="1" y="309"/>
                    </a:cubicBezTo>
                    <a:lnTo>
                      <a:pt x="280" y="309"/>
                    </a:lnTo>
                    <a:lnTo>
                      <a:pt x="352" y="7"/>
                    </a:lnTo>
                    <a:lnTo>
                      <a:pt x="302" y="7"/>
                    </a:lnTo>
                    <a:cubicBezTo>
                      <a:pt x="280" y="7"/>
                      <a:pt x="259" y="7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8" name="Google Shape;8728;p72">
                <a:extLst>
                  <a:ext uri="{FF2B5EF4-FFF2-40B4-BE49-F238E27FC236}">
                    <a16:creationId xmlns:a16="http://schemas.microsoft.com/office/drawing/2014/main" id="{4735DAF3-79E3-89A4-A969-85A21208ED44}"/>
                  </a:ext>
                </a:extLst>
              </p:cNvPr>
              <p:cNvSpPr/>
              <p:nvPr/>
            </p:nvSpPr>
            <p:spPr>
              <a:xfrm>
                <a:off x="7958443" y="3947761"/>
                <a:ext cx="246764" cy="105896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433" extrusionOk="0">
                    <a:moveTo>
                      <a:pt x="548" y="1"/>
                    </a:moveTo>
                    <a:cubicBezTo>
                      <a:pt x="504" y="15"/>
                      <a:pt x="454" y="29"/>
                      <a:pt x="396" y="37"/>
                    </a:cubicBezTo>
                    <a:cubicBezTo>
                      <a:pt x="368" y="44"/>
                      <a:pt x="325" y="51"/>
                      <a:pt x="282" y="58"/>
                    </a:cubicBezTo>
                    <a:cubicBezTo>
                      <a:pt x="223" y="65"/>
                      <a:pt x="159" y="72"/>
                      <a:pt x="87" y="72"/>
                    </a:cubicBezTo>
                    <a:lnTo>
                      <a:pt x="73" y="130"/>
                    </a:lnTo>
                    <a:lnTo>
                      <a:pt x="37" y="274"/>
                    </a:lnTo>
                    <a:lnTo>
                      <a:pt x="1" y="432"/>
                    </a:lnTo>
                    <a:lnTo>
                      <a:pt x="1008" y="432"/>
                    </a:lnTo>
                    <a:lnTo>
                      <a:pt x="936" y="130"/>
                    </a:lnTo>
                    <a:lnTo>
                      <a:pt x="936" y="123"/>
                    </a:lnTo>
                    <a:lnTo>
                      <a:pt x="90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9" name="Google Shape;8729;p72">
                <a:extLst>
                  <a:ext uri="{FF2B5EF4-FFF2-40B4-BE49-F238E27FC236}">
                    <a16:creationId xmlns:a16="http://schemas.microsoft.com/office/drawing/2014/main" id="{BA84F774-AC06-7524-8BFA-BDB10CAEAD85}"/>
                  </a:ext>
                </a:extLst>
              </p:cNvPr>
              <p:cNvSpPr/>
              <p:nvPr/>
            </p:nvSpPr>
            <p:spPr>
              <a:xfrm>
                <a:off x="7216937" y="3353480"/>
                <a:ext cx="191737" cy="63586"/>
              </a:xfrm>
              <a:custGeom>
                <a:avLst/>
                <a:gdLst/>
                <a:ahLst/>
                <a:cxnLst/>
                <a:rect l="l" t="t" r="r" b="b"/>
                <a:pathLst>
                  <a:path w="784" h="260" extrusionOk="0">
                    <a:moveTo>
                      <a:pt x="279" y="0"/>
                    </a:moveTo>
                    <a:cubicBezTo>
                      <a:pt x="266" y="0"/>
                      <a:pt x="193" y="37"/>
                      <a:pt x="150" y="66"/>
                    </a:cubicBezTo>
                    <a:cubicBezTo>
                      <a:pt x="129" y="80"/>
                      <a:pt x="57" y="166"/>
                      <a:pt x="0" y="259"/>
                    </a:cubicBezTo>
                    <a:lnTo>
                      <a:pt x="783" y="259"/>
                    </a:lnTo>
                    <a:lnTo>
                      <a:pt x="783" y="138"/>
                    </a:lnTo>
                    <a:cubicBezTo>
                      <a:pt x="668" y="102"/>
                      <a:pt x="295" y="0"/>
                      <a:pt x="279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0" name="Google Shape;8730;p72">
                <a:extLst>
                  <a:ext uri="{FF2B5EF4-FFF2-40B4-BE49-F238E27FC236}">
                    <a16:creationId xmlns:a16="http://schemas.microsoft.com/office/drawing/2014/main" id="{12F710CC-803A-9BE4-0B17-ED5966371E7B}"/>
                  </a:ext>
                </a:extLst>
              </p:cNvPr>
              <p:cNvSpPr/>
              <p:nvPr/>
            </p:nvSpPr>
            <p:spPr>
              <a:xfrm>
                <a:off x="7408428" y="2923053"/>
                <a:ext cx="478120" cy="494016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2020" extrusionOk="0">
                    <a:moveTo>
                      <a:pt x="1955" y="1"/>
                    </a:moveTo>
                    <a:cubicBezTo>
                      <a:pt x="1948" y="8"/>
                      <a:pt x="1762" y="151"/>
                      <a:pt x="1510" y="863"/>
                    </a:cubicBezTo>
                    <a:cubicBezTo>
                      <a:pt x="1430" y="1063"/>
                      <a:pt x="1265" y="1667"/>
                      <a:pt x="1265" y="1667"/>
                    </a:cubicBezTo>
                    <a:lnTo>
                      <a:pt x="0" y="1898"/>
                    </a:lnTo>
                    <a:lnTo>
                      <a:pt x="0" y="2019"/>
                    </a:lnTo>
                    <a:lnTo>
                      <a:pt x="942" y="2019"/>
                    </a:lnTo>
                    <a:cubicBezTo>
                      <a:pt x="1006" y="1933"/>
                      <a:pt x="1078" y="1840"/>
                      <a:pt x="1101" y="1826"/>
                    </a:cubicBezTo>
                    <a:cubicBezTo>
                      <a:pt x="1144" y="1797"/>
                      <a:pt x="1215" y="1760"/>
                      <a:pt x="1230" y="1760"/>
                    </a:cubicBezTo>
                    <a:cubicBezTo>
                      <a:pt x="1237" y="1760"/>
                      <a:pt x="1380" y="1797"/>
                      <a:pt x="1517" y="1833"/>
                    </a:cubicBezTo>
                    <a:cubicBezTo>
                      <a:pt x="1546" y="1358"/>
                      <a:pt x="1610" y="827"/>
                      <a:pt x="1705" y="546"/>
                    </a:cubicBezTo>
                    <a:cubicBezTo>
                      <a:pt x="1782" y="309"/>
                      <a:pt x="1884" y="78"/>
                      <a:pt x="19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1" name="Google Shape;8731;p72">
                <a:extLst>
                  <a:ext uri="{FF2B5EF4-FFF2-40B4-BE49-F238E27FC236}">
                    <a16:creationId xmlns:a16="http://schemas.microsoft.com/office/drawing/2014/main" id="{AFFB6D84-DD4A-B3B8-C74D-C940E915067B}"/>
                  </a:ext>
                </a:extLst>
              </p:cNvPr>
              <p:cNvSpPr/>
              <p:nvPr/>
            </p:nvSpPr>
            <p:spPr>
              <a:xfrm>
                <a:off x="7909531" y="2954846"/>
                <a:ext cx="7092" cy="684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14" y="0"/>
                    </a:moveTo>
                    <a:lnTo>
                      <a:pt x="1" y="28"/>
                    </a:lnTo>
                    <a:lnTo>
                      <a:pt x="1" y="28"/>
                    </a:lnTo>
                    <a:lnTo>
                      <a:pt x="28" y="14"/>
                    </a:lnTo>
                    <a:cubicBezTo>
                      <a:pt x="21" y="7"/>
                      <a:pt x="14" y="7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2" name="Google Shape;8732;p72">
                <a:extLst>
                  <a:ext uri="{FF2B5EF4-FFF2-40B4-BE49-F238E27FC236}">
                    <a16:creationId xmlns:a16="http://schemas.microsoft.com/office/drawing/2014/main" id="{8FE52BC1-1EDD-4E33-C775-B768B8C07DC1}"/>
                  </a:ext>
                </a:extLst>
              </p:cNvPr>
              <p:cNvSpPr/>
              <p:nvPr/>
            </p:nvSpPr>
            <p:spPr>
              <a:xfrm>
                <a:off x="7215225" y="4713969"/>
                <a:ext cx="1712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7" h="1" extrusionOk="0">
                    <a:moveTo>
                      <a:pt x="7" y="1"/>
                    </a:moveTo>
                    <a:lnTo>
                      <a:pt x="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3" name="Google Shape;8733;p72">
                <a:extLst>
                  <a:ext uri="{FF2B5EF4-FFF2-40B4-BE49-F238E27FC236}">
                    <a16:creationId xmlns:a16="http://schemas.microsoft.com/office/drawing/2014/main" id="{AB486919-DFD6-DEEE-541F-970E2E06C722}"/>
                  </a:ext>
                </a:extLst>
              </p:cNvPr>
              <p:cNvSpPr/>
              <p:nvPr/>
            </p:nvSpPr>
            <p:spPr>
              <a:xfrm>
                <a:off x="6894852" y="3619317"/>
                <a:ext cx="283448" cy="1059934"/>
              </a:xfrm>
              <a:custGeom>
                <a:avLst/>
                <a:gdLst/>
                <a:ahLst/>
                <a:cxnLst/>
                <a:rect l="l" t="t" r="r" b="b"/>
                <a:pathLst>
                  <a:path w="1159" h="4334" extrusionOk="0">
                    <a:moveTo>
                      <a:pt x="1" y="0"/>
                    </a:moveTo>
                    <a:lnTo>
                      <a:pt x="1001" y="4334"/>
                    </a:lnTo>
                    <a:cubicBezTo>
                      <a:pt x="1015" y="4327"/>
                      <a:pt x="1022" y="4320"/>
                      <a:pt x="1029" y="4313"/>
                    </a:cubicBezTo>
                    <a:cubicBezTo>
                      <a:pt x="1065" y="4270"/>
                      <a:pt x="1051" y="4227"/>
                      <a:pt x="1051" y="4211"/>
                    </a:cubicBezTo>
                    <a:cubicBezTo>
                      <a:pt x="1051" y="4193"/>
                      <a:pt x="1067" y="4174"/>
                      <a:pt x="1091" y="4174"/>
                    </a:cubicBezTo>
                    <a:cubicBezTo>
                      <a:pt x="1094" y="4174"/>
                      <a:pt x="1098" y="4174"/>
                      <a:pt x="1101" y="4175"/>
                    </a:cubicBezTo>
                    <a:cubicBezTo>
                      <a:pt x="1108" y="4183"/>
                      <a:pt x="1122" y="4183"/>
                      <a:pt x="1131" y="4190"/>
                    </a:cubicBezTo>
                    <a:cubicBezTo>
                      <a:pt x="1138" y="4190"/>
                      <a:pt x="1144" y="4190"/>
                      <a:pt x="1158" y="4197"/>
                    </a:cubicBezTo>
                    <a:lnTo>
                      <a:pt x="1144" y="4147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4" name="Google Shape;8734;p72">
                <a:extLst>
                  <a:ext uri="{FF2B5EF4-FFF2-40B4-BE49-F238E27FC236}">
                    <a16:creationId xmlns:a16="http://schemas.microsoft.com/office/drawing/2014/main" id="{040FCD09-5DC3-FFB4-5525-6EAE90E77093}"/>
                  </a:ext>
                </a:extLst>
              </p:cNvPr>
              <p:cNvSpPr/>
              <p:nvPr/>
            </p:nvSpPr>
            <p:spPr>
              <a:xfrm>
                <a:off x="7172917" y="4617368"/>
                <a:ext cx="117879" cy="86331"/>
              </a:xfrm>
              <a:custGeom>
                <a:avLst/>
                <a:gdLst/>
                <a:ahLst/>
                <a:cxnLst/>
                <a:rect l="l" t="t" r="r" b="b"/>
                <a:pathLst>
                  <a:path w="482" h="353" extrusionOk="0">
                    <a:moveTo>
                      <a:pt x="28" y="1"/>
                    </a:moveTo>
                    <a:lnTo>
                      <a:pt x="7" y="66"/>
                    </a:lnTo>
                    <a:lnTo>
                      <a:pt x="21" y="116"/>
                    </a:lnTo>
                    <a:cubicBezTo>
                      <a:pt x="44" y="123"/>
                      <a:pt x="71" y="137"/>
                      <a:pt x="87" y="146"/>
                    </a:cubicBezTo>
                    <a:cubicBezTo>
                      <a:pt x="101" y="153"/>
                      <a:pt x="108" y="232"/>
                      <a:pt x="58" y="289"/>
                    </a:cubicBezTo>
                    <a:cubicBezTo>
                      <a:pt x="44" y="303"/>
                      <a:pt x="28" y="325"/>
                      <a:pt x="1" y="332"/>
                    </a:cubicBezTo>
                    <a:cubicBezTo>
                      <a:pt x="7" y="332"/>
                      <a:pt x="7" y="332"/>
                      <a:pt x="7" y="339"/>
                    </a:cubicBezTo>
                    <a:lnTo>
                      <a:pt x="137" y="339"/>
                    </a:lnTo>
                    <a:cubicBezTo>
                      <a:pt x="144" y="339"/>
                      <a:pt x="151" y="339"/>
                      <a:pt x="158" y="353"/>
                    </a:cubicBezTo>
                    <a:cubicBezTo>
                      <a:pt x="158" y="353"/>
                      <a:pt x="173" y="332"/>
                      <a:pt x="201" y="325"/>
                    </a:cubicBezTo>
                    <a:lnTo>
                      <a:pt x="252" y="325"/>
                    </a:lnTo>
                    <a:lnTo>
                      <a:pt x="252" y="318"/>
                    </a:lnTo>
                    <a:cubicBezTo>
                      <a:pt x="252" y="303"/>
                      <a:pt x="266" y="289"/>
                      <a:pt x="280" y="282"/>
                    </a:cubicBezTo>
                    <a:cubicBezTo>
                      <a:pt x="302" y="282"/>
                      <a:pt x="316" y="296"/>
                      <a:pt x="316" y="318"/>
                    </a:cubicBezTo>
                    <a:lnTo>
                      <a:pt x="316" y="325"/>
                    </a:lnTo>
                    <a:lnTo>
                      <a:pt x="396" y="325"/>
                    </a:lnTo>
                    <a:cubicBezTo>
                      <a:pt x="389" y="303"/>
                      <a:pt x="403" y="289"/>
                      <a:pt x="416" y="282"/>
                    </a:cubicBezTo>
                    <a:lnTo>
                      <a:pt x="432" y="282"/>
                    </a:lnTo>
                    <a:cubicBezTo>
                      <a:pt x="453" y="232"/>
                      <a:pt x="468" y="180"/>
                      <a:pt x="482" y="137"/>
                    </a:cubicBezTo>
                    <a:cubicBezTo>
                      <a:pt x="446" y="130"/>
                      <a:pt x="416" y="123"/>
                      <a:pt x="389" y="116"/>
                    </a:cubicBezTo>
                    <a:cubicBezTo>
                      <a:pt x="316" y="102"/>
                      <a:pt x="252" y="80"/>
                      <a:pt x="187" y="59"/>
                    </a:cubicBezTo>
                    <a:cubicBezTo>
                      <a:pt x="123" y="37"/>
                      <a:pt x="64" y="16"/>
                      <a:pt x="28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5" name="Google Shape;8735;p72">
                <a:extLst>
                  <a:ext uri="{FF2B5EF4-FFF2-40B4-BE49-F238E27FC236}">
                    <a16:creationId xmlns:a16="http://schemas.microsoft.com/office/drawing/2014/main" id="{429EAAC8-13E2-A399-BFA5-894B40BD2ECE}"/>
                  </a:ext>
                </a:extLst>
              </p:cNvPr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6" name="Google Shape;8736;p72">
                <a:extLst>
                  <a:ext uri="{FF2B5EF4-FFF2-40B4-BE49-F238E27FC236}">
                    <a16:creationId xmlns:a16="http://schemas.microsoft.com/office/drawing/2014/main" id="{1C85407C-E859-89D2-F811-CC1032DAE5E5}"/>
                  </a:ext>
                </a:extLst>
              </p:cNvPr>
              <p:cNvSpPr/>
              <p:nvPr/>
            </p:nvSpPr>
            <p:spPr>
              <a:xfrm>
                <a:off x="6852787" y="4738914"/>
                <a:ext cx="403039" cy="147960"/>
              </a:xfrm>
              <a:custGeom>
                <a:avLst/>
                <a:gdLst/>
                <a:ahLst/>
                <a:cxnLst/>
                <a:rect l="l" t="t" r="r" b="b"/>
                <a:pathLst>
                  <a:path w="1648" h="605" extrusionOk="0">
                    <a:moveTo>
                      <a:pt x="66" y="1"/>
                    </a:moveTo>
                    <a:cubicBezTo>
                      <a:pt x="59" y="1"/>
                      <a:pt x="59" y="7"/>
                      <a:pt x="52" y="7"/>
                    </a:cubicBezTo>
                    <a:cubicBezTo>
                      <a:pt x="36" y="28"/>
                      <a:pt x="9" y="87"/>
                      <a:pt x="0" y="94"/>
                    </a:cubicBezTo>
                    <a:cubicBezTo>
                      <a:pt x="0" y="101"/>
                      <a:pt x="0" y="114"/>
                      <a:pt x="16" y="123"/>
                    </a:cubicBezTo>
                    <a:cubicBezTo>
                      <a:pt x="30" y="130"/>
                      <a:pt x="259" y="230"/>
                      <a:pt x="576" y="323"/>
                    </a:cubicBezTo>
                    <a:cubicBezTo>
                      <a:pt x="849" y="396"/>
                      <a:pt x="1158" y="482"/>
                      <a:pt x="1353" y="539"/>
                    </a:cubicBezTo>
                    <a:cubicBezTo>
                      <a:pt x="1453" y="568"/>
                      <a:pt x="1518" y="589"/>
                      <a:pt x="1553" y="597"/>
                    </a:cubicBezTo>
                    <a:cubicBezTo>
                      <a:pt x="1568" y="597"/>
                      <a:pt x="1575" y="604"/>
                      <a:pt x="1575" y="604"/>
                    </a:cubicBezTo>
                    <a:lnTo>
                      <a:pt x="1589" y="604"/>
                    </a:lnTo>
                    <a:cubicBezTo>
                      <a:pt x="1596" y="604"/>
                      <a:pt x="1611" y="597"/>
                      <a:pt x="1618" y="582"/>
                    </a:cubicBezTo>
                    <a:cubicBezTo>
                      <a:pt x="1632" y="561"/>
                      <a:pt x="1648" y="468"/>
                      <a:pt x="1648" y="468"/>
                    </a:cubicBezTo>
                    <a:cubicBezTo>
                      <a:pt x="1648" y="468"/>
                      <a:pt x="1596" y="453"/>
                      <a:pt x="1518" y="432"/>
                    </a:cubicBezTo>
                    <a:cubicBezTo>
                      <a:pt x="1503" y="432"/>
                      <a:pt x="1489" y="425"/>
                      <a:pt x="1475" y="425"/>
                    </a:cubicBezTo>
                    <a:cubicBezTo>
                      <a:pt x="1467" y="416"/>
                      <a:pt x="1460" y="416"/>
                      <a:pt x="1446" y="416"/>
                    </a:cubicBezTo>
                    <a:cubicBezTo>
                      <a:pt x="1439" y="409"/>
                      <a:pt x="1423" y="409"/>
                      <a:pt x="1417" y="402"/>
                    </a:cubicBezTo>
                    <a:cubicBezTo>
                      <a:pt x="1403" y="402"/>
                      <a:pt x="1396" y="396"/>
                      <a:pt x="1380" y="396"/>
                    </a:cubicBezTo>
                    <a:lnTo>
                      <a:pt x="1373" y="396"/>
                    </a:lnTo>
                    <a:cubicBezTo>
                      <a:pt x="1353" y="389"/>
                      <a:pt x="1337" y="382"/>
                      <a:pt x="1316" y="373"/>
                    </a:cubicBezTo>
                    <a:cubicBezTo>
                      <a:pt x="1294" y="366"/>
                      <a:pt x="1266" y="359"/>
                      <a:pt x="1244" y="359"/>
                    </a:cubicBezTo>
                    <a:cubicBezTo>
                      <a:pt x="1194" y="339"/>
                      <a:pt x="1130" y="323"/>
                      <a:pt x="1072" y="309"/>
                    </a:cubicBezTo>
                    <a:cubicBezTo>
                      <a:pt x="1051" y="302"/>
                      <a:pt x="1021" y="296"/>
                      <a:pt x="1001" y="287"/>
                    </a:cubicBezTo>
                    <a:lnTo>
                      <a:pt x="992" y="287"/>
                    </a:lnTo>
                    <a:cubicBezTo>
                      <a:pt x="915" y="266"/>
                      <a:pt x="835" y="237"/>
                      <a:pt x="756" y="216"/>
                    </a:cubicBezTo>
                    <a:cubicBezTo>
                      <a:pt x="713" y="209"/>
                      <a:pt x="676" y="194"/>
                      <a:pt x="640" y="187"/>
                    </a:cubicBezTo>
                    <a:cubicBezTo>
                      <a:pt x="626" y="180"/>
                      <a:pt x="613" y="180"/>
                      <a:pt x="597" y="173"/>
                    </a:cubicBezTo>
                    <a:lnTo>
                      <a:pt x="583" y="173"/>
                    </a:lnTo>
                    <a:cubicBezTo>
                      <a:pt x="311" y="94"/>
                      <a:pt x="102" y="7"/>
                      <a:pt x="86" y="7"/>
                    </a:cubicBezTo>
                    <a:cubicBezTo>
                      <a:pt x="86" y="7"/>
                      <a:pt x="73" y="1"/>
                      <a:pt x="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7" name="Google Shape;8737;p72">
                <a:extLst>
                  <a:ext uri="{FF2B5EF4-FFF2-40B4-BE49-F238E27FC236}">
                    <a16:creationId xmlns:a16="http://schemas.microsoft.com/office/drawing/2014/main" id="{2AAF899A-A967-5A9A-6C09-4BBC2483F473}"/>
                  </a:ext>
                </a:extLst>
              </p:cNvPr>
              <p:cNvSpPr/>
              <p:nvPr/>
            </p:nvSpPr>
            <p:spPr>
              <a:xfrm>
                <a:off x="6997078" y="4696850"/>
                <a:ext cx="24701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101" h="87" extrusionOk="0">
                    <a:moveTo>
                      <a:pt x="43" y="0"/>
                    </a:moveTo>
                    <a:cubicBezTo>
                      <a:pt x="14" y="7"/>
                      <a:pt x="0" y="28"/>
                      <a:pt x="0" y="28"/>
                    </a:cubicBezTo>
                    <a:cubicBezTo>
                      <a:pt x="7" y="36"/>
                      <a:pt x="14" y="50"/>
                      <a:pt x="23" y="71"/>
                    </a:cubicBezTo>
                    <a:cubicBezTo>
                      <a:pt x="30" y="79"/>
                      <a:pt x="43" y="86"/>
                      <a:pt x="57" y="86"/>
                    </a:cubicBezTo>
                    <a:lnTo>
                      <a:pt x="100" y="86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8" name="Google Shape;8738;p72">
                <a:extLst>
                  <a:ext uri="{FF2B5EF4-FFF2-40B4-BE49-F238E27FC236}">
                    <a16:creationId xmlns:a16="http://schemas.microsoft.com/office/drawing/2014/main" id="{0D718B60-E1AD-651D-D1BF-B1CC4B1D752E}"/>
                  </a:ext>
                </a:extLst>
              </p:cNvPr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9" name="Google Shape;8739;p72">
                <a:extLst>
                  <a:ext uri="{FF2B5EF4-FFF2-40B4-BE49-F238E27FC236}">
                    <a16:creationId xmlns:a16="http://schemas.microsoft.com/office/drawing/2014/main" id="{4D704C9E-E496-CB41-B7A7-6D39899157DA}"/>
                  </a:ext>
                </a:extLst>
              </p:cNvPr>
              <p:cNvSpPr/>
              <p:nvPr/>
            </p:nvSpPr>
            <p:spPr>
              <a:xfrm>
                <a:off x="7137455" y="4639867"/>
                <a:ext cx="61874" cy="60407"/>
              </a:xfrm>
              <a:custGeom>
                <a:avLst/>
                <a:gdLst/>
                <a:ahLst/>
                <a:cxnLst/>
                <a:rect l="l" t="t" r="r" b="b"/>
                <a:pathLst>
                  <a:path w="253" h="247" extrusionOk="0">
                    <a:moveTo>
                      <a:pt x="99" y="1"/>
                    </a:moveTo>
                    <a:cubicBezTo>
                      <a:pt x="75" y="1"/>
                      <a:pt x="59" y="20"/>
                      <a:pt x="59" y="38"/>
                    </a:cubicBezTo>
                    <a:cubicBezTo>
                      <a:pt x="59" y="54"/>
                      <a:pt x="73" y="97"/>
                      <a:pt x="37" y="140"/>
                    </a:cubicBezTo>
                    <a:cubicBezTo>
                      <a:pt x="30" y="147"/>
                      <a:pt x="23" y="154"/>
                      <a:pt x="9" y="161"/>
                    </a:cubicBezTo>
                    <a:lnTo>
                      <a:pt x="1" y="167"/>
                    </a:lnTo>
                    <a:lnTo>
                      <a:pt x="23" y="211"/>
                    </a:lnTo>
                    <a:lnTo>
                      <a:pt x="37" y="240"/>
                    </a:lnTo>
                    <a:lnTo>
                      <a:pt x="37" y="247"/>
                    </a:lnTo>
                    <a:lnTo>
                      <a:pt x="152" y="247"/>
                    </a:lnTo>
                    <a:cubicBezTo>
                      <a:pt x="152" y="240"/>
                      <a:pt x="152" y="240"/>
                      <a:pt x="146" y="240"/>
                    </a:cubicBezTo>
                    <a:cubicBezTo>
                      <a:pt x="173" y="233"/>
                      <a:pt x="189" y="211"/>
                      <a:pt x="203" y="197"/>
                    </a:cubicBezTo>
                    <a:cubicBezTo>
                      <a:pt x="253" y="140"/>
                      <a:pt x="246" y="61"/>
                      <a:pt x="232" y="54"/>
                    </a:cubicBezTo>
                    <a:cubicBezTo>
                      <a:pt x="216" y="45"/>
                      <a:pt x="189" y="31"/>
                      <a:pt x="166" y="24"/>
                    </a:cubicBezTo>
                    <a:cubicBezTo>
                      <a:pt x="152" y="17"/>
                      <a:pt x="146" y="17"/>
                      <a:pt x="139" y="17"/>
                    </a:cubicBezTo>
                    <a:cubicBezTo>
                      <a:pt x="130" y="10"/>
                      <a:pt x="116" y="10"/>
                      <a:pt x="109" y="2"/>
                    </a:cubicBezTo>
                    <a:cubicBezTo>
                      <a:pt x="106" y="1"/>
                      <a:pt x="102" y="1"/>
                      <a:pt x="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0" name="Google Shape;8740;p72">
                <a:extLst>
                  <a:ext uri="{FF2B5EF4-FFF2-40B4-BE49-F238E27FC236}">
                    <a16:creationId xmlns:a16="http://schemas.microsoft.com/office/drawing/2014/main" id="{0EAAF895-8A40-742D-668F-724D99D05901}"/>
                  </a:ext>
                </a:extLst>
              </p:cNvPr>
              <p:cNvSpPr/>
              <p:nvPr/>
            </p:nvSpPr>
            <p:spPr>
              <a:xfrm>
                <a:off x="7105907" y="4687801"/>
                <a:ext cx="212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87" h="65" extrusionOk="0">
                    <a:moveTo>
                      <a:pt x="66" y="1"/>
                    </a:moveTo>
                    <a:cubicBezTo>
                      <a:pt x="52" y="8"/>
                      <a:pt x="30" y="8"/>
                      <a:pt x="0" y="15"/>
                    </a:cubicBezTo>
                    <a:lnTo>
                      <a:pt x="16" y="65"/>
                    </a:lnTo>
                    <a:cubicBezTo>
                      <a:pt x="37" y="58"/>
                      <a:pt x="66" y="51"/>
                      <a:pt x="87" y="51"/>
                    </a:cubicBezTo>
                    <a:lnTo>
                      <a:pt x="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1" name="Google Shape;8741;p72">
                <a:extLst>
                  <a:ext uri="{FF2B5EF4-FFF2-40B4-BE49-F238E27FC236}">
                    <a16:creationId xmlns:a16="http://schemas.microsoft.com/office/drawing/2014/main" id="{55833A77-971A-4507-6235-D11366C8BE55}"/>
                  </a:ext>
                </a:extLst>
              </p:cNvPr>
              <p:cNvSpPr/>
              <p:nvPr/>
            </p:nvSpPr>
            <p:spPr>
              <a:xfrm>
                <a:off x="7037430" y="4696850"/>
                <a:ext cx="21521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88" h="87" extrusionOk="0">
                    <a:moveTo>
                      <a:pt x="1" y="0"/>
                    </a:moveTo>
                    <a:lnTo>
                      <a:pt x="8" y="86"/>
                    </a:lnTo>
                    <a:cubicBezTo>
                      <a:pt x="30" y="86"/>
                      <a:pt x="58" y="86"/>
                      <a:pt x="87" y="79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2" name="Google Shape;8742;p72">
                <a:extLst>
                  <a:ext uri="{FF2B5EF4-FFF2-40B4-BE49-F238E27FC236}">
                    <a16:creationId xmlns:a16="http://schemas.microsoft.com/office/drawing/2014/main" id="{599D835C-2EBE-7E97-AE8C-73A54B033486}"/>
                  </a:ext>
                </a:extLst>
              </p:cNvPr>
              <p:cNvSpPr/>
              <p:nvPr/>
            </p:nvSpPr>
            <p:spPr>
              <a:xfrm>
                <a:off x="7072647" y="4692937"/>
                <a:ext cx="22989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94" h="87" extrusionOk="0">
                    <a:moveTo>
                      <a:pt x="72" y="0"/>
                    </a:moveTo>
                    <a:cubicBezTo>
                      <a:pt x="50" y="9"/>
                      <a:pt x="22" y="9"/>
                      <a:pt x="0" y="9"/>
                    </a:cubicBezTo>
                    <a:lnTo>
                      <a:pt x="16" y="87"/>
                    </a:lnTo>
                    <a:cubicBezTo>
                      <a:pt x="36" y="87"/>
                      <a:pt x="66" y="80"/>
                      <a:pt x="93" y="80"/>
                    </a:cubicBezTo>
                    <a:lnTo>
                      <a:pt x="7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3" name="Google Shape;8743;p72">
                <a:extLst>
                  <a:ext uri="{FF2B5EF4-FFF2-40B4-BE49-F238E27FC236}">
                    <a16:creationId xmlns:a16="http://schemas.microsoft.com/office/drawing/2014/main" id="{44D33C36-4D7E-A134-59A7-977F896218AD}"/>
                  </a:ext>
                </a:extLst>
              </p:cNvPr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4" name="Google Shape;8744;p72">
                <a:extLst>
                  <a:ext uri="{FF2B5EF4-FFF2-40B4-BE49-F238E27FC236}">
                    <a16:creationId xmlns:a16="http://schemas.microsoft.com/office/drawing/2014/main" id="{1F5FD740-34B9-0A77-5E5F-5BCE4861C191}"/>
                  </a:ext>
                </a:extLst>
              </p:cNvPr>
              <p:cNvSpPr/>
              <p:nvPr/>
            </p:nvSpPr>
            <p:spPr>
              <a:xfrm>
                <a:off x="7100771" y="4744050"/>
                <a:ext cx="9049" cy="391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6" extrusionOk="0">
                    <a:moveTo>
                      <a:pt x="37" y="16"/>
                    </a:moveTo>
                    <a:cubicBezTo>
                      <a:pt x="21" y="16"/>
                      <a:pt x="14" y="7"/>
                      <a:pt x="1" y="0"/>
                    </a:cubicBezTo>
                    <a:cubicBezTo>
                      <a:pt x="14" y="7"/>
                      <a:pt x="21" y="16"/>
                      <a:pt x="37" y="16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5" name="Google Shape;8745;p72">
                <a:extLst>
                  <a:ext uri="{FF2B5EF4-FFF2-40B4-BE49-F238E27FC236}">
                    <a16:creationId xmlns:a16="http://schemas.microsoft.com/office/drawing/2014/main" id="{292F117A-3FD8-5B3B-3780-A0CA646DEFF0}"/>
                  </a:ext>
                </a:extLst>
              </p:cNvPr>
              <p:cNvSpPr/>
              <p:nvPr/>
            </p:nvSpPr>
            <p:spPr>
              <a:xfrm>
                <a:off x="7002458" y="4712257"/>
                <a:ext cx="258503" cy="141357"/>
              </a:xfrm>
              <a:custGeom>
                <a:avLst/>
                <a:gdLst/>
                <a:ahLst/>
                <a:cxnLst/>
                <a:rect l="l" t="t" r="r" b="b"/>
                <a:pathLst>
                  <a:path w="1057" h="578" extrusionOk="0">
                    <a:moveTo>
                      <a:pt x="380" y="1"/>
                    </a:moveTo>
                    <a:cubicBezTo>
                      <a:pt x="353" y="1"/>
                      <a:pt x="323" y="8"/>
                      <a:pt x="303" y="8"/>
                    </a:cubicBezTo>
                    <a:lnTo>
                      <a:pt x="309" y="37"/>
                    </a:lnTo>
                    <a:lnTo>
                      <a:pt x="309" y="44"/>
                    </a:lnTo>
                    <a:cubicBezTo>
                      <a:pt x="309" y="60"/>
                      <a:pt x="294" y="73"/>
                      <a:pt x="280" y="80"/>
                    </a:cubicBezTo>
                    <a:cubicBezTo>
                      <a:pt x="259" y="80"/>
                      <a:pt x="244" y="73"/>
                      <a:pt x="237" y="51"/>
                    </a:cubicBezTo>
                    <a:lnTo>
                      <a:pt x="230" y="16"/>
                    </a:lnTo>
                    <a:cubicBezTo>
                      <a:pt x="201" y="23"/>
                      <a:pt x="173" y="23"/>
                      <a:pt x="151" y="23"/>
                    </a:cubicBezTo>
                    <a:lnTo>
                      <a:pt x="151" y="51"/>
                    </a:lnTo>
                    <a:lnTo>
                      <a:pt x="151" y="66"/>
                    </a:lnTo>
                    <a:cubicBezTo>
                      <a:pt x="144" y="73"/>
                      <a:pt x="137" y="87"/>
                      <a:pt x="121" y="87"/>
                    </a:cubicBezTo>
                    <a:cubicBezTo>
                      <a:pt x="108" y="87"/>
                      <a:pt x="94" y="80"/>
                      <a:pt x="87" y="66"/>
                    </a:cubicBezTo>
                    <a:lnTo>
                      <a:pt x="87" y="51"/>
                    </a:lnTo>
                    <a:lnTo>
                      <a:pt x="78" y="23"/>
                    </a:lnTo>
                    <a:lnTo>
                      <a:pt x="35" y="23"/>
                    </a:lnTo>
                    <a:cubicBezTo>
                      <a:pt x="21" y="23"/>
                      <a:pt x="8" y="16"/>
                      <a:pt x="1" y="8"/>
                    </a:cubicBezTo>
                    <a:lnTo>
                      <a:pt x="1" y="8"/>
                    </a:lnTo>
                    <a:cubicBezTo>
                      <a:pt x="21" y="66"/>
                      <a:pt x="35" y="160"/>
                      <a:pt x="28" y="296"/>
                    </a:cubicBezTo>
                    <a:cubicBezTo>
                      <a:pt x="64" y="303"/>
                      <a:pt x="101" y="318"/>
                      <a:pt x="144" y="325"/>
                    </a:cubicBezTo>
                    <a:cubicBezTo>
                      <a:pt x="223" y="346"/>
                      <a:pt x="303" y="375"/>
                      <a:pt x="380" y="396"/>
                    </a:cubicBezTo>
                    <a:lnTo>
                      <a:pt x="389" y="396"/>
                    </a:lnTo>
                    <a:cubicBezTo>
                      <a:pt x="409" y="405"/>
                      <a:pt x="439" y="411"/>
                      <a:pt x="460" y="418"/>
                    </a:cubicBezTo>
                    <a:cubicBezTo>
                      <a:pt x="518" y="432"/>
                      <a:pt x="582" y="448"/>
                      <a:pt x="632" y="468"/>
                    </a:cubicBezTo>
                    <a:cubicBezTo>
                      <a:pt x="654" y="468"/>
                      <a:pt x="682" y="475"/>
                      <a:pt x="704" y="482"/>
                    </a:cubicBezTo>
                    <a:cubicBezTo>
                      <a:pt x="725" y="491"/>
                      <a:pt x="741" y="498"/>
                      <a:pt x="761" y="505"/>
                    </a:cubicBezTo>
                    <a:lnTo>
                      <a:pt x="768" y="505"/>
                    </a:lnTo>
                    <a:cubicBezTo>
                      <a:pt x="784" y="505"/>
                      <a:pt x="791" y="511"/>
                      <a:pt x="805" y="511"/>
                    </a:cubicBezTo>
                    <a:cubicBezTo>
                      <a:pt x="811" y="518"/>
                      <a:pt x="827" y="518"/>
                      <a:pt x="834" y="525"/>
                    </a:cubicBezTo>
                    <a:cubicBezTo>
                      <a:pt x="848" y="525"/>
                      <a:pt x="855" y="525"/>
                      <a:pt x="863" y="534"/>
                    </a:cubicBezTo>
                    <a:cubicBezTo>
                      <a:pt x="877" y="534"/>
                      <a:pt x="891" y="541"/>
                      <a:pt x="906" y="541"/>
                    </a:cubicBezTo>
                    <a:cubicBezTo>
                      <a:pt x="984" y="562"/>
                      <a:pt x="1036" y="577"/>
                      <a:pt x="1036" y="577"/>
                    </a:cubicBezTo>
                    <a:cubicBezTo>
                      <a:pt x="1043" y="548"/>
                      <a:pt x="1050" y="518"/>
                      <a:pt x="1056" y="491"/>
                    </a:cubicBezTo>
                    <a:cubicBezTo>
                      <a:pt x="999" y="475"/>
                      <a:pt x="941" y="461"/>
                      <a:pt x="884" y="439"/>
                    </a:cubicBezTo>
                    <a:cubicBezTo>
                      <a:pt x="870" y="439"/>
                      <a:pt x="855" y="432"/>
                      <a:pt x="841" y="432"/>
                    </a:cubicBezTo>
                    <a:cubicBezTo>
                      <a:pt x="784" y="411"/>
                      <a:pt x="734" y="396"/>
                      <a:pt x="682" y="382"/>
                    </a:cubicBezTo>
                    <a:cubicBezTo>
                      <a:pt x="446" y="303"/>
                      <a:pt x="287" y="232"/>
                      <a:pt x="280" y="232"/>
                    </a:cubicBezTo>
                    <a:cubicBezTo>
                      <a:pt x="266" y="223"/>
                      <a:pt x="259" y="210"/>
                      <a:pt x="259" y="203"/>
                    </a:cubicBezTo>
                    <a:cubicBezTo>
                      <a:pt x="266" y="196"/>
                      <a:pt x="294" y="137"/>
                      <a:pt x="316" y="116"/>
                    </a:cubicBezTo>
                    <a:cubicBezTo>
                      <a:pt x="316" y="116"/>
                      <a:pt x="323" y="110"/>
                      <a:pt x="330" y="110"/>
                    </a:cubicBezTo>
                    <a:cubicBezTo>
                      <a:pt x="330" y="110"/>
                      <a:pt x="353" y="66"/>
                      <a:pt x="380" y="30"/>
                    </a:cubicBezTo>
                    <a:cubicBezTo>
                      <a:pt x="380" y="30"/>
                      <a:pt x="380" y="23"/>
                      <a:pt x="389" y="23"/>
                    </a:cubicBezTo>
                    <a:lnTo>
                      <a:pt x="38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6" name="Google Shape;8746;p72">
                <a:extLst>
                  <a:ext uri="{FF2B5EF4-FFF2-40B4-BE49-F238E27FC236}">
                    <a16:creationId xmlns:a16="http://schemas.microsoft.com/office/drawing/2014/main" id="{B815B552-8368-665A-7ECD-F6C1182C941D}"/>
                  </a:ext>
                </a:extLst>
              </p:cNvPr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7" name="Google Shape;8747;p72">
                <a:extLst>
                  <a:ext uri="{FF2B5EF4-FFF2-40B4-BE49-F238E27FC236}">
                    <a16:creationId xmlns:a16="http://schemas.microsoft.com/office/drawing/2014/main" id="{A6F923A6-F553-DC0F-0891-82A3EA92D787}"/>
                  </a:ext>
                </a:extLst>
              </p:cNvPr>
              <p:cNvSpPr/>
              <p:nvPr/>
            </p:nvSpPr>
            <p:spPr>
              <a:xfrm>
                <a:off x="7266094" y="4796630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8" name="Google Shape;8748;p72">
                <a:extLst>
                  <a:ext uri="{FF2B5EF4-FFF2-40B4-BE49-F238E27FC236}">
                    <a16:creationId xmlns:a16="http://schemas.microsoft.com/office/drawing/2014/main" id="{5610B652-8ED5-3CD1-5EF0-BC11554E490D}"/>
                  </a:ext>
                </a:extLst>
              </p:cNvPr>
              <p:cNvSpPr/>
              <p:nvPr/>
            </p:nvSpPr>
            <p:spPr>
              <a:xfrm>
                <a:off x="6868684" y="4699295"/>
                <a:ext cx="142580" cy="85352"/>
              </a:xfrm>
              <a:custGeom>
                <a:avLst/>
                <a:gdLst/>
                <a:ahLst/>
                <a:cxnLst/>
                <a:rect l="l" t="t" r="r" b="b"/>
                <a:pathLst>
                  <a:path w="583" h="349" extrusionOk="0">
                    <a:moveTo>
                      <a:pt x="282" y="1"/>
                    </a:moveTo>
                    <a:cubicBezTo>
                      <a:pt x="237" y="1"/>
                      <a:pt x="199" y="2"/>
                      <a:pt x="187" y="4"/>
                    </a:cubicBezTo>
                    <a:cubicBezTo>
                      <a:pt x="151" y="4"/>
                      <a:pt x="101" y="18"/>
                      <a:pt x="80" y="47"/>
                    </a:cubicBezTo>
                    <a:cubicBezTo>
                      <a:pt x="51" y="76"/>
                      <a:pt x="1" y="163"/>
                      <a:pt x="1" y="163"/>
                    </a:cubicBezTo>
                    <a:cubicBezTo>
                      <a:pt x="8" y="163"/>
                      <a:pt x="21" y="169"/>
                      <a:pt x="21" y="169"/>
                    </a:cubicBezTo>
                    <a:cubicBezTo>
                      <a:pt x="37" y="169"/>
                      <a:pt x="246" y="256"/>
                      <a:pt x="518" y="335"/>
                    </a:cubicBezTo>
                    <a:lnTo>
                      <a:pt x="532" y="335"/>
                    </a:lnTo>
                    <a:cubicBezTo>
                      <a:pt x="548" y="342"/>
                      <a:pt x="561" y="342"/>
                      <a:pt x="575" y="349"/>
                    </a:cubicBezTo>
                    <a:cubicBezTo>
                      <a:pt x="582" y="213"/>
                      <a:pt x="568" y="119"/>
                      <a:pt x="548" y="61"/>
                    </a:cubicBezTo>
                    <a:cubicBezTo>
                      <a:pt x="539" y="40"/>
                      <a:pt x="532" y="26"/>
                      <a:pt x="525" y="18"/>
                    </a:cubicBezTo>
                    <a:cubicBezTo>
                      <a:pt x="518" y="4"/>
                      <a:pt x="511" y="4"/>
                      <a:pt x="511" y="4"/>
                    </a:cubicBezTo>
                    <a:cubicBezTo>
                      <a:pt x="496" y="4"/>
                      <a:pt x="373" y="1"/>
                      <a:pt x="2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9" name="Google Shape;8749;p72">
                <a:extLst>
                  <a:ext uri="{FF2B5EF4-FFF2-40B4-BE49-F238E27FC236}">
                    <a16:creationId xmlns:a16="http://schemas.microsoft.com/office/drawing/2014/main" id="{A28BD655-ABA6-4A6E-3818-83740CB9561D}"/>
                  </a:ext>
                </a:extLst>
              </p:cNvPr>
              <p:cNvSpPr/>
              <p:nvPr/>
            </p:nvSpPr>
            <p:spPr>
              <a:xfrm>
                <a:off x="6998790" y="4781223"/>
                <a:ext cx="10761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44" h="14" extrusionOk="0">
                    <a:moveTo>
                      <a:pt x="43" y="14"/>
                    </a:moveTo>
                    <a:lnTo>
                      <a:pt x="43" y="14"/>
                    </a:lnTo>
                    <a:cubicBezTo>
                      <a:pt x="29" y="7"/>
                      <a:pt x="16" y="7"/>
                      <a:pt x="0" y="0"/>
                    </a:cubicBezTo>
                    <a:cubicBezTo>
                      <a:pt x="16" y="7"/>
                      <a:pt x="29" y="7"/>
                      <a:pt x="43" y="14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0" name="Google Shape;8750;p72">
                <a:extLst>
                  <a:ext uri="{FF2B5EF4-FFF2-40B4-BE49-F238E27FC236}">
                    <a16:creationId xmlns:a16="http://schemas.microsoft.com/office/drawing/2014/main" id="{6CE4ACFE-FF74-CAF7-3877-17652C0D05B3}"/>
                  </a:ext>
                </a:extLst>
              </p:cNvPr>
              <p:cNvSpPr/>
              <p:nvPr/>
            </p:nvSpPr>
            <p:spPr>
              <a:xfrm>
                <a:off x="7019822" y="4686089"/>
                <a:ext cx="19565" cy="47690"/>
              </a:xfrm>
              <a:custGeom>
                <a:avLst/>
                <a:gdLst/>
                <a:ahLst/>
                <a:cxnLst/>
                <a:rect l="l" t="t" r="r" b="b"/>
                <a:pathLst>
                  <a:path w="80" h="195" extrusionOk="0">
                    <a:moveTo>
                      <a:pt x="30" y="1"/>
                    </a:moveTo>
                    <a:cubicBezTo>
                      <a:pt x="16" y="8"/>
                      <a:pt x="0" y="22"/>
                      <a:pt x="0" y="44"/>
                    </a:cubicBezTo>
                    <a:lnTo>
                      <a:pt x="7" y="130"/>
                    </a:lnTo>
                    <a:lnTo>
                      <a:pt x="16" y="158"/>
                    </a:lnTo>
                    <a:lnTo>
                      <a:pt x="16" y="173"/>
                    </a:lnTo>
                    <a:cubicBezTo>
                      <a:pt x="23" y="187"/>
                      <a:pt x="37" y="194"/>
                      <a:pt x="50" y="194"/>
                    </a:cubicBezTo>
                    <a:cubicBezTo>
                      <a:pt x="66" y="194"/>
                      <a:pt x="73" y="180"/>
                      <a:pt x="80" y="173"/>
                    </a:cubicBezTo>
                    <a:lnTo>
                      <a:pt x="80" y="158"/>
                    </a:lnTo>
                    <a:lnTo>
                      <a:pt x="80" y="130"/>
                    </a:lnTo>
                    <a:lnTo>
                      <a:pt x="73" y="44"/>
                    </a:lnTo>
                    <a:lnTo>
                      <a:pt x="73" y="37"/>
                    </a:lnTo>
                    <a:cubicBezTo>
                      <a:pt x="66" y="15"/>
                      <a:pt x="50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1" name="Google Shape;8751;p72">
                <a:extLst>
                  <a:ext uri="{FF2B5EF4-FFF2-40B4-BE49-F238E27FC236}">
                    <a16:creationId xmlns:a16="http://schemas.microsoft.com/office/drawing/2014/main" id="{161D99B9-E1FD-AE5B-2CAB-6D98C6787209}"/>
                  </a:ext>
                </a:extLst>
              </p:cNvPr>
              <p:cNvSpPr/>
              <p:nvPr/>
            </p:nvSpPr>
            <p:spPr>
              <a:xfrm>
                <a:off x="7055283" y="4686089"/>
                <a:ext cx="22989" cy="4597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88" extrusionOk="0">
                    <a:moveTo>
                      <a:pt x="28" y="1"/>
                    </a:moveTo>
                    <a:cubicBezTo>
                      <a:pt x="7" y="8"/>
                      <a:pt x="0" y="22"/>
                      <a:pt x="0" y="44"/>
                    </a:cubicBezTo>
                    <a:lnTo>
                      <a:pt x="14" y="123"/>
                    </a:lnTo>
                    <a:lnTo>
                      <a:pt x="21" y="158"/>
                    </a:lnTo>
                    <a:cubicBezTo>
                      <a:pt x="28" y="180"/>
                      <a:pt x="43" y="187"/>
                      <a:pt x="64" y="187"/>
                    </a:cubicBezTo>
                    <a:cubicBezTo>
                      <a:pt x="78" y="180"/>
                      <a:pt x="93" y="167"/>
                      <a:pt x="93" y="151"/>
                    </a:cubicBezTo>
                    <a:lnTo>
                      <a:pt x="93" y="144"/>
                    </a:lnTo>
                    <a:lnTo>
                      <a:pt x="87" y="115"/>
                    </a:lnTo>
                    <a:lnTo>
                      <a:pt x="71" y="37"/>
                    </a:lnTo>
                    <a:lnTo>
                      <a:pt x="71" y="28"/>
                    </a:lnTo>
                    <a:cubicBezTo>
                      <a:pt x="64" y="15"/>
                      <a:pt x="50" y="1"/>
                      <a:pt x="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2" name="Google Shape;8752;p72">
                <a:extLst>
                  <a:ext uri="{FF2B5EF4-FFF2-40B4-BE49-F238E27FC236}">
                    <a16:creationId xmlns:a16="http://schemas.microsoft.com/office/drawing/2014/main" id="{050840DC-7A5F-F5C5-EA8A-78DB382D8340}"/>
                  </a:ext>
                </a:extLst>
              </p:cNvPr>
              <p:cNvSpPr/>
              <p:nvPr/>
            </p:nvSpPr>
            <p:spPr>
              <a:xfrm>
                <a:off x="7086831" y="4680709"/>
                <a:ext cx="22989" cy="3741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53" extrusionOk="0">
                    <a:moveTo>
                      <a:pt x="28" y="0"/>
                    </a:moveTo>
                    <a:cubicBezTo>
                      <a:pt x="14" y="7"/>
                      <a:pt x="1" y="23"/>
                      <a:pt x="8" y="44"/>
                    </a:cubicBezTo>
                    <a:lnTo>
                      <a:pt x="14" y="50"/>
                    </a:lnTo>
                    <a:lnTo>
                      <a:pt x="35" y="130"/>
                    </a:lnTo>
                    <a:lnTo>
                      <a:pt x="44" y="152"/>
                    </a:lnTo>
                    <a:cubicBezTo>
                      <a:pt x="44" y="137"/>
                      <a:pt x="51" y="130"/>
                      <a:pt x="58" y="123"/>
                    </a:cubicBezTo>
                    <a:cubicBezTo>
                      <a:pt x="71" y="109"/>
                      <a:pt x="78" y="102"/>
                      <a:pt x="94" y="94"/>
                    </a:cubicBezTo>
                    <a:lnTo>
                      <a:pt x="78" y="44"/>
                    </a:lnTo>
                    <a:lnTo>
                      <a:pt x="71" y="23"/>
                    </a:lnTo>
                    <a:cubicBezTo>
                      <a:pt x="71" y="7"/>
                      <a:pt x="58" y="0"/>
                      <a:pt x="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3" name="Google Shape;8753;p72">
                <a:extLst>
                  <a:ext uri="{FF2B5EF4-FFF2-40B4-BE49-F238E27FC236}">
                    <a16:creationId xmlns:a16="http://schemas.microsoft.com/office/drawing/2014/main" id="{155589EF-F7F2-BA94-07C0-C561E5433BDA}"/>
                  </a:ext>
                </a:extLst>
              </p:cNvPr>
              <p:cNvSpPr/>
              <p:nvPr/>
            </p:nvSpPr>
            <p:spPr>
              <a:xfrm>
                <a:off x="7120092" y="4673861"/>
                <a:ext cx="26413" cy="2641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08" extrusionOk="0">
                    <a:moveTo>
                      <a:pt x="44" y="1"/>
                    </a:moveTo>
                    <a:cubicBezTo>
                      <a:pt x="37" y="1"/>
                      <a:pt x="29" y="1"/>
                      <a:pt x="29" y="8"/>
                    </a:cubicBezTo>
                    <a:cubicBezTo>
                      <a:pt x="8" y="15"/>
                      <a:pt x="1" y="28"/>
                      <a:pt x="8" y="51"/>
                    </a:cubicBezTo>
                    <a:lnTo>
                      <a:pt x="8" y="58"/>
                    </a:lnTo>
                    <a:lnTo>
                      <a:pt x="29" y="108"/>
                    </a:lnTo>
                    <a:lnTo>
                      <a:pt x="101" y="108"/>
                    </a:lnTo>
                    <a:cubicBezTo>
                      <a:pt x="101" y="101"/>
                      <a:pt x="108" y="101"/>
                      <a:pt x="108" y="101"/>
                    </a:cubicBezTo>
                    <a:lnTo>
                      <a:pt x="94" y="72"/>
                    </a:lnTo>
                    <a:lnTo>
                      <a:pt x="72" y="28"/>
                    </a:lnTo>
                    <a:lnTo>
                      <a:pt x="72" y="22"/>
                    </a:lnTo>
                    <a:cubicBezTo>
                      <a:pt x="65" y="8"/>
                      <a:pt x="51" y="1"/>
                      <a:pt x="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4" name="Google Shape;8754;p72">
                <a:extLst>
                  <a:ext uri="{FF2B5EF4-FFF2-40B4-BE49-F238E27FC236}">
                    <a16:creationId xmlns:a16="http://schemas.microsoft.com/office/drawing/2014/main" id="{41B97B85-D01D-100D-0FEF-EC1BB0C7881C}"/>
                  </a:ext>
                </a:extLst>
              </p:cNvPr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7" h="8" extrusionOk="0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5" name="Google Shape;8755;p72">
                <a:extLst>
                  <a:ext uri="{FF2B5EF4-FFF2-40B4-BE49-F238E27FC236}">
                    <a16:creationId xmlns:a16="http://schemas.microsoft.com/office/drawing/2014/main" id="{92C4FF46-1710-F740-4FAE-E8EC3762691C}"/>
                  </a:ext>
                </a:extLst>
              </p:cNvPr>
              <p:cNvSpPr/>
              <p:nvPr/>
            </p:nvSpPr>
            <p:spPr>
              <a:xfrm>
                <a:off x="7171205" y="3611980"/>
                <a:ext cx="694313" cy="1044526"/>
              </a:xfrm>
              <a:custGeom>
                <a:avLst/>
                <a:gdLst/>
                <a:ahLst/>
                <a:cxnLst/>
                <a:rect l="l" t="t" r="r" b="b"/>
                <a:pathLst>
                  <a:path w="2839" h="4271" extrusionOk="0">
                    <a:moveTo>
                      <a:pt x="2437" y="1"/>
                    </a:moveTo>
                    <a:cubicBezTo>
                      <a:pt x="2400" y="21"/>
                      <a:pt x="2350" y="51"/>
                      <a:pt x="2286" y="80"/>
                    </a:cubicBezTo>
                    <a:cubicBezTo>
                      <a:pt x="2035" y="210"/>
                      <a:pt x="1603" y="432"/>
                      <a:pt x="970" y="791"/>
                    </a:cubicBezTo>
                    <a:cubicBezTo>
                      <a:pt x="798" y="893"/>
                      <a:pt x="725" y="1122"/>
                      <a:pt x="675" y="1301"/>
                    </a:cubicBezTo>
                    <a:cubicBezTo>
                      <a:pt x="648" y="1424"/>
                      <a:pt x="373" y="2538"/>
                      <a:pt x="187" y="3322"/>
                    </a:cubicBezTo>
                    <a:cubicBezTo>
                      <a:pt x="151" y="3465"/>
                      <a:pt x="115" y="3601"/>
                      <a:pt x="94" y="3717"/>
                    </a:cubicBezTo>
                    <a:cubicBezTo>
                      <a:pt x="35" y="3946"/>
                      <a:pt x="1" y="4098"/>
                      <a:pt x="1" y="4098"/>
                    </a:cubicBezTo>
                    <a:cubicBezTo>
                      <a:pt x="1" y="4098"/>
                      <a:pt x="14" y="4105"/>
                      <a:pt x="35" y="4112"/>
                    </a:cubicBezTo>
                    <a:cubicBezTo>
                      <a:pt x="71" y="4127"/>
                      <a:pt x="130" y="4148"/>
                      <a:pt x="194" y="4170"/>
                    </a:cubicBezTo>
                    <a:cubicBezTo>
                      <a:pt x="259" y="4191"/>
                      <a:pt x="323" y="4213"/>
                      <a:pt x="396" y="4227"/>
                    </a:cubicBezTo>
                    <a:cubicBezTo>
                      <a:pt x="423" y="4234"/>
                      <a:pt x="453" y="4241"/>
                      <a:pt x="489" y="4248"/>
                    </a:cubicBezTo>
                    <a:cubicBezTo>
                      <a:pt x="525" y="4257"/>
                      <a:pt x="568" y="4264"/>
                      <a:pt x="604" y="4270"/>
                    </a:cubicBezTo>
                    <a:lnTo>
                      <a:pt x="648" y="3989"/>
                    </a:lnTo>
                    <a:cubicBezTo>
                      <a:pt x="648" y="3989"/>
                      <a:pt x="1036" y="3040"/>
                      <a:pt x="1165" y="2754"/>
                    </a:cubicBezTo>
                    <a:lnTo>
                      <a:pt x="1172" y="2747"/>
                    </a:lnTo>
                    <a:cubicBezTo>
                      <a:pt x="1322" y="2071"/>
                      <a:pt x="1474" y="1374"/>
                      <a:pt x="1502" y="1281"/>
                    </a:cubicBezTo>
                    <a:cubicBezTo>
                      <a:pt x="1553" y="1093"/>
                      <a:pt x="1596" y="943"/>
                      <a:pt x="1760" y="841"/>
                    </a:cubicBezTo>
                    <a:cubicBezTo>
                      <a:pt x="1912" y="741"/>
                      <a:pt x="2048" y="655"/>
                      <a:pt x="2178" y="582"/>
                    </a:cubicBezTo>
                    <a:cubicBezTo>
                      <a:pt x="2380" y="453"/>
                      <a:pt x="2552" y="353"/>
                      <a:pt x="2695" y="273"/>
                    </a:cubicBezTo>
                    <a:cubicBezTo>
                      <a:pt x="2745" y="246"/>
                      <a:pt x="2795" y="216"/>
                      <a:pt x="2839" y="194"/>
                    </a:cubicBezTo>
                    <a:cubicBezTo>
                      <a:pt x="2788" y="180"/>
                      <a:pt x="2752" y="173"/>
                      <a:pt x="2718" y="166"/>
                    </a:cubicBezTo>
                    <a:cubicBezTo>
                      <a:pt x="2509" y="101"/>
                      <a:pt x="2450" y="15"/>
                      <a:pt x="24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6" name="Google Shape;8756;p72">
                <a:extLst>
                  <a:ext uri="{FF2B5EF4-FFF2-40B4-BE49-F238E27FC236}">
                    <a16:creationId xmlns:a16="http://schemas.microsoft.com/office/drawing/2014/main" id="{53E8338A-A168-465C-A3D2-0F3EF3EBDF99}"/>
                  </a:ext>
                </a:extLst>
              </p:cNvPr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7" name="Google Shape;8757;p72">
                <a:extLst>
                  <a:ext uri="{FF2B5EF4-FFF2-40B4-BE49-F238E27FC236}">
                    <a16:creationId xmlns:a16="http://schemas.microsoft.com/office/drawing/2014/main" id="{62B3F9EE-865E-7289-042E-8BF5AF4BB2A1}"/>
                  </a:ext>
                </a:extLst>
              </p:cNvPr>
              <p:cNvSpPr/>
              <p:nvPr/>
            </p:nvSpPr>
            <p:spPr>
              <a:xfrm>
                <a:off x="7385684" y="4617368"/>
                <a:ext cx="117879" cy="120814"/>
              </a:xfrm>
              <a:custGeom>
                <a:avLst/>
                <a:gdLst/>
                <a:ahLst/>
                <a:cxnLst/>
                <a:rect l="l" t="t" r="r" b="b"/>
                <a:pathLst>
                  <a:path w="482" h="494" extrusionOk="0">
                    <a:moveTo>
                      <a:pt x="36" y="1"/>
                    </a:moveTo>
                    <a:lnTo>
                      <a:pt x="0" y="109"/>
                    </a:lnTo>
                    <a:cubicBezTo>
                      <a:pt x="29" y="116"/>
                      <a:pt x="73" y="130"/>
                      <a:pt x="86" y="146"/>
                    </a:cubicBezTo>
                    <a:cubicBezTo>
                      <a:pt x="107" y="159"/>
                      <a:pt x="116" y="282"/>
                      <a:pt x="7" y="332"/>
                    </a:cubicBezTo>
                    <a:cubicBezTo>
                      <a:pt x="36" y="382"/>
                      <a:pt x="79" y="475"/>
                      <a:pt x="159" y="491"/>
                    </a:cubicBezTo>
                    <a:cubicBezTo>
                      <a:pt x="173" y="493"/>
                      <a:pt x="187" y="494"/>
                      <a:pt x="202" y="494"/>
                    </a:cubicBezTo>
                    <a:cubicBezTo>
                      <a:pt x="268" y="494"/>
                      <a:pt x="335" y="474"/>
                      <a:pt x="370" y="474"/>
                    </a:cubicBezTo>
                    <a:cubicBezTo>
                      <a:pt x="374" y="474"/>
                      <a:pt x="378" y="474"/>
                      <a:pt x="381" y="475"/>
                    </a:cubicBezTo>
                    <a:cubicBezTo>
                      <a:pt x="409" y="353"/>
                      <a:pt x="452" y="223"/>
                      <a:pt x="481" y="137"/>
                    </a:cubicBezTo>
                    <a:cubicBezTo>
                      <a:pt x="302" y="102"/>
                      <a:pt x="116" y="30"/>
                      <a:pt x="36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8" name="Google Shape;8758;p72">
                <a:extLst>
                  <a:ext uri="{FF2B5EF4-FFF2-40B4-BE49-F238E27FC236}">
                    <a16:creationId xmlns:a16="http://schemas.microsoft.com/office/drawing/2014/main" id="{7EF61B96-E100-2168-391D-031ECFCCCCD6}"/>
                  </a:ext>
                </a:extLst>
              </p:cNvPr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9" name="Google Shape;8759;p72">
                <a:extLst>
                  <a:ext uri="{FF2B5EF4-FFF2-40B4-BE49-F238E27FC236}">
                    <a16:creationId xmlns:a16="http://schemas.microsoft.com/office/drawing/2014/main" id="{591CD5BB-5CB9-F4E8-76D8-C6DA99A62814}"/>
                  </a:ext>
                </a:extLst>
              </p:cNvPr>
              <p:cNvSpPr/>
              <p:nvPr/>
            </p:nvSpPr>
            <p:spPr>
              <a:xfrm>
                <a:off x="7352179" y="4639867"/>
                <a:ext cx="61874" cy="58695"/>
              </a:xfrm>
              <a:custGeom>
                <a:avLst/>
                <a:gdLst/>
                <a:ahLst/>
                <a:cxnLst/>
                <a:rect l="l" t="t" r="r" b="b"/>
                <a:pathLst>
                  <a:path w="253" h="240" extrusionOk="0">
                    <a:moveTo>
                      <a:pt x="97" y="1"/>
                    </a:moveTo>
                    <a:cubicBezTo>
                      <a:pt x="73" y="1"/>
                      <a:pt x="51" y="20"/>
                      <a:pt x="51" y="38"/>
                    </a:cubicBezTo>
                    <a:cubicBezTo>
                      <a:pt x="51" y="54"/>
                      <a:pt x="65" y="97"/>
                      <a:pt x="28" y="140"/>
                    </a:cubicBezTo>
                    <a:cubicBezTo>
                      <a:pt x="28" y="140"/>
                      <a:pt x="21" y="147"/>
                      <a:pt x="15" y="154"/>
                    </a:cubicBezTo>
                    <a:cubicBezTo>
                      <a:pt x="15" y="154"/>
                      <a:pt x="8" y="161"/>
                      <a:pt x="1" y="167"/>
                    </a:cubicBezTo>
                    <a:lnTo>
                      <a:pt x="28" y="240"/>
                    </a:lnTo>
                    <a:cubicBezTo>
                      <a:pt x="37" y="240"/>
                      <a:pt x="44" y="233"/>
                      <a:pt x="58" y="233"/>
                    </a:cubicBezTo>
                    <a:cubicBezTo>
                      <a:pt x="73" y="228"/>
                      <a:pt x="88" y="223"/>
                      <a:pt x="101" y="223"/>
                    </a:cubicBezTo>
                    <a:cubicBezTo>
                      <a:pt x="106" y="223"/>
                      <a:pt x="110" y="224"/>
                      <a:pt x="115" y="226"/>
                    </a:cubicBezTo>
                    <a:cubicBezTo>
                      <a:pt x="130" y="226"/>
                      <a:pt x="137" y="233"/>
                      <a:pt x="144" y="240"/>
                    </a:cubicBezTo>
                    <a:cubicBezTo>
                      <a:pt x="253" y="190"/>
                      <a:pt x="244" y="67"/>
                      <a:pt x="223" y="54"/>
                    </a:cubicBezTo>
                    <a:cubicBezTo>
                      <a:pt x="210" y="38"/>
                      <a:pt x="166" y="24"/>
                      <a:pt x="137" y="17"/>
                    </a:cubicBezTo>
                    <a:cubicBezTo>
                      <a:pt x="123" y="10"/>
                      <a:pt x="115" y="10"/>
                      <a:pt x="108" y="2"/>
                    </a:cubicBezTo>
                    <a:cubicBezTo>
                      <a:pt x="104" y="1"/>
                      <a:pt x="101" y="1"/>
                      <a:pt x="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0" name="Google Shape;8760;p72">
                <a:extLst>
                  <a:ext uri="{FF2B5EF4-FFF2-40B4-BE49-F238E27FC236}">
                    <a16:creationId xmlns:a16="http://schemas.microsoft.com/office/drawing/2014/main" id="{538E9904-B4EB-576D-E0FE-6F85BD2FED35}"/>
                  </a:ext>
                </a:extLst>
              </p:cNvPr>
              <p:cNvSpPr/>
              <p:nvPr/>
            </p:nvSpPr>
            <p:spPr>
              <a:xfrm>
                <a:off x="7065799" y="4738914"/>
                <a:ext cx="404506" cy="14820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606" extrusionOk="0">
                    <a:moveTo>
                      <a:pt x="71" y="1"/>
                    </a:moveTo>
                    <a:cubicBezTo>
                      <a:pt x="64" y="1"/>
                      <a:pt x="57" y="7"/>
                      <a:pt x="57" y="7"/>
                    </a:cubicBezTo>
                    <a:cubicBezTo>
                      <a:pt x="35" y="28"/>
                      <a:pt x="7" y="87"/>
                      <a:pt x="0" y="94"/>
                    </a:cubicBezTo>
                    <a:cubicBezTo>
                      <a:pt x="0" y="101"/>
                      <a:pt x="7" y="114"/>
                      <a:pt x="21" y="123"/>
                    </a:cubicBezTo>
                    <a:cubicBezTo>
                      <a:pt x="28" y="123"/>
                      <a:pt x="187" y="194"/>
                      <a:pt x="423" y="273"/>
                    </a:cubicBezTo>
                    <a:cubicBezTo>
                      <a:pt x="475" y="287"/>
                      <a:pt x="525" y="302"/>
                      <a:pt x="582" y="323"/>
                    </a:cubicBezTo>
                    <a:cubicBezTo>
                      <a:pt x="596" y="323"/>
                      <a:pt x="611" y="330"/>
                      <a:pt x="625" y="330"/>
                    </a:cubicBezTo>
                    <a:cubicBezTo>
                      <a:pt x="682" y="352"/>
                      <a:pt x="740" y="366"/>
                      <a:pt x="797" y="382"/>
                    </a:cubicBezTo>
                    <a:cubicBezTo>
                      <a:pt x="804" y="382"/>
                      <a:pt x="811" y="389"/>
                      <a:pt x="820" y="389"/>
                    </a:cubicBezTo>
                    <a:cubicBezTo>
                      <a:pt x="884" y="409"/>
                      <a:pt x="949" y="425"/>
                      <a:pt x="1013" y="446"/>
                    </a:cubicBezTo>
                    <a:cubicBezTo>
                      <a:pt x="1322" y="532"/>
                      <a:pt x="1574" y="604"/>
                      <a:pt x="1574" y="604"/>
                    </a:cubicBezTo>
                    <a:cubicBezTo>
                      <a:pt x="1574" y="604"/>
                      <a:pt x="1577" y="605"/>
                      <a:pt x="1583" y="605"/>
                    </a:cubicBezTo>
                    <a:cubicBezTo>
                      <a:pt x="1595" y="605"/>
                      <a:pt x="1614" y="602"/>
                      <a:pt x="1624" y="582"/>
                    </a:cubicBezTo>
                    <a:cubicBezTo>
                      <a:pt x="1631" y="561"/>
                      <a:pt x="1653" y="468"/>
                      <a:pt x="1653" y="468"/>
                    </a:cubicBezTo>
                    <a:cubicBezTo>
                      <a:pt x="1653" y="468"/>
                      <a:pt x="1544" y="439"/>
                      <a:pt x="1387" y="396"/>
                    </a:cubicBezTo>
                    <a:cubicBezTo>
                      <a:pt x="1365" y="389"/>
                      <a:pt x="1351" y="389"/>
                      <a:pt x="1329" y="382"/>
                    </a:cubicBezTo>
                    <a:cubicBezTo>
                      <a:pt x="1322" y="382"/>
                      <a:pt x="1322" y="373"/>
                      <a:pt x="1315" y="373"/>
                    </a:cubicBezTo>
                    <a:cubicBezTo>
                      <a:pt x="1294" y="366"/>
                      <a:pt x="1272" y="359"/>
                      <a:pt x="1251" y="359"/>
                    </a:cubicBezTo>
                    <a:cubicBezTo>
                      <a:pt x="1192" y="339"/>
                      <a:pt x="1136" y="323"/>
                      <a:pt x="1079" y="309"/>
                    </a:cubicBezTo>
                    <a:cubicBezTo>
                      <a:pt x="1049" y="302"/>
                      <a:pt x="1027" y="296"/>
                      <a:pt x="999" y="287"/>
                    </a:cubicBezTo>
                    <a:cubicBezTo>
                      <a:pt x="992" y="287"/>
                      <a:pt x="984" y="280"/>
                      <a:pt x="977" y="280"/>
                    </a:cubicBezTo>
                    <a:cubicBezTo>
                      <a:pt x="927" y="266"/>
                      <a:pt x="877" y="252"/>
                      <a:pt x="820" y="237"/>
                    </a:cubicBezTo>
                    <a:lnTo>
                      <a:pt x="811" y="237"/>
                    </a:lnTo>
                    <a:cubicBezTo>
                      <a:pt x="804" y="230"/>
                      <a:pt x="791" y="230"/>
                      <a:pt x="784" y="223"/>
                    </a:cubicBezTo>
                    <a:lnTo>
                      <a:pt x="761" y="223"/>
                    </a:lnTo>
                    <a:cubicBezTo>
                      <a:pt x="740" y="216"/>
                      <a:pt x="711" y="209"/>
                      <a:pt x="682" y="201"/>
                    </a:cubicBezTo>
                    <a:cubicBezTo>
                      <a:pt x="682" y="194"/>
                      <a:pt x="675" y="194"/>
                      <a:pt x="675" y="194"/>
                    </a:cubicBezTo>
                    <a:cubicBezTo>
                      <a:pt x="661" y="194"/>
                      <a:pt x="654" y="187"/>
                      <a:pt x="639" y="187"/>
                    </a:cubicBezTo>
                    <a:cubicBezTo>
                      <a:pt x="632" y="180"/>
                      <a:pt x="618" y="180"/>
                      <a:pt x="604" y="173"/>
                    </a:cubicBezTo>
                    <a:lnTo>
                      <a:pt x="582" y="173"/>
                    </a:lnTo>
                    <a:cubicBezTo>
                      <a:pt x="561" y="166"/>
                      <a:pt x="532" y="158"/>
                      <a:pt x="509" y="151"/>
                    </a:cubicBezTo>
                    <a:cubicBezTo>
                      <a:pt x="466" y="137"/>
                      <a:pt x="423" y="123"/>
                      <a:pt x="380" y="107"/>
                    </a:cubicBezTo>
                    <a:cubicBezTo>
                      <a:pt x="302" y="80"/>
                      <a:pt x="230" y="57"/>
                      <a:pt x="180" y="37"/>
                    </a:cubicBezTo>
                    <a:cubicBezTo>
                      <a:pt x="164" y="37"/>
                      <a:pt x="157" y="28"/>
                      <a:pt x="144" y="21"/>
                    </a:cubicBezTo>
                    <a:lnTo>
                      <a:pt x="130" y="21"/>
                    </a:lnTo>
                    <a:cubicBezTo>
                      <a:pt x="121" y="14"/>
                      <a:pt x="121" y="14"/>
                      <a:pt x="114" y="14"/>
                    </a:cubicBezTo>
                    <a:cubicBezTo>
                      <a:pt x="100" y="7"/>
                      <a:pt x="94" y="7"/>
                      <a:pt x="87" y="7"/>
                    </a:cubicBezTo>
                    <a:cubicBezTo>
                      <a:pt x="87" y="7"/>
                      <a:pt x="78" y="1"/>
                      <a:pt x="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1" name="Google Shape;8761;p72">
                <a:extLst>
                  <a:ext uri="{FF2B5EF4-FFF2-40B4-BE49-F238E27FC236}">
                    <a16:creationId xmlns:a16="http://schemas.microsoft.com/office/drawing/2014/main" id="{AC50CDDC-6788-4E04-3191-8B40E417E4D2}"/>
                  </a:ext>
                </a:extLst>
              </p:cNvPr>
              <p:cNvSpPr/>
              <p:nvPr/>
            </p:nvSpPr>
            <p:spPr>
              <a:xfrm>
                <a:off x="7211312" y="4696850"/>
                <a:ext cx="25190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103" h="87" extrusionOk="0">
                    <a:moveTo>
                      <a:pt x="44" y="0"/>
                    </a:moveTo>
                    <a:cubicBezTo>
                      <a:pt x="16" y="7"/>
                      <a:pt x="1" y="28"/>
                      <a:pt x="1" y="28"/>
                    </a:cubicBezTo>
                    <a:cubicBezTo>
                      <a:pt x="9" y="36"/>
                      <a:pt x="16" y="50"/>
                      <a:pt x="16" y="71"/>
                    </a:cubicBezTo>
                    <a:lnTo>
                      <a:pt x="23" y="71"/>
                    </a:lnTo>
                    <a:cubicBezTo>
                      <a:pt x="30" y="79"/>
                      <a:pt x="44" y="86"/>
                      <a:pt x="59" y="86"/>
                    </a:cubicBezTo>
                    <a:lnTo>
                      <a:pt x="102" y="86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2" name="Google Shape;8762;p72">
                <a:extLst>
                  <a:ext uri="{FF2B5EF4-FFF2-40B4-BE49-F238E27FC236}">
                    <a16:creationId xmlns:a16="http://schemas.microsoft.com/office/drawing/2014/main" id="{7C0B946C-C13B-225D-DB73-95A96DC38A0F}"/>
                  </a:ext>
                </a:extLst>
              </p:cNvPr>
              <p:cNvSpPr/>
              <p:nvPr/>
            </p:nvSpPr>
            <p:spPr>
              <a:xfrm>
                <a:off x="7250198" y="4696850"/>
                <a:ext cx="22989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94" h="87" extrusionOk="0">
                    <a:moveTo>
                      <a:pt x="0" y="0"/>
                    </a:moveTo>
                    <a:lnTo>
                      <a:pt x="7" y="86"/>
                    </a:lnTo>
                    <a:cubicBezTo>
                      <a:pt x="30" y="86"/>
                      <a:pt x="50" y="86"/>
                      <a:pt x="80" y="79"/>
                    </a:cubicBezTo>
                    <a:lnTo>
                      <a:pt x="93" y="79"/>
                    </a:lnTo>
                    <a:lnTo>
                      <a:pt x="87" y="50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3" name="Google Shape;8763;p72">
                <a:extLst>
                  <a:ext uri="{FF2B5EF4-FFF2-40B4-BE49-F238E27FC236}">
                    <a16:creationId xmlns:a16="http://schemas.microsoft.com/office/drawing/2014/main" id="{B6F9A365-6E73-7491-DD66-E143FF484FEA}"/>
                  </a:ext>
                </a:extLst>
              </p:cNvPr>
              <p:cNvSpPr/>
              <p:nvPr/>
            </p:nvSpPr>
            <p:spPr>
              <a:xfrm>
                <a:off x="7320631" y="4687801"/>
                <a:ext cx="22989" cy="21521"/>
              </a:xfrm>
              <a:custGeom>
                <a:avLst/>
                <a:gdLst/>
                <a:ahLst/>
                <a:cxnLst/>
                <a:rect l="l" t="t" r="r" b="b"/>
                <a:pathLst>
                  <a:path w="94" h="88" extrusionOk="0">
                    <a:moveTo>
                      <a:pt x="64" y="1"/>
                    </a:moveTo>
                    <a:cubicBezTo>
                      <a:pt x="57" y="1"/>
                      <a:pt x="44" y="8"/>
                      <a:pt x="37" y="8"/>
                    </a:cubicBezTo>
                    <a:cubicBezTo>
                      <a:pt x="21" y="8"/>
                      <a:pt x="7" y="15"/>
                      <a:pt x="0" y="15"/>
                    </a:cubicBezTo>
                    <a:lnTo>
                      <a:pt x="21" y="87"/>
                    </a:lnTo>
                    <a:cubicBezTo>
                      <a:pt x="44" y="87"/>
                      <a:pt x="71" y="80"/>
                      <a:pt x="94" y="73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4" name="Google Shape;8764;p72">
                <a:extLst>
                  <a:ext uri="{FF2B5EF4-FFF2-40B4-BE49-F238E27FC236}">
                    <a16:creationId xmlns:a16="http://schemas.microsoft.com/office/drawing/2014/main" id="{681E8FAD-2335-6EB1-F3AF-17CA6A4CAB75}"/>
                  </a:ext>
                </a:extLst>
              </p:cNvPr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5" name="Google Shape;8765;p72">
                <a:extLst>
                  <a:ext uri="{FF2B5EF4-FFF2-40B4-BE49-F238E27FC236}">
                    <a16:creationId xmlns:a16="http://schemas.microsoft.com/office/drawing/2014/main" id="{311FA360-B98F-279F-A85D-60B0604934D9}"/>
                  </a:ext>
                </a:extLst>
              </p:cNvPr>
              <p:cNvSpPr/>
              <p:nvPr/>
            </p:nvSpPr>
            <p:spPr>
              <a:xfrm>
                <a:off x="7285170" y="4692937"/>
                <a:ext cx="23478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96" h="87" extrusionOk="0">
                    <a:moveTo>
                      <a:pt x="73" y="0"/>
                    </a:moveTo>
                    <a:cubicBezTo>
                      <a:pt x="52" y="9"/>
                      <a:pt x="30" y="9"/>
                      <a:pt x="0" y="9"/>
                    </a:cubicBezTo>
                    <a:lnTo>
                      <a:pt x="16" y="87"/>
                    </a:lnTo>
                    <a:cubicBezTo>
                      <a:pt x="44" y="87"/>
                      <a:pt x="73" y="80"/>
                      <a:pt x="95" y="80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6" name="Google Shape;8766;p72">
                <a:extLst>
                  <a:ext uri="{FF2B5EF4-FFF2-40B4-BE49-F238E27FC236}">
                    <a16:creationId xmlns:a16="http://schemas.microsoft.com/office/drawing/2014/main" id="{8C2F0C2C-E797-90D3-B087-52F37985853B}"/>
                  </a:ext>
                </a:extLst>
              </p:cNvPr>
              <p:cNvSpPr/>
              <p:nvPr/>
            </p:nvSpPr>
            <p:spPr>
              <a:xfrm>
                <a:off x="7216937" y="4694160"/>
                <a:ext cx="268774" cy="159455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652" extrusionOk="0">
                    <a:moveTo>
                      <a:pt x="654" y="1"/>
                    </a:moveTo>
                    <a:cubicBezTo>
                      <a:pt x="641" y="1"/>
                      <a:pt x="626" y="6"/>
                      <a:pt x="611" y="11"/>
                    </a:cubicBezTo>
                    <a:cubicBezTo>
                      <a:pt x="597" y="11"/>
                      <a:pt x="590" y="18"/>
                      <a:pt x="581" y="18"/>
                    </a:cubicBezTo>
                    <a:lnTo>
                      <a:pt x="597" y="47"/>
                    </a:lnTo>
                    <a:lnTo>
                      <a:pt x="597" y="54"/>
                    </a:lnTo>
                    <a:cubicBezTo>
                      <a:pt x="604" y="68"/>
                      <a:pt x="597" y="90"/>
                      <a:pt x="574" y="97"/>
                    </a:cubicBezTo>
                    <a:cubicBezTo>
                      <a:pt x="571" y="99"/>
                      <a:pt x="567" y="100"/>
                      <a:pt x="563" y="100"/>
                    </a:cubicBezTo>
                    <a:cubicBezTo>
                      <a:pt x="551" y="100"/>
                      <a:pt x="537" y="92"/>
                      <a:pt x="531" y="75"/>
                    </a:cubicBezTo>
                    <a:lnTo>
                      <a:pt x="531" y="68"/>
                    </a:lnTo>
                    <a:lnTo>
                      <a:pt x="518" y="47"/>
                    </a:lnTo>
                    <a:cubicBezTo>
                      <a:pt x="495" y="54"/>
                      <a:pt x="468" y="61"/>
                      <a:pt x="445" y="61"/>
                    </a:cubicBezTo>
                    <a:lnTo>
                      <a:pt x="452" y="82"/>
                    </a:lnTo>
                    <a:lnTo>
                      <a:pt x="452" y="90"/>
                    </a:lnTo>
                    <a:cubicBezTo>
                      <a:pt x="452" y="104"/>
                      <a:pt x="438" y="118"/>
                      <a:pt x="424" y="125"/>
                    </a:cubicBezTo>
                    <a:cubicBezTo>
                      <a:pt x="421" y="127"/>
                      <a:pt x="418" y="127"/>
                      <a:pt x="415" y="127"/>
                    </a:cubicBezTo>
                    <a:cubicBezTo>
                      <a:pt x="401" y="127"/>
                      <a:pt x="388" y="115"/>
                      <a:pt x="388" y="104"/>
                    </a:cubicBezTo>
                    <a:lnTo>
                      <a:pt x="381" y="104"/>
                    </a:lnTo>
                    <a:lnTo>
                      <a:pt x="374" y="75"/>
                    </a:lnTo>
                    <a:cubicBezTo>
                      <a:pt x="352" y="75"/>
                      <a:pt x="323" y="82"/>
                      <a:pt x="295" y="82"/>
                    </a:cubicBezTo>
                    <a:lnTo>
                      <a:pt x="302" y="111"/>
                    </a:lnTo>
                    <a:lnTo>
                      <a:pt x="302" y="118"/>
                    </a:lnTo>
                    <a:cubicBezTo>
                      <a:pt x="302" y="134"/>
                      <a:pt x="295" y="140"/>
                      <a:pt x="288" y="147"/>
                    </a:cubicBezTo>
                    <a:cubicBezTo>
                      <a:pt x="288" y="154"/>
                      <a:pt x="279" y="154"/>
                      <a:pt x="273" y="154"/>
                    </a:cubicBezTo>
                    <a:cubicBezTo>
                      <a:pt x="259" y="154"/>
                      <a:pt x="245" y="147"/>
                      <a:pt x="236" y="125"/>
                    </a:cubicBezTo>
                    <a:lnTo>
                      <a:pt x="229" y="90"/>
                    </a:lnTo>
                    <a:lnTo>
                      <a:pt x="216" y="90"/>
                    </a:lnTo>
                    <a:cubicBezTo>
                      <a:pt x="186" y="97"/>
                      <a:pt x="166" y="97"/>
                      <a:pt x="143" y="97"/>
                    </a:cubicBezTo>
                    <a:lnTo>
                      <a:pt x="150" y="125"/>
                    </a:lnTo>
                    <a:cubicBezTo>
                      <a:pt x="150" y="125"/>
                      <a:pt x="150" y="134"/>
                      <a:pt x="143" y="140"/>
                    </a:cubicBezTo>
                    <a:cubicBezTo>
                      <a:pt x="143" y="147"/>
                      <a:pt x="129" y="161"/>
                      <a:pt x="116" y="161"/>
                    </a:cubicBezTo>
                    <a:lnTo>
                      <a:pt x="107" y="161"/>
                    </a:lnTo>
                    <a:cubicBezTo>
                      <a:pt x="93" y="154"/>
                      <a:pt x="86" y="147"/>
                      <a:pt x="86" y="140"/>
                    </a:cubicBezTo>
                    <a:cubicBezTo>
                      <a:pt x="79" y="140"/>
                      <a:pt x="79" y="134"/>
                      <a:pt x="79" y="125"/>
                    </a:cubicBezTo>
                    <a:lnTo>
                      <a:pt x="79" y="97"/>
                    </a:lnTo>
                    <a:lnTo>
                      <a:pt x="36" y="97"/>
                    </a:lnTo>
                    <a:cubicBezTo>
                      <a:pt x="21" y="97"/>
                      <a:pt x="7" y="90"/>
                      <a:pt x="0" y="82"/>
                    </a:cubicBezTo>
                    <a:lnTo>
                      <a:pt x="0" y="82"/>
                    </a:lnTo>
                    <a:cubicBezTo>
                      <a:pt x="7" y="104"/>
                      <a:pt x="14" y="140"/>
                      <a:pt x="21" y="177"/>
                    </a:cubicBezTo>
                    <a:cubicBezTo>
                      <a:pt x="21" y="204"/>
                      <a:pt x="21" y="234"/>
                      <a:pt x="29" y="270"/>
                    </a:cubicBezTo>
                    <a:cubicBezTo>
                      <a:pt x="29" y="297"/>
                      <a:pt x="29" y="334"/>
                      <a:pt x="21" y="370"/>
                    </a:cubicBezTo>
                    <a:cubicBezTo>
                      <a:pt x="36" y="370"/>
                      <a:pt x="43" y="377"/>
                      <a:pt x="57" y="377"/>
                    </a:cubicBezTo>
                    <a:cubicBezTo>
                      <a:pt x="57" y="377"/>
                      <a:pt x="64" y="377"/>
                      <a:pt x="64" y="384"/>
                    </a:cubicBezTo>
                    <a:cubicBezTo>
                      <a:pt x="93" y="392"/>
                      <a:pt x="122" y="399"/>
                      <a:pt x="143" y="406"/>
                    </a:cubicBezTo>
                    <a:lnTo>
                      <a:pt x="166" y="406"/>
                    </a:lnTo>
                    <a:cubicBezTo>
                      <a:pt x="173" y="413"/>
                      <a:pt x="186" y="413"/>
                      <a:pt x="193" y="420"/>
                    </a:cubicBezTo>
                    <a:lnTo>
                      <a:pt x="202" y="420"/>
                    </a:lnTo>
                    <a:cubicBezTo>
                      <a:pt x="259" y="435"/>
                      <a:pt x="309" y="449"/>
                      <a:pt x="359" y="463"/>
                    </a:cubicBezTo>
                    <a:cubicBezTo>
                      <a:pt x="366" y="463"/>
                      <a:pt x="374" y="470"/>
                      <a:pt x="381" y="470"/>
                    </a:cubicBezTo>
                    <a:cubicBezTo>
                      <a:pt x="409" y="479"/>
                      <a:pt x="431" y="485"/>
                      <a:pt x="461" y="492"/>
                    </a:cubicBezTo>
                    <a:cubicBezTo>
                      <a:pt x="518" y="506"/>
                      <a:pt x="574" y="522"/>
                      <a:pt x="633" y="542"/>
                    </a:cubicBezTo>
                    <a:cubicBezTo>
                      <a:pt x="654" y="542"/>
                      <a:pt x="676" y="549"/>
                      <a:pt x="697" y="556"/>
                    </a:cubicBezTo>
                    <a:cubicBezTo>
                      <a:pt x="704" y="556"/>
                      <a:pt x="704" y="565"/>
                      <a:pt x="711" y="565"/>
                    </a:cubicBezTo>
                    <a:cubicBezTo>
                      <a:pt x="733" y="572"/>
                      <a:pt x="747" y="572"/>
                      <a:pt x="769" y="579"/>
                    </a:cubicBezTo>
                    <a:cubicBezTo>
                      <a:pt x="926" y="622"/>
                      <a:pt x="1035" y="651"/>
                      <a:pt x="1035" y="651"/>
                    </a:cubicBezTo>
                    <a:cubicBezTo>
                      <a:pt x="1099" y="384"/>
                      <a:pt x="1092" y="197"/>
                      <a:pt x="1078" y="168"/>
                    </a:cubicBezTo>
                    <a:cubicBezTo>
                      <a:pt x="1078" y="161"/>
                      <a:pt x="1078" y="161"/>
                      <a:pt x="1071" y="161"/>
                    </a:cubicBezTo>
                    <a:cubicBezTo>
                      <a:pt x="1068" y="160"/>
                      <a:pt x="1064" y="160"/>
                      <a:pt x="1060" y="160"/>
                    </a:cubicBezTo>
                    <a:cubicBezTo>
                      <a:pt x="1025" y="160"/>
                      <a:pt x="958" y="180"/>
                      <a:pt x="892" y="180"/>
                    </a:cubicBezTo>
                    <a:cubicBezTo>
                      <a:pt x="877" y="180"/>
                      <a:pt x="863" y="179"/>
                      <a:pt x="849" y="177"/>
                    </a:cubicBezTo>
                    <a:cubicBezTo>
                      <a:pt x="769" y="161"/>
                      <a:pt x="726" y="68"/>
                      <a:pt x="697" y="18"/>
                    </a:cubicBezTo>
                    <a:cubicBezTo>
                      <a:pt x="690" y="11"/>
                      <a:pt x="683" y="4"/>
                      <a:pt x="668" y="4"/>
                    </a:cubicBezTo>
                    <a:cubicBezTo>
                      <a:pt x="663" y="2"/>
                      <a:pt x="659" y="1"/>
                      <a:pt x="6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7" name="Google Shape;8767;p72">
                <a:extLst>
                  <a:ext uri="{FF2B5EF4-FFF2-40B4-BE49-F238E27FC236}">
                    <a16:creationId xmlns:a16="http://schemas.microsoft.com/office/drawing/2014/main" id="{B5CBAF1E-D34B-A076-D027-70A36F5B8BC4}"/>
                  </a:ext>
                </a:extLst>
              </p:cNvPr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8" name="Google Shape;8768;p72">
                <a:extLst>
                  <a:ext uri="{FF2B5EF4-FFF2-40B4-BE49-F238E27FC236}">
                    <a16:creationId xmlns:a16="http://schemas.microsoft.com/office/drawing/2014/main" id="{5221771A-E644-C771-5E8B-FE49E94EDC11}"/>
                  </a:ext>
                </a:extLst>
              </p:cNvPr>
              <p:cNvSpPr/>
              <p:nvPr/>
            </p:nvSpPr>
            <p:spPr>
              <a:xfrm>
                <a:off x="7083163" y="4700029"/>
                <a:ext cx="141113" cy="84619"/>
              </a:xfrm>
              <a:custGeom>
                <a:avLst/>
                <a:gdLst/>
                <a:ahLst/>
                <a:cxnLst/>
                <a:rect l="l" t="t" r="r" b="b"/>
                <a:pathLst>
                  <a:path w="577" h="346" extrusionOk="0">
                    <a:moveTo>
                      <a:pt x="180" y="1"/>
                    </a:moveTo>
                    <a:cubicBezTo>
                      <a:pt x="159" y="1"/>
                      <a:pt x="130" y="8"/>
                      <a:pt x="109" y="15"/>
                    </a:cubicBezTo>
                    <a:cubicBezTo>
                      <a:pt x="93" y="23"/>
                      <a:pt x="86" y="30"/>
                      <a:pt x="73" y="44"/>
                    </a:cubicBezTo>
                    <a:cubicBezTo>
                      <a:pt x="66" y="51"/>
                      <a:pt x="59" y="58"/>
                      <a:pt x="59" y="73"/>
                    </a:cubicBezTo>
                    <a:cubicBezTo>
                      <a:pt x="50" y="73"/>
                      <a:pt x="50" y="80"/>
                      <a:pt x="50" y="80"/>
                    </a:cubicBezTo>
                    <a:cubicBezTo>
                      <a:pt x="23" y="116"/>
                      <a:pt x="0" y="160"/>
                      <a:pt x="0" y="160"/>
                    </a:cubicBezTo>
                    <a:cubicBezTo>
                      <a:pt x="7" y="160"/>
                      <a:pt x="16" y="166"/>
                      <a:pt x="16" y="166"/>
                    </a:cubicBezTo>
                    <a:cubicBezTo>
                      <a:pt x="23" y="166"/>
                      <a:pt x="29" y="166"/>
                      <a:pt x="43" y="173"/>
                    </a:cubicBezTo>
                    <a:cubicBezTo>
                      <a:pt x="50" y="173"/>
                      <a:pt x="50" y="173"/>
                      <a:pt x="59" y="180"/>
                    </a:cubicBezTo>
                    <a:lnTo>
                      <a:pt x="73" y="180"/>
                    </a:lnTo>
                    <a:cubicBezTo>
                      <a:pt x="86" y="187"/>
                      <a:pt x="93" y="196"/>
                      <a:pt x="109" y="196"/>
                    </a:cubicBezTo>
                    <a:cubicBezTo>
                      <a:pt x="159" y="216"/>
                      <a:pt x="231" y="239"/>
                      <a:pt x="309" y="266"/>
                    </a:cubicBezTo>
                    <a:cubicBezTo>
                      <a:pt x="352" y="282"/>
                      <a:pt x="395" y="296"/>
                      <a:pt x="438" y="310"/>
                    </a:cubicBezTo>
                    <a:cubicBezTo>
                      <a:pt x="461" y="317"/>
                      <a:pt x="490" y="325"/>
                      <a:pt x="511" y="332"/>
                    </a:cubicBezTo>
                    <a:lnTo>
                      <a:pt x="533" y="332"/>
                    </a:lnTo>
                    <a:cubicBezTo>
                      <a:pt x="547" y="339"/>
                      <a:pt x="554" y="339"/>
                      <a:pt x="568" y="346"/>
                    </a:cubicBezTo>
                    <a:cubicBezTo>
                      <a:pt x="576" y="310"/>
                      <a:pt x="576" y="273"/>
                      <a:pt x="576" y="246"/>
                    </a:cubicBezTo>
                    <a:cubicBezTo>
                      <a:pt x="568" y="210"/>
                      <a:pt x="568" y="180"/>
                      <a:pt x="568" y="153"/>
                    </a:cubicBezTo>
                    <a:cubicBezTo>
                      <a:pt x="561" y="116"/>
                      <a:pt x="554" y="80"/>
                      <a:pt x="547" y="58"/>
                    </a:cubicBezTo>
                    <a:lnTo>
                      <a:pt x="540" y="58"/>
                    </a:lnTo>
                    <a:cubicBezTo>
                      <a:pt x="540" y="37"/>
                      <a:pt x="533" y="23"/>
                      <a:pt x="525" y="15"/>
                    </a:cubicBezTo>
                    <a:cubicBezTo>
                      <a:pt x="518" y="1"/>
                      <a:pt x="511" y="1"/>
                      <a:pt x="5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9" name="Google Shape;8769;p72">
                <a:extLst>
                  <a:ext uri="{FF2B5EF4-FFF2-40B4-BE49-F238E27FC236}">
                    <a16:creationId xmlns:a16="http://schemas.microsoft.com/office/drawing/2014/main" id="{96D468A8-E45D-CDE8-CDBA-54691E557C35}"/>
                  </a:ext>
                </a:extLst>
              </p:cNvPr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0" name="Google Shape;8770;p72">
                <a:extLst>
                  <a:ext uri="{FF2B5EF4-FFF2-40B4-BE49-F238E27FC236}">
                    <a16:creationId xmlns:a16="http://schemas.microsoft.com/office/drawing/2014/main" id="{F9C6F4D6-3E4A-44FE-FF12-89D85CA67F75}"/>
                  </a:ext>
                </a:extLst>
              </p:cNvPr>
              <p:cNvSpPr/>
              <p:nvPr/>
            </p:nvSpPr>
            <p:spPr>
              <a:xfrm>
                <a:off x="7234546" y="4686089"/>
                <a:ext cx="19320" cy="47690"/>
              </a:xfrm>
              <a:custGeom>
                <a:avLst/>
                <a:gdLst/>
                <a:ahLst/>
                <a:cxnLst/>
                <a:rect l="l" t="t" r="r" b="b"/>
                <a:pathLst>
                  <a:path w="79" h="195" extrusionOk="0">
                    <a:moveTo>
                      <a:pt x="28" y="1"/>
                    </a:moveTo>
                    <a:cubicBezTo>
                      <a:pt x="14" y="8"/>
                      <a:pt x="0" y="22"/>
                      <a:pt x="0" y="37"/>
                    </a:cubicBezTo>
                    <a:lnTo>
                      <a:pt x="0" y="44"/>
                    </a:lnTo>
                    <a:lnTo>
                      <a:pt x="7" y="130"/>
                    </a:lnTo>
                    <a:lnTo>
                      <a:pt x="7" y="158"/>
                    </a:lnTo>
                    <a:cubicBezTo>
                      <a:pt x="7" y="167"/>
                      <a:pt x="7" y="173"/>
                      <a:pt x="14" y="173"/>
                    </a:cubicBezTo>
                    <a:cubicBezTo>
                      <a:pt x="14" y="180"/>
                      <a:pt x="21" y="187"/>
                      <a:pt x="35" y="194"/>
                    </a:cubicBezTo>
                    <a:lnTo>
                      <a:pt x="44" y="194"/>
                    </a:lnTo>
                    <a:cubicBezTo>
                      <a:pt x="57" y="194"/>
                      <a:pt x="71" y="180"/>
                      <a:pt x="71" y="173"/>
                    </a:cubicBezTo>
                    <a:cubicBezTo>
                      <a:pt x="78" y="167"/>
                      <a:pt x="78" y="158"/>
                      <a:pt x="78" y="158"/>
                    </a:cubicBezTo>
                    <a:lnTo>
                      <a:pt x="71" y="130"/>
                    </a:lnTo>
                    <a:lnTo>
                      <a:pt x="64" y="44"/>
                    </a:lnTo>
                    <a:lnTo>
                      <a:pt x="64" y="37"/>
                    </a:lnTo>
                    <a:cubicBezTo>
                      <a:pt x="64" y="15"/>
                      <a:pt x="50" y="1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1" name="Google Shape;8771;p72">
                <a:extLst>
                  <a:ext uri="{FF2B5EF4-FFF2-40B4-BE49-F238E27FC236}">
                    <a16:creationId xmlns:a16="http://schemas.microsoft.com/office/drawing/2014/main" id="{DDCFA95F-9F5B-FB0E-C1F9-60031DF9E635}"/>
                  </a:ext>
                </a:extLst>
              </p:cNvPr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2" name="Google Shape;8772;p72">
                <a:extLst>
                  <a:ext uri="{FF2B5EF4-FFF2-40B4-BE49-F238E27FC236}">
                    <a16:creationId xmlns:a16="http://schemas.microsoft.com/office/drawing/2014/main" id="{6856CFD1-221D-9B40-D20B-9EA903D02662}"/>
                  </a:ext>
                </a:extLst>
              </p:cNvPr>
              <p:cNvSpPr/>
              <p:nvPr/>
            </p:nvSpPr>
            <p:spPr>
              <a:xfrm>
                <a:off x="7267806" y="4686089"/>
                <a:ext cx="22989" cy="4597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88" extrusionOk="0">
                    <a:moveTo>
                      <a:pt x="28" y="1"/>
                    </a:moveTo>
                    <a:cubicBezTo>
                      <a:pt x="15" y="8"/>
                      <a:pt x="1" y="22"/>
                      <a:pt x="8" y="44"/>
                    </a:cubicBezTo>
                    <a:lnTo>
                      <a:pt x="15" y="94"/>
                    </a:lnTo>
                    <a:lnTo>
                      <a:pt x="21" y="123"/>
                    </a:lnTo>
                    <a:lnTo>
                      <a:pt x="28" y="158"/>
                    </a:lnTo>
                    <a:cubicBezTo>
                      <a:pt x="37" y="180"/>
                      <a:pt x="51" y="187"/>
                      <a:pt x="65" y="187"/>
                    </a:cubicBezTo>
                    <a:cubicBezTo>
                      <a:pt x="71" y="187"/>
                      <a:pt x="80" y="187"/>
                      <a:pt x="80" y="180"/>
                    </a:cubicBezTo>
                    <a:cubicBezTo>
                      <a:pt x="87" y="173"/>
                      <a:pt x="94" y="167"/>
                      <a:pt x="94" y="151"/>
                    </a:cubicBezTo>
                    <a:lnTo>
                      <a:pt x="94" y="144"/>
                    </a:lnTo>
                    <a:lnTo>
                      <a:pt x="87" y="115"/>
                    </a:lnTo>
                    <a:lnTo>
                      <a:pt x="71" y="37"/>
                    </a:lnTo>
                    <a:lnTo>
                      <a:pt x="71" y="28"/>
                    </a:lnTo>
                    <a:cubicBezTo>
                      <a:pt x="71" y="15"/>
                      <a:pt x="58" y="1"/>
                      <a:pt x="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3" name="Google Shape;8773;p72">
                <a:extLst>
                  <a:ext uri="{FF2B5EF4-FFF2-40B4-BE49-F238E27FC236}">
                    <a16:creationId xmlns:a16="http://schemas.microsoft.com/office/drawing/2014/main" id="{9B55AA55-0ED0-EE39-5557-F7F91EE6DE77}"/>
                  </a:ext>
                </a:extLst>
              </p:cNvPr>
              <p:cNvSpPr/>
              <p:nvPr/>
            </p:nvSpPr>
            <p:spPr>
              <a:xfrm>
                <a:off x="7301311" y="4680709"/>
                <a:ext cx="26168" cy="4475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83" extrusionOk="0">
                    <a:moveTo>
                      <a:pt x="29" y="0"/>
                    </a:moveTo>
                    <a:cubicBezTo>
                      <a:pt x="7" y="7"/>
                      <a:pt x="0" y="23"/>
                      <a:pt x="7" y="44"/>
                    </a:cubicBezTo>
                    <a:lnTo>
                      <a:pt x="7" y="50"/>
                    </a:lnTo>
                    <a:lnTo>
                      <a:pt x="29" y="130"/>
                    </a:lnTo>
                    <a:lnTo>
                      <a:pt x="36" y="159"/>
                    </a:lnTo>
                    <a:lnTo>
                      <a:pt x="43" y="159"/>
                    </a:lnTo>
                    <a:cubicBezTo>
                      <a:pt x="43" y="170"/>
                      <a:pt x="56" y="182"/>
                      <a:pt x="70" y="182"/>
                    </a:cubicBezTo>
                    <a:cubicBezTo>
                      <a:pt x="73" y="182"/>
                      <a:pt x="76" y="182"/>
                      <a:pt x="79" y="180"/>
                    </a:cubicBezTo>
                    <a:cubicBezTo>
                      <a:pt x="93" y="173"/>
                      <a:pt x="107" y="159"/>
                      <a:pt x="107" y="145"/>
                    </a:cubicBezTo>
                    <a:lnTo>
                      <a:pt x="107" y="137"/>
                    </a:lnTo>
                    <a:lnTo>
                      <a:pt x="100" y="116"/>
                    </a:lnTo>
                    <a:lnTo>
                      <a:pt x="79" y="44"/>
                    </a:lnTo>
                    <a:lnTo>
                      <a:pt x="72" y="23"/>
                    </a:lnTo>
                    <a:cubicBezTo>
                      <a:pt x="64" y="7"/>
                      <a:pt x="50" y="0"/>
                      <a:pt x="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4" name="Google Shape;8774;p72">
                <a:extLst>
                  <a:ext uri="{FF2B5EF4-FFF2-40B4-BE49-F238E27FC236}">
                    <a16:creationId xmlns:a16="http://schemas.microsoft.com/office/drawing/2014/main" id="{0B0B8175-C0A5-0BD8-FB53-D22630AB032B}"/>
                  </a:ext>
                </a:extLst>
              </p:cNvPr>
              <p:cNvSpPr/>
              <p:nvPr/>
            </p:nvSpPr>
            <p:spPr>
              <a:xfrm>
                <a:off x="7334571" y="4673861"/>
                <a:ext cx="30081" cy="44755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83" extrusionOk="0">
                    <a:moveTo>
                      <a:pt x="37" y="1"/>
                    </a:moveTo>
                    <a:cubicBezTo>
                      <a:pt x="30" y="1"/>
                      <a:pt x="30" y="1"/>
                      <a:pt x="23" y="8"/>
                    </a:cubicBezTo>
                    <a:cubicBezTo>
                      <a:pt x="7" y="15"/>
                      <a:pt x="0" y="28"/>
                      <a:pt x="7" y="51"/>
                    </a:cubicBezTo>
                    <a:lnTo>
                      <a:pt x="7" y="58"/>
                    </a:lnTo>
                    <a:lnTo>
                      <a:pt x="37" y="130"/>
                    </a:lnTo>
                    <a:lnTo>
                      <a:pt x="50" y="151"/>
                    </a:lnTo>
                    <a:lnTo>
                      <a:pt x="50" y="158"/>
                    </a:lnTo>
                    <a:cubicBezTo>
                      <a:pt x="56" y="175"/>
                      <a:pt x="70" y="183"/>
                      <a:pt x="82" y="183"/>
                    </a:cubicBezTo>
                    <a:cubicBezTo>
                      <a:pt x="86" y="183"/>
                      <a:pt x="90" y="182"/>
                      <a:pt x="93" y="180"/>
                    </a:cubicBezTo>
                    <a:cubicBezTo>
                      <a:pt x="116" y="173"/>
                      <a:pt x="123" y="151"/>
                      <a:pt x="116" y="137"/>
                    </a:cubicBezTo>
                    <a:lnTo>
                      <a:pt x="116" y="130"/>
                    </a:lnTo>
                    <a:lnTo>
                      <a:pt x="100" y="101"/>
                    </a:lnTo>
                    <a:lnTo>
                      <a:pt x="73" y="28"/>
                    </a:lnTo>
                    <a:lnTo>
                      <a:pt x="66" y="22"/>
                    </a:lnTo>
                    <a:cubicBezTo>
                      <a:pt x="66" y="8"/>
                      <a:pt x="50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5" name="Google Shape;8775;p72">
                <a:extLst>
                  <a:ext uri="{FF2B5EF4-FFF2-40B4-BE49-F238E27FC236}">
                    <a16:creationId xmlns:a16="http://schemas.microsoft.com/office/drawing/2014/main" id="{32A671D0-1BDE-81B1-DCB7-F46A2C94640D}"/>
                  </a:ext>
                </a:extLst>
              </p:cNvPr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6" name="Google Shape;8776;p72">
                <a:extLst>
                  <a:ext uri="{FF2B5EF4-FFF2-40B4-BE49-F238E27FC236}">
                    <a16:creationId xmlns:a16="http://schemas.microsoft.com/office/drawing/2014/main" id="{244557E4-F330-F20A-7858-6BDEE50B94FE}"/>
                  </a:ext>
                </a:extLst>
              </p:cNvPr>
              <p:cNvSpPr/>
              <p:nvPr/>
            </p:nvSpPr>
            <p:spPr>
              <a:xfrm>
                <a:off x="7383972" y="3659180"/>
                <a:ext cx="529233" cy="997326"/>
              </a:xfrm>
              <a:custGeom>
                <a:avLst/>
                <a:gdLst/>
                <a:ahLst/>
                <a:cxnLst/>
                <a:rect l="l" t="t" r="r" b="b"/>
                <a:pathLst>
                  <a:path w="2164" h="4078" extrusionOk="0">
                    <a:moveTo>
                      <a:pt x="1969" y="1"/>
                    </a:moveTo>
                    <a:cubicBezTo>
                      <a:pt x="1925" y="23"/>
                      <a:pt x="1875" y="53"/>
                      <a:pt x="1825" y="80"/>
                    </a:cubicBezTo>
                    <a:cubicBezTo>
                      <a:pt x="1682" y="160"/>
                      <a:pt x="1510" y="260"/>
                      <a:pt x="1308" y="389"/>
                    </a:cubicBezTo>
                    <a:cubicBezTo>
                      <a:pt x="1178" y="462"/>
                      <a:pt x="1042" y="548"/>
                      <a:pt x="890" y="648"/>
                    </a:cubicBezTo>
                    <a:cubicBezTo>
                      <a:pt x="726" y="750"/>
                      <a:pt x="683" y="900"/>
                      <a:pt x="632" y="1088"/>
                    </a:cubicBezTo>
                    <a:cubicBezTo>
                      <a:pt x="604" y="1181"/>
                      <a:pt x="452" y="1878"/>
                      <a:pt x="302" y="2554"/>
                    </a:cubicBezTo>
                    <a:cubicBezTo>
                      <a:pt x="150" y="3236"/>
                      <a:pt x="0" y="3905"/>
                      <a:pt x="0" y="3905"/>
                    </a:cubicBezTo>
                    <a:cubicBezTo>
                      <a:pt x="0" y="3905"/>
                      <a:pt x="14" y="3912"/>
                      <a:pt x="43" y="3919"/>
                    </a:cubicBezTo>
                    <a:cubicBezTo>
                      <a:pt x="123" y="3948"/>
                      <a:pt x="309" y="4020"/>
                      <a:pt x="488" y="4055"/>
                    </a:cubicBezTo>
                    <a:cubicBezTo>
                      <a:pt x="531" y="4064"/>
                      <a:pt x="575" y="4071"/>
                      <a:pt x="611" y="4077"/>
                    </a:cubicBezTo>
                    <a:lnTo>
                      <a:pt x="654" y="3796"/>
                    </a:lnTo>
                    <a:cubicBezTo>
                      <a:pt x="654" y="3796"/>
                      <a:pt x="1042" y="2847"/>
                      <a:pt x="1172" y="2561"/>
                    </a:cubicBezTo>
                    <a:cubicBezTo>
                      <a:pt x="1251" y="2382"/>
                      <a:pt x="1408" y="1921"/>
                      <a:pt x="1517" y="1612"/>
                    </a:cubicBezTo>
                    <a:cubicBezTo>
                      <a:pt x="1573" y="1440"/>
                      <a:pt x="1617" y="1310"/>
                      <a:pt x="1617" y="1310"/>
                    </a:cubicBezTo>
                    <a:cubicBezTo>
                      <a:pt x="1617" y="1310"/>
                      <a:pt x="1675" y="1310"/>
                      <a:pt x="1761" y="1303"/>
                    </a:cubicBezTo>
                    <a:cubicBezTo>
                      <a:pt x="1775" y="1310"/>
                      <a:pt x="1796" y="1310"/>
                      <a:pt x="1818" y="1310"/>
                    </a:cubicBezTo>
                    <a:lnTo>
                      <a:pt x="1868" y="1310"/>
                    </a:lnTo>
                    <a:lnTo>
                      <a:pt x="1868" y="1295"/>
                    </a:lnTo>
                    <a:lnTo>
                      <a:pt x="1898" y="1181"/>
                    </a:lnTo>
                    <a:lnTo>
                      <a:pt x="1962" y="886"/>
                    </a:lnTo>
                    <a:lnTo>
                      <a:pt x="2163" y="23"/>
                    </a:lnTo>
                    <a:cubicBezTo>
                      <a:pt x="2091" y="17"/>
                      <a:pt x="2027" y="10"/>
                      <a:pt x="19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7" name="Google Shape;8777;p72">
                <a:extLst>
                  <a:ext uri="{FF2B5EF4-FFF2-40B4-BE49-F238E27FC236}">
                    <a16:creationId xmlns:a16="http://schemas.microsoft.com/office/drawing/2014/main" id="{826ABC32-E114-F186-2B90-ED11C74256D5}"/>
                  </a:ext>
                </a:extLst>
              </p:cNvPr>
              <p:cNvSpPr/>
              <p:nvPr/>
            </p:nvSpPr>
            <p:spPr>
              <a:xfrm>
                <a:off x="7979720" y="3664805"/>
                <a:ext cx="188313" cy="300567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229" extrusionOk="0">
                    <a:moveTo>
                      <a:pt x="547" y="0"/>
                    </a:moveTo>
                    <a:cubicBezTo>
                      <a:pt x="468" y="7"/>
                      <a:pt x="381" y="14"/>
                      <a:pt x="281" y="14"/>
                    </a:cubicBezTo>
                    <a:lnTo>
                      <a:pt x="129" y="654"/>
                    </a:lnTo>
                    <a:lnTo>
                      <a:pt x="16" y="1158"/>
                    </a:lnTo>
                    <a:lnTo>
                      <a:pt x="0" y="1229"/>
                    </a:lnTo>
                    <a:cubicBezTo>
                      <a:pt x="72" y="1229"/>
                      <a:pt x="136" y="1222"/>
                      <a:pt x="195" y="1215"/>
                    </a:cubicBezTo>
                    <a:cubicBezTo>
                      <a:pt x="238" y="1208"/>
                      <a:pt x="281" y="1201"/>
                      <a:pt x="309" y="1194"/>
                    </a:cubicBezTo>
                    <a:cubicBezTo>
                      <a:pt x="367" y="1186"/>
                      <a:pt x="417" y="1172"/>
                      <a:pt x="461" y="1158"/>
                    </a:cubicBezTo>
                    <a:cubicBezTo>
                      <a:pt x="597" y="1108"/>
                      <a:pt x="697" y="1029"/>
                      <a:pt x="769" y="935"/>
                    </a:cubicBezTo>
                    <a:lnTo>
                      <a:pt x="55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8" name="Google Shape;8778;p72">
                <a:extLst>
                  <a:ext uri="{FF2B5EF4-FFF2-40B4-BE49-F238E27FC236}">
                    <a16:creationId xmlns:a16="http://schemas.microsoft.com/office/drawing/2014/main" id="{32276737-B50C-6666-7A0F-78F671569C2C}"/>
                  </a:ext>
                </a:extLst>
              </p:cNvPr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8" h="30" extrusionOk="0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9" name="Google Shape;8779;p72">
                <a:extLst>
                  <a:ext uri="{FF2B5EF4-FFF2-40B4-BE49-F238E27FC236}">
                    <a16:creationId xmlns:a16="http://schemas.microsoft.com/office/drawing/2014/main" id="{499323F0-0EC3-7429-8DAB-EC6E35A88DA8}"/>
                  </a:ext>
                </a:extLst>
              </p:cNvPr>
              <p:cNvSpPr/>
              <p:nvPr/>
            </p:nvSpPr>
            <p:spPr>
              <a:xfrm>
                <a:off x="8048441" y="3619317"/>
                <a:ext cx="65054" cy="49157"/>
              </a:xfrm>
              <a:custGeom>
                <a:avLst/>
                <a:gdLst/>
                <a:ahLst/>
                <a:cxnLst/>
                <a:rect l="l" t="t" r="r" b="b"/>
                <a:pathLst>
                  <a:path w="266" h="201" extrusionOk="0">
                    <a:moveTo>
                      <a:pt x="43" y="0"/>
                    </a:moveTo>
                    <a:lnTo>
                      <a:pt x="36" y="35"/>
                    </a:lnTo>
                    <a:lnTo>
                      <a:pt x="0" y="200"/>
                    </a:lnTo>
                    <a:cubicBezTo>
                      <a:pt x="100" y="200"/>
                      <a:pt x="187" y="193"/>
                      <a:pt x="266" y="186"/>
                    </a:cubicBezTo>
                    <a:lnTo>
                      <a:pt x="266" y="157"/>
                    </a:lnTo>
                    <a:lnTo>
                      <a:pt x="237" y="35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0" name="Google Shape;8780;p72">
                <a:extLst>
                  <a:ext uri="{FF2B5EF4-FFF2-40B4-BE49-F238E27FC236}">
                    <a16:creationId xmlns:a16="http://schemas.microsoft.com/office/drawing/2014/main" id="{8B70E066-8D68-800C-C88F-BEA45FC54E28}"/>
                  </a:ext>
                </a:extLst>
              </p:cNvPr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8" h="30" extrusionOk="0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1" name="Google Shape;8781;p72">
                <a:extLst>
                  <a:ext uri="{FF2B5EF4-FFF2-40B4-BE49-F238E27FC236}">
                    <a16:creationId xmlns:a16="http://schemas.microsoft.com/office/drawing/2014/main" id="{9D6319B0-3B7E-D645-659A-629E6653697A}"/>
                  </a:ext>
                </a:extLst>
              </p:cNvPr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2" name="Google Shape;8782;p72">
                <a:extLst>
                  <a:ext uri="{FF2B5EF4-FFF2-40B4-BE49-F238E27FC236}">
                    <a16:creationId xmlns:a16="http://schemas.microsoft.com/office/drawing/2014/main" id="{EEDE5C4B-0BB9-DBD9-B746-E6DA8169C018}"/>
                  </a:ext>
                </a:extLst>
              </p:cNvPr>
              <p:cNvSpPr/>
              <p:nvPr/>
            </p:nvSpPr>
            <p:spPr>
              <a:xfrm>
                <a:off x="7766953" y="3531030"/>
                <a:ext cx="156765" cy="134020"/>
              </a:xfrm>
              <a:custGeom>
                <a:avLst/>
                <a:gdLst/>
                <a:ahLst/>
                <a:cxnLst/>
                <a:rect l="l" t="t" r="r" b="b"/>
                <a:pathLst>
                  <a:path w="641" h="548" extrusionOk="0">
                    <a:moveTo>
                      <a:pt x="14" y="1"/>
                    </a:moveTo>
                    <a:cubicBezTo>
                      <a:pt x="7" y="202"/>
                      <a:pt x="1" y="332"/>
                      <a:pt x="1" y="332"/>
                    </a:cubicBezTo>
                    <a:cubicBezTo>
                      <a:pt x="14" y="346"/>
                      <a:pt x="73" y="432"/>
                      <a:pt x="282" y="497"/>
                    </a:cubicBezTo>
                    <a:cubicBezTo>
                      <a:pt x="316" y="504"/>
                      <a:pt x="352" y="511"/>
                      <a:pt x="403" y="525"/>
                    </a:cubicBezTo>
                    <a:cubicBezTo>
                      <a:pt x="461" y="534"/>
                      <a:pt x="525" y="541"/>
                      <a:pt x="597" y="547"/>
                    </a:cubicBezTo>
                    <a:lnTo>
                      <a:pt x="634" y="396"/>
                    </a:lnTo>
                    <a:lnTo>
                      <a:pt x="641" y="361"/>
                    </a:lnTo>
                    <a:lnTo>
                      <a:pt x="425" y="361"/>
                    </a:lnTo>
                    <a:cubicBezTo>
                      <a:pt x="382" y="361"/>
                      <a:pt x="346" y="339"/>
                      <a:pt x="316" y="309"/>
                    </a:cubicBezTo>
                    <a:cubicBezTo>
                      <a:pt x="309" y="296"/>
                      <a:pt x="309" y="289"/>
                      <a:pt x="302" y="275"/>
                    </a:cubicBezTo>
                    <a:cubicBezTo>
                      <a:pt x="296" y="259"/>
                      <a:pt x="296" y="246"/>
                      <a:pt x="296" y="232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3" name="Google Shape;8783;p72">
                <a:extLst>
                  <a:ext uri="{FF2B5EF4-FFF2-40B4-BE49-F238E27FC236}">
                    <a16:creationId xmlns:a16="http://schemas.microsoft.com/office/drawing/2014/main" id="{1BC6150E-F9C5-7693-CBC7-5ADA1208DDFB}"/>
                  </a:ext>
                </a:extLst>
              </p:cNvPr>
              <p:cNvSpPr/>
              <p:nvPr/>
            </p:nvSpPr>
            <p:spPr>
              <a:xfrm>
                <a:off x="7909531" y="2954846"/>
                <a:ext cx="7092" cy="684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14" y="0"/>
                    </a:moveTo>
                    <a:lnTo>
                      <a:pt x="1" y="28"/>
                    </a:lnTo>
                    <a:lnTo>
                      <a:pt x="1" y="28"/>
                    </a:lnTo>
                    <a:lnTo>
                      <a:pt x="28" y="14"/>
                    </a:lnTo>
                    <a:cubicBezTo>
                      <a:pt x="21" y="7"/>
                      <a:pt x="14" y="7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4" name="Google Shape;8784;p72">
                <a:extLst>
                  <a:ext uri="{FF2B5EF4-FFF2-40B4-BE49-F238E27FC236}">
                    <a16:creationId xmlns:a16="http://schemas.microsoft.com/office/drawing/2014/main" id="{5F98D988-7C78-9540-CDF8-8E6211622E02}"/>
                  </a:ext>
                </a:extLst>
              </p:cNvPr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5" name="Google Shape;8785;p72">
                <a:extLst>
                  <a:ext uri="{FF2B5EF4-FFF2-40B4-BE49-F238E27FC236}">
                    <a16:creationId xmlns:a16="http://schemas.microsoft.com/office/drawing/2014/main" id="{730F378B-2C66-3C73-6159-C90E7EE7232D}"/>
                  </a:ext>
                </a:extLst>
              </p:cNvPr>
              <p:cNvSpPr/>
              <p:nvPr/>
            </p:nvSpPr>
            <p:spPr>
              <a:xfrm>
                <a:off x="7888499" y="2460590"/>
                <a:ext cx="3668" cy="3668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0" y="1"/>
                    </a:moveTo>
                    <a:cubicBezTo>
                      <a:pt x="0" y="1"/>
                      <a:pt x="7" y="8"/>
                      <a:pt x="7" y="15"/>
                    </a:cubicBezTo>
                    <a:lnTo>
                      <a:pt x="7" y="8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6" name="Google Shape;8786;p72">
                <a:extLst>
                  <a:ext uri="{FF2B5EF4-FFF2-40B4-BE49-F238E27FC236}">
                    <a16:creationId xmlns:a16="http://schemas.microsoft.com/office/drawing/2014/main" id="{646B835A-C1F4-CDC1-7389-82FDDCAC9C16}"/>
                  </a:ext>
                </a:extLst>
              </p:cNvPr>
              <p:cNvSpPr/>
              <p:nvPr/>
            </p:nvSpPr>
            <p:spPr>
              <a:xfrm>
                <a:off x="7891923" y="2551811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0" y="1"/>
                    </a:moveTo>
                    <a:lnTo>
                      <a:pt x="50" y="9"/>
                    </a:lnTo>
                    <a:lnTo>
                      <a:pt x="5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7" name="Google Shape;8787;p72">
                <a:extLst>
                  <a:ext uri="{FF2B5EF4-FFF2-40B4-BE49-F238E27FC236}">
                    <a16:creationId xmlns:a16="http://schemas.microsoft.com/office/drawing/2014/main" id="{021CE982-B4E7-F652-D1B3-F022AC15705B}"/>
                  </a:ext>
                </a:extLst>
              </p:cNvPr>
              <p:cNvSpPr/>
              <p:nvPr/>
            </p:nvSpPr>
            <p:spPr>
              <a:xfrm>
                <a:off x="7896814" y="2592408"/>
                <a:ext cx="7581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31" h="30" extrusionOk="0">
                    <a:moveTo>
                      <a:pt x="30" y="0"/>
                    </a:moveTo>
                    <a:cubicBezTo>
                      <a:pt x="16" y="0"/>
                      <a:pt x="10" y="7"/>
                      <a:pt x="1" y="23"/>
                    </a:cubicBezTo>
                    <a:cubicBezTo>
                      <a:pt x="10" y="30"/>
                      <a:pt x="23" y="30"/>
                      <a:pt x="30" y="30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8" name="Google Shape;8788;p72">
                <a:extLst>
                  <a:ext uri="{FF2B5EF4-FFF2-40B4-BE49-F238E27FC236}">
                    <a16:creationId xmlns:a16="http://schemas.microsoft.com/office/drawing/2014/main" id="{332FEA81-C9A3-08B6-05FC-FC05C8F966C1}"/>
                  </a:ext>
                </a:extLst>
              </p:cNvPr>
              <p:cNvSpPr/>
              <p:nvPr/>
            </p:nvSpPr>
            <p:spPr>
              <a:xfrm>
                <a:off x="7888499" y="2460590"/>
                <a:ext cx="3668" cy="3668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0" y="1"/>
                    </a:moveTo>
                    <a:cubicBezTo>
                      <a:pt x="0" y="1"/>
                      <a:pt x="7" y="8"/>
                      <a:pt x="7" y="15"/>
                    </a:cubicBezTo>
                    <a:lnTo>
                      <a:pt x="7" y="8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9" name="Google Shape;8789;p72">
                <a:extLst>
                  <a:ext uri="{FF2B5EF4-FFF2-40B4-BE49-F238E27FC236}">
                    <a16:creationId xmlns:a16="http://schemas.microsoft.com/office/drawing/2014/main" id="{DFE3CA80-15BE-A618-0034-BD8B3D6BE11B}"/>
                  </a:ext>
                </a:extLst>
              </p:cNvPr>
              <p:cNvSpPr/>
              <p:nvPr/>
            </p:nvSpPr>
            <p:spPr>
              <a:xfrm>
                <a:off x="7995617" y="2690966"/>
                <a:ext cx="179509" cy="232334"/>
              </a:xfrm>
              <a:custGeom>
                <a:avLst/>
                <a:gdLst/>
                <a:ahLst/>
                <a:cxnLst/>
                <a:rect l="l" t="t" r="r" b="b"/>
                <a:pathLst>
                  <a:path w="734" h="950" extrusionOk="0">
                    <a:moveTo>
                      <a:pt x="727" y="1"/>
                    </a:moveTo>
                    <a:cubicBezTo>
                      <a:pt x="727" y="8"/>
                      <a:pt x="718" y="15"/>
                      <a:pt x="718" y="15"/>
                    </a:cubicBezTo>
                    <a:cubicBezTo>
                      <a:pt x="575" y="267"/>
                      <a:pt x="280" y="403"/>
                      <a:pt x="57" y="439"/>
                    </a:cubicBezTo>
                    <a:cubicBezTo>
                      <a:pt x="51" y="453"/>
                      <a:pt x="51" y="467"/>
                      <a:pt x="44" y="475"/>
                    </a:cubicBezTo>
                    <a:cubicBezTo>
                      <a:pt x="44" y="489"/>
                      <a:pt x="37" y="496"/>
                      <a:pt x="28" y="510"/>
                    </a:cubicBezTo>
                    <a:lnTo>
                      <a:pt x="21" y="668"/>
                    </a:lnTo>
                    <a:lnTo>
                      <a:pt x="7" y="820"/>
                    </a:lnTo>
                    <a:lnTo>
                      <a:pt x="1" y="950"/>
                    </a:lnTo>
                    <a:lnTo>
                      <a:pt x="366" y="682"/>
                    </a:lnTo>
                    <a:lnTo>
                      <a:pt x="724" y="419"/>
                    </a:lnTo>
                    <a:lnTo>
                      <a:pt x="724" y="419"/>
                    </a:lnTo>
                    <a:cubicBezTo>
                      <a:pt x="725" y="420"/>
                      <a:pt x="726" y="422"/>
                      <a:pt x="727" y="424"/>
                    </a:cubicBezTo>
                    <a:lnTo>
                      <a:pt x="727" y="417"/>
                    </a:lnTo>
                    <a:lnTo>
                      <a:pt x="724" y="419"/>
                    </a:lnTo>
                    <a:lnTo>
                      <a:pt x="724" y="419"/>
                    </a:lnTo>
                    <a:cubicBezTo>
                      <a:pt x="718" y="408"/>
                      <a:pt x="718" y="402"/>
                      <a:pt x="718" y="396"/>
                    </a:cubicBezTo>
                    <a:lnTo>
                      <a:pt x="718" y="294"/>
                    </a:lnTo>
                    <a:lnTo>
                      <a:pt x="718" y="267"/>
                    </a:lnTo>
                    <a:lnTo>
                      <a:pt x="718" y="230"/>
                    </a:lnTo>
                    <a:lnTo>
                      <a:pt x="718" y="201"/>
                    </a:lnTo>
                    <a:cubicBezTo>
                      <a:pt x="718" y="151"/>
                      <a:pt x="727" y="108"/>
                      <a:pt x="727" y="65"/>
                    </a:cubicBezTo>
                    <a:lnTo>
                      <a:pt x="727" y="44"/>
                    </a:lnTo>
                    <a:cubicBezTo>
                      <a:pt x="734" y="44"/>
                      <a:pt x="734" y="35"/>
                      <a:pt x="734" y="35"/>
                    </a:cubicBezTo>
                    <a:lnTo>
                      <a:pt x="734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0" name="Google Shape;8790;p72">
                <a:extLst>
                  <a:ext uri="{FF2B5EF4-FFF2-40B4-BE49-F238E27FC236}">
                    <a16:creationId xmlns:a16="http://schemas.microsoft.com/office/drawing/2014/main" id="{D02B8CFD-BA71-5D2B-9EBB-238A84A50B36}"/>
                  </a:ext>
                </a:extLst>
              </p:cNvPr>
              <p:cNvSpPr/>
              <p:nvPr/>
            </p:nvSpPr>
            <p:spPr>
              <a:xfrm>
                <a:off x="7891923" y="2551811"/>
                <a:ext cx="22989" cy="415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7" extrusionOk="0">
                    <a:moveTo>
                      <a:pt x="0" y="1"/>
                    </a:moveTo>
                    <a:lnTo>
                      <a:pt x="50" y="9"/>
                    </a:lnTo>
                    <a:lnTo>
                      <a:pt x="93" y="16"/>
                    </a:lnTo>
                    <a:cubicBezTo>
                      <a:pt x="86" y="9"/>
                      <a:pt x="73" y="9"/>
                      <a:pt x="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1" name="Google Shape;8791;p72">
                <a:extLst>
                  <a:ext uri="{FF2B5EF4-FFF2-40B4-BE49-F238E27FC236}">
                    <a16:creationId xmlns:a16="http://schemas.microsoft.com/office/drawing/2014/main" id="{4A930C4A-AEBB-7718-8A9F-E3676FABDF9F}"/>
                  </a:ext>
                </a:extLst>
              </p:cNvPr>
              <p:cNvSpPr/>
              <p:nvPr/>
            </p:nvSpPr>
            <p:spPr>
              <a:xfrm>
                <a:off x="7895102" y="2590696"/>
                <a:ext cx="25190" cy="35217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44" extrusionOk="0">
                    <a:moveTo>
                      <a:pt x="44" y="0"/>
                    </a:moveTo>
                    <a:cubicBezTo>
                      <a:pt x="44" y="0"/>
                      <a:pt x="37" y="0"/>
                      <a:pt x="37" y="7"/>
                    </a:cubicBezTo>
                    <a:cubicBezTo>
                      <a:pt x="23" y="7"/>
                      <a:pt x="17" y="14"/>
                      <a:pt x="8" y="30"/>
                    </a:cubicBezTo>
                    <a:cubicBezTo>
                      <a:pt x="1" y="43"/>
                      <a:pt x="1" y="57"/>
                      <a:pt x="1" y="80"/>
                    </a:cubicBezTo>
                    <a:cubicBezTo>
                      <a:pt x="1" y="116"/>
                      <a:pt x="30" y="143"/>
                      <a:pt x="51" y="143"/>
                    </a:cubicBezTo>
                    <a:cubicBezTo>
                      <a:pt x="80" y="137"/>
                      <a:pt x="103" y="109"/>
                      <a:pt x="103" y="66"/>
                    </a:cubicBezTo>
                    <a:cubicBezTo>
                      <a:pt x="94" y="30"/>
                      <a:pt x="73" y="0"/>
                      <a:pt x="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2" name="Google Shape;8792;p72">
                <a:extLst>
                  <a:ext uri="{FF2B5EF4-FFF2-40B4-BE49-F238E27FC236}">
                    <a16:creationId xmlns:a16="http://schemas.microsoft.com/office/drawing/2014/main" id="{5C7514CA-8F36-C1C6-D2E4-A80C2203C9F7}"/>
                  </a:ext>
                </a:extLst>
              </p:cNvPr>
              <p:cNvSpPr/>
              <p:nvPr/>
            </p:nvSpPr>
            <p:spPr>
              <a:xfrm>
                <a:off x="7937411" y="2661129"/>
                <a:ext cx="12473" cy="22989"/>
              </a:xfrm>
              <a:custGeom>
                <a:avLst/>
                <a:gdLst/>
                <a:ahLst/>
                <a:cxnLst/>
                <a:rect l="l" t="t" r="r" b="b"/>
                <a:pathLst>
                  <a:path w="51" h="94" extrusionOk="0">
                    <a:moveTo>
                      <a:pt x="23" y="0"/>
                    </a:moveTo>
                    <a:lnTo>
                      <a:pt x="23" y="0"/>
                    </a:lnTo>
                    <a:cubicBezTo>
                      <a:pt x="1" y="71"/>
                      <a:pt x="51" y="94"/>
                      <a:pt x="51" y="94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3" name="Google Shape;8793;p72">
                <a:extLst>
                  <a:ext uri="{FF2B5EF4-FFF2-40B4-BE49-F238E27FC236}">
                    <a16:creationId xmlns:a16="http://schemas.microsoft.com/office/drawing/2014/main" id="{3D7C7E16-0A1F-957A-DC7E-F902A61615A0}"/>
                  </a:ext>
                </a:extLst>
              </p:cNvPr>
              <p:cNvSpPr/>
              <p:nvPr/>
            </p:nvSpPr>
            <p:spPr>
              <a:xfrm>
                <a:off x="7949639" y="2717133"/>
                <a:ext cx="61874" cy="15407"/>
              </a:xfrm>
              <a:custGeom>
                <a:avLst/>
                <a:gdLst/>
                <a:ahLst/>
                <a:cxnLst/>
                <a:rect l="l" t="t" r="r" b="b"/>
                <a:pathLst>
                  <a:path w="253" h="63" extrusionOk="0">
                    <a:moveTo>
                      <a:pt x="252" y="1"/>
                    </a:moveTo>
                    <a:lnTo>
                      <a:pt x="1" y="58"/>
                    </a:lnTo>
                    <a:cubicBezTo>
                      <a:pt x="1" y="58"/>
                      <a:pt x="22" y="63"/>
                      <a:pt x="55" y="63"/>
                    </a:cubicBezTo>
                    <a:cubicBezTo>
                      <a:pt x="104" y="63"/>
                      <a:pt x="179" y="52"/>
                      <a:pt x="2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4" name="Google Shape;8794;p72">
                <a:extLst>
                  <a:ext uri="{FF2B5EF4-FFF2-40B4-BE49-F238E27FC236}">
                    <a16:creationId xmlns:a16="http://schemas.microsoft.com/office/drawing/2014/main" id="{A5CDE293-6FF8-72E4-A00C-431CBE9151E8}"/>
                  </a:ext>
                </a:extLst>
              </p:cNvPr>
              <p:cNvSpPr/>
              <p:nvPr/>
            </p:nvSpPr>
            <p:spPr>
              <a:xfrm>
                <a:off x="8012980" y="2578468"/>
                <a:ext cx="31793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9" extrusionOk="0">
                    <a:moveTo>
                      <a:pt x="59" y="0"/>
                    </a:moveTo>
                    <a:cubicBezTo>
                      <a:pt x="30" y="7"/>
                      <a:pt x="0" y="43"/>
                      <a:pt x="9" y="87"/>
                    </a:cubicBezTo>
                    <a:cubicBezTo>
                      <a:pt x="9" y="130"/>
                      <a:pt x="43" y="159"/>
                      <a:pt x="73" y="159"/>
                    </a:cubicBezTo>
                    <a:cubicBezTo>
                      <a:pt x="109" y="159"/>
                      <a:pt x="130" y="116"/>
                      <a:pt x="130" y="73"/>
                    </a:cubicBezTo>
                    <a:cubicBezTo>
                      <a:pt x="123" y="30"/>
                      <a:pt x="95" y="0"/>
                      <a:pt x="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5" name="Google Shape;8795;p72">
                <a:extLst>
                  <a:ext uri="{FF2B5EF4-FFF2-40B4-BE49-F238E27FC236}">
                    <a16:creationId xmlns:a16="http://schemas.microsoft.com/office/drawing/2014/main" id="{2ABD4DCC-3D3C-444E-95C4-8F72C881C69E}"/>
                  </a:ext>
                </a:extLst>
              </p:cNvPr>
              <p:cNvSpPr/>
              <p:nvPr/>
            </p:nvSpPr>
            <p:spPr>
              <a:xfrm>
                <a:off x="8000752" y="2544963"/>
                <a:ext cx="52826" cy="7092"/>
              </a:xfrm>
              <a:custGeom>
                <a:avLst/>
                <a:gdLst/>
                <a:ahLst/>
                <a:cxnLst/>
                <a:rect l="l" t="t" r="r" b="b"/>
                <a:pathLst>
                  <a:path w="216" h="29" extrusionOk="0">
                    <a:moveTo>
                      <a:pt x="159" y="1"/>
                    </a:moveTo>
                    <a:cubicBezTo>
                      <a:pt x="50" y="1"/>
                      <a:pt x="0" y="29"/>
                      <a:pt x="0" y="29"/>
                    </a:cubicBezTo>
                    <a:lnTo>
                      <a:pt x="188" y="15"/>
                    </a:lnTo>
                    <a:lnTo>
                      <a:pt x="216" y="8"/>
                    </a:lnTo>
                    <a:cubicBezTo>
                      <a:pt x="195" y="8"/>
                      <a:pt x="180" y="8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6" name="Google Shape;8796;p72">
                <a:extLst>
                  <a:ext uri="{FF2B5EF4-FFF2-40B4-BE49-F238E27FC236}">
                    <a16:creationId xmlns:a16="http://schemas.microsoft.com/office/drawing/2014/main" id="{0262BDC2-E888-E0AC-AB63-D74DC20F153F}"/>
                  </a:ext>
                </a:extLst>
              </p:cNvPr>
              <p:cNvSpPr/>
              <p:nvPr/>
            </p:nvSpPr>
            <p:spPr>
              <a:xfrm>
                <a:off x="7891923" y="2551811"/>
                <a:ext cx="152852" cy="180732"/>
              </a:xfrm>
              <a:custGeom>
                <a:avLst/>
                <a:gdLst/>
                <a:ahLst/>
                <a:cxnLst/>
                <a:rect l="l" t="t" r="r" b="b"/>
                <a:pathLst>
                  <a:path w="625" h="739" extrusionOk="0">
                    <a:moveTo>
                      <a:pt x="0" y="1"/>
                    </a:moveTo>
                    <a:lnTo>
                      <a:pt x="50" y="9"/>
                    </a:lnTo>
                    <a:lnTo>
                      <a:pt x="93" y="16"/>
                    </a:lnTo>
                    <a:cubicBezTo>
                      <a:pt x="86" y="9"/>
                      <a:pt x="73" y="9"/>
                      <a:pt x="50" y="1"/>
                    </a:cubicBezTo>
                    <a:close/>
                    <a:moveTo>
                      <a:pt x="554" y="109"/>
                    </a:moveTo>
                    <a:cubicBezTo>
                      <a:pt x="525" y="116"/>
                      <a:pt x="495" y="152"/>
                      <a:pt x="504" y="196"/>
                    </a:cubicBezTo>
                    <a:cubicBezTo>
                      <a:pt x="504" y="239"/>
                      <a:pt x="538" y="268"/>
                      <a:pt x="568" y="268"/>
                    </a:cubicBezTo>
                    <a:cubicBezTo>
                      <a:pt x="604" y="268"/>
                      <a:pt x="625" y="225"/>
                      <a:pt x="625" y="182"/>
                    </a:cubicBezTo>
                    <a:cubicBezTo>
                      <a:pt x="618" y="139"/>
                      <a:pt x="590" y="109"/>
                      <a:pt x="554" y="109"/>
                    </a:cubicBezTo>
                    <a:close/>
                    <a:moveTo>
                      <a:pt x="57" y="159"/>
                    </a:moveTo>
                    <a:cubicBezTo>
                      <a:pt x="57" y="159"/>
                      <a:pt x="50" y="159"/>
                      <a:pt x="50" y="166"/>
                    </a:cubicBezTo>
                    <a:cubicBezTo>
                      <a:pt x="36" y="166"/>
                      <a:pt x="30" y="173"/>
                      <a:pt x="21" y="189"/>
                    </a:cubicBezTo>
                    <a:cubicBezTo>
                      <a:pt x="14" y="202"/>
                      <a:pt x="14" y="216"/>
                      <a:pt x="14" y="239"/>
                    </a:cubicBezTo>
                    <a:cubicBezTo>
                      <a:pt x="14" y="275"/>
                      <a:pt x="43" y="302"/>
                      <a:pt x="64" y="302"/>
                    </a:cubicBezTo>
                    <a:cubicBezTo>
                      <a:pt x="93" y="296"/>
                      <a:pt x="116" y="268"/>
                      <a:pt x="116" y="225"/>
                    </a:cubicBezTo>
                    <a:cubicBezTo>
                      <a:pt x="107" y="189"/>
                      <a:pt x="86" y="159"/>
                      <a:pt x="57" y="159"/>
                    </a:cubicBezTo>
                    <a:close/>
                    <a:moveTo>
                      <a:pt x="209" y="447"/>
                    </a:moveTo>
                    <a:lnTo>
                      <a:pt x="209" y="447"/>
                    </a:lnTo>
                    <a:cubicBezTo>
                      <a:pt x="187" y="518"/>
                      <a:pt x="237" y="541"/>
                      <a:pt x="237" y="541"/>
                    </a:cubicBezTo>
                    <a:lnTo>
                      <a:pt x="209" y="447"/>
                    </a:lnTo>
                    <a:close/>
                    <a:moveTo>
                      <a:pt x="488" y="677"/>
                    </a:moveTo>
                    <a:lnTo>
                      <a:pt x="237" y="734"/>
                    </a:lnTo>
                    <a:cubicBezTo>
                      <a:pt x="237" y="734"/>
                      <a:pt x="258" y="739"/>
                      <a:pt x="291" y="739"/>
                    </a:cubicBezTo>
                    <a:cubicBezTo>
                      <a:pt x="340" y="739"/>
                      <a:pt x="415" y="728"/>
                      <a:pt x="488" y="677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7" name="Google Shape;8797;p72">
                <a:extLst>
                  <a:ext uri="{FF2B5EF4-FFF2-40B4-BE49-F238E27FC236}">
                    <a16:creationId xmlns:a16="http://schemas.microsoft.com/office/drawing/2014/main" id="{BE1E6A43-6A47-754E-BF93-9CE2DDA41794}"/>
                  </a:ext>
                </a:extLst>
              </p:cNvPr>
              <p:cNvSpPr/>
              <p:nvPr/>
            </p:nvSpPr>
            <p:spPr>
              <a:xfrm>
                <a:off x="7840810" y="2324369"/>
                <a:ext cx="444859" cy="438745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794" extrusionOk="0">
                    <a:moveTo>
                      <a:pt x="935" y="1"/>
                    </a:moveTo>
                    <a:cubicBezTo>
                      <a:pt x="603" y="1"/>
                      <a:pt x="281" y="158"/>
                      <a:pt x="109" y="449"/>
                    </a:cubicBezTo>
                    <a:cubicBezTo>
                      <a:pt x="109" y="449"/>
                      <a:pt x="23" y="644"/>
                      <a:pt x="7" y="837"/>
                    </a:cubicBezTo>
                    <a:cubicBezTo>
                      <a:pt x="0" y="989"/>
                      <a:pt x="73" y="1082"/>
                      <a:pt x="173" y="1112"/>
                    </a:cubicBezTo>
                    <a:cubicBezTo>
                      <a:pt x="173" y="1082"/>
                      <a:pt x="173" y="1039"/>
                      <a:pt x="166" y="996"/>
                    </a:cubicBezTo>
                    <a:cubicBezTo>
                      <a:pt x="152" y="853"/>
                      <a:pt x="159" y="708"/>
                      <a:pt x="202" y="579"/>
                    </a:cubicBezTo>
                    <a:cubicBezTo>
                      <a:pt x="209" y="608"/>
                      <a:pt x="223" y="658"/>
                      <a:pt x="259" y="724"/>
                    </a:cubicBezTo>
                    <a:cubicBezTo>
                      <a:pt x="309" y="824"/>
                      <a:pt x="396" y="939"/>
                      <a:pt x="540" y="1010"/>
                    </a:cubicBezTo>
                    <a:cubicBezTo>
                      <a:pt x="525" y="924"/>
                      <a:pt x="504" y="837"/>
                      <a:pt x="489" y="767"/>
                    </a:cubicBezTo>
                    <a:lnTo>
                      <a:pt x="489" y="767"/>
                    </a:lnTo>
                    <a:cubicBezTo>
                      <a:pt x="575" y="817"/>
                      <a:pt x="684" y="867"/>
                      <a:pt x="813" y="903"/>
                    </a:cubicBezTo>
                    <a:cubicBezTo>
                      <a:pt x="834" y="910"/>
                      <a:pt x="849" y="910"/>
                      <a:pt x="870" y="910"/>
                    </a:cubicBezTo>
                    <a:lnTo>
                      <a:pt x="842" y="917"/>
                    </a:lnTo>
                    <a:cubicBezTo>
                      <a:pt x="956" y="946"/>
                      <a:pt x="1086" y="974"/>
                      <a:pt x="1230" y="989"/>
                    </a:cubicBezTo>
                    <a:lnTo>
                      <a:pt x="1331" y="1248"/>
                    </a:lnTo>
                    <a:cubicBezTo>
                      <a:pt x="1331" y="1248"/>
                      <a:pt x="1367" y="1219"/>
                      <a:pt x="1403" y="1162"/>
                    </a:cubicBezTo>
                    <a:cubicBezTo>
                      <a:pt x="1403" y="1155"/>
                      <a:pt x="1417" y="1126"/>
                      <a:pt x="1446" y="1096"/>
                    </a:cubicBezTo>
                    <a:lnTo>
                      <a:pt x="1446" y="1089"/>
                    </a:lnTo>
                    <a:cubicBezTo>
                      <a:pt x="1446" y="1089"/>
                      <a:pt x="1453" y="1082"/>
                      <a:pt x="1460" y="1075"/>
                    </a:cubicBezTo>
                    <a:cubicBezTo>
                      <a:pt x="1460" y="1069"/>
                      <a:pt x="1467" y="1060"/>
                      <a:pt x="1474" y="1060"/>
                    </a:cubicBezTo>
                    <a:cubicBezTo>
                      <a:pt x="1474" y="1060"/>
                      <a:pt x="1474" y="1053"/>
                      <a:pt x="1481" y="1053"/>
                    </a:cubicBezTo>
                    <a:lnTo>
                      <a:pt x="1496" y="1039"/>
                    </a:lnTo>
                    <a:cubicBezTo>
                      <a:pt x="1496" y="1039"/>
                      <a:pt x="1503" y="1032"/>
                      <a:pt x="1517" y="1025"/>
                    </a:cubicBezTo>
                    <a:cubicBezTo>
                      <a:pt x="1524" y="1017"/>
                      <a:pt x="1532" y="1010"/>
                      <a:pt x="1546" y="1010"/>
                    </a:cubicBezTo>
                    <a:cubicBezTo>
                      <a:pt x="1553" y="1003"/>
                      <a:pt x="1560" y="1003"/>
                      <a:pt x="1567" y="996"/>
                    </a:cubicBezTo>
                    <a:lnTo>
                      <a:pt x="1596" y="996"/>
                    </a:lnTo>
                    <a:cubicBezTo>
                      <a:pt x="1603" y="996"/>
                      <a:pt x="1610" y="989"/>
                      <a:pt x="1619" y="989"/>
                    </a:cubicBezTo>
                    <a:cubicBezTo>
                      <a:pt x="1669" y="989"/>
                      <a:pt x="1689" y="1017"/>
                      <a:pt x="1705" y="1053"/>
                    </a:cubicBezTo>
                    <a:cubicBezTo>
                      <a:pt x="1732" y="1126"/>
                      <a:pt x="1705" y="1255"/>
                      <a:pt x="1646" y="1334"/>
                    </a:cubicBezTo>
                    <a:cubicBezTo>
                      <a:pt x="1639" y="1341"/>
                      <a:pt x="1639" y="1348"/>
                      <a:pt x="1632" y="1355"/>
                    </a:cubicBezTo>
                    <a:cubicBezTo>
                      <a:pt x="1553" y="1457"/>
                      <a:pt x="1437" y="1500"/>
                      <a:pt x="1374" y="1500"/>
                    </a:cubicBezTo>
                    <a:lnTo>
                      <a:pt x="1367" y="1500"/>
                    </a:lnTo>
                    <a:lnTo>
                      <a:pt x="1367" y="1534"/>
                    </a:lnTo>
                    <a:cubicBezTo>
                      <a:pt x="1367" y="1534"/>
                      <a:pt x="1367" y="1543"/>
                      <a:pt x="1360" y="1543"/>
                    </a:cubicBezTo>
                    <a:lnTo>
                      <a:pt x="1360" y="1564"/>
                    </a:lnTo>
                    <a:cubicBezTo>
                      <a:pt x="1360" y="1607"/>
                      <a:pt x="1351" y="1650"/>
                      <a:pt x="1351" y="1700"/>
                    </a:cubicBezTo>
                    <a:lnTo>
                      <a:pt x="1351" y="1729"/>
                    </a:lnTo>
                    <a:lnTo>
                      <a:pt x="1351" y="1766"/>
                    </a:lnTo>
                    <a:lnTo>
                      <a:pt x="1351" y="1793"/>
                    </a:lnTo>
                    <a:cubicBezTo>
                      <a:pt x="1351" y="1793"/>
                      <a:pt x="1532" y="1593"/>
                      <a:pt x="1619" y="1471"/>
                    </a:cubicBezTo>
                    <a:cubicBezTo>
                      <a:pt x="1712" y="1348"/>
                      <a:pt x="1819" y="1089"/>
                      <a:pt x="1819" y="837"/>
                    </a:cubicBezTo>
                    <a:cubicBezTo>
                      <a:pt x="1819" y="586"/>
                      <a:pt x="1696" y="197"/>
                      <a:pt x="1265" y="54"/>
                    </a:cubicBezTo>
                    <a:cubicBezTo>
                      <a:pt x="1157" y="18"/>
                      <a:pt x="1045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8" name="Google Shape;8798;p72">
                <a:extLst>
                  <a:ext uri="{FF2B5EF4-FFF2-40B4-BE49-F238E27FC236}">
                    <a16:creationId xmlns:a16="http://schemas.microsoft.com/office/drawing/2014/main" id="{AB69D9A3-C372-B8C7-3A6B-7C478F564924}"/>
                  </a:ext>
                </a:extLst>
              </p:cNvPr>
              <p:cNvSpPr/>
              <p:nvPr/>
            </p:nvSpPr>
            <p:spPr>
              <a:xfrm>
                <a:off x="7877983" y="2465725"/>
                <a:ext cx="386653" cy="336029"/>
              </a:xfrm>
              <a:custGeom>
                <a:avLst/>
                <a:gdLst/>
                <a:ahLst/>
                <a:cxnLst/>
                <a:rect l="l" t="t" r="r" b="b"/>
                <a:pathLst>
                  <a:path w="1581" h="1374" extrusionOk="0">
                    <a:moveTo>
                      <a:pt x="50" y="1"/>
                    </a:moveTo>
                    <a:cubicBezTo>
                      <a:pt x="7" y="130"/>
                      <a:pt x="0" y="275"/>
                      <a:pt x="14" y="418"/>
                    </a:cubicBezTo>
                    <a:cubicBezTo>
                      <a:pt x="21" y="461"/>
                      <a:pt x="21" y="504"/>
                      <a:pt x="21" y="534"/>
                    </a:cubicBezTo>
                    <a:cubicBezTo>
                      <a:pt x="35" y="706"/>
                      <a:pt x="43" y="734"/>
                      <a:pt x="35" y="856"/>
                    </a:cubicBezTo>
                    <a:cubicBezTo>
                      <a:pt x="35" y="999"/>
                      <a:pt x="200" y="1360"/>
                      <a:pt x="380" y="1374"/>
                    </a:cubicBezTo>
                    <a:cubicBezTo>
                      <a:pt x="423" y="1374"/>
                      <a:pt x="482" y="1374"/>
                      <a:pt x="538" y="1360"/>
                    </a:cubicBezTo>
                    <a:cubicBezTo>
                      <a:pt x="761" y="1324"/>
                      <a:pt x="1056" y="1188"/>
                      <a:pt x="1199" y="936"/>
                    </a:cubicBezTo>
                    <a:cubicBezTo>
                      <a:pt x="1199" y="936"/>
                      <a:pt x="1208" y="929"/>
                      <a:pt x="1208" y="922"/>
                    </a:cubicBezTo>
                    <a:lnTo>
                      <a:pt x="1222" y="922"/>
                    </a:lnTo>
                    <a:cubicBezTo>
                      <a:pt x="1285" y="922"/>
                      <a:pt x="1401" y="879"/>
                      <a:pt x="1480" y="777"/>
                    </a:cubicBezTo>
                    <a:cubicBezTo>
                      <a:pt x="1487" y="770"/>
                      <a:pt x="1487" y="763"/>
                      <a:pt x="1494" y="756"/>
                    </a:cubicBezTo>
                    <a:cubicBezTo>
                      <a:pt x="1553" y="677"/>
                      <a:pt x="1580" y="548"/>
                      <a:pt x="1553" y="475"/>
                    </a:cubicBezTo>
                    <a:cubicBezTo>
                      <a:pt x="1537" y="439"/>
                      <a:pt x="1517" y="411"/>
                      <a:pt x="1467" y="411"/>
                    </a:cubicBezTo>
                    <a:cubicBezTo>
                      <a:pt x="1458" y="411"/>
                      <a:pt x="1451" y="418"/>
                      <a:pt x="1444" y="418"/>
                    </a:cubicBezTo>
                    <a:lnTo>
                      <a:pt x="1415" y="418"/>
                    </a:lnTo>
                    <a:cubicBezTo>
                      <a:pt x="1408" y="425"/>
                      <a:pt x="1401" y="425"/>
                      <a:pt x="1394" y="432"/>
                    </a:cubicBezTo>
                    <a:cubicBezTo>
                      <a:pt x="1380" y="432"/>
                      <a:pt x="1372" y="439"/>
                      <a:pt x="1365" y="447"/>
                    </a:cubicBezTo>
                    <a:cubicBezTo>
                      <a:pt x="1351" y="454"/>
                      <a:pt x="1344" y="461"/>
                      <a:pt x="1344" y="461"/>
                    </a:cubicBezTo>
                    <a:lnTo>
                      <a:pt x="1329" y="475"/>
                    </a:lnTo>
                    <a:cubicBezTo>
                      <a:pt x="1322" y="475"/>
                      <a:pt x="1322" y="482"/>
                      <a:pt x="1322" y="482"/>
                    </a:cubicBezTo>
                    <a:cubicBezTo>
                      <a:pt x="1315" y="482"/>
                      <a:pt x="1308" y="491"/>
                      <a:pt x="1308" y="497"/>
                    </a:cubicBezTo>
                    <a:cubicBezTo>
                      <a:pt x="1301" y="504"/>
                      <a:pt x="1294" y="511"/>
                      <a:pt x="1294" y="511"/>
                    </a:cubicBezTo>
                    <a:lnTo>
                      <a:pt x="1294" y="518"/>
                    </a:lnTo>
                    <a:cubicBezTo>
                      <a:pt x="1265" y="548"/>
                      <a:pt x="1251" y="577"/>
                      <a:pt x="1251" y="584"/>
                    </a:cubicBezTo>
                    <a:cubicBezTo>
                      <a:pt x="1215" y="641"/>
                      <a:pt x="1179" y="670"/>
                      <a:pt x="1179" y="670"/>
                    </a:cubicBezTo>
                    <a:lnTo>
                      <a:pt x="1078" y="411"/>
                    </a:lnTo>
                    <a:cubicBezTo>
                      <a:pt x="934" y="396"/>
                      <a:pt x="804" y="368"/>
                      <a:pt x="690" y="339"/>
                    </a:cubicBezTo>
                    <a:lnTo>
                      <a:pt x="502" y="353"/>
                    </a:lnTo>
                    <a:cubicBezTo>
                      <a:pt x="502" y="353"/>
                      <a:pt x="552" y="325"/>
                      <a:pt x="661" y="325"/>
                    </a:cubicBezTo>
                    <a:cubicBezTo>
                      <a:pt x="532" y="289"/>
                      <a:pt x="423" y="239"/>
                      <a:pt x="337" y="189"/>
                    </a:cubicBezTo>
                    <a:lnTo>
                      <a:pt x="337" y="189"/>
                    </a:lnTo>
                    <a:cubicBezTo>
                      <a:pt x="352" y="259"/>
                      <a:pt x="373" y="346"/>
                      <a:pt x="388" y="432"/>
                    </a:cubicBezTo>
                    <a:cubicBezTo>
                      <a:pt x="244" y="361"/>
                      <a:pt x="157" y="246"/>
                      <a:pt x="107" y="146"/>
                    </a:cubicBezTo>
                    <a:cubicBezTo>
                      <a:pt x="71" y="80"/>
                      <a:pt x="57" y="30"/>
                      <a:pt x="50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9" name="Google Shape;8799;p72">
                <a:extLst>
                  <a:ext uri="{FF2B5EF4-FFF2-40B4-BE49-F238E27FC236}">
                    <a16:creationId xmlns:a16="http://schemas.microsoft.com/office/drawing/2014/main" id="{23DB6D54-1E78-111A-28F1-DABEAA4785C1}"/>
                  </a:ext>
                </a:extLst>
              </p:cNvPr>
              <p:cNvSpPr/>
              <p:nvPr/>
            </p:nvSpPr>
            <p:spPr>
              <a:xfrm>
                <a:off x="8183683" y="2587272"/>
                <a:ext cx="14185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58" h="87" extrusionOk="0">
                    <a:moveTo>
                      <a:pt x="58" y="0"/>
                    </a:moveTo>
                    <a:lnTo>
                      <a:pt x="58" y="0"/>
                    </a:lnTo>
                    <a:cubicBezTo>
                      <a:pt x="51" y="7"/>
                      <a:pt x="44" y="14"/>
                      <a:pt x="44" y="14"/>
                    </a:cubicBezTo>
                    <a:lnTo>
                      <a:pt x="44" y="21"/>
                    </a:lnTo>
                    <a:lnTo>
                      <a:pt x="58" y="0"/>
                    </a:lnTo>
                    <a:close/>
                    <a:moveTo>
                      <a:pt x="44" y="21"/>
                    </a:moveTo>
                    <a:lnTo>
                      <a:pt x="43" y="22"/>
                    </a:lnTo>
                    <a:lnTo>
                      <a:pt x="43" y="22"/>
                    </a:lnTo>
                    <a:cubicBezTo>
                      <a:pt x="44" y="22"/>
                      <a:pt x="44" y="21"/>
                      <a:pt x="44" y="21"/>
                    </a:cubicBezTo>
                    <a:lnTo>
                      <a:pt x="44" y="21"/>
                    </a:lnTo>
                    <a:close/>
                    <a:moveTo>
                      <a:pt x="43" y="22"/>
                    </a:moveTo>
                    <a:cubicBezTo>
                      <a:pt x="14" y="51"/>
                      <a:pt x="1" y="80"/>
                      <a:pt x="1" y="87"/>
                    </a:cubicBezTo>
                    <a:lnTo>
                      <a:pt x="29" y="44"/>
                    </a:lnTo>
                    <a:lnTo>
                      <a:pt x="43" y="2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0" name="Google Shape;8800;p72">
                <a:extLst>
                  <a:ext uri="{FF2B5EF4-FFF2-40B4-BE49-F238E27FC236}">
                    <a16:creationId xmlns:a16="http://schemas.microsoft.com/office/drawing/2014/main" id="{34BCF071-A158-8165-97AC-EB01D438415B}"/>
                  </a:ext>
                </a:extLst>
              </p:cNvPr>
              <p:cNvSpPr/>
              <p:nvPr/>
            </p:nvSpPr>
            <p:spPr>
              <a:xfrm>
                <a:off x="8197623" y="2580180"/>
                <a:ext cx="5380" cy="7337"/>
              </a:xfrm>
              <a:custGeom>
                <a:avLst/>
                <a:gdLst/>
                <a:ahLst/>
                <a:cxnLst/>
                <a:rect l="l" t="t" r="r" b="b"/>
                <a:pathLst>
                  <a:path w="22" h="30" extrusionOk="0">
                    <a:moveTo>
                      <a:pt x="22" y="0"/>
                    </a:moveTo>
                    <a:lnTo>
                      <a:pt x="11" y="15"/>
                    </a:lnTo>
                    <a:lnTo>
                      <a:pt x="11" y="15"/>
                    </a:lnTo>
                    <a:cubicBezTo>
                      <a:pt x="12" y="14"/>
                      <a:pt x="14" y="14"/>
                      <a:pt x="15" y="14"/>
                    </a:cubicBezTo>
                    <a:cubicBezTo>
                      <a:pt x="15" y="14"/>
                      <a:pt x="15" y="7"/>
                      <a:pt x="22" y="7"/>
                    </a:cubicBezTo>
                    <a:lnTo>
                      <a:pt x="22" y="0"/>
                    </a:lnTo>
                    <a:close/>
                    <a:moveTo>
                      <a:pt x="11" y="15"/>
                    </a:moveTo>
                    <a:cubicBezTo>
                      <a:pt x="6" y="17"/>
                      <a:pt x="1" y="24"/>
                      <a:pt x="1" y="29"/>
                    </a:cubicBezTo>
                    <a:lnTo>
                      <a:pt x="11" y="1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1" name="Google Shape;8801;p72">
                <a:extLst>
                  <a:ext uri="{FF2B5EF4-FFF2-40B4-BE49-F238E27FC236}">
                    <a16:creationId xmlns:a16="http://schemas.microsoft.com/office/drawing/2014/main" id="{26FCA518-31AE-7869-DCEC-1DF885698E39}"/>
                  </a:ext>
                </a:extLst>
              </p:cNvPr>
              <p:cNvSpPr/>
              <p:nvPr/>
            </p:nvSpPr>
            <p:spPr>
              <a:xfrm>
                <a:off x="7888499" y="2460590"/>
                <a:ext cx="3668" cy="1956"/>
              </a:xfrm>
              <a:custGeom>
                <a:avLst/>
                <a:gdLst/>
                <a:ahLst/>
                <a:cxnLst/>
                <a:rect l="l" t="t" r="r" b="b"/>
                <a:pathLst>
                  <a:path w="15" h="8" extrusionOk="0">
                    <a:moveTo>
                      <a:pt x="0" y="1"/>
                    </a:moveTo>
                    <a:cubicBezTo>
                      <a:pt x="7" y="1"/>
                      <a:pt x="7" y="1"/>
                      <a:pt x="7" y="8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2" name="Google Shape;8802;p72">
                <a:extLst>
                  <a:ext uri="{FF2B5EF4-FFF2-40B4-BE49-F238E27FC236}">
                    <a16:creationId xmlns:a16="http://schemas.microsoft.com/office/drawing/2014/main" id="{18780E67-CCFC-B3C1-FDF3-8DACC75FF531}"/>
                  </a:ext>
                </a:extLst>
              </p:cNvPr>
              <p:cNvSpPr/>
              <p:nvPr/>
            </p:nvSpPr>
            <p:spPr>
              <a:xfrm>
                <a:off x="8039393" y="2544963"/>
                <a:ext cx="14185" cy="3668"/>
              </a:xfrm>
              <a:custGeom>
                <a:avLst/>
                <a:gdLst/>
                <a:ahLst/>
                <a:cxnLst/>
                <a:rect l="l" t="t" r="r" b="b"/>
                <a:pathLst>
                  <a:path w="58" h="15" extrusionOk="0">
                    <a:moveTo>
                      <a:pt x="1" y="1"/>
                    </a:moveTo>
                    <a:cubicBezTo>
                      <a:pt x="15" y="8"/>
                      <a:pt x="22" y="8"/>
                      <a:pt x="30" y="15"/>
                    </a:cubicBezTo>
                    <a:lnTo>
                      <a:pt x="58" y="8"/>
                    </a:lnTo>
                    <a:cubicBezTo>
                      <a:pt x="37" y="8"/>
                      <a:pt x="22" y="8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3" name="Google Shape;8803;p72">
                <a:extLst>
                  <a:ext uri="{FF2B5EF4-FFF2-40B4-BE49-F238E27FC236}">
                    <a16:creationId xmlns:a16="http://schemas.microsoft.com/office/drawing/2014/main" id="{5715831B-A2E0-0CF8-C9BE-D8123C13FCEC}"/>
                  </a:ext>
                </a:extLst>
              </p:cNvPr>
              <p:cNvSpPr/>
              <p:nvPr/>
            </p:nvSpPr>
            <p:spPr>
              <a:xfrm>
                <a:off x="8183683" y="2587272"/>
                <a:ext cx="14185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58" h="87" extrusionOk="0">
                    <a:moveTo>
                      <a:pt x="58" y="0"/>
                    </a:moveTo>
                    <a:lnTo>
                      <a:pt x="58" y="0"/>
                    </a:lnTo>
                    <a:cubicBezTo>
                      <a:pt x="51" y="7"/>
                      <a:pt x="44" y="14"/>
                      <a:pt x="44" y="14"/>
                    </a:cubicBezTo>
                    <a:lnTo>
                      <a:pt x="44" y="21"/>
                    </a:lnTo>
                    <a:lnTo>
                      <a:pt x="58" y="0"/>
                    </a:lnTo>
                    <a:close/>
                    <a:moveTo>
                      <a:pt x="44" y="21"/>
                    </a:moveTo>
                    <a:lnTo>
                      <a:pt x="43" y="22"/>
                    </a:lnTo>
                    <a:lnTo>
                      <a:pt x="43" y="22"/>
                    </a:lnTo>
                    <a:cubicBezTo>
                      <a:pt x="44" y="22"/>
                      <a:pt x="44" y="21"/>
                      <a:pt x="44" y="21"/>
                    </a:cubicBezTo>
                    <a:lnTo>
                      <a:pt x="44" y="21"/>
                    </a:lnTo>
                    <a:close/>
                    <a:moveTo>
                      <a:pt x="43" y="22"/>
                    </a:moveTo>
                    <a:cubicBezTo>
                      <a:pt x="14" y="51"/>
                      <a:pt x="1" y="80"/>
                      <a:pt x="1" y="87"/>
                    </a:cubicBezTo>
                    <a:lnTo>
                      <a:pt x="29" y="44"/>
                    </a:lnTo>
                    <a:lnTo>
                      <a:pt x="43" y="2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4" name="Google Shape;8804;p72">
                <a:extLst>
                  <a:ext uri="{FF2B5EF4-FFF2-40B4-BE49-F238E27FC236}">
                    <a16:creationId xmlns:a16="http://schemas.microsoft.com/office/drawing/2014/main" id="{0A87F8D5-C307-9856-E2A7-76252B166F4B}"/>
                  </a:ext>
                </a:extLst>
              </p:cNvPr>
              <p:cNvSpPr/>
              <p:nvPr/>
            </p:nvSpPr>
            <p:spPr>
              <a:xfrm>
                <a:off x="8190531" y="2587272"/>
                <a:ext cx="7337" cy="10761"/>
              </a:xfrm>
              <a:custGeom>
                <a:avLst/>
                <a:gdLst/>
                <a:ahLst/>
                <a:cxnLst/>
                <a:rect l="l" t="t" r="r" b="b"/>
                <a:pathLst>
                  <a:path w="30" h="44" extrusionOk="0">
                    <a:moveTo>
                      <a:pt x="30" y="0"/>
                    </a:moveTo>
                    <a:lnTo>
                      <a:pt x="30" y="0"/>
                    </a:lnTo>
                    <a:cubicBezTo>
                      <a:pt x="23" y="7"/>
                      <a:pt x="16" y="14"/>
                      <a:pt x="16" y="14"/>
                    </a:cubicBezTo>
                    <a:lnTo>
                      <a:pt x="16" y="21"/>
                    </a:lnTo>
                    <a:lnTo>
                      <a:pt x="30" y="0"/>
                    </a:lnTo>
                    <a:close/>
                    <a:moveTo>
                      <a:pt x="16" y="21"/>
                    </a:moveTo>
                    <a:lnTo>
                      <a:pt x="15" y="22"/>
                    </a:lnTo>
                    <a:lnTo>
                      <a:pt x="15" y="22"/>
                    </a:lnTo>
                    <a:cubicBezTo>
                      <a:pt x="16" y="22"/>
                      <a:pt x="16" y="21"/>
                      <a:pt x="16" y="21"/>
                    </a:cubicBezTo>
                    <a:lnTo>
                      <a:pt x="16" y="21"/>
                    </a:lnTo>
                    <a:close/>
                    <a:moveTo>
                      <a:pt x="15" y="22"/>
                    </a:moveTo>
                    <a:lnTo>
                      <a:pt x="15" y="22"/>
                    </a:lnTo>
                    <a:cubicBezTo>
                      <a:pt x="7" y="28"/>
                      <a:pt x="1" y="37"/>
                      <a:pt x="1" y="44"/>
                    </a:cubicBezTo>
                    <a:lnTo>
                      <a:pt x="15" y="2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5" name="Google Shape;8805;p72">
                <a:extLst>
                  <a:ext uri="{FF2B5EF4-FFF2-40B4-BE49-F238E27FC236}">
                    <a16:creationId xmlns:a16="http://schemas.microsoft.com/office/drawing/2014/main" id="{0C411115-A143-F22D-5418-AB13D4BC58E4}"/>
                  </a:ext>
                </a:extLst>
              </p:cNvPr>
              <p:cNvSpPr/>
              <p:nvPr/>
            </p:nvSpPr>
            <p:spPr>
              <a:xfrm>
                <a:off x="8183683" y="2587272"/>
                <a:ext cx="14185" cy="21277"/>
              </a:xfrm>
              <a:custGeom>
                <a:avLst/>
                <a:gdLst/>
                <a:ahLst/>
                <a:cxnLst/>
                <a:rect l="l" t="t" r="r" b="b"/>
                <a:pathLst>
                  <a:path w="58" h="87" extrusionOk="0">
                    <a:moveTo>
                      <a:pt x="58" y="0"/>
                    </a:moveTo>
                    <a:lnTo>
                      <a:pt x="58" y="0"/>
                    </a:lnTo>
                    <a:cubicBezTo>
                      <a:pt x="51" y="7"/>
                      <a:pt x="44" y="14"/>
                      <a:pt x="44" y="14"/>
                    </a:cubicBezTo>
                    <a:lnTo>
                      <a:pt x="44" y="21"/>
                    </a:lnTo>
                    <a:lnTo>
                      <a:pt x="58" y="0"/>
                    </a:lnTo>
                    <a:close/>
                    <a:moveTo>
                      <a:pt x="44" y="21"/>
                    </a:moveTo>
                    <a:lnTo>
                      <a:pt x="43" y="22"/>
                    </a:lnTo>
                    <a:lnTo>
                      <a:pt x="43" y="22"/>
                    </a:lnTo>
                    <a:cubicBezTo>
                      <a:pt x="44" y="22"/>
                      <a:pt x="44" y="21"/>
                      <a:pt x="44" y="21"/>
                    </a:cubicBezTo>
                    <a:lnTo>
                      <a:pt x="44" y="21"/>
                    </a:lnTo>
                    <a:close/>
                    <a:moveTo>
                      <a:pt x="43" y="22"/>
                    </a:moveTo>
                    <a:cubicBezTo>
                      <a:pt x="14" y="51"/>
                      <a:pt x="1" y="80"/>
                      <a:pt x="1" y="87"/>
                    </a:cubicBezTo>
                    <a:lnTo>
                      <a:pt x="29" y="44"/>
                    </a:lnTo>
                    <a:lnTo>
                      <a:pt x="43" y="2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6" name="Google Shape;8806;p72">
                <a:extLst>
                  <a:ext uri="{FF2B5EF4-FFF2-40B4-BE49-F238E27FC236}">
                    <a16:creationId xmlns:a16="http://schemas.microsoft.com/office/drawing/2014/main" id="{7CD1D667-2F64-EB7F-56D7-36DC5469DBF0}"/>
                  </a:ext>
                </a:extLst>
              </p:cNvPr>
              <p:cNvSpPr/>
              <p:nvPr/>
            </p:nvSpPr>
            <p:spPr>
              <a:xfrm>
                <a:off x="8012980" y="2578468"/>
                <a:ext cx="31793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9" extrusionOk="0">
                    <a:moveTo>
                      <a:pt x="59" y="0"/>
                    </a:moveTo>
                    <a:cubicBezTo>
                      <a:pt x="30" y="7"/>
                      <a:pt x="0" y="43"/>
                      <a:pt x="9" y="87"/>
                    </a:cubicBezTo>
                    <a:cubicBezTo>
                      <a:pt x="9" y="130"/>
                      <a:pt x="43" y="159"/>
                      <a:pt x="73" y="159"/>
                    </a:cubicBezTo>
                    <a:cubicBezTo>
                      <a:pt x="109" y="159"/>
                      <a:pt x="130" y="116"/>
                      <a:pt x="130" y="73"/>
                    </a:cubicBezTo>
                    <a:cubicBezTo>
                      <a:pt x="123" y="30"/>
                      <a:pt x="95" y="0"/>
                      <a:pt x="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7" name="Google Shape;8807;p72">
                <a:extLst>
                  <a:ext uri="{FF2B5EF4-FFF2-40B4-BE49-F238E27FC236}">
                    <a16:creationId xmlns:a16="http://schemas.microsoft.com/office/drawing/2014/main" id="{9A3F3142-51C0-5766-52D5-D0206D080AA3}"/>
                  </a:ext>
                </a:extLst>
              </p:cNvPr>
              <p:cNvSpPr/>
              <p:nvPr/>
            </p:nvSpPr>
            <p:spPr>
              <a:xfrm>
                <a:off x="7895102" y="2590696"/>
                <a:ext cx="25190" cy="35217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44" extrusionOk="0">
                    <a:moveTo>
                      <a:pt x="44" y="0"/>
                    </a:moveTo>
                    <a:cubicBezTo>
                      <a:pt x="44" y="0"/>
                      <a:pt x="37" y="0"/>
                      <a:pt x="37" y="7"/>
                    </a:cubicBezTo>
                    <a:cubicBezTo>
                      <a:pt x="23" y="7"/>
                      <a:pt x="17" y="14"/>
                      <a:pt x="8" y="30"/>
                    </a:cubicBezTo>
                    <a:cubicBezTo>
                      <a:pt x="1" y="43"/>
                      <a:pt x="1" y="57"/>
                      <a:pt x="1" y="80"/>
                    </a:cubicBezTo>
                    <a:cubicBezTo>
                      <a:pt x="1" y="116"/>
                      <a:pt x="30" y="143"/>
                      <a:pt x="51" y="143"/>
                    </a:cubicBezTo>
                    <a:cubicBezTo>
                      <a:pt x="80" y="137"/>
                      <a:pt x="103" y="109"/>
                      <a:pt x="103" y="66"/>
                    </a:cubicBezTo>
                    <a:cubicBezTo>
                      <a:pt x="94" y="30"/>
                      <a:pt x="73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8" name="Google Shape;8808;p72">
                <a:extLst>
                  <a:ext uri="{FF2B5EF4-FFF2-40B4-BE49-F238E27FC236}">
                    <a16:creationId xmlns:a16="http://schemas.microsoft.com/office/drawing/2014/main" id="{DA0E4D10-6B77-4A24-BB28-E4F8B70B2D8A}"/>
                  </a:ext>
                </a:extLst>
              </p:cNvPr>
              <p:cNvSpPr/>
              <p:nvPr/>
            </p:nvSpPr>
            <p:spPr>
              <a:xfrm>
                <a:off x="7937411" y="2661129"/>
                <a:ext cx="12473" cy="22989"/>
              </a:xfrm>
              <a:custGeom>
                <a:avLst/>
                <a:gdLst/>
                <a:ahLst/>
                <a:cxnLst/>
                <a:rect l="l" t="t" r="r" b="b"/>
                <a:pathLst>
                  <a:path w="51" h="94" extrusionOk="0">
                    <a:moveTo>
                      <a:pt x="23" y="0"/>
                    </a:moveTo>
                    <a:lnTo>
                      <a:pt x="23" y="0"/>
                    </a:lnTo>
                    <a:cubicBezTo>
                      <a:pt x="1" y="71"/>
                      <a:pt x="51" y="94"/>
                      <a:pt x="51" y="94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9" name="Google Shape;8809;p72">
                <a:extLst>
                  <a:ext uri="{FF2B5EF4-FFF2-40B4-BE49-F238E27FC236}">
                    <a16:creationId xmlns:a16="http://schemas.microsoft.com/office/drawing/2014/main" id="{2DE0C0D3-253D-C977-A143-3686C4BC1E9E}"/>
                  </a:ext>
                </a:extLst>
              </p:cNvPr>
              <p:cNvSpPr/>
              <p:nvPr/>
            </p:nvSpPr>
            <p:spPr>
              <a:xfrm>
                <a:off x="7949639" y="2717133"/>
                <a:ext cx="61874" cy="15407"/>
              </a:xfrm>
              <a:custGeom>
                <a:avLst/>
                <a:gdLst/>
                <a:ahLst/>
                <a:cxnLst/>
                <a:rect l="l" t="t" r="r" b="b"/>
                <a:pathLst>
                  <a:path w="253" h="63" extrusionOk="0">
                    <a:moveTo>
                      <a:pt x="252" y="1"/>
                    </a:moveTo>
                    <a:lnTo>
                      <a:pt x="1" y="58"/>
                    </a:lnTo>
                    <a:cubicBezTo>
                      <a:pt x="1" y="58"/>
                      <a:pt x="22" y="63"/>
                      <a:pt x="55" y="63"/>
                    </a:cubicBezTo>
                    <a:cubicBezTo>
                      <a:pt x="104" y="63"/>
                      <a:pt x="179" y="52"/>
                      <a:pt x="2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0" name="Google Shape;8810;p72">
                <a:extLst>
                  <a:ext uri="{FF2B5EF4-FFF2-40B4-BE49-F238E27FC236}">
                    <a16:creationId xmlns:a16="http://schemas.microsoft.com/office/drawing/2014/main" id="{B3618C34-C365-C6C0-65DE-EEB8900D8A99}"/>
                  </a:ext>
                </a:extLst>
              </p:cNvPr>
              <p:cNvSpPr/>
              <p:nvPr/>
            </p:nvSpPr>
            <p:spPr>
              <a:xfrm>
                <a:off x="8000752" y="2544963"/>
                <a:ext cx="52826" cy="7092"/>
              </a:xfrm>
              <a:custGeom>
                <a:avLst/>
                <a:gdLst/>
                <a:ahLst/>
                <a:cxnLst/>
                <a:rect l="l" t="t" r="r" b="b"/>
                <a:pathLst>
                  <a:path w="216" h="29" extrusionOk="0">
                    <a:moveTo>
                      <a:pt x="159" y="1"/>
                    </a:moveTo>
                    <a:cubicBezTo>
                      <a:pt x="50" y="1"/>
                      <a:pt x="0" y="29"/>
                      <a:pt x="0" y="29"/>
                    </a:cubicBezTo>
                    <a:lnTo>
                      <a:pt x="188" y="15"/>
                    </a:lnTo>
                    <a:lnTo>
                      <a:pt x="216" y="8"/>
                    </a:lnTo>
                    <a:cubicBezTo>
                      <a:pt x="195" y="8"/>
                      <a:pt x="180" y="8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1" name="Google Shape;8811;p72">
                <a:extLst>
                  <a:ext uri="{FF2B5EF4-FFF2-40B4-BE49-F238E27FC236}">
                    <a16:creationId xmlns:a16="http://schemas.microsoft.com/office/drawing/2014/main" id="{C7BB814A-5B15-53F2-A061-D2614007FD8B}"/>
                  </a:ext>
                </a:extLst>
              </p:cNvPr>
              <p:cNvSpPr/>
              <p:nvPr/>
            </p:nvSpPr>
            <p:spPr>
              <a:xfrm>
                <a:off x="7891923" y="2551811"/>
                <a:ext cx="22989" cy="4158"/>
              </a:xfrm>
              <a:custGeom>
                <a:avLst/>
                <a:gdLst/>
                <a:ahLst/>
                <a:cxnLst/>
                <a:rect l="l" t="t" r="r" b="b"/>
                <a:pathLst>
                  <a:path w="94" h="17" extrusionOk="0">
                    <a:moveTo>
                      <a:pt x="0" y="1"/>
                    </a:moveTo>
                    <a:lnTo>
                      <a:pt x="50" y="9"/>
                    </a:lnTo>
                    <a:lnTo>
                      <a:pt x="93" y="16"/>
                    </a:lnTo>
                    <a:cubicBezTo>
                      <a:pt x="86" y="9"/>
                      <a:pt x="73" y="9"/>
                      <a:pt x="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2" name="Google Shape;8812;p72">
                <a:extLst>
                  <a:ext uri="{FF2B5EF4-FFF2-40B4-BE49-F238E27FC236}">
                    <a16:creationId xmlns:a16="http://schemas.microsoft.com/office/drawing/2014/main" id="{2C1A0F76-B4F4-729F-CED2-C28948A23C7B}"/>
                  </a:ext>
                </a:extLst>
              </p:cNvPr>
              <p:cNvSpPr/>
              <p:nvPr/>
            </p:nvSpPr>
            <p:spPr>
              <a:xfrm>
                <a:off x="7888499" y="2460590"/>
                <a:ext cx="3668" cy="3668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0" y="1"/>
                    </a:moveTo>
                    <a:cubicBezTo>
                      <a:pt x="0" y="1"/>
                      <a:pt x="7" y="8"/>
                      <a:pt x="7" y="15"/>
                    </a:cubicBezTo>
                    <a:lnTo>
                      <a:pt x="7" y="8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3" name="Google Shape;8813;p72">
                <a:extLst>
                  <a:ext uri="{FF2B5EF4-FFF2-40B4-BE49-F238E27FC236}">
                    <a16:creationId xmlns:a16="http://schemas.microsoft.com/office/drawing/2014/main" id="{7916503C-9AF7-9D58-2378-1BFBD3A5160F}"/>
                  </a:ext>
                </a:extLst>
              </p:cNvPr>
              <p:cNvSpPr/>
              <p:nvPr/>
            </p:nvSpPr>
            <p:spPr>
              <a:xfrm>
                <a:off x="7995617" y="2792703"/>
                <a:ext cx="211302" cy="218394"/>
              </a:xfrm>
              <a:custGeom>
                <a:avLst/>
                <a:gdLst/>
                <a:ahLst/>
                <a:cxnLst/>
                <a:rect l="l" t="t" r="r" b="b"/>
                <a:pathLst>
                  <a:path w="864" h="893" extrusionOk="0">
                    <a:moveTo>
                      <a:pt x="727" y="1"/>
                    </a:moveTo>
                    <a:lnTo>
                      <a:pt x="366" y="266"/>
                    </a:lnTo>
                    <a:lnTo>
                      <a:pt x="1" y="534"/>
                    </a:lnTo>
                    <a:lnTo>
                      <a:pt x="187" y="691"/>
                    </a:lnTo>
                    <a:lnTo>
                      <a:pt x="425" y="892"/>
                    </a:lnTo>
                    <a:lnTo>
                      <a:pt x="568" y="691"/>
                    </a:lnTo>
                    <a:lnTo>
                      <a:pt x="863" y="275"/>
                    </a:lnTo>
                    <a:lnTo>
                      <a:pt x="727" y="8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4" name="Google Shape;8814;p72">
                <a:extLst>
                  <a:ext uri="{FF2B5EF4-FFF2-40B4-BE49-F238E27FC236}">
                    <a16:creationId xmlns:a16="http://schemas.microsoft.com/office/drawing/2014/main" id="{9CF2289A-7F44-EE5E-C75B-F9538428DDB8}"/>
                  </a:ext>
                </a:extLst>
              </p:cNvPr>
              <p:cNvSpPr/>
              <p:nvPr/>
            </p:nvSpPr>
            <p:spPr>
              <a:xfrm>
                <a:off x="7912955" y="2815447"/>
                <a:ext cx="89754" cy="14282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584" extrusionOk="0">
                    <a:moveTo>
                      <a:pt x="366" y="1"/>
                    </a:moveTo>
                    <a:lnTo>
                      <a:pt x="194" y="146"/>
                    </a:lnTo>
                    <a:lnTo>
                      <a:pt x="173" y="196"/>
                    </a:lnTo>
                    <a:lnTo>
                      <a:pt x="0" y="570"/>
                    </a:lnTo>
                    <a:cubicBezTo>
                      <a:pt x="0" y="577"/>
                      <a:pt x="7" y="577"/>
                      <a:pt x="14" y="584"/>
                    </a:cubicBezTo>
                    <a:lnTo>
                      <a:pt x="339" y="441"/>
                    </a:lnTo>
                    <a:lnTo>
                      <a:pt x="345" y="311"/>
                    </a:lnTo>
                    <a:lnTo>
                      <a:pt x="359" y="159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5" name="Google Shape;8815;p72">
                <a:extLst>
                  <a:ext uri="{FF2B5EF4-FFF2-40B4-BE49-F238E27FC236}">
                    <a16:creationId xmlns:a16="http://schemas.microsoft.com/office/drawing/2014/main" id="{3BF08A60-07D1-C020-F8C2-55DA4EDFB47A}"/>
                  </a:ext>
                </a:extLst>
              </p:cNvPr>
              <p:cNvSpPr/>
              <p:nvPr/>
            </p:nvSpPr>
            <p:spPr>
              <a:xfrm>
                <a:off x="7909531" y="2954846"/>
                <a:ext cx="7092" cy="684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14" y="0"/>
                    </a:moveTo>
                    <a:lnTo>
                      <a:pt x="1" y="28"/>
                    </a:lnTo>
                    <a:lnTo>
                      <a:pt x="1" y="28"/>
                    </a:lnTo>
                    <a:lnTo>
                      <a:pt x="28" y="14"/>
                    </a:lnTo>
                    <a:cubicBezTo>
                      <a:pt x="21" y="7"/>
                      <a:pt x="14" y="7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6" name="Google Shape;8816;p72">
                <a:extLst>
                  <a:ext uri="{FF2B5EF4-FFF2-40B4-BE49-F238E27FC236}">
                    <a16:creationId xmlns:a16="http://schemas.microsoft.com/office/drawing/2014/main" id="{4CB48DCB-F2CF-FCD1-F735-1FAC0331C5E3}"/>
                  </a:ext>
                </a:extLst>
              </p:cNvPr>
              <p:cNvSpPr/>
              <p:nvPr/>
            </p:nvSpPr>
            <p:spPr>
              <a:xfrm>
                <a:off x="7832006" y="3355436"/>
                <a:ext cx="188313" cy="10198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417" extrusionOk="0">
                    <a:moveTo>
                      <a:pt x="713" y="1"/>
                    </a:moveTo>
                    <a:lnTo>
                      <a:pt x="266" y="79"/>
                    </a:lnTo>
                    <a:lnTo>
                      <a:pt x="259" y="79"/>
                    </a:lnTo>
                    <a:lnTo>
                      <a:pt x="0" y="130"/>
                    </a:lnTo>
                    <a:lnTo>
                      <a:pt x="0" y="317"/>
                    </a:lnTo>
                    <a:lnTo>
                      <a:pt x="36" y="317"/>
                    </a:lnTo>
                    <a:lnTo>
                      <a:pt x="202" y="330"/>
                    </a:lnTo>
                    <a:lnTo>
                      <a:pt x="216" y="330"/>
                    </a:lnTo>
                    <a:lnTo>
                      <a:pt x="447" y="353"/>
                    </a:lnTo>
                    <a:lnTo>
                      <a:pt x="547" y="417"/>
                    </a:lnTo>
                    <a:lnTo>
                      <a:pt x="770" y="417"/>
                    </a:lnTo>
                    <a:lnTo>
                      <a:pt x="756" y="251"/>
                    </a:lnTo>
                    <a:lnTo>
                      <a:pt x="740" y="251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7" name="Google Shape;8817;p72">
                <a:extLst>
                  <a:ext uri="{FF2B5EF4-FFF2-40B4-BE49-F238E27FC236}">
                    <a16:creationId xmlns:a16="http://schemas.microsoft.com/office/drawing/2014/main" id="{CB59C16E-E6A5-DDB9-0CC5-F1E7605602C5}"/>
                  </a:ext>
                </a:extLst>
              </p:cNvPr>
              <p:cNvSpPr/>
              <p:nvPr/>
            </p:nvSpPr>
            <p:spPr>
              <a:xfrm>
                <a:off x="7638803" y="3353480"/>
                <a:ext cx="193449" cy="79483"/>
              </a:xfrm>
              <a:custGeom>
                <a:avLst/>
                <a:gdLst/>
                <a:ahLst/>
                <a:cxnLst/>
                <a:rect l="l" t="t" r="r" b="b"/>
                <a:pathLst>
                  <a:path w="791" h="325" extrusionOk="0">
                    <a:moveTo>
                      <a:pt x="288" y="0"/>
                    </a:moveTo>
                    <a:cubicBezTo>
                      <a:pt x="273" y="0"/>
                      <a:pt x="202" y="37"/>
                      <a:pt x="159" y="66"/>
                    </a:cubicBezTo>
                    <a:cubicBezTo>
                      <a:pt x="136" y="80"/>
                      <a:pt x="64" y="173"/>
                      <a:pt x="0" y="259"/>
                    </a:cubicBezTo>
                    <a:lnTo>
                      <a:pt x="554" y="302"/>
                    </a:lnTo>
                    <a:lnTo>
                      <a:pt x="561" y="302"/>
                    </a:lnTo>
                    <a:lnTo>
                      <a:pt x="790" y="325"/>
                    </a:lnTo>
                    <a:lnTo>
                      <a:pt x="790" y="138"/>
                    </a:lnTo>
                    <a:cubicBezTo>
                      <a:pt x="747" y="123"/>
                      <a:pt x="676" y="102"/>
                      <a:pt x="597" y="80"/>
                    </a:cubicBezTo>
                    <a:cubicBezTo>
                      <a:pt x="590" y="80"/>
                      <a:pt x="581" y="80"/>
                      <a:pt x="575" y="73"/>
                    </a:cubicBezTo>
                    <a:cubicBezTo>
                      <a:pt x="438" y="37"/>
                      <a:pt x="295" y="0"/>
                      <a:pt x="288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8" name="Google Shape;8818;p72">
                <a:extLst>
                  <a:ext uri="{FF2B5EF4-FFF2-40B4-BE49-F238E27FC236}">
                    <a16:creationId xmlns:a16="http://schemas.microsoft.com/office/drawing/2014/main" id="{F46340C6-C96C-E4F2-C711-8F9A672B5FF0}"/>
                  </a:ext>
                </a:extLst>
              </p:cNvPr>
              <p:cNvSpPr/>
              <p:nvPr/>
            </p:nvSpPr>
            <p:spPr>
              <a:xfrm>
                <a:off x="7779181" y="2859712"/>
                <a:ext cx="596488" cy="597711"/>
              </a:xfrm>
              <a:custGeom>
                <a:avLst/>
                <a:gdLst/>
                <a:ahLst/>
                <a:cxnLst/>
                <a:rect l="l" t="t" r="r" b="b"/>
                <a:pathLst>
                  <a:path w="2439" h="2444" extrusionOk="0">
                    <a:moveTo>
                      <a:pt x="1748" y="1"/>
                    </a:moveTo>
                    <a:lnTo>
                      <a:pt x="1453" y="417"/>
                    </a:lnTo>
                    <a:lnTo>
                      <a:pt x="1310" y="618"/>
                    </a:lnTo>
                    <a:lnTo>
                      <a:pt x="1072" y="417"/>
                    </a:lnTo>
                    <a:lnTo>
                      <a:pt x="886" y="260"/>
                    </a:lnTo>
                    <a:lnTo>
                      <a:pt x="561" y="403"/>
                    </a:lnTo>
                    <a:lnTo>
                      <a:pt x="534" y="417"/>
                    </a:lnTo>
                    <a:lnTo>
                      <a:pt x="534" y="417"/>
                    </a:lnTo>
                    <a:lnTo>
                      <a:pt x="547" y="389"/>
                    </a:lnTo>
                    <a:lnTo>
                      <a:pt x="720" y="15"/>
                    </a:lnTo>
                    <a:lnTo>
                      <a:pt x="720" y="15"/>
                    </a:lnTo>
                    <a:cubicBezTo>
                      <a:pt x="648" y="72"/>
                      <a:pt x="511" y="194"/>
                      <a:pt x="461" y="237"/>
                    </a:cubicBezTo>
                    <a:cubicBezTo>
                      <a:pt x="454" y="244"/>
                      <a:pt x="447" y="251"/>
                      <a:pt x="447" y="260"/>
                    </a:cubicBezTo>
                    <a:lnTo>
                      <a:pt x="439" y="260"/>
                    </a:lnTo>
                    <a:cubicBezTo>
                      <a:pt x="368" y="337"/>
                      <a:pt x="266" y="568"/>
                      <a:pt x="189" y="805"/>
                    </a:cubicBezTo>
                    <a:cubicBezTo>
                      <a:pt x="94" y="1086"/>
                      <a:pt x="30" y="1617"/>
                      <a:pt x="1" y="2092"/>
                    </a:cubicBezTo>
                    <a:cubicBezTo>
                      <a:pt x="7" y="2099"/>
                      <a:pt x="16" y="2099"/>
                      <a:pt x="23" y="2099"/>
                    </a:cubicBezTo>
                    <a:cubicBezTo>
                      <a:pt x="102" y="2121"/>
                      <a:pt x="173" y="2142"/>
                      <a:pt x="216" y="2157"/>
                    </a:cubicBezTo>
                    <a:lnTo>
                      <a:pt x="475" y="2106"/>
                    </a:lnTo>
                    <a:lnTo>
                      <a:pt x="482" y="2106"/>
                    </a:lnTo>
                    <a:lnTo>
                      <a:pt x="929" y="2028"/>
                    </a:lnTo>
                    <a:lnTo>
                      <a:pt x="913" y="1833"/>
                    </a:lnTo>
                    <a:lnTo>
                      <a:pt x="936" y="1833"/>
                    </a:lnTo>
                    <a:lnTo>
                      <a:pt x="922" y="1717"/>
                    </a:lnTo>
                    <a:lnTo>
                      <a:pt x="856" y="1717"/>
                    </a:lnTo>
                    <a:lnTo>
                      <a:pt x="856" y="1524"/>
                    </a:lnTo>
                    <a:lnTo>
                      <a:pt x="942" y="1524"/>
                    </a:lnTo>
                    <a:lnTo>
                      <a:pt x="979" y="1388"/>
                    </a:lnTo>
                    <a:lnTo>
                      <a:pt x="1560" y="1388"/>
                    </a:lnTo>
                    <a:lnTo>
                      <a:pt x="1560" y="1395"/>
                    </a:lnTo>
                    <a:lnTo>
                      <a:pt x="1596" y="1524"/>
                    </a:lnTo>
                    <a:lnTo>
                      <a:pt x="1683" y="1524"/>
                    </a:lnTo>
                    <a:lnTo>
                      <a:pt x="1683" y="1717"/>
                    </a:lnTo>
                    <a:lnTo>
                      <a:pt x="1619" y="1717"/>
                    </a:lnTo>
                    <a:lnTo>
                      <a:pt x="1612" y="1833"/>
                    </a:lnTo>
                    <a:lnTo>
                      <a:pt x="1626" y="1833"/>
                    </a:lnTo>
                    <a:lnTo>
                      <a:pt x="1589" y="2278"/>
                    </a:lnTo>
                    <a:lnTo>
                      <a:pt x="1569" y="2278"/>
                    </a:lnTo>
                    <a:lnTo>
                      <a:pt x="1560" y="2444"/>
                    </a:lnTo>
                    <a:lnTo>
                      <a:pt x="2057" y="2444"/>
                    </a:lnTo>
                    <a:cubicBezTo>
                      <a:pt x="2093" y="2444"/>
                      <a:pt x="2157" y="2401"/>
                      <a:pt x="2164" y="2350"/>
                    </a:cubicBezTo>
                    <a:cubicBezTo>
                      <a:pt x="2179" y="2300"/>
                      <a:pt x="2423" y="870"/>
                      <a:pt x="2431" y="734"/>
                    </a:cubicBezTo>
                    <a:cubicBezTo>
                      <a:pt x="2438" y="575"/>
                      <a:pt x="2423" y="482"/>
                      <a:pt x="2388" y="417"/>
                    </a:cubicBezTo>
                    <a:lnTo>
                      <a:pt x="2380" y="417"/>
                    </a:lnTo>
                    <a:cubicBezTo>
                      <a:pt x="2373" y="403"/>
                      <a:pt x="2366" y="396"/>
                      <a:pt x="2366" y="389"/>
                    </a:cubicBezTo>
                    <a:cubicBezTo>
                      <a:pt x="2345" y="360"/>
                      <a:pt x="2323" y="337"/>
                      <a:pt x="2293" y="317"/>
                    </a:cubicBezTo>
                    <a:cubicBezTo>
                      <a:pt x="2186" y="260"/>
                      <a:pt x="1748" y="1"/>
                      <a:pt x="17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9" name="Google Shape;8819;p72">
                <a:extLst>
                  <a:ext uri="{FF2B5EF4-FFF2-40B4-BE49-F238E27FC236}">
                    <a16:creationId xmlns:a16="http://schemas.microsoft.com/office/drawing/2014/main" id="{E7B420FE-6199-BB96-65C4-7CC02D41181B}"/>
                  </a:ext>
                </a:extLst>
              </p:cNvPr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0" name="Google Shape;8820;p72">
                <a:extLst>
                  <a:ext uri="{FF2B5EF4-FFF2-40B4-BE49-F238E27FC236}">
                    <a16:creationId xmlns:a16="http://schemas.microsoft.com/office/drawing/2014/main" id="{91FC5863-A56D-8D20-9708-8B54FD615ED2}"/>
                  </a:ext>
                </a:extLst>
              </p:cNvPr>
              <p:cNvSpPr/>
              <p:nvPr/>
            </p:nvSpPr>
            <p:spPr>
              <a:xfrm>
                <a:off x="8357565" y="2952645"/>
                <a:ext cx="5870" cy="9049"/>
              </a:xfrm>
              <a:custGeom>
                <a:avLst/>
                <a:gdLst/>
                <a:ahLst/>
                <a:cxnLst/>
                <a:rect l="l" t="t" r="r" b="b"/>
                <a:pathLst>
                  <a:path w="24" h="37" extrusionOk="0">
                    <a:moveTo>
                      <a:pt x="1" y="0"/>
                    </a:moveTo>
                    <a:lnTo>
                      <a:pt x="1" y="9"/>
                    </a:lnTo>
                    <a:cubicBezTo>
                      <a:pt x="1" y="16"/>
                      <a:pt x="8" y="23"/>
                      <a:pt x="15" y="37"/>
                    </a:cubicBezTo>
                    <a:lnTo>
                      <a:pt x="23" y="37"/>
                    </a:lnTo>
                    <a:cubicBezTo>
                      <a:pt x="15" y="23"/>
                      <a:pt x="8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1" name="Google Shape;8821;p72">
                <a:extLst>
                  <a:ext uri="{FF2B5EF4-FFF2-40B4-BE49-F238E27FC236}">
                    <a16:creationId xmlns:a16="http://schemas.microsoft.com/office/drawing/2014/main" id="{B61725E0-C95D-4B77-09B1-DEAC52D18A17}"/>
                  </a:ext>
                </a:extLst>
              </p:cNvPr>
              <p:cNvSpPr/>
              <p:nvPr/>
            </p:nvSpPr>
            <p:spPr>
              <a:xfrm>
                <a:off x="8357565" y="2952645"/>
                <a:ext cx="5870" cy="9049"/>
              </a:xfrm>
              <a:custGeom>
                <a:avLst/>
                <a:gdLst/>
                <a:ahLst/>
                <a:cxnLst/>
                <a:rect l="l" t="t" r="r" b="b"/>
                <a:pathLst>
                  <a:path w="24" h="37" fill="none" extrusionOk="0">
                    <a:moveTo>
                      <a:pt x="23" y="37"/>
                    </a:moveTo>
                    <a:cubicBezTo>
                      <a:pt x="15" y="23"/>
                      <a:pt x="8" y="16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2" name="Google Shape;8822;p72">
                <a:extLst>
                  <a:ext uri="{FF2B5EF4-FFF2-40B4-BE49-F238E27FC236}">
                    <a16:creationId xmlns:a16="http://schemas.microsoft.com/office/drawing/2014/main" id="{8DD56955-64E1-2F23-085B-A04A504CBF69}"/>
                  </a:ext>
                </a:extLst>
              </p:cNvPr>
              <p:cNvSpPr/>
              <p:nvPr/>
            </p:nvSpPr>
            <p:spPr>
              <a:xfrm>
                <a:off x="7631467" y="3619317"/>
                <a:ext cx="337741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5183" extrusionOk="0">
                    <a:moveTo>
                      <a:pt x="1195" y="0"/>
                    </a:moveTo>
                    <a:lnTo>
                      <a:pt x="1188" y="35"/>
                    </a:lnTo>
                    <a:lnTo>
                      <a:pt x="1151" y="186"/>
                    </a:lnTo>
                    <a:lnTo>
                      <a:pt x="950" y="1049"/>
                    </a:lnTo>
                    <a:lnTo>
                      <a:pt x="886" y="1344"/>
                    </a:lnTo>
                    <a:lnTo>
                      <a:pt x="856" y="1458"/>
                    </a:lnTo>
                    <a:lnTo>
                      <a:pt x="856" y="1473"/>
                    </a:lnTo>
                    <a:lnTo>
                      <a:pt x="784" y="1775"/>
                    </a:lnTo>
                    <a:lnTo>
                      <a:pt x="1" y="5182"/>
                    </a:lnTo>
                    <a:lnTo>
                      <a:pt x="189" y="5182"/>
                    </a:lnTo>
                    <a:lnTo>
                      <a:pt x="972" y="1775"/>
                    </a:lnTo>
                    <a:lnTo>
                      <a:pt x="1043" y="1473"/>
                    </a:lnTo>
                    <a:lnTo>
                      <a:pt x="1043" y="1444"/>
                    </a:lnTo>
                    <a:lnTo>
                      <a:pt x="1072" y="1344"/>
                    </a:lnTo>
                    <a:lnTo>
                      <a:pt x="1151" y="977"/>
                    </a:lnTo>
                    <a:lnTo>
                      <a:pt x="1338" y="200"/>
                    </a:lnTo>
                    <a:lnTo>
                      <a:pt x="1374" y="35"/>
                    </a:lnTo>
                    <a:lnTo>
                      <a:pt x="138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3" name="Google Shape;8823;p72">
                <a:extLst>
                  <a:ext uri="{FF2B5EF4-FFF2-40B4-BE49-F238E27FC236}">
                    <a16:creationId xmlns:a16="http://schemas.microsoft.com/office/drawing/2014/main" id="{EAAB9204-1E07-8075-284C-C9022D1277F8}"/>
                  </a:ext>
                </a:extLst>
              </p:cNvPr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4" name="Google Shape;8824;p72">
                <a:extLst>
                  <a:ext uri="{FF2B5EF4-FFF2-40B4-BE49-F238E27FC236}">
                    <a16:creationId xmlns:a16="http://schemas.microsoft.com/office/drawing/2014/main" id="{62504F55-3ED2-9883-2347-5CA66228393E}"/>
                  </a:ext>
                </a:extLst>
              </p:cNvPr>
              <p:cNvSpPr/>
              <p:nvPr/>
            </p:nvSpPr>
            <p:spPr>
              <a:xfrm>
                <a:off x="7677444" y="3619317"/>
                <a:ext cx="381762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5183" extrusionOk="0">
                    <a:moveTo>
                      <a:pt x="1193" y="0"/>
                    </a:moveTo>
                    <a:lnTo>
                      <a:pt x="1186" y="35"/>
                    </a:lnTo>
                    <a:lnTo>
                      <a:pt x="1150" y="200"/>
                    </a:lnTo>
                    <a:lnTo>
                      <a:pt x="963" y="977"/>
                    </a:lnTo>
                    <a:lnTo>
                      <a:pt x="884" y="1344"/>
                    </a:lnTo>
                    <a:lnTo>
                      <a:pt x="855" y="1444"/>
                    </a:lnTo>
                    <a:lnTo>
                      <a:pt x="855" y="1473"/>
                    </a:lnTo>
                    <a:lnTo>
                      <a:pt x="784" y="1775"/>
                    </a:lnTo>
                    <a:lnTo>
                      <a:pt x="1" y="5182"/>
                    </a:lnTo>
                    <a:lnTo>
                      <a:pt x="367" y="5182"/>
                    </a:lnTo>
                    <a:lnTo>
                      <a:pt x="439" y="4851"/>
                    </a:lnTo>
                    <a:lnTo>
                      <a:pt x="1150" y="1775"/>
                    </a:lnTo>
                    <a:lnTo>
                      <a:pt x="1186" y="1617"/>
                    </a:lnTo>
                    <a:lnTo>
                      <a:pt x="1222" y="1473"/>
                    </a:lnTo>
                    <a:lnTo>
                      <a:pt x="1236" y="1415"/>
                    </a:lnTo>
                    <a:lnTo>
                      <a:pt x="1252" y="1344"/>
                    </a:lnTo>
                    <a:lnTo>
                      <a:pt x="1365" y="840"/>
                    </a:lnTo>
                    <a:lnTo>
                      <a:pt x="1517" y="200"/>
                    </a:lnTo>
                    <a:lnTo>
                      <a:pt x="1553" y="35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5" name="Google Shape;8825;p72">
                <a:extLst>
                  <a:ext uri="{FF2B5EF4-FFF2-40B4-BE49-F238E27FC236}">
                    <a16:creationId xmlns:a16="http://schemas.microsoft.com/office/drawing/2014/main" id="{AABC03AD-55A8-B7E8-43F3-88F97474E10D}"/>
                  </a:ext>
                </a:extLst>
              </p:cNvPr>
              <p:cNvSpPr/>
              <p:nvPr/>
            </p:nvSpPr>
            <p:spPr>
              <a:xfrm>
                <a:off x="8104446" y="3619317"/>
                <a:ext cx="337741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5183" extrusionOk="0">
                    <a:moveTo>
                      <a:pt x="1" y="0"/>
                    </a:moveTo>
                    <a:lnTo>
                      <a:pt x="8" y="35"/>
                    </a:lnTo>
                    <a:lnTo>
                      <a:pt x="37" y="157"/>
                    </a:lnTo>
                    <a:lnTo>
                      <a:pt x="44" y="186"/>
                    </a:lnTo>
                    <a:lnTo>
                      <a:pt x="259" y="1121"/>
                    </a:lnTo>
                    <a:lnTo>
                      <a:pt x="309" y="1344"/>
                    </a:lnTo>
                    <a:lnTo>
                      <a:pt x="339" y="1466"/>
                    </a:lnTo>
                    <a:lnTo>
                      <a:pt x="339" y="1473"/>
                    </a:lnTo>
                    <a:lnTo>
                      <a:pt x="411" y="1775"/>
                    </a:lnTo>
                    <a:lnTo>
                      <a:pt x="1194" y="5182"/>
                    </a:lnTo>
                    <a:lnTo>
                      <a:pt x="1381" y="5182"/>
                    </a:lnTo>
                    <a:lnTo>
                      <a:pt x="598" y="1775"/>
                    </a:lnTo>
                    <a:lnTo>
                      <a:pt x="525" y="1473"/>
                    </a:lnTo>
                    <a:lnTo>
                      <a:pt x="504" y="1380"/>
                    </a:lnTo>
                    <a:lnTo>
                      <a:pt x="497" y="1344"/>
                    </a:lnTo>
                    <a:lnTo>
                      <a:pt x="389" y="870"/>
                    </a:lnTo>
                    <a:lnTo>
                      <a:pt x="223" y="157"/>
                    </a:lnTo>
                    <a:lnTo>
                      <a:pt x="196" y="35"/>
                    </a:lnTo>
                    <a:lnTo>
                      <a:pt x="18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6" name="Google Shape;8826;p72">
                <a:extLst>
                  <a:ext uri="{FF2B5EF4-FFF2-40B4-BE49-F238E27FC236}">
                    <a16:creationId xmlns:a16="http://schemas.microsoft.com/office/drawing/2014/main" id="{CCAC1142-1A61-5DEC-8F81-58549BAD9B8E}"/>
                  </a:ext>
                </a:extLst>
              </p:cNvPr>
              <p:cNvSpPr/>
              <p:nvPr/>
            </p:nvSpPr>
            <p:spPr>
              <a:xfrm>
                <a:off x="8149934" y="3619317"/>
                <a:ext cx="383963" cy="1267567"/>
              </a:xfrm>
              <a:custGeom>
                <a:avLst/>
                <a:gdLst/>
                <a:ahLst/>
                <a:cxnLst/>
                <a:rect l="l" t="t" r="r" b="b"/>
                <a:pathLst>
                  <a:path w="1570" h="5183" extrusionOk="0">
                    <a:moveTo>
                      <a:pt x="1" y="0"/>
                    </a:moveTo>
                    <a:lnTo>
                      <a:pt x="10" y="35"/>
                    </a:lnTo>
                    <a:lnTo>
                      <a:pt x="37" y="157"/>
                    </a:lnTo>
                    <a:lnTo>
                      <a:pt x="203" y="870"/>
                    </a:lnTo>
                    <a:lnTo>
                      <a:pt x="311" y="1344"/>
                    </a:lnTo>
                    <a:lnTo>
                      <a:pt x="318" y="1380"/>
                    </a:lnTo>
                    <a:lnTo>
                      <a:pt x="339" y="1473"/>
                    </a:lnTo>
                    <a:lnTo>
                      <a:pt x="412" y="1775"/>
                    </a:lnTo>
                    <a:lnTo>
                      <a:pt x="1195" y="5182"/>
                    </a:lnTo>
                    <a:lnTo>
                      <a:pt x="1569" y="5182"/>
                    </a:lnTo>
                    <a:lnTo>
                      <a:pt x="700" y="1430"/>
                    </a:lnTo>
                    <a:lnTo>
                      <a:pt x="527" y="682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7" name="Google Shape;8827;p72">
                <a:extLst>
                  <a:ext uri="{FF2B5EF4-FFF2-40B4-BE49-F238E27FC236}">
                    <a16:creationId xmlns:a16="http://schemas.microsoft.com/office/drawing/2014/main" id="{5DC201E9-5754-A575-E1BE-DEEB9356E019}"/>
                  </a:ext>
                </a:extLst>
              </p:cNvPr>
              <p:cNvSpPr/>
              <p:nvPr/>
            </p:nvSpPr>
            <p:spPr>
              <a:xfrm>
                <a:off x="7839098" y="3531030"/>
                <a:ext cx="84619" cy="88532"/>
              </a:xfrm>
              <a:custGeom>
                <a:avLst/>
                <a:gdLst/>
                <a:ahLst/>
                <a:cxnLst/>
                <a:rect l="l" t="t" r="r" b="b"/>
                <a:pathLst>
                  <a:path w="346" h="362" extrusionOk="0">
                    <a:moveTo>
                      <a:pt x="1" y="1"/>
                    </a:moveTo>
                    <a:lnTo>
                      <a:pt x="1" y="232"/>
                    </a:lnTo>
                    <a:cubicBezTo>
                      <a:pt x="1" y="246"/>
                      <a:pt x="1" y="259"/>
                      <a:pt x="7" y="275"/>
                    </a:cubicBezTo>
                    <a:cubicBezTo>
                      <a:pt x="14" y="289"/>
                      <a:pt x="14" y="296"/>
                      <a:pt x="21" y="309"/>
                    </a:cubicBezTo>
                    <a:cubicBezTo>
                      <a:pt x="51" y="339"/>
                      <a:pt x="87" y="361"/>
                      <a:pt x="130" y="361"/>
                    </a:cubicBezTo>
                    <a:lnTo>
                      <a:pt x="346" y="361"/>
                    </a:lnTo>
                    <a:lnTo>
                      <a:pt x="346" y="352"/>
                    </a:lnTo>
                    <a:cubicBezTo>
                      <a:pt x="309" y="339"/>
                      <a:pt x="280" y="309"/>
                      <a:pt x="273" y="275"/>
                    </a:cubicBezTo>
                    <a:cubicBezTo>
                      <a:pt x="266" y="259"/>
                      <a:pt x="266" y="246"/>
                      <a:pt x="266" y="232"/>
                    </a:cubicBez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8" name="Google Shape;8828;p72">
                <a:extLst>
                  <a:ext uri="{FF2B5EF4-FFF2-40B4-BE49-F238E27FC236}">
                    <a16:creationId xmlns:a16="http://schemas.microsoft.com/office/drawing/2014/main" id="{C99D9217-1DA6-2D79-B4EB-9EE1EE4B5116}"/>
                  </a:ext>
                </a:extLst>
              </p:cNvPr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" extrusionOk="0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9" name="Google Shape;8829;p72">
                <a:extLst>
                  <a:ext uri="{FF2B5EF4-FFF2-40B4-BE49-F238E27FC236}">
                    <a16:creationId xmlns:a16="http://schemas.microsoft.com/office/drawing/2014/main" id="{6611E840-7C5D-ED7E-87DD-C735CDD1D2B8}"/>
                  </a:ext>
                </a:extLst>
              </p:cNvPr>
              <p:cNvSpPr/>
              <p:nvPr/>
            </p:nvSpPr>
            <p:spPr>
              <a:xfrm>
                <a:off x="7904151" y="3531030"/>
                <a:ext cx="388854" cy="88532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362" extrusionOk="0">
                    <a:moveTo>
                      <a:pt x="0" y="1"/>
                    </a:moveTo>
                    <a:lnTo>
                      <a:pt x="0" y="232"/>
                    </a:lnTo>
                    <a:cubicBezTo>
                      <a:pt x="0" y="246"/>
                      <a:pt x="0" y="259"/>
                      <a:pt x="7" y="275"/>
                    </a:cubicBezTo>
                    <a:cubicBezTo>
                      <a:pt x="14" y="309"/>
                      <a:pt x="43" y="339"/>
                      <a:pt x="80" y="352"/>
                    </a:cubicBezTo>
                    <a:cubicBezTo>
                      <a:pt x="93" y="361"/>
                      <a:pt x="109" y="361"/>
                      <a:pt x="130" y="361"/>
                    </a:cubicBezTo>
                    <a:lnTo>
                      <a:pt x="1460" y="361"/>
                    </a:lnTo>
                    <a:cubicBezTo>
                      <a:pt x="1532" y="361"/>
                      <a:pt x="1589" y="302"/>
                      <a:pt x="1589" y="232"/>
                    </a:cubicBezTo>
                    <a:lnTo>
                      <a:pt x="15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0" name="Google Shape;8830;p72">
                <a:extLst>
                  <a:ext uri="{FF2B5EF4-FFF2-40B4-BE49-F238E27FC236}">
                    <a16:creationId xmlns:a16="http://schemas.microsoft.com/office/drawing/2014/main" id="{FEFC2A9E-0AEA-2C5E-55CB-C408A750FCF8}"/>
                  </a:ext>
                </a:extLst>
              </p:cNvPr>
              <p:cNvSpPr/>
              <p:nvPr/>
            </p:nvSpPr>
            <p:spPr>
              <a:xfrm>
                <a:off x="6278071" y="3457173"/>
                <a:ext cx="1311589" cy="74102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303" extrusionOk="0">
                    <a:moveTo>
                      <a:pt x="1" y="1"/>
                    </a:moveTo>
                    <a:lnTo>
                      <a:pt x="1" y="303"/>
                    </a:lnTo>
                    <a:lnTo>
                      <a:pt x="5362" y="303"/>
                    </a:lnTo>
                    <a:lnTo>
                      <a:pt x="536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1" name="Google Shape;8831;p72">
                <a:extLst>
                  <a:ext uri="{FF2B5EF4-FFF2-40B4-BE49-F238E27FC236}">
                    <a16:creationId xmlns:a16="http://schemas.microsoft.com/office/drawing/2014/main" id="{1A9A67E3-81E0-4D7C-DF46-6B3F629606A2}"/>
                  </a:ext>
                </a:extLst>
              </p:cNvPr>
              <p:cNvSpPr/>
              <p:nvPr/>
            </p:nvSpPr>
            <p:spPr>
              <a:xfrm>
                <a:off x="7589402" y="3457173"/>
                <a:ext cx="1086591" cy="74102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303" extrusionOk="0">
                    <a:moveTo>
                      <a:pt x="0" y="1"/>
                    </a:moveTo>
                    <a:lnTo>
                      <a:pt x="0" y="303"/>
                    </a:lnTo>
                    <a:lnTo>
                      <a:pt x="4442" y="303"/>
                    </a:lnTo>
                    <a:lnTo>
                      <a:pt x="4442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2" name="Google Shape;8832;p72">
                <a:extLst>
                  <a:ext uri="{FF2B5EF4-FFF2-40B4-BE49-F238E27FC236}">
                    <a16:creationId xmlns:a16="http://schemas.microsoft.com/office/drawing/2014/main" id="{D7EA201E-6F4B-2AC8-BE86-4980C9FE73B9}"/>
                  </a:ext>
                </a:extLst>
              </p:cNvPr>
              <p:cNvSpPr/>
              <p:nvPr/>
            </p:nvSpPr>
            <p:spPr>
              <a:xfrm>
                <a:off x="7126939" y="3416821"/>
                <a:ext cx="503065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166" extrusionOk="0">
                    <a:moveTo>
                      <a:pt x="1" y="0"/>
                    </a:moveTo>
                    <a:lnTo>
                      <a:pt x="123" y="166"/>
                    </a:lnTo>
                    <a:lnTo>
                      <a:pt x="2057" y="166"/>
                    </a:lnTo>
                    <a:lnTo>
                      <a:pt x="205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3" name="Google Shape;8833;p72">
                <a:extLst>
                  <a:ext uri="{FF2B5EF4-FFF2-40B4-BE49-F238E27FC236}">
                    <a16:creationId xmlns:a16="http://schemas.microsoft.com/office/drawing/2014/main" id="{33EC0070-93D4-C6EE-97C4-3147B82F0BB3}"/>
                  </a:ext>
                </a:extLst>
              </p:cNvPr>
              <p:cNvSpPr/>
              <p:nvPr/>
            </p:nvSpPr>
            <p:spPr>
              <a:xfrm>
                <a:off x="7629755" y="3416821"/>
                <a:ext cx="336273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166" extrusionOk="0">
                    <a:moveTo>
                      <a:pt x="1" y="0"/>
                    </a:moveTo>
                    <a:lnTo>
                      <a:pt x="1" y="166"/>
                    </a:lnTo>
                    <a:lnTo>
                      <a:pt x="1374" y="166"/>
                    </a:lnTo>
                    <a:lnTo>
                      <a:pt x="1274" y="102"/>
                    </a:lnTo>
                    <a:lnTo>
                      <a:pt x="1043" y="79"/>
                    </a:lnTo>
                    <a:lnTo>
                      <a:pt x="1029" y="79"/>
                    </a:lnTo>
                    <a:lnTo>
                      <a:pt x="863" y="66"/>
                    </a:lnTo>
                    <a:lnTo>
                      <a:pt x="827" y="66"/>
                    </a:lnTo>
                    <a:lnTo>
                      <a:pt x="598" y="43"/>
                    </a:lnTo>
                    <a:lnTo>
                      <a:pt x="591" y="43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4" name="Google Shape;8834;p72">
                <a:extLst>
                  <a:ext uri="{FF2B5EF4-FFF2-40B4-BE49-F238E27FC236}">
                    <a16:creationId xmlns:a16="http://schemas.microsoft.com/office/drawing/2014/main" id="{0D78FA8F-5E5B-09C3-D4A9-3BD66C39A242}"/>
                  </a:ext>
                </a:extLst>
              </p:cNvPr>
              <p:cNvSpPr/>
              <p:nvPr/>
            </p:nvSpPr>
            <p:spPr>
              <a:xfrm>
                <a:off x="6838848" y="2815447"/>
                <a:ext cx="140623" cy="104184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26" extrusionOk="0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5" name="Google Shape;8835;p72">
                <a:extLst>
                  <a:ext uri="{FF2B5EF4-FFF2-40B4-BE49-F238E27FC236}">
                    <a16:creationId xmlns:a16="http://schemas.microsoft.com/office/drawing/2014/main" id="{3E1D381C-72B2-9337-D7A2-C02906D5721D}"/>
                  </a:ext>
                </a:extLst>
              </p:cNvPr>
              <p:cNvSpPr/>
              <p:nvPr/>
            </p:nvSpPr>
            <p:spPr>
              <a:xfrm>
                <a:off x="7337995" y="2610016"/>
                <a:ext cx="176085" cy="655917"/>
              </a:xfrm>
              <a:custGeom>
                <a:avLst/>
                <a:gdLst/>
                <a:ahLst/>
                <a:cxnLst/>
                <a:rect l="l" t="t" r="r" b="b"/>
                <a:pathLst>
                  <a:path w="720" h="2682" extrusionOk="0">
                    <a:moveTo>
                      <a:pt x="0" y="1"/>
                    </a:moveTo>
                    <a:cubicBezTo>
                      <a:pt x="66" y="1"/>
                      <a:pt x="129" y="51"/>
                      <a:pt x="138" y="116"/>
                    </a:cubicBezTo>
                    <a:lnTo>
                      <a:pt x="569" y="2566"/>
                    </a:lnTo>
                    <a:cubicBezTo>
                      <a:pt x="583" y="2625"/>
                      <a:pt x="540" y="2681"/>
                      <a:pt x="475" y="2681"/>
                    </a:cubicBezTo>
                    <a:lnTo>
                      <a:pt x="613" y="2681"/>
                    </a:lnTo>
                    <a:cubicBezTo>
                      <a:pt x="676" y="2681"/>
                      <a:pt x="719" y="2625"/>
                      <a:pt x="713" y="2566"/>
                    </a:cubicBezTo>
                    <a:lnTo>
                      <a:pt x="281" y="116"/>
                    </a:lnTo>
                    <a:cubicBezTo>
                      <a:pt x="268" y="51"/>
                      <a:pt x="209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6" name="Google Shape;8836;p72">
                <a:extLst>
                  <a:ext uri="{FF2B5EF4-FFF2-40B4-BE49-F238E27FC236}">
                    <a16:creationId xmlns:a16="http://schemas.microsoft.com/office/drawing/2014/main" id="{240379EA-67F8-7D6F-0EAD-53F56E7CC2F2}"/>
                  </a:ext>
                </a:extLst>
              </p:cNvPr>
              <p:cNvSpPr/>
              <p:nvPr/>
            </p:nvSpPr>
            <p:spPr>
              <a:xfrm>
                <a:off x="6436302" y="2610016"/>
                <a:ext cx="1044526" cy="655917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82" extrusionOk="0">
                    <a:moveTo>
                      <a:pt x="2005" y="841"/>
                    </a:moveTo>
                    <a:cubicBezTo>
                      <a:pt x="2084" y="841"/>
                      <a:pt x="2171" y="899"/>
                      <a:pt x="2193" y="979"/>
                    </a:cubicBezTo>
                    <a:cubicBezTo>
                      <a:pt x="2200" y="1013"/>
                      <a:pt x="2221" y="1100"/>
                      <a:pt x="2071" y="1215"/>
                    </a:cubicBezTo>
                    <a:lnTo>
                      <a:pt x="2005" y="1265"/>
                    </a:lnTo>
                    <a:lnTo>
                      <a:pt x="1919" y="1215"/>
                    </a:lnTo>
                    <a:cubicBezTo>
                      <a:pt x="1703" y="1100"/>
                      <a:pt x="1676" y="1013"/>
                      <a:pt x="1669" y="979"/>
                    </a:cubicBezTo>
                    <a:cubicBezTo>
                      <a:pt x="1646" y="899"/>
                      <a:pt x="1696" y="841"/>
                      <a:pt x="1769" y="841"/>
                    </a:cubicBezTo>
                    <a:cubicBezTo>
                      <a:pt x="1819" y="841"/>
                      <a:pt x="1869" y="863"/>
                      <a:pt x="1905" y="899"/>
                    </a:cubicBezTo>
                    <a:cubicBezTo>
                      <a:pt x="1927" y="863"/>
                      <a:pt x="1962" y="841"/>
                      <a:pt x="2005" y="841"/>
                    </a:cubicBezTo>
                    <a:close/>
                    <a:moveTo>
                      <a:pt x="107" y="1"/>
                    </a:moveTo>
                    <a:cubicBezTo>
                      <a:pt x="44" y="1"/>
                      <a:pt x="1" y="51"/>
                      <a:pt x="14" y="116"/>
                    </a:cubicBezTo>
                    <a:lnTo>
                      <a:pt x="439" y="2566"/>
                    </a:lnTo>
                    <a:cubicBezTo>
                      <a:pt x="453" y="2625"/>
                      <a:pt x="518" y="2681"/>
                      <a:pt x="582" y="2681"/>
                    </a:cubicBezTo>
                    <a:lnTo>
                      <a:pt x="1301" y="2681"/>
                    </a:lnTo>
                    <a:cubicBezTo>
                      <a:pt x="1331" y="2445"/>
                      <a:pt x="1374" y="2171"/>
                      <a:pt x="1410" y="1962"/>
                    </a:cubicBezTo>
                    <a:cubicBezTo>
                      <a:pt x="1467" y="1683"/>
                      <a:pt x="1689" y="1639"/>
                      <a:pt x="1689" y="1639"/>
                    </a:cubicBezTo>
                    <a:lnTo>
                      <a:pt x="2466" y="1639"/>
                    </a:lnTo>
                    <a:lnTo>
                      <a:pt x="2495" y="1805"/>
                    </a:lnTo>
                    <a:cubicBezTo>
                      <a:pt x="2495" y="1805"/>
                      <a:pt x="2373" y="1812"/>
                      <a:pt x="2329" y="2048"/>
                    </a:cubicBezTo>
                    <a:cubicBezTo>
                      <a:pt x="2286" y="2236"/>
                      <a:pt x="2257" y="2473"/>
                      <a:pt x="2229" y="2681"/>
                    </a:cubicBezTo>
                    <a:lnTo>
                      <a:pt x="4162" y="2681"/>
                    </a:lnTo>
                    <a:cubicBezTo>
                      <a:pt x="4227" y="2681"/>
                      <a:pt x="4270" y="2625"/>
                      <a:pt x="4256" y="2566"/>
                    </a:cubicBezTo>
                    <a:lnTo>
                      <a:pt x="3825" y="116"/>
                    </a:lnTo>
                    <a:cubicBezTo>
                      <a:pt x="3816" y="51"/>
                      <a:pt x="3753" y="1"/>
                      <a:pt x="36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7" name="Google Shape;8837;p72">
                <a:extLst>
                  <a:ext uri="{FF2B5EF4-FFF2-40B4-BE49-F238E27FC236}">
                    <a16:creationId xmlns:a16="http://schemas.microsoft.com/office/drawing/2014/main" id="{E403F841-698A-2925-F148-46844C0ABD8B}"/>
                  </a:ext>
                </a:extLst>
              </p:cNvPr>
              <p:cNvSpPr/>
              <p:nvPr/>
            </p:nvSpPr>
            <p:spPr>
              <a:xfrm>
                <a:off x="6838848" y="2815447"/>
                <a:ext cx="140623" cy="104184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26" extrusionOk="0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8" name="Google Shape;8838;p72">
                <a:extLst>
                  <a:ext uri="{FF2B5EF4-FFF2-40B4-BE49-F238E27FC236}">
                    <a16:creationId xmlns:a16="http://schemas.microsoft.com/office/drawing/2014/main" id="{26C25638-4006-972C-AFE8-26B83018B167}"/>
                  </a:ext>
                </a:extLst>
              </p:cNvPr>
              <p:cNvSpPr/>
              <p:nvPr/>
            </p:nvSpPr>
            <p:spPr>
              <a:xfrm>
                <a:off x="6728306" y="3010850"/>
                <a:ext cx="309372" cy="446571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826" extrusionOk="0">
                    <a:moveTo>
                      <a:pt x="495" y="0"/>
                    </a:moveTo>
                    <a:cubicBezTo>
                      <a:pt x="495" y="0"/>
                      <a:pt x="273" y="44"/>
                      <a:pt x="216" y="323"/>
                    </a:cubicBezTo>
                    <a:cubicBezTo>
                      <a:pt x="180" y="532"/>
                      <a:pt x="137" y="806"/>
                      <a:pt x="107" y="1042"/>
                    </a:cubicBezTo>
                    <a:cubicBezTo>
                      <a:pt x="71" y="1315"/>
                      <a:pt x="43" y="1553"/>
                      <a:pt x="28" y="1617"/>
                    </a:cubicBezTo>
                    <a:cubicBezTo>
                      <a:pt x="0" y="1739"/>
                      <a:pt x="57" y="1826"/>
                      <a:pt x="230" y="1826"/>
                    </a:cubicBezTo>
                    <a:lnTo>
                      <a:pt x="1006" y="1826"/>
                    </a:lnTo>
                    <a:cubicBezTo>
                      <a:pt x="834" y="1826"/>
                      <a:pt x="784" y="1739"/>
                      <a:pt x="804" y="1617"/>
                    </a:cubicBezTo>
                    <a:cubicBezTo>
                      <a:pt x="820" y="1553"/>
                      <a:pt x="847" y="1315"/>
                      <a:pt x="884" y="1042"/>
                    </a:cubicBezTo>
                    <a:cubicBezTo>
                      <a:pt x="913" y="806"/>
                      <a:pt x="956" y="532"/>
                      <a:pt x="999" y="323"/>
                    </a:cubicBezTo>
                    <a:cubicBezTo>
                      <a:pt x="1049" y="73"/>
                      <a:pt x="1222" y="14"/>
                      <a:pt x="12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9" name="Google Shape;8839;p72">
                <a:extLst>
                  <a:ext uri="{FF2B5EF4-FFF2-40B4-BE49-F238E27FC236}">
                    <a16:creationId xmlns:a16="http://schemas.microsoft.com/office/drawing/2014/main" id="{6935F802-EF63-9418-0ED5-D8F689EEA268}"/>
                  </a:ext>
                </a:extLst>
              </p:cNvPr>
              <p:cNvSpPr/>
              <p:nvPr/>
            </p:nvSpPr>
            <p:spPr>
              <a:xfrm>
                <a:off x="6919797" y="3010850"/>
                <a:ext cx="237470" cy="44657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1826" extrusionOk="0">
                    <a:moveTo>
                      <a:pt x="482" y="0"/>
                    </a:moveTo>
                    <a:cubicBezTo>
                      <a:pt x="439" y="14"/>
                      <a:pt x="266" y="73"/>
                      <a:pt x="216" y="323"/>
                    </a:cubicBezTo>
                    <a:cubicBezTo>
                      <a:pt x="173" y="532"/>
                      <a:pt x="130" y="806"/>
                      <a:pt x="101" y="1042"/>
                    </a:cubicBezTo>
                    <a:cubicBezTo>
                      <a:pt x="64" y="1315"/>
                      <a:pt x="37" y="1553"/>
                      <a:pt x="21" y="1617"/>
                    </a:cubicBezTo>
                    <a:cubicBezTo>
                      <a:pt x="1" y="1739"/>
                      <a:pt x="51" y="1826"/>
                      <a:pt x="223" y="1826"/>
                    </a:cubicBezTo>
                    <a:lnTo>
                      <a:pt x="970" y="1826"/>
                    </a:lnTo>
                    <a:lnTo>
                      <a:pt x="848" y="1660"/>
                    </a:lnTo>
                    <a:lnTo>
                      <a:pt x="373" y="1660"/>
                    </a:lnTo>
                    <a:cubicBezTo>
                      <a:pt x="223" y="1660"/>
                      <a:pt x="166" y="1632"/>
                      <a:pt x="187" y="1524"/>
                    </a:cubicBezTo>
                    <a:cubicBezTo>
                      <a:pt x="194" y="1467"/>
                      <a:pt x="223" y="1272"/>
                      <a:pt x="252" y="1042"/>
                    </a:cubicBezTo>
                    <a:cubicBezTo>
                      <a:pt x="280" y="834"/>
                      <a:pt x="309" y="597"/>
                      <a:pt x="352" y="409"/>
                    </a:cubicBezTo>
                    <a:cubicBezTo>
                      <a:pt x="396" y="173"/>
                      <a:pt x="518" y="166"/>
                      <a:pt x="518" y="166"/>
                    </a:cubicBezTo>
                    <a:lnTo>
                      <a:pt x="4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0" name="Google Shape;8840;p72">
                <a:extLst>
                  <a:ext uri="{FF2B5EF4-FFF2-40B4-BE49-F238E27FC236}">
                    <a16:creationId xmlns:a16="http://schemas.microsoft.com/office/drawing/2014/main" id="{EC99C272-4180-2319-3ED5-4B059CF38010}"/>
                  </a:ext>
                </a:extLst>
              </p:cNvPr>
              <p:cNvSpPr/>
              <p:nvPr/>
            </p:nvSpPr>
            <p:spPr>
              <a:xfrm>
                <a:off x="6824673" y="2804930"/>
                <a:ext cx="168982" cy="125217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26" extrusionOk="0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1" name="Google Shape;8841;p72">
                <a:extLst>
                  <a:ext uri="{FF2B5EF4-FFF2-40B4-BE49-F238E27FC236}">
                    <a16:creationId xmlns:a16="http://schemas.microsoft.com/office/drawing/2014/main" id="{4C83E9E9-C4E6-2332-6F53-3A798D46F53E}"/>
                  </a:ext>
                </a:extLst>
              </p:cNvPr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166" extrusionOk="0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2" name="Google Shape;8842;p72">
                <a:extLst>
                  <a:ext uri="{FF2B5EF4-FFF2-40B4-BE49-F238E27FC236}">
                    <a16:creationId xmlns:a16="http://schemas.microsoft.com/office/drawing/2014/main" id="{2DE3F1FB-F3C7-DA81-E6E2-052816B52A71}"/>
                  </a:ext>
                </a:extLst>
              </p:cNvPr>
              <p:cNvSpPr/>
              <p:nvPr/>
            </p:nvSpPr>
            <p:spPr>
              <a:xfrm>
                <a:off x="8004421" y="3279622"/>
                <a:ext cx="170705" cy="2836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116" extrusionOk="0">
                    <a:moveTo>
                      <a:pt x="1" y="0"/>
                    </a:moveTo>
                    <a:lnTo>
                      <a:pt x="15" y="116"/>
                    </a:lnTo>
                    <a:lnTo>
                      <a:pt x="691" y="116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3" name="Google Shape;8843;p72">
                <a:extLst>
                  <a:ext uri="{FF2B5EF4-FFF2-40B4-BE49-F238E27FC236}">
                    <a16:creationId xmlns:a16="http://schemas.microsoft.com/office/drawing/2014/main" id="{87B78C11-04F5-D3F2-1C6F-01408DF35675}"/>
                  </a:ext>
                </a:extLst>
              </p:cNvPr>
              <p:cNvSpPr/>
              <p:nvPr/>
            </p:nvSpPr>
            <p:spPr>
              <a:xfrm>
                <a:off x="7988524" y="3232422"/>
                <a:ext cx="202253" cy="47445"/>
              </a:xfrm>
              <a:custGeom>
                <a:avLst/>
                <a:gdLst/>
                <a:ahLst/>
                <a:cxnLst/>
                <a:rect l="l" t="t" r="r" b="b"/>
                <a:pathLst>
                  <a:path w="827" h="194" extrusionOk="0">
                    <a:moveTo>
                      <a:pt x="0" y="0"/>
                    </a:moveTo>
                    <a:lnTo>
                      <a:pt x="0" y="193"/>
                    </a:lnTo>
                    <a:lnTo>
                      <a:pt x="827" y="193"/>
                    </a:lnTo>
                    <a:lnTo>
                      <a:pt x="82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4" name="Google Shape;8844;p72">
                <a:extLst>
                  <a:ext uri="{FF2B5EF4-FFF2-40B4-BE49-F238E27FC236}">
                    <a16:creationId xmlns:a16="http://schemas.microsoft.com/office/drawing/2014/main" id="{3DF98876-3997-286A-25DD-46A4E05074F3}"/>
                  </a:ext>
                </a:extLst>
              </p:cNvPr>
              <p:cNvSpPr/>
              <p:nvPr/>
            </p:nvSpPr>
            <p:spPr>
              <a:xfrm>
                <a:off x="8009556" y="3198917"/>
                <a:ext cx="160188" cy="3375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38" extrusionOk="0">
                    <a:moveTo>
                      <a:pt x="37" y="1"/>
                    </a:moveTo>
                    <a:lnTo>
                      <a:pt x="0" y="137"/>
                    </a:lnTo>
                    <a:lnTo>
                      <a:pt x="654" y="137"/>
                    </a:lnTo>
                    <a:lnTo>
                      <a:pt x="618" y="8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5" name="Google Shape;8845;p72">
                <a:extLst>
                  <a:ext uri="{FF2B5EF4-FFF2-40B4-BE49-F238E27FC236}">
                    <a16:creationId xmlns:a16="http://schemas.microsoft.com/office/drawing/2014/main" id="{36A48F8C-5D71-3065-06E7-877035FFBF86}"/>
                  </a:ext>
                </a:extLst>
              </p:cNvPr>
              <p:cNvSpPr/>
              <p:nvPr/>
            </p:nvSpPr>
            <p:spPr>
              <a:xfrm>
                <a:off x="8002464" y="3307747"/>
                <a:ext cx="174373" cy="109319"/>
              </a:xfrm>
              <a:custGeom>
                <a:avLst/>
                <a:gdLst/>
                <a:ahLst/>
                <a:cxnLst/>
                <a:rect l="l" t="t" r="r" b="b"/>
                <a:pathLst>
                  <a:path w="713" h="447" extrusionOk="0">
                    <a:moveTo>
                      <a:pt x="0" y="1"/>
                    </a:moveTo>
                    <a:lnTo>
                      <a:pt x="16" y="196"/>
                    </a:lnTo>
                    <a:lnTo>
                      <a:pt x="43" y="446"/>
                    </a:lnTo>
                    <a:lnTo>
                      <a:pt x="676" y="446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6" name="Google Shape;8846;p72">
                <a:extLst>
                  <a:ext uri="{FF2B5EF4-FFF2-40B4-BE49-F238E27FC236}">
                    <a16:creationId xmlns:a16="http://schemas.microsoft.com/office/drawing/2014/main" id="{7B02A378-5479-6FF1-473A-4DB2B1C3D6D4}"/>
                  </a:ext>
                </a:extLst>
              </p:cNvPr>
              <p:cNvSpPr/>
              <p:nvPr/>
            </p:nvSpPr>
            <p:spPr>
              <a:xfrm>
                <a:off x="6067261" y="4181561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7" name="Google Shape;8847;p72">
                <a:extLst>
                  <a:ext uri="{FF2B5EF4-FFF2-40B4-BE49-F238E27FC236}">
                    <a16:creationId xmlns:a16="http://schemas.microsoft.com/office/drawing/2014/main" id="{BBB08911-F199-86DE-3384-6AE0D5BA8DD8}"/>
                  </a:ext>
                </a:extLst>
              </p:cNvPr>
              <p:cNvSpPr/>
              <p:nvPr/>
            </p:nvSpPr>
            <p:spPr>
              <a:xfrm>
                <a:off x="5873814" y="3842356"/>
                <a:ext cx="126928" cy="325513"/>
              </a:xfrm>
              <a:custGeom>
                <a:avLst/>
                <a:gdLst/>
                <a:ahLst/>
                <a:cxnLst/>
                <a:rect l="l" t="t" r="r" b="b"/>
                <a:pathLst>
                  <a:path w="519" h="1331" extrusionOk="0">
                    <a:moveTo>
                      <a:pt x="1" y="1"/>
                    </a:moveTo>
                    <a:lnTo>
                      <a:pt x="1" y="115"/>
                    </a:lnTo>
                    <a:lnTo>
                      <a:pt x="1" y="223"/>
                    </a:lnTo>
                    <a:cubicBezTo>
                      <a:pt x="15" y="253"/>
                      <a:pt x="22" y="280"/>
                      <a:pt x="35" y="309"/>
                    </a:cubicBezTo>
                    <a:cubicBezTo>
                      <a:pt x="130" y="539"/>
                      <a:pt x="187" y="741"/>
                      <a:pt x="223" y="913"/>
                    </a:cubicBezTo>
                    <a:cubicBezTo>
                      <a:pt x="230" y="963"/>
                      <a:pt x="237" y="1006"/>
                      <a:pt x="237" y="1050"/>
                    </a:cubicBezTo>
                    <a:lnTo>
                      <a:pt x="518" y="1331"/>
                    </a:lnTo>
                    <a:lnTo>
                      <a:pt x="518" y="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8" name="Google Shape;8848;p72">
                <a:extLst>
                  <a:ext uri="{FF2B5EF4-FFF2-40B4-BE49-F238E27FC236}">
                    <a16:creationId xmlns:a16="http://schemas.microsoft.com/office/drawing/2014/main" id="{150C81DA-B9B3-B0B6-A367-57D7D4B972E9}"/>
                  </a:ext>
                </a:extLst>
              </p:cNvPr>
              <p:cNvSpPr/>
              <p:nvPr/>
            </p:nvSpPr>
            <p:spPr>
              <a:xfrm>
                <a:off x="5873814" y="3896893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1" y="0"/>
                    </a:moveTo>
                    <a:lnTo>
                      <a:pt x="1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9" name="Google Shape;8849;p72">
                <a:extLst>
                  <a:ext uri="{FF2B5EF4-FFF2-40B4-BE49-F238E27FC236}">
                    <a16:creationId xmlns:a16="http://schemas.microsoft.com/office/drawing/2014/main" id="{5E4A76AB-D4DB-ADF2-60A0-BBFA7778B48D}"/>
                  </a:ext>
                </a:extLst>
              </p:cNvPr>
              <p:cNvSpPr/>
              <p:nvPr/>
            </p:nvSpPr>
            <p:spPr>
              <a:xfrm>
                <a:off x="6000496" y="3842356"/>
                <a:ext cx="128395" cy="325513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331" extrusionOk="0">
                    <a:moveTo>
                      <a:pt x="525" y="1"/>
                    </a:moveTo>
                    <a:lnTo>
                      <a:pt x="0" y="525"/>
                    </a:lnTo>
                    <a:lnTo>
                      <a:pt x="0" y="1331"/>
                    </a:lnTo>
                    <a:lnTo>
                      <a:pt x="287" y="1043"/>
                    </a:lnTo>
                    <a:lnTo>
                      <a:pt x="287" y="1020"/>
                    </a:lnTo>
                    <a:cubicBezTo>
                      <a:pt x="316" y="877"/>
                      <a:pt x="366" y="705"/>
                      <a:pt x="446" y="511"/>
                    </a:cubicBezTo>
                    <a:cubicBezTo>
                      <a:pt x="459" y="489"/>
                      <a:pt x="466" y="460"/>
                      <a:pt x="475" y="439"/>
                    </a:cubicBezTo>
                    <a:cubicBezTo>
                      <a:pt x="489" y="403"/>
                      <a:pt x="503" y="373"/>
                      <a:pt x="518" y="339"/>
                    </a:cubicBezTo>
                    <a:cubicBezTo>
                      <a:pt x="525" y="266"/>
                      <a:pt x="525" y="194"/>
                      <a:pt x="525" y="115"/>
                    </a:cubicBez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0" name="Google Shape;8850;p72">
                <a:extLst>
                  <a:ext uri="{FF2B5EF4-FFF2-40B4-BE49-F238E27FC236}">
                    <a16:creationId xmlns:a16="http://schemas.microsoft.com/office/drawing/2014/main" id="{CC6730AA-634E-CD19-0A26-861F83C5132F}"/>
                  </a:ext>
                </a:extLst>
              </p:cNvPr>
              <p:cNvSpPr/>
              <p:nvPr/>
            </p:nvSpPr>
            <p:spPr>
              <a:xfrm>
                <a:off x="6070440" y="4091807"/>
                <a:ext cx="1957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3" extrusionOk="0">
                    <a:moveTo>
                      <a:pt x="1" y="0"/>
                    </a:moveTo>
                    <a:lnTo>
                      <a:pt x="1" y="23"/>
                    </a:lnTo>
                    <a:lnTo>
                      <a:pt x="8" y="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1" name="Google Shape;8851;p72">
                <a:extLst>
                  <a:ext uri="{FF2B5EF4-FFF2-40B4-BE49-F238E27FC236}">
                    <a16:creationId xmlns:a16="http://schemas.microsoft.com/office/drawing/2014/main" id="{577E7724-FF6D-5CC5-EA1E-46194DD639B6}"/>
                  </a:ext>
                </a:extLst>
              </p:cNvPr>
              <p:cNvSpPr/>
              <p:nvPr/>
            </p:nvSpPr>
            <p:spPr>
              <a:xfrm>
                <a:off x="5873814" y="3661381"/>
                <a:ext cx="126928" cy="309616"/>
              </a:xfrm>
              <a:custGeom>
                <a:avLst/>
                <a:gdLst/>
                <a:ahLst/>
                <a:cxnLst/>
                <a:rect l="l" t="t" r="r" b="b"/>
                <a:pathLst>
                  <a:path w="519" h="1266" extrusionOk="0">
                    <a:moveTo>
                      <a:pt x="58" y="1"/>
                    </a:moveTo>
                    <a:cubicBezTo>
                      <a:pt x="22" y="237"/>
                      <a:pt x="1" y="489"/>
                      <a:pt x="1" y="741"/>
                    </a:cubicBezTo>
                    <a:lnTo>
                      <a:pt x="518" y="1265"/>
                    </a:lnTo>
                    <a:lnTo>
                      <a:pt x="518" y="459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2" name="Google Shape;8852;p72">
                <a:extLst>
                  <a:ext uri="{FF2B5EF4-FFF2-40B4-BE49-F238E27FC236}">
                    <a16:creationId xmlns:a16="http://schemas.microsoft.com/office/drawing/2014/main" id="{4ECD88DF-D77B-DDCC-44CA-5C6BF0BDB01F}"/>
                  </a:ext>
                </a:extLst>
              </p:cNvPr>
              <p:cNvSpPr/>
              <p:nvPr/>
            </p:nvSpPr>
            <p:spPr>
              <a:xfrm>
                <a:off x="6000496" y="3661381"/>
                <a:ext cx="128395" cy="309616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266" extrusionOk="0">
                    <a:moveTo>
                      <a:pt x="466" y="1"/>
                    </a:moveTo>
                    <a:lnTo>
                      <a:pt x="0" y="459"/>
                    </a:lnTo>
                    <a:lnTo>
                      <a:pt x="0" y="1265"/>
                    </a:lnTo>
                    <a:lnTo>
                      <a:pt x="525" y="741"/>
                    </a:lnTo>
                    <a:cubicBezTo>
                      <a:pt x="518" y="489"/>
                      <a:pt x="496" y="237"/>
                      <a:pt x="4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3" name="Google Shape;8853;p72">
                <a:extLst>
                  <a:ext uri="{FF2B5EF4-FFF2-40B4-BE49-F238E27FC236}">
                    <a16:creationId xmlns:a16="http://schemas.microsoft.com/office/drawing/2014/main" id="{3934BA4A-C048-B5A7-79DA-AB5C5419B145}"/>
                  </a:ext>
                </a:extLst>
              </p:cNvPr>
              <p:cNvSpPr/>
              <p:nvPr/>
            </p:nvSpPr>
            <p:spPr>
              <a:xfrm>
                <a:off x="5887754" y="3497770"/>
                <a:ext cx="112988" cy="276111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129" extrusionOk="0">
                    <a:moveTo>
                      <a:pt x="137" y="0"/>
                    </a:moveTo>
                    <a:cubicBezTo>
                      <a:pt x="80" y="187"/>
                      <a:pt x="37" y="418"/>
                      <a:pt x="1" y="670"/>
                    </a:cubicBezTo>
                    <a:lnTo>
                      <a:pt x="461" y="1128"/>
                    </a:lnTo>
                    <a:lnTo>
                      <a:pt x="461" y="325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4" name="Google Shape;8854;p72">
                <a:extLst>
                  <a:ext uri="{FF2B5EF4-FFF2-40B4-BE49-F238E27FC236}">
                    <a16:creationId xmlns:a16="http://schemas.microsoft.com/office/drawing/2014/main" id="{58EC1EE1-2081-8C49-75AA-A36A8B39A9F6}"/>
                  </a:ext>
                </a:extLst>
              </p:cNvPr>
              <p:cNvSpPr/>
              <p:nvPr/>
            </p:nvSpPr>
            <p:spPr>
              <a:xfrm>
                <a:off x="6000496" y="3497770"/>
                <a:ext cx="114211" cy="276111"/>
              </a:xfrm>
              <a:custGeom>
                <a:avLst/>
                <a:gdLst/>
                <a:ahLst/>
                <a:cxnLst/>
                <a:rect l="l" t="t" r="r" b="b"/>
                <a:pathLst>
                  <a:path w="467" h="1129" extrusionOk="0">
                    <a:moveTo>
                      <a:pt x="323" y="0"/>
                    </a:moveTo>
                    <a:lnTo>
                      <a:pt x="0" y="325"/>
                    </a:lnTo>
                    <a:lnTo>
                      <a:pt x="0" y="1128"/>
                    </a:lnTo>
                    <a:lnTo>
                      <a:pt x="466" y="670"/>
                    </a:lnTo>
                    <a:cubicBezTo>
                      <a:pt x="432" y="418"/>
                      <a:pt x="380" y="187"/>
                      <a:pt x="3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5" name="Google Shape;8855;p72">
                <a:extLst>
                  <a:ext uri="{FF2B5EF4-FFF2-40B4-BE49-F238E27FC236}">
                    <a16:creationId xmlns:a16="http://schemas.microsoft.com/office/drawing/2014/main" id="{E31B3803-97BE-E6DC-897F-DA6940159C16}"/>
                  </a:ext>
                </a:extLst>
              </p:cNvPr>
              <p:cNvSpPr/>
              <p:nvPr/>
            </p:nvSpPr>
            <p:spPr>
              <a:xfrm>
                <a:off x="5921258" y="3381604"/>
                <a:ext cx="79483" cy="1956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800" extrusionOk="0">
                    <a:moveTo>
                      <a:pt x="324" y="1"/>
                    </a:moveTo>
                    <a:cubicBezTo>
                      <a:pt x="202" y="1"/>
                      <a:pt x="93" y="187"/>
                      <a:pt x="0" y="475"/>
                    </a:cubicBezTo>
                    <a:lnTo>
                      <a:pt x="324" y="800"/>
                    </a:lnTo>
                    <a:lnTo>
                      <a:pt x="32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6" name="Google Shape;8856;p72">
                <a:extLst>
                  <a:ext uri="{FF2B5EF4-FFF2-40B4-BE49-F238E27FC236}">
                    <a16:creationId xmlns:a16="http://schemas.microsoft.com/office/drawing/2014/main" id="{AA41A412-B019-0F17-4FEF-411A53F21373}"/>
                  </a:ext>
                </a:extLst>
              </p:cNvPr>
              <p:cNvSpPr/>
              <p:nvPr/>
            </p:nvSpPr>
            <p:spPr>
              <a:xfrm>
                <a:off x="6000496" y="3381604"/>
                <a:ext cx="79238" cy="195650"/>
              </a:xfrm>
              <a:custGeom>
                <a:avLst/>
                <a:gdLst/>
                <a:ahLst/>
                <a:cxnLst/>
                <a:rect l="l" t="t" r="r" b="b"/>
                <a:pathLst>
                  <a:path w="324" h="800" extrusionOk="0">
                    <a:moveTo>
                      <a:pt x="0" y="1"/>
                    </a:moveTo>
                    <a:lnTo>
                      <a:pt x="0" y="800"/>
                    </a:lnTo>
                    <a:lnTo>
                      <a:pt x="323" y="475"/>
                    </a:lnTo>
                    <a:cubicBezTo>
                      <a:pt x="237" y="187"/>
                      <a:pt x="121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7" name="Google Shape;8857;p72">
                <a:extLst>
                  <a:ext uri="{FF2B5EF4-FFF2-40B4-BE49-F238E27FC236}">
                    <a16:creationId xmlns:a16="http://schemas.microsoft.com/office/drawing/2014/main" id="{C766D3F4-ABA1-19A0-579E-F58BC6B5577D}"/>
                  </a:ext>
                </a:extLst>
              </p:cNvPr>
              <p:cNvSpPr/>
              <p:nvPr/>
            </p:nvSpPr>
            <p:spPr>
              <a:xfrm>
                <a:off x="6000496" y="4097188"/>
                <a:ext cx="70189" cy="84619"/>
              </a:xfrm>
              <a:custGeom>
                <a:avLst/>
                <a:gdLst/>
                <a:ahLst/>
                <a:cxnLst/>
                <a:rect l="l" t="t" r="r" b="b"/>
                <a:pathLst>
                  <a:path w="287" h="346" extrusionOk="0">
                    <a:moveTo>
                      <a:pt x="287" y="1"/>
                    </a:moveTo>
                    <a:lnTo>
                      <a:pt x="0" y="289"/>
                    </a:lnTo>
                    <a:lnTo>
                      <a:pt x="0" y="346"/>
                    </a:lnTo>
                    <a:lnTo>
                      <a:pt x="273" y="346"/>
                    </a:lnTo>
                    <a:cubicBezTo>
                      <a:pt x="259" y="259"/>
                      <a:pt x="259" y="137"/>
                      <a:pt x="2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8" name="Google Shape;8858;p72">
                <a:extLst>
                  <a:ext uri="{FF2B5EF4-FFF2-40B4-BE49-F238E27FC236}">
                    <a16:creationId xmlns:a16="http://schemas.microsoft.com/office/drawing/2014/main" id="{5CFEB409-AB6F-FBA1-F8E7-697E4BC2676D}"/>
                  </a:ext>
                </a:extLst>
              </p:cNvPr>
              <p:cNvSpPr/>
              <p:nvPr/>
            </p:nvSpPr>
            <p:spPr>
              <a:xfrm>
                <a:off x="5931774" y="4098900"/>
                <a:ext cx="68967" cy="82907"/>
              </a:xfrm>
              <a:custGeom>
                <a:avLst/>
                <a:gdLst/>
                <a:ahLst/>
                <a:cxnLst/>
                <a:rect l="l" t="t" r="r" b="b"/>
                <a:pathLst>
                  <a:path w="282" h="339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3" y="130"/>
                      <a:pt x="14" y="239"/>
                      <a:pt x="0" y="325"/>
                    </a:cubicBezTo>
                    <a:cubicBezTo>
                      <a:pt x="0" y="325"/>
                      <a:pt x="7" y="332"/>
                      <a:pt x="7" y="339"/>
                    </a:cubicBezTo>
                    <a:lnTo>
                      <a:pt x="281" y="339"/>
                    </a:lnTo>
                    <a:lnTo>
                      <a:pt x="281" y="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9" name="Google Shape;8859;p72">
                <a:extLst>
                  <a:ext uri="{FF2B5EF4-FFF2-40B4-BE49-F238E27FC236}">
                    <a16:creationId xmlns:a16="http://schemas.microsoft.com/office/drawing/2014/main" id="{895CB187-C6B5-D5A7-AC36-BD833B13CC93}"/>
                  </a:ext>
                </a:extLst>
              </p:cNvPr>
              <p:cNvSpPr/>
              <p:nvPr/>
            </p:nvSpPr>
            <p:spPr>
              <a:xfrm>
                <a:off x="5754224" y="3759694"/>
                <a:ext cx="119836" cy="276111"/>
              </a:xfrm>
              <a:custGeom>
                <a:avLst/>
                <a:gdLst/>
                <a:ahLst/>
                <a:cxnLst/>
                <a:rect l="l" t="t" r="r" b="b"/>
                <a:pathLst>
                  <a:path w="490" h="1129" extrusionOk="0">
                    <a:moveTo>
                      <a:pt x="216" y="1"/>
                    </a:moveTo>
                    <a:lnTo>
                      <a:pt x="0" y="504"/>
                    </a:lnTo>
                    <a:lnTo>
                      <a:pt x="245" y="1129"/>
                    </a:lnTo>
                    <a:lnTo>
                      <a:pt x="490" y="568"/>
                    </a:lnTo>
                    <a:lnTo>
                      <a:pt x="490" y="561"/>
                    </a:lnTo>
                    <a:cubicBezTo>
                      <a:pt x="404" y="366"/>
                      <a:pt x="309" y="180"/>
                      <a:pt x="2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0" name="Google Shape;8860;p72">
                <a:extLst>
                  <a:ext uri="{FF2B5EF4-FFF2-40B4-BE49-F238E27FC236}">
                    <a16:creationId xmlns:a16="http://schemas.microsoft.com/office/drawing/2014/main" id="{82FAC165-ABD7-B47F-84CB-AE8D32B52695}"/>
                  </a:ext>
                </a:extLst>
              </p:cNvPr>
              <p:cNvSpPr/>
              <p:nvPr/>
            </p:nvSpPr>
            <p:spPr>
              <a:xfrm>
                <a:off x="5676943" y="3975641"/>
                <a:ext cx="195161" cy="206166"/>
              </a:xfrm>
              <a:custGeom>
                <a:avLst/>
                <a:gdLst/>
                <a:ahLst/>
                <a:cxnLst/>
                <a:rect l="l" t="t" r="r" b="b"/>
                <a:pathLst>
                  <a:path w="798" h="84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7" y="30"/>
                      <a:pt x="21" y="59"/>
                      <a:pt x="30" y="87"/>
                    </a:cubicBezTo>
                    <a:cubicBezTo>
                      <a:pt x="123" y="318"/>
                      <a:pt x="216" y="505"/>
                      <a:pt x="309" y="656"/>
                    </a:cubicBezTo>
                    <a:lnTo>
                      <a:pt x="754" y="843"/>
                    </a:lnTo>
                    <a:lnTo>
                      <a:pt x="797" y="843"/>
                    </a:lnTo>
                    <a:lnTo>
                      <a:pt x="561" y="24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1" name="Google Shape;8861;p72">
                <a:extLst>
                  <a:ext uri="{FF2B5EF4-FFF2-40B4-BE49-F238E27FC236}">
                    <a16:creationId xmlns:a16="http://schemas.microsoft.com/office/drawing/2014/main" id="{DD0CE0AD-B89F-B3BB-719D-DB25DB869A6A}"/>
                  </a:ext>
                </a:extLst>
              </p:cNvPr>
              <p:cNvSpPr/>
              <p:nvPr/>
            </p:nvSpPr>
            <p:spPr>
              <a:xfrm>
                <a:off x="5752512" y="4136073"/>
                <a:ext cx="109075" cy="45733"/>
              </a:xfrm>
              <a:custGeom>
                <a:avLst/>
                <a:gdLst/>
                <a:ahLst/>
                <a:cxnLst/>
                <a:rect l="l" t="t" r="r" b="b"/>
                <a:pathLst>
                  <a:path w="446" h="18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50" y="71"/>
                      <a:pt x="93" y="137"/>
                      <a:pt x="143" y="187"/>
                    </a:cubicBezTo>
                    <a:lnTo>
                      <a:pt x="445" y="1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2" name="Google Shape;8862;p72">
                <a:extLst>
                  <a:ext uri="{FF2B5EF4-FFF2-40B4-BE49-F238E27FC236}">
                    <a16:creationId xmlns:a16="http://schemas.microsoft.com/office/drawing/2014/main" id="{271EB68A-2BC2-37EB-4F6F-182BB060EA36}"/>
                  </a:ext>
                </a:extLst>
              </p:cNvPr>
              <p:cNvSpPr/>
              <p:nvPr/>
            </p:nvSpPr>
            <p:spPr>
              <a:xfrm>
                <a:off x="5873814" y="3896893"/>
                <a:ext cx="245" cy="1957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1" y="0"/>
                    </a:moveTo>
                    <a:lnTo>
                      <a:pt x="1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3" name="Google Shape;8863;p72">
                <a:extLst>
                  <a:ext uri="{FF2B5EF4-FFF2-40B4-BE49-F238E27FC236}">
                    <a16:creationId xmlns:a16="http://schemas.microsoft.com/office/drawing/2014/main" id="{08277377-F3C4-5474-968B-3B3FDE421E20}"/>
                  </a:ext>
                </a:extLst>
              </p:cNvPr>
              <p:cNvSpPr/>
              <p:nvPr/>
            </p:nvSpPr>
            <p:spPr>
              <a:xfrm>
                <a:off x="5877237" y="4065639"/>
                <a:ext cx="60162" cy="116167"/>
              </a:xfrm>
              <a:custGeom>
                <a:avLst/>
                <a:gdLst/>
                <a:ahLst/>
                <a:cxnLst/>
                <a:rect l="l" t="t" r="r" b="b"/>
                <a:pathLst>
                  <a:path w="246" h="475" extrusionOk="0">
                    <a:moveTo>
                      <a:pt x="209" y="0"/>
                    </a:moveTo>
                    <a:lnTo>
                      <a:pt x="173" y="80"/>
                    </a:lnTo>
                    <a:lnTo>
                      <a:pt x="116" y="216"/>
                    </a:lnTo>
                    <a:lnTo>
                      <a:pt x="1" y="475"/>
                    </a:lnTo>
                    <a:lnTo>
                      <a:pt x="216" y="475"/>
                    </a:lnTo>
                    <a:cubicBezTo>
                      <a:pt x="216" y="468"/>
                      <a:pt x="223" y="461"/>
                      <a:pt x="223" y="461"/>
                    </a:cubicBezTo>
                    <a:cubicBezTo>
                      <a:pt x="237" y="375"/>
                      <a:pt x="246" y="266"/>
                      <a:pt x="223" y="137"/>
                    </a:cubicBezTo>
                    <a:cubicBezTo>
                      <a:pt x="223" y="93"/>
                      <a:pt x="216" y="50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4" name="Google Shape;8864;p72">
                <a:extLst>
                  <a:ext uri="{FF2B5EF4-FFF2-40B4-BE49-F238E27FC236}">
                    <a16:creationId xmlns:a16="http://schemas.microsoft.com/office/drawing/2014/main" id="{1BAD3DCA-71BF-F03B-E146-252498E86FCC}"/>
                  </a:ext>
                </a:extLst>
              </p:cNvPr>
              <p:cNvSpPr/>
              <p:nvPr/>
            </p:nvSpPr>
            <p:spPr>
              <a:xfrm>
                <a:off x="5813896" y="3896893"/>
                <a:ext cx="114700" cy="284915"/>
              </a:xfrm>
              <a:custGeom>
                <a:avLst/>
                <a:gdLst/>
                <a:ahLst/>
                <a:cxnLst/>
                <a:rect l="l" t="t" r="r" b="b"/>
                <a:pathLst>
                  <a:path w="469" h="1165" extrusionOk="0">
                    <a:moveTo>
                      <a:pt x="246" y="0"/>
                    </a:moveTo>
                    <a:lnTo>
                      <a:pt x="246" y="7"/>
                    </a:lnTo>
                    <a:lnTo>
                      <a:pt x="1" y="568"/>
                    </a:lnTo>
                    <a:lnTo>
                      <a:pt x="237" y="1165"/>
                    </a:lnTo>
                    <a:lnTo>
                      <a:pt x="260" y="1165"/>
                    </a:lnTo>
                    <a:lnTo>
                      <a:pt x="375" y="906"/>
                    </a:lnTo>
                    <a:lnTo>
                      <a:pt x="432" y="770"/>
                    </a:lnTo>
                    <a:lnTo>
                      <a:pt x="468" y="690"/>
                    </a:lnTo>
                    <a:cubicBezTo>
                      <a:pt x="432" y="518"/>
                      <a:pt x="375" y="316"/>
                      <a:pt x="280" y="86"/>
                    </a:cubicBezTo>
                    <a:cubicBezTo>
                      <a:pt x="267" y="57"/>
                      <a:pt x="260" y="30"/>
                      <a:pt x="2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5" name="Google Shape;8865;p72">
                <a:extLst>
                  <a:ext uri="{FF2B5EF4-FFF2-40B4-BE49-F238E27FC236}">
                    <a16:creationId xmlns:a16="http://schemas.microsoft.com/office/drawing/2014/main" id="{B0764252-46C4-816B-DA7C-41A30B320967}"/>
                  </a:ext>
                </a:extLst>
              </p:cNvPr>
              <p:cNvSpPr/>
              <p:nvPr/>
            </p:nvSpPr>
            <p:spPr>
              <a:xfrm>
                <a:off x="6063837" y="4095476"/>
                <a:ext cx="45733" cy="86331"/>
              </a:xfrm>
              <a:custGeom>
                <a:avLst/>
                <a:gdLst/>
                <a:ahLst/>
                <a:cxnLst/>
                <a:rect l="l" t="t" r="r" b="b"/>
                <a:pathLst>
                  <a:path w="187" h="353" extrusionOk="0">
                    <a:moveTo>
                      <a:pt x="35" y="1"/>
                    </a:moveTo>
                    <a:lnTo>
                      <a:pt x="28" y="8"/>
                    </a:lnTo>
                    <a:cubicBezTo>
                      <a:pt x="0" y="144"/>
                      <a:pt x="0" y="266"/>
                      <a:pt x="14" y="353"/>
                    </a:cubicBezTo>
                    <a:lnTo>
                      <a:pt x="187" y="353"/>
                    </a:lnTo>
                    <a:lnTo>
                      <a:pt x="107" y="173"/>
                    </a:lnTo>
                    <a:lnTo>
                      <a:pt x="107" y="166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6" name="Google Shape;8866;p72">
                <a:extLst>
                  <a:ext uri="{FF2B5EF4-FFF2-40B4-BE49-F238E27FC236}">
                    <a16:creationId xmlns:a16="http://schemas.microsoft.com/office/drawing/2014/main" id="{34E1742D-3C8F-787B-FC60-552C16808BA4}"/>
                  </a:ext>
                </a:extLst>
              </p:cNvPr>
              <p:cNvSpPr/>
              <p:nvPr/>
            </p:nvSpPr>
            <p:spPr>
              <a:xfrm>
                <a:off x="6067261" y="4181561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7" name="Google Shape;8867;p72">
                <a:extLst>
                  <a:ext uri="{FF2B5EF4-FFF2-40B4-BE49-F238E27FC236}">
                    <a16:creationId xmlns:a16="http://schemas.microsoft.com/office/drawing/2014/main" id="{B7F424A6-B47A-5075-ED40-A4895F087D2B}"/>
                  </a:ext>
                </a:extLst>
              </p:cNvPr>
              <p:cNvSpPr/>
              <p:nvPr/>
            </p:nvSpPr>
            <p:spPr>
              <a:xfrm>
                <a:off x="6070440" y="4091807"/>
                <a:ext cx="1957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3" extrusionOk="0">
                    <a:moveTo>
                      <a:pt x="1" y="0"/>
                    </a:moveTo>
                    <a:lnTo>
                      <a:pt x="1" y="23"/>
                    </a:lnTo>
                    <a:lnTo>
                      <a:pt x="8" y="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8" name="Google Shape;8868;p72">
                <a:extLst>
                  <a:ext uri="{FF2B5EF4-FFF2-40B4-BE49-F238E27FC236}">
                    <a16:creationId xmlns:a16="http://schemas.microsoft.com/office/drawing/2014/main" id="{8ACAD5A4-DD27-CAD2-AF43-FB01BD8EF0FB}"/>
                  </a:ext>
                </a:extLst>
              </p:cNvPr>
              <p:cNvSpPr/>
              <p:nvPr/>
            </p:nvSpPr>
            <p:spPr>
              <a:xfrm>
                <a:off x="6116417" y="3831840"/>
                <a:ext cx="103694" cy="234046"/>
              </a:xfrm>
              <a:custGeom>
                <a:avLst/>
                <a:gdLst/>
                <a:ahLst/>
                <a:cxnLst/>
                <a:rect l="l" t="t" r="r" b="b"/>
                <a:pathLst>
                  <a:path w="424" h="957" extrusionOk="0">
                    <a:moveTo>
                      <a:pt x="237" y="1"/>
                    </a:moveTo>
                    <a:cubicBezTo>
                      <a:pt x="173" y="123"/>
                      <a:pt x="101" y="252"/>
                      <a:pt x="44" y="382"/>
                    </a:cubicBezTo>
                    <a:cubicBezTo>
                      <a:pt x="29" y="416"/>
                      <a:pt x="15" y="446"/>
                      <a:pt x="1" y="482"/>
                    </a:cubicBezTo>
                    <a:lnTo>
                      <a:pt x="35" y="554"/>
                    </a:lnTo>
                    <a:lnTo>
                      <a:pt x="208" y="956"/>
                    </a:lnTo>
                    <a:lnTo>
                      <a:pt x="424" y="432"/>
                    </a:lnTo>
                    <a:lnTo>
                      <a:pt x="23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9" name="Google Shape;8869;p72">
                <a:extLst>
                  <a:ext uri="{FF2B5EF4-FFF2-40B4-BE49-F238E27FC236}">
                    <a16:creationId xmlns:a16="http://schemas.microsoft.com/office/drawing/2014/main" id="{1E7FC754-B33B-205C-5B01-64CB049B4D35}"/>
                  </a:ext>
                </a:extLst>
              </p:cNvPr>
              <p:cNvSpPr/>
              <p:nvPr/>
            </p:nvSpPr>
            <p:spPr>
              <a:xfrm>
                <a:off x="6174378" y="3733037"/>
                <a:ext cx="96847" cy="204454"/>
              </a:xfrm>
              <a:custGeom>
                <a:avLst/>
                <a:gdLst/>
                <a:ahLst/>
                <a:cxnLst/>
                <a:rect l="l" t="t" r="r" b="b"/>
                <a:pathLst>
                  <a:path w="396" h="836" extrusionOk="0">
                    <a:moveTo>
                      <a:pt x="266" y="1"/>
                    </a:moveTo>
                    <a:cubicBezTo>
                      <a:pt x="180" y="110"/>
                      <a:pt x="86" y="253"/>
                      <a:pt x="0" y="405"/>
                    </a:cubicBezTo>
                    <a:lnTo>
                      <a:pt x="187" y="836"/>
                    </a:lnTo>
                    <a:lnTo>
                      <a:pt x="187" y="829"/>
                    </a:lnTo>
                    <a:lnTo>
                      <a:pt x="395" y="303"/>
                    </a:ln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0" name="Google Shape;8870;p72">
                <a:extLst>
                  <a:ext uri="{FF2B5EF4-FFF2-40B4-BE49-F238E27FC236}">
                    <a16:creationId xmlns:a16="http://schemas.microsoft.com/office/drawing/2014/main" id="{BDD6B03A-D5D2-5CFC-5ECE-7584435C9F77}"/>
                  </a:ext>
                </a:extLst>
              </p:cNvPr>
              <p:cNvSpPr/>
              <p:nvPr/>
            </p:nvSpPr>
            <p:spPr>
              <a:xfrm>
                <a:off x="6239186" y="3675810"/>
                <a:ext cx="83151" cy="131330"/>
              </a:xfrm>
              <a:custGeom>
                <a:avLst/>
                <a:gdLst/>
                <a:ahLst/>
                <a:cxnLst/>
                <a:rect l="l" t="t" r="r" b="b"/>
                <a:pathLst>
                  <a:path w="340" h="537" extrusionOk="0">
                    <a:moveTo>
                      <a:pt x="308" y="0"/>
                    </a:moveTo>
                    <a:cubicBezTo>
                      <a:pt x="230" y="0"/>
                      <a:pt x="121" y="91"/>
                      <a:pt x="1" y="235"/>
                    </a:cubicBezTo>
                    <a:lnTo>
                      <a:pt x="130" y="537"/>
                    </a:lnTo>
                    <a:lnTo>
                      <a:pt x="339" y="5"/>
                    </a:lnTo>
                    <a:cubicBezTo>
                      <a:pt x="329" y="2"/>
                      <a:pt x="319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1" name="Google Shape;8871;p72">
                <a:extLst>
                  <a:ext uri="{FF2B5EF4-FFF2-40B4-BE49-F238E27FC236}">
                    <a16:creationId xmlns:a16="http://schemas.microsoft.com/office/drawing/2014/main" id="{68554912-45FF-DB47-E1ED-6CAC5777B5BC}"/>
                  </a:ext>
                </a:extLst>
              </p:cNvPr>
              <p:cNvSpPr/>
              <p:nvPr/>
            </p:nvSpPr>
            <p:spPr>
              <a:xfrm>
                <a:off x="6270979" y="3677033"/>
                <a:ext cx="77771" cy="130107"/>
              </a:xfrm>
              <a:custGeom>
                <a:avLst/>
                <a:gdLst/>
                <a:ahLst/>
                <a:cxnLst/>
                <a:rect l="l" t="t" r="r" b="b"/>
                <a:pathLst>
                  <a:path w="318" h="532" extrusionOk="0">
                    <a:moveTo>
                      <a:pt x="209" y="0"/>
                    </a:moveTo>
                    <a:lnTo>
                      <a:pt x="0" y="532"/>
                    </a:lnTo>
                    <a:lnTo>
                      <a:pt x="302" y="402"/>
                    </a:lnTo>
                    <a:cubicBezTo>
                      <a:pt x="318" y="187"/>
                      <a:pt x="295" y="37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2" name="Google Shape;8872;p72">
                <a:extLst>
                  <a:ext uri="{FF2B5EF4-FFF2-40B4-BE49-F238E27FC236}">
                    <a16:creationId xmlns:a16="http://schemas.microsoft.com/office/drawing/2014/main" id="{67725C0E-8FE9-73B2-343A-E953835CADAB}"/>
                  </a:ext>
                </a:extLst>
              </p:cNvPr>
              <p:cNvSpPr/>
              <p:nvPr/>
            </p:nvSpPr>
            <p:spPr>
              <a:xfrm>
                <a:off x="6219866" y="3775346"/>
                <a:ext cx="125216" cy="160433"/>
              </a:xfrm>
              <a:custGeom>
                <a:avLst/>
                <a:gdLst/>
                <a:ahLst/>
                <a:cxnLst/>
                <a:rect l="l" t="t" r="r" b="b"/>
                <a:pathLst>
                  <a:path w="512" h="656" extrusionOk="0">
                    <a:moveTo>
                      <a:pt x="511" y="0"/>
                    </a:moveTo>
                    <a:lnTo>
                      <a:pt x="209" y="130"/>
                    </a:lnTo>
                    <a:lnTo>
                      <a:pt x="1" y="656"/>
                    </a:lnTo>
                    <a:lnTo>
                      <a:pt x="425" y="475"/>
                    </a:lnTo>
                    <a:cubicBezTo>
                      <a:pt x="468" y="302"/>
                      <a:pt x="497" y="138"/>
                      <a:pt x="5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3" name="Google Shape;8873;p72">
                <a:extLst>
                  <a:ext uri="{FF2B5EF4-FFF2-40B4-BE49-F238E27FC236}">
                    <a16:creationId xmlns:a16="http://schemas.microsoft.com/office/drawing/2014/main" id="{740F1876-67DD-B6FB-3090-681FA842024E}"/>
                  </a:ext>
                </a:extLst>
              </p:cNvPr>
              <p:cNvSpPr/>
              <p:nvPr/>
            </p:nvSpPr>
            <p:spPr>
              <a:xfrm>
                <a:off x="6167041" y="3891268"/>
                <a:ext cx="156765" cy="174618"/>
              </a:xfrm>
              <a:custGeom>
                <a:avLst/>
                <a:gdLst/>
                <a:ahLst/>
                <a:cxnLst/>
                <a:rect l="l" t="t" r="r" b="b"/>
                <a:pathLst>
                  <a:path w="641" h="714" extrusionOk="0">
                    <a:moveTo>
                      <a:pt x="641" y="1"/>
                    </a:moveTo>
                    <a:lnTo>
                      <a:pt x="217" y="182"/>
                    </a:lnTo>
                    <a:lnTo>
                      <a:pt x="217" y="189"/>
                    </a:lnTo>
                    <a:lnTo>
                      <a:pt x="1" y="713"/>
                    </a:lnTo>
                    <a:lnTo>
                      <a:pt x="484" y="511"/>
                    </a:lnTo>
                    <a:cubicBezTo>
                      <a:pt x="548" y="339"/>
                      <a:pt x="598" y="166"/>
                      <a:pt x="6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4" name="Google Shape;8874;p72">
                <a:extLst>
                  <a:ext uri="{FF2B5EF4-FFF2-40B4-BE49-F238E27FC236}">
                    <a16:creationId xmlns:a16="http://schemas.microsoft.com/office/drawing/2014/main" id="{CE2732D9-1DE3-11A0-2BA6-FBE36E1C89DD}"/>
                  </a:ext>
                </a:extLst>
              </p:cNvPr>
              <p:cNvSpPr/>
              <p:nvPr/>
            </p:nvSpPr>
            <p:spPr>
              <a:xfrm>
                <a:off x="6121553" y="4016238"/>
                <a:ext cx="163857" cy="165569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77" extrusionOk="0">
                    <a:moveTo>
                      <a:pt x="670" y="0"/>
                    </a:moveTo>
                    <a:lnTo>
                      <a:pt x="187" y="202"/>
                    </a:lnTo>
                    <a:lnTo>
                      <a:pt x="1" y="677"/>
                    </a:lnTo>
                    <a:lnTo>
                      <a:pt x="116" y="677"/>
                    </a:lnTo>
                    <a:lnTo>
                      <a:pt x="403" y="554"/>
                    </a:lnTo>
                    <a:cubicBezTo>
                      <a:pt x="482" y="432"/>
                      <a:pt x="561" y="266"/>
                      <a:pt x="641" y="73"/>
                    </a:cubicBezTo>
                    <a:cubicBezTo>
                      <a:pt x="648" y="50"/>
                      <a:pt x="661" y="23"/>
                      <a:pt x="6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5" name="Google Shape;8875;p72">
                <a:extLst>
                  <a:ext uri="{FF2B5EF4-FFF2-40B4-BE49-F238E27FC236}">
                    <a16:creationId xmlns:a16="http://schemas.microsoft.com/office/drawing/2014/main" id="{93DDE81B-A6BF-5D39-B100-9E3408A0339E}"/>
                  </a:ext>
                </a:extLst>
              </p:cNvPr>
              <p:cNvSpPr/>
              <p:nvPr/>
            </p:nvSpPr>
            <p:spPr>
              <a:xfrm>
                <a:off x="6149922" y="4151725"/>
                <a:ext cx="70189" cy="30081"/>
              </a:xfrm>
              <a:custGeom>
                <a:avLst/>
                <a:gdLst/>
                <a:ahLst/>
                <a:cxnLst/>
                <a:rect l="l" t="t" r="r" b="b"/>
                <a:pathLst>
                  <a:path w="287" h="123" extrusionOk="0">
                    <a:moveTo>
                      <a:pt x="287" y="0"/>
                    </a:moveTo>
                    <a:lnTo>
                      <a:pt x="0" y="123"/>
                    </a:lnTo>
                    <a:lnTo>
                      <a:pt x="200" y="123"/>
                    </a:lnTo>
                    <a:cubicBezTo>
                      <a:pt x="230" y="86"/>
                      <a:pt x="259" y="43"/>
                      <a:pt x="2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6" name="Google Shape;8876;p72">
                <a:extLst>
                  <a:ext uri="{FF2B5EF4-FFF2-40B4-BE49-F238E27FC236}">
                    <a16:creationId xmlns:a16="http://schemas.microsoft.com/office/drawing/2014/main" id="{AF7B6572-8C1A-82CF-16E0-685F5812724B}"/>
                  </a:ext>
                </a:extLst>
              </p:cNvPr>
              <p:cNvSpPr/>
              <p:nvPr/>
            </p:nvSpPr>
            <p:spPr>
              <a:xfrm>
                <a:off x="6070440" y="4091807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7" name="Google Shape;8877;p72">
                <a:extLst>
                  <a:ext uri="{FF2B5EF4-FFF2-40B4-BE49-F238E27FC236}">
                    <a16:creationId xmlns:a16="http://schemas.microsoft.com/office/drawing/2014/main" id="{C1B10F71-F2CC-D511-D8BC-8CFC60185D5D}"/>
                  </a:ext>
                </a:extLst>
              </p:cNvPr>
              <p:cNvSpPr/>
              <p:nvPr/>
            </p:nvSpPr>
            <p:spPr>
              <a:xfrm>
                <a:off x="6070440" y="3949473"/>
                <a:ext cx="96847" cy="232334"/>
              </a:xfrm>
              <a:custGeom>
                <a:avLst/>
                <a:gdLst/>
                <a:ahLst/>
                <a:cxnLst/>
                <a:rect l="l" t="t" r="r" b="b"/>
                <a:pathLst>
                  <a:path w="396" h="950" extrusionOk="0">
                    <a:moveTo>
                      <a:pt x="189" y="1"/>
                    </a:moveTo>
                    <a:cubicBezTo>
                      <a:pt x="180" y="22"/>
                      <a:pt x="173" y="51"/>
                      <a:pt x="160" y="73"/>
                    </a:cubicBezTo>
                    <a:cubicBezTo>
                      <a:pt x="80" y="267"/>
                      <a:pt x="30" y="439"/>
                      <a:pt x="1" y="582"/>
                    </a:cubicBezTo>
                    <a:lnTo>
                      <a:pt x="8" y="598"/>
                    </a:lnTo>
                    <a:lnTo>
                      <a:pt x="80" y="763"/>
                    </a:lnTo>
                    <a:lnTo>
                      <a:pt x="80" y="770"/>
                    </a:lnTo>
                    <a:lnTo>
                      <a:pt x="160" y="950"/>
                    </a:lnTo>
                    <a:lnTo>
                      <a:pt x="210" y="950"/>
                    </a:lnTo>
                    <a:lnTo>
                      <a:pt x="396" y="475"/>
                    </a:lnTo>
                    <a:lnTo>
                      <a:pt x="223" y="73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8" name="Google Shape;8878;p72">
                <a:extLst>
                  <a:ext uri="{FF2B5EF4-FFF2-40B4-BE49-F238E27FC236}">
                    <a16:creationId xmlns:a16="http://schemas.microsoft.com/office/drawing/2014/main" id="{5D83425F-F645-C6A0-375C-8EB1E79EE0D7}"/>
                  </a:ext>
                </a:extLst>
              </p:cNvPr>
              <p:cNvSpPr/>
              <p:nvPr/>
            </p:nvSpPr>
            <p:spPr>
              <a:xfrm>
                <a:off x="6323560" y="3891268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9" name="Google Shape;8879;p72">
                <a:extLst>
                  <a:ext uri="{FF2B5EF4-FFF2-40B4-BE49-F238E27FC236}">
                    <a16:creationId xmlns:a16="http://schemas.microsoft.com/office/drawing/2014/main" id="{7723C704-CD50-BCEC-722D-0514C62AF60E}"/>
                  </a:ext>
                </a:extLst>
              </p:cNvPr>
              <p:cNvSpPr/>
              <p:nvPr/>
            </p:nvSpPr>
            <p:spPr>
              <a:xfrm>
                <a:off x="5812429" y="4575303"/>
                <a:ext cx="167281" cy="14453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91" extrusionOk="0">
                    <a:moveTo>
                      <a:pt x="0" y="0"/>
                    </a:moveTo>
                    <a:lnTo>
                      <a:pt x="0" y="86"/>
                    </a:lnTo>
                    <a:lnTo>
                      <a:pt x="71" y="590"/>
                    </a:lnTo>
                    <a:lnTo>
                      <a:pt x="683" y="590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0" name="Google Shape;8880;p72">
                <a:extLst>
                  <a:ext uri="{FF2B5EF4-FFF2-40B4-BE49-F238E27FC236}">
                    <a16:creationId xmlns:a16="http://schemas.microsoft.com/office/drawing/2014/main" id="{16738FCB-C767-7EB0-6D27-F6C7D18A0DD0}"/>
                  </a:ext>
                </a:extLst>
              </p:cNvPr>
              <p:cNvSpPr/>
              <p:nvPr/>
            </p:nvSpPr>
            <p:spPr>
              <a:xfrm>
                <a:off x="6021528" y="4575303"/>
                <a:ext cx="167036" cy="144536"/>
              </a:xfrm>
              <a:custGeom>
                <a:avLst/>
                <a:gdLst/>
                <a:ahLst/>
                <a:cxnLst/>
                <a:rect l="l" t="t" r="r" b="b"/>
                <a:pathLst>
                  <a:path w="683" h="591" extrusionOk="0">
                    <a:moveTo>
                      <a:pt x="1" y="0"/>
                    </a:moveTo>
                    <a:lnTo>
                      <a:pt x="1" y="590"/>
                    </a:lnTo>
                    <a:lnTo>
                      <a:pt x="611" y="590"/>
                    </a:lnTo>
                    <a:lnTo>
                      <a:pt x="682" y="86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1" name="Google Shape;8881;p72">
                <a:extLst>
                  <a:ext uri="{FF2B5EF4-FFF2-40B4-BE49-F238E27FC236}">
                    <a16:creationId xmlns:a16="http://schemas.microsoft.com/office/drawing/2014/main" id="{F7AF0072-D150-40E0-D59E-CA018B028A16}"/>
                  </a:ext>
                </a:extLst>
              </p:cNvPr>
              <p:cNvSpPr/>
              <p:nvPr/>
            </p:nvSpPr>
            <p:spPr>
              <a:xfrm>
                <a:off x="5755691" y="4181561"/>
                <a:ext cx="489370" cy="355594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1454" extrusionOk="0">
                    <a:moveTo>
                      <a:pt x="1" y="1"/>
                    </a:moveTo>
                    <a:lnTo>
                      <a:pt x="160" y="1165"/>
                    </a:lnTo>
                    <a:lnTo>
                      <a:pt x="232" y="1165"/>
                    </a:lnTo>
                    <a:lnTo>
                      <a:pt x="232" y="1453"/>
                    </a:lnTo>
                    <a:lnTo>
                      <a:pt x="915" y="1453"/>
                    </a:lnTo>
                    <a:lnTo>
                      <a:pt x="915" y="1165"/>
                    </a:lnTo>
                    <a:lnTo>
                      <a:pt x="1088" y="1165"/>
                    </a:lnTo>
                    <a:lnTo>
                      <a:pt x="1088" y="1453"/>
                    </a:lnTo>
                    <a:lnTo>
                      <a:pt x="1769" y="1453"/>
                    </a:lnTo>
                    <a:lnTo>
                      <a:pt x="1769" y="1165"/>
                    </a:lnTo>
                    <a:lnTo>
                      <a:pt x="1842" y="1165"/>
                    </a:lnTo>
                    <a:lnTo>
                      <a:pt x="200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2" name="Google Shape;8882;p72">
                <a:extLst>
                  <a:ext uri="{FF2B5EF4-FFF2-40B4-BE49-F238E27FC236}">
                    <a16:creationId xmlns:a16="http://schemas.microsoft.com/office/drawing/2014/main" id="{05C083EE-E10B-149D-EB00-37834300E266}"/>
                  </a:ext>
                </a:extLst>
              </p:cNvPr>
              <p:cNvSpPr/>
              <p:nvPr/>
            </p:nvSpPr>
            <p:spPr>
              <a:xfrm>
                <a:off x="6067261" y="4181561"/>
                <a:ext cx="245" cy="2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3" name="Google Shape;8883;p72">
                <a:extLst>
                  <a:ext uri="{FF2B5EF4-FFF2-40B4-BE49-F238E27FC236}">
                    <a16:creationId xmlns:a16="http://schemas.microsoft.com/office/drawing/2014/main" id="{4C05DA8C-EBD1-1783-E27B-5D102ED8C1DA}"/>
                  </a:ext>
                </a:extLst>
              </p:cNvPr>
              <p:cNvSpPr/>
              <p:nvPr/>
            </p:nvSpPr>
            <p:spPr>
              <a:xfrm>
                <a:off x="6188318" y="4466474"/>
                <a:ext cx="42309" cy="387142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583" extrusionOk="0">
                    <a:moveTo>
                      <a:pt x="0" y="0"/>
                    </a:moveTo>
                    <a:lnTo>
                      <a:pt x="0" y="1582"/>
                    </a:lnTo>
                    <a:lnTo>
                      <a:pt x="173" y="1582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4" name="Google Shape;8884;p72">
                <a:extLst>
                  <a:ext uri="{FF2B5EF4-FFF2-40B4-BE49-F238E27FC236}">
                    <a16:creationId xmlns:a16="http://schemas.microsoft.com/office/drawing/2014/main" id="{AE2CF844-D29F-FF48-D2E5-D47227F206D3}"/>
                  </a:ext>
                </a:extLst>
              </p:cNvPr>
              <p:cNvSpPr/>
              <p:nvPr/>
            </p:nvSpPr>
            <p:spPr>
              <a:xfrm>
                <a:off x="5812429" y="4719594"/>
                <a:ext cx="167281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684" h="159" extrusionOk="0">
                    <a:moveTo>
                      <a:pt x="0" y="0"/>
                    </a:moveTo>
                    <a:lnTo>
                      <a:pt x="0" y="159"/>
                    </a:lnTo>
                    <a:lnTo>
                      <a:pt x="683" y="159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5" name="Google Shape;8885;p72">
                <a:extLst>
                  <a:ext uri="{FF2B5EF4-FFF2-40B4-BE49-F238E27FC236}">
                    <a16:creationId xmlns:a16="http://schemas.microsoft.com/office/drawing/2014/main" id="{C32F46B7-058D-BC92-E176-2E83F2651030}"/>
                  </a:ext>
                </a:extLst>
              </p:cNvPr>
              <p:cNvSpPr/>
              <p:nvPr/>
            </p:nvSpPr>
            <p:spPr>
              <a:xfrm>
                <a:off x="6021528" y="4719594"/>
                <a:ext cx="167036" cy="38885"/>
              </a:xfrm>
              <a:custGeom>
                <a:avLst/>
                <a:gdLst/>
                <a:ahLst/>
                <a:cxnLst/>
                <a:rect l="l" t="t" r="r" b="b"/>
                <a:pathLst>
                  <a:path w="683" h="159" extrusionOk="0">
                    <a:moveTo>
                      <a:pt x="1" y="0"/>
                    </a:moveTo>
                    <a:lnTo>
                      <a:pt x="1" y="159"/>
                    </a:lnTo>
                    <a:lnTo>
                      <a:pt x="682" y="159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6" name="Google Shape;8886;p72">
                <a:extLst>
                  <a:ext uri="{FF2B5EF4-FFF2-40B4-BE49-F238E27FC236}">
                    <a16:creationId xmlns:a16="http://schemas.microsoft.com/office/drawing/2014/main" id="{E18EBCB1-70F4-5F82-FB1A-81D0BEFA7FAD}"/>
                  </a:ext>
                </a:extLst>
              </p:cNvPr>
              <p:cNvSpPr/>
              <p:nvPr/>
            </p:nvSpPr>
            <p:spPr>
              <a:xfrm>
                <a:off x="5812429" y="4536907"/>
                <a:ext cx="167281" cy="38641"/>
              </a:xfrm>
              <a:custGeom>
                <a:avLst/>
                <a:gdLst/>
                <a:ahLst/>
                <a:cxnLst/>
                <a:rect l="l" t="t" r="r" b="b"/>
                <a:pathLst>
                  <a:path w="684" h="158" extrusionOk="0">
                    <a:moveTo>
                      <a:pt x="0" y="0"/>
                    </a:moveTo>
                    <a:lnTo>
                      <a:pt x="0" y="157"/>
                    </a:lnTo>
                    <a:lnTo>
                      <a:pt x="683" y="157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7" name="Google Shape;8887;p72">
                <a:extLst>
                  <a:ext uri="{FF2B5EF4-FFF2-40B4-BE49-F238E27FC236}">
                    <a16:creationId xmlns:a16="http://schemas.microsoft.com/office/drawing/2014/main" id="{F1B6B391-08A4-F2B4-DAA2-CFAEA84FC4FA}"/>
                  </a:ext>
                </a:extLst>
              </p:cNvPr>
              <p:cNvSpPr/>
              <p:nvPr/>
            </p:nvSpPr>
            <p:spPr>
              <a:xfrm>
                <a:off x="6021528" y="4536907"/>
                <a:ext cx="167036" cy="3864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158" extrusionOk="0">
                    <a:moveTo>
                      <a:pt x="1" y="0"/>
                    </a:moveTo>
                    <a:lnTo>
                      <a:pt x="1" y="157"/>
                    </a:lnTo>
                    <a:lnTo>
                      <a:pt x="682" y="157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8" name="Google Shape;8888;p72">
                <a:extLst>
                  <a:ext uri="{FF2B5EF4-FFF2-40B4-BE49-F238E27FC236}">
                    <a16:creationId xmlns:a16="http://schemas.microsoft.com/office/drawing/2014/main" id="{109F8EC3-33B1-C923-FE3B-396D97BC9F04}"/>
                  </a:ext>
                </a:extLst>
              </p:cNvPr>
              <p:cNvSpPr/>
              <p:nvPr/>
            </p:nvSpPr>
            <p:spPr>
              <a:xfrm>
                <a:off x="5979464" y="4466474"/>
                <a:ext cx="42309" cy="387142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583" extrusionOk="0">
                    <a:moveTo>
                      <a:pt x="0" y="0"/>
                    </a:moveTo>
                    <a:lnTo>
                      <a:pt x="0" y="1582"/>
                    </a:lnTo>
                    <a:lnTo>
                      <a:pt x="173" y="1582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9" name="Google Shape;8889;p72">
                <a:extLst>
                  <a:ext uri="{FF2B5EF4-FFF2-40B4-BE49-F238E27FC236}">
                    <a16:creationId xmlns:a16="http://schemas.microsoft.com/office/drawing/2014/main" id="{78867ECE-C737-B122-5086-9981C12A5E4D}"/>
                  </a:ext>
                </a:extLst>
              </p:cNvPr>
              <p:cNvSpPr/>
              <p:nvPr/>
            </p:nvSpPr>
            <p:spPr>
              <a:xfrm>
                <a:off x="8633429" y="1871688"/>
                <a:ext cx="230622" cy="432631"/>
              </a:xfrm>
              <a:custGeom>
                <a:avLst/>
                <a:gdLst/>
                <a:ahLst/>
                <a:cxnLst/>
                <a:rect l="l" t="t" r="r" b="b"/>
                <a:pathLst>
                  <a:path w="943" h="1769" extrusionOk="0">
                    <a:moveTo>
                      <a:pt x="60" y="1"/>
                    </a:moveTo>
                    <a:cubicBezTo>
                      <a:pt x="37" y="1"/>
                      <a:pt x="16" y="1"/>
                      <a:pt x="1" y="8"/>
                    </a:cubicBezTo>
                    <a:cubicBezTo>
                      <a:pt x="455" y="37"/>
                      <a:pt x="820" y="418"/>
                      <a:pt x="820" y="884"/>
                    </a:cubicBezTo>
                    <a:cubicBezTo>
                      <a:pt x="820" y="1351"/>
                      <a:pt x="455" y="1733"/>
                      <a:pt x="1" y="1762"/>
                    </a:cubicBezTo>
                    <a:cubicBezTo>
                      <a:pt x="16" y="1769"/>
                      <a:pt x="37" y="1769"/>
                      <a:pt x="60" y="1769"/>
                    </a:cubicBezTo>
                    <a:cubicBezTo>
                      <a:pt x="548" y="1769"/>
                      <a:pt x="943" y="1374"/>
                      <a:pt x="943" y="884"/>
                    </a:cubicBezTo>
                    <a:cubicBezTo>
                      <a:pt x="943" y="396"/>
                      <a:pt x="548" y="1"/>
                      <a:pt x="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0" name="Google Shape;8890;p72">
                <a:extLst>
                  <a:ext uri="{FF2B5EF4-FFF2-40B4-BE49-F238E27FC236}">
                    <a16:creationId xmlns:a16="http://schemas.microsoft.com/office/drawing/2014/main" id="{377456B7-263D-A406-F7A3-FABBDC9C8BD0}"/>
                  </a:ext>
                </a:extLst>
              </p:cNvPr>
              <p:cNvSpPr/>
              <p:nvPr/>
            </p:nvSpPr>
            <p:spPr>
              <a:xfrm>
                <a:off x="8608973" y="2075407"/>
                <a:ext cx="1957" cy="1956"/>
              </a:xfrm>
              <a:custGeom>
                <a:avLst/>
                <a:gdLst/>
                <a:ahLst/>
                <a:cxnLst/>
                <a:rect l="l" t="t" r="r" b="b"/>
                <a:pathLst>
                  <a:path w="8" h="8" extrusionOk="0">
                    <a:moveTo>
                      <a:pt x="8" y="1"/>
                    </a:moveTo>
                    <a:lnTo>
                      <a:pt x="1" y="8"/>
                    </a:lnTo>
                    <a:lnTo>
                      <a:pt x="8" y="8"/>
                    </a:lnTo>
                    <a:lnTo>
                      <a:pt x="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1" name="Google Shape;8891;p72">
                <a:extLst>
                  <a:ext uri="{FF2B5EF4-FFF2-40B4-BE49-F238E27FC236}">
                    <a16:creationId xmlns:a16="http://schemas.microsoft.com/office/drawing/2014/main" id="{4795CCAD-1AA3-3ADD-E471-9D8D481A460E}"/>
                  </a:ext>
                </a:extLst>
              </p:cNvPr>
              <p:cNvSpPr/>
              <p:nvPr/>
            </p:nvSpPr>
            <p:spPr>
              <a:xfrm>
                <a:off x="8401586" y="1871688"/>
                <a:ext cx="432631" cy="43263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769" extrusionOk="0">
                    <a:moveTo>
                      <a:pt x="885" y="144"/>
                    </a:moveTo>
                    <a:cubicBezTo>
                      <a:pt x="1294" y="144"/>
                      <a:pt x="1625" y="475"/>
                      <a:pt x="1625" y="884"/>
                    </a:cubicBezTo>
                    <a:cubicBezTo>
                      <a:pt x="1625" y="1295"/>
                      <a:pt x="1294" y="1626"/>
                      <a:pt x="885" y="1626"/>
                    </a:cubicBezTo>
                    <a:cubicBezTo>
                      <a:pt x="475" y="1626"/>
                      <a:pt x="145" y="1295"/>
                      <a:pt x="145" y="884"/>
                    </a:cubicBezTo>
                    <a:cubicBezTo>
                      <a:pt x="145" y="475"/>
                      <a:pt x="475" y="144"/>
                      <a:pt x="885" y="144"/>
                    </a:cubicBezTo>
                    <a:close/>
                    <a:moveTo>
                      <a:pt x="885" y="1"/>
                    </a:moveTo>
                    <a:cubicBezTo>
                      <a:pt x="395" y="1"/>
                      <a:pt x="0" y="396"/>
                      <a:pt x="0" y="884"/>
                    </a:cubicBezTo>
                    <a:cubicBezTo>
                      <a:pt x="0" y="1374"/>
                      <a:pt x="395" y="1769"/>
                      <a:pt x="885" y="1769"/>
                    </a:cubicBezTo>
                    <a:cubicBezTo>
                      <a:pt x="906" y="1769"/>
                      <a:pt x="928" y="1769"/>
                      <a:pt x="949" y="1762"/>
                    </a:cubicBezTo>
                    <a:cubicBezTo>
                      <a:pt x="1403" y="1733"/>
                      <a:pt x="1768" y="1351"/>
                      <a:pt x="1768" y="884"/>
                    </a:cubicBezTo>
                    <a:cubicBezTo>
                      <a:pt x="1768" y="418"/>
                      <a:pt x="1403" y="37"/>
                      <a:pt x="949" y="8"/>
                    </a:cubicBezTo>
                    <a:cubicBezTo>
                      <a:pt x="928" y="1"/>
                      <a:pt x="906" y="1"/>
                      <a:pt x="8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2" name="Google Shape;8892;p72">
                <a:extLst>
                  <a:ext uri="{FF2B5EF4-FFF2-40B4-BE49-F238E27FC236}">
                    <a16:creationId xmlns:a16="http://schemas.microsoft.com/office/drawing/2014/main" id="{DA73C575-7505-475F-9E9B-58AE1F38E52D}"/>
                  </a:ext>
                </a:extLst>
              </p:cNvPr>
              <p:cNvSpPr/>
              <p:nvPr/>
            </p:nvSpPr>
            <p:spPr>
              <a:xfrm>
                <a:off x="8608973" y="2075407"/>
                <a:ext cx="1957" cy="1956"/>
              </a:xfrm>
              <a:custGeom>
                <a:avLst/>
                <a:gdLst/>
                <a:ahLst/>
                <a:cxnLst/>
                <a:rect l="l" t="t" r="r" b="b"/>
                <a:pathLst>
                  <a:path w="8" h="8" extrusionOk="0">
                    <a:moveTo>
                      <a:pt x="8" y="1"/>
                    </a:moveTo>
                    <a:lnTo>
                      <a:pt x="1" y="8"/>
                    </a:lnTo>
                    <a:lnTo>
                      <a:pt x="8" y="8"/>
                    </a:lnTo>
                    <a:lnTo>
                      <a:pt x="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3" name="Google Shape;8893;p72">
                <a:extLst>
                  <a:ext uri="{FF2B5EF4-FFF2-40B4-BE49-F238E27FC236}">
                    <a16:creationId xmlns:a16="http://schemas.microsoft.com/office/drawing/2014/main" id="{C94DD214-7A2E-DECF-2D99-7E170F4521A9}"/>
                  </a:ext>
                </a:extLst>
              </p:cNvPr>
              <p:cNvSpPr/>
              <p:nvPr/>
            </p:nvSpPr>
            <p:spPr>
              <a:xfrm>
                <a:off x="8437047" y="1906660"/>
                <a:ext cx="362197" cy="362686"/>
              </a:xfrm>
              <a:custGeom>
                <a:avLst/>
                <a:gdLst/>
                <a:ahLst/>
                <a:cxnLst/>
                <a:rect l="l" t="t" r="r" b="b"/>
                <a:pathLst>
                  <a:path w="1481" h="1483" extrusionOk="0">
                    <a:moveTo>
                      <a:pt x="740" y="1"/>
                    </a:moveTo>
                    <a:cubicBezTo>
                      <a:pt x="330" y="1"/>
                      <a:pt x="0" y="332"/>
                      <a:pt x="0" y="741"/>
                    </a:cubicBezTo>
                    <a:cubicBezTo>
                      <a:pt x="0" y="1152"/>
                      <a:pt x="330" y="1483"/>
                      <a:pt x="740" y="1483"/>
                    </a:cubicBezTo>
                    <a:cubicBezTo>
                      <a:pt x="1149" y="1483"/>
                      <a:pt x="1480" y="1152"/>
                      <a:pt x="1480" y="741"/>
                    </a:cubicBezTo>
                    <a:cubicBezTo>
                      <a:pt x="1480" y="332"/>
                      <a:pt x="1149" y="1"/>
                      <a:pt x="7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4" name="Google Shape;8894;p72">
                <a:extLst>
                  <a:ext uri="{FF2B5EF4-FFF2-40B4-BE49-F238E27FC236}">
                    <a16:creationId xmlns:a16="http://schemas.microsoft.com/office/drawing/2014/main" id="{321770A0-89B5-E0D3-CF5A-ED68A4147132}"/>
                  </a:ext>
                </a:extLst>
              </p:cNvPr>
              <p:cNvSpPr/>
              <p:nvPr/>
            </p:nvSpPr>
            <p:spPr>
              <a:xfrm>
                <a:off x="8531937" y="1948969"/>
                <a:ext cx="100271" cy="15334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627" extrusionOk="0">
                    <a:moveTo>
                      <a:pt x="352" y="0"/>
                    </a:moveTo>
                    <a:cubicBezTo>
                      <a:pt x="337" y="0"/>
                      <a:pt x="323" y="16"/>
                      <a:pt x="323" y="30"/>
                    </a:cubicBezTo>
                    <a:lnTo>
                      <a:pt x="323" y="525"/>
                    </a:lnTo>
                    <a:lnTo>
                      <a:pt x="316" y="525"/>
                    </a:lnTo>
                    <a:lnTo>
                      <a:pt x="50" y="368"/>
                    </a:lnTo>
                    <a:cubicBezTo>
                      <a:pt x="43" y="368"/>
                      <a:pt x="35" y="361"/>
                      <a:pt x="35" y="361"/>
                    </a:cubicBezTo>
                    <a:cubicBezTo>
                      <a:pt x="21" y="361"/>
                      <a:pt x="14" y="368"/>
                      <a:pt x="7" y="382"/>
                    </a:cubicBezTo>
                    <a:cubicBezTo>
                      <a:pt x="0" y="395"/>
                      <a:pt x="0" y="411"/>
                      <a:pt x="14" y="418"/>
                    </a:cubicBezTo>
                    <a:lnTo>
                      <a:pt x="293" y="583"/>
                    </a:lnTo>
                    <a:cubicBezTo>
                      <a:pt x="302" y="604"/>
                      <a:pt x="323" y="627"/>
                      <a:pt x="352" y="627"/>
                    </a:cubicBezTo>
                    <a:cubicBezTo>
                      <a:pt x="388" y="627"/>
                      <a:pt x="409" y="597"/>
                      <a:pt x="409" y="568"/>
                    </a:cubicBezTo>
                    <a:cubicBezTo>
                      <a:pt x="409" y="547"/>
                      <a:pt x="402" y="533"/>
                      <a:pt x="380" y="518"/>
                    </a:cubicBezTo>
                    <a:lnTo>
                      <a:pt x="380" y="30"/>
                    </a:lnTo>
                    <a:cubicBezTo>
                      <a:pt x="380" y="16"/>
                      <a:pt x="366" y="0"/>
                      <a:pt x="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5" name="Google Shape;8895;p72">
                <a:extLst>
                  <a:ext uri="{FF2B5EF4-FFF2-40B4-BE49-F238E27FC236}">
                    <a16:creationId xmlns:a16="http://schemas.microsoft.com/office/drawing/2014/main" id="{A3EA49DD-2DE3-FA08-F9E4-E4EFCC3EBD7F}"/>
                  </a:ext>
                </a:extLst>
              </p:cNvPr>
              <p:cNvSpPr/>
              <p:nvPr/>
            </p:nvSpPr>
            <p:spPr>
              <a:xfrm>
                <a:off x="8160695" y="3060252"/>
                <a:ext cx="21277" cy="138912"/>
              </a:xfrm>
              <a:custGeom>
                <a:avLst/>
                <a:gdLst/>
                <a:ahLst/>
                <a:cxnLst/>
                <a:rect l="l" t="t" r="r" b="b"/>
                <a:pathLst>
                  <a:path w="87" h="568" fill="none" extrusionOk="0">
                    <a:moveTo>
                      <a:pt x="86" y="0"/>
                    </a:moveTo>
                    <a:lnTo>
                      <a:pt x="0" y="568"/>
                    </a:lnTo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96" name="Google Shape;8896;p72">
              <a:extLst>
                <a:ext uri="{FF2B5EF4-FFF2-40B4-BE49-F238E27FC236}">
                  <a16:creationId xmlns:a16="http://schemas.microsoft.com/office/drawing/2014/main" id="{5D1F7AE8-5E60-4090-5F07-BEB2B98986B5}"/>
                </a:ext>
              </a:extLst>
            </p:cNvPr>
            <p:cNvSpPr/>
            <p:nvPr/>
          </p:nvSpPr>
          <p:spPr>
            <a:xfrm>
              <a:off x="5626640" y="19523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7" name="Google Shape;8897;p72">
              <a:extLst>
                <a:ext uri="{FF2B5EF4-FFF2-40B4-BE49-F238E27FC236}">
                  <a16:creationId xmlns:a16="http://schemas.microsoft.com/office/drawing/2014/main" id="{176D1B9F-38AD-2914-14ED-4F9A4B24DD9A}"/>
                </a:ext>
              </a:extLst>
            </p:cNvPr>
            <p:cNvSpPr/>
            <p:nvPr/>
          </p:nvSpPr>
          <p:spPr>
            <a:xfrm>
              <a:off x="7553952" y="10402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98" name="Google Shape;8898;p72">
              <a:extLst>
                <a:ext uri="{FF2B5EF4-FFF2-40B4-BE49-F238E27FC236}">
                  <a16:creationId xmlns:a16="http://schemas.microsoft.com/office/drawing/2014/main" id="{B0C3907A-709A-8F53-6730-92A727D4C263}"/>
                </a:ext>
              </a:extLst>
            </p:cNvPr>
            <p:cNvGrpSpPr/>
            <p:nvPr/>
          </p:nvGrpSpPr>
          <p:grpSpPr>
            <a:xfrm>
              <a:off x="6045765" y="926023"/>
              <a:ext cx="114150" cy="114196"/>
              <a:chOff x="-685100" y="4136737"/>
              <a:chExt cx="38359" cy="38359"/>
            </a:xfrm>
          </p:grpSpPr>
          <p:sp>
            <p:nvSpPr>
              <p:cNvPr id="8899" name="Google Shape;8899;p72">
                <a:extLst>
                  <a:ext uri="{FF2B5EF4-FFF2-40B4-BE49-F238E27FC236}">
                    <a16:creationId xmlns:a16="http://schemas.microsoft.com/office/drawing/2014/main" id="{301B1DD3-8D60-5556-D664-A8ECEF8495FC}"/>
                  </a:ext>
                </a:extLst>
              </p:cNvPr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0" name="Google Shape;8900;p72">
                <a:extLst>
                  <a:ext uri="{FF2B5EF4-FFF2-40B4-BE49-F238E27FC236}">
                    <a16:creationId xmlns:a16="http://schemas.microsoft.com/office/drawing/2014/main" id="{D2A979D7-7DBF-C963-FB1D-99B724B319C2}"/>
                  </a:ext>
                </a:extLst>
              </p:cNvPr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901" name="Google Shape;8901;p72">
              <a:extLst>
                <a:ext uri="{FF2B5EF4-FFF2-40B4-BE49-F238E27FC236}">
                  <a16:creationId xmlns:a16="http://schemas.microsoft.com/office/drawing/2014/main" id="{7DC193FB-9E51-E7E9-C53D-87A568494805}"/>
                </a:ext>
              </a:extLst>
            </p:cNvPr>
            <p:cNvSpPr/>
            <p:nvPr/>
          </p:nvSpPr>
          <p:spPr>
            <a:xfrm>
              <a:off x="4805687" y="42224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2" name="Google Shape;8902;p72">
              <a:extLst>
                <a:ext uri="{FF2B5EF4-FFF2-40B4-BE49-F238E27FC236}">
                  <a16:creationId xmlns:a16="http://schemas.microsoft.com/office/drawing/2014/main" id="{33EA3365-947F-289F-3C26-C724443DF8DF}"/>
                </a:ext>
              </a:extLst>
            </p:cNvPr>
            <p:cNvSpPr/>
            <p:nvPr/>
          </p:nvSpPr>
          <p:spPr>
            <a:xfrm>
              <a:off x="4671872" y="35029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E3C0EEE-72C6-5261-85B1-4B1E1B6677C0}"/>
              </a:ext>
            </a:extLst>
          </p:cNvPr>
          <p:cNvSpPr/>
          <p:nvPr/>
        </p:nvSpPr>
        <p:spPr>
          <a:xfrm>
            <a:off x="713225" y="3055434"/>
            <a:ext cx="3561409" cy="15455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354485"/>
      </p:ext>
    </p:extLst>
  </p:cSld>
  <p:clrMapOvr>
    <a:masterClrMapping/>
  </p:clrMapOvr>
</p:sld>
</file>

<file path=ppt/theme/theme1.xml><?xml version="1.0" encoding="utf-8"?>
<a:theme xmlns:a="http://schemas.openxmlformats.org/drawingml/2006/main" name="Digitization in the Classroom by Slidesgo">
  <a:themeElements>
    <a:clrScheme name="Simple Light">
      <a:dk1>
        <a:srgbClr val="191919"/>
      </a:dk1>
      <a:lt1>
        <a:srgbClr val="F3F3F3"/>
      </a:lt1>
      <a:dk2>
        <a:srgbClr val="4AAEBF"/>
      </a:dk2>
      <a:lt2>
        <a:srgbClr val="4F55AB"/>
      </a:lt2>
      <a:accent1>
        <a:srgbClr val="E8D24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F55A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1447</Words>
  <Application>Microsoft Office PowerPoint</Application>
  <PresentationFormat>On-screen Show (16:9)</PresentationFormat>
  <Paragraphs>155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Anaheim</vt:lpstr>
      <vt:lpstr>Dreaming Outloud Script Pro</vt:lpstr>
      <vt:lpstr>DM Sans</vt:lpstr>
      <vt:lpstr>Nunito Light</vt:lpstr>
      <vt:lpstr>Albert Sans</vt:lpstr>
      <vt:lpstr>Arial</vt:lpstr>
      <vt:lpstr>Digitization in the Classroom by Slidesgo</vt:lpstr>
      <vt:lpstr>E -Duca</vt:lpstr>
      <vt:lpstr>Mas Qual é o Problema?</vt:lpstr>
      <vt:lpstr>Introdução</vt:lpstr>
      <vt:lpstr>Onde Mora o Problema</vt:lpstr>
      <vt:lpstr>As oportunidades são acessíveis, mas não visiveis </vt:lpstr>
      <vt:lpstr>Entendendo a Dor</vt:lpstr>
      <vt:lpstr>Para entendermos…</vt:lpstr>
      <vt:lpstr>Descobrindo</vt:lpstr>
      <vt:lpstr>Definindo</vt:lpstr>
      <vt:lpstr>Desenvolvendo</vt:lpstr>
      <vt:lpstr>Entregando</vt:lpstr>
      <vt:lpstr>Definindo Sucesso</vt:lpstr>
      <vt:lpstr>Quais as expectativas</vt:lpstr>
      <vt:lpstr>Quais as expectativas</vt:lpstr>
      <vt:lpstr>04</vt:lpstr>
      <vt:lpstr>PowerPoint Presentation</vt:lpstr>
      <vt:lpstr>Intenção Superior</vt:lpstr>
      <vt:lpstr>Intenção da Equipe</vt:lpstr>
      <vt:lpstr>Tarefas Implicitas: Dorsal Metodológica</vt:lpstr>
      <vt:lpstr>Análise Sintática</vt:lpstr>
      <vt:lpstr>Os 5 Ws</vt:lpstr>
      <vt:lpstr>PowerPoint Presentation</vt:lpstr>
      <vt:lpstr>1 H – How (Como)?</vt:lpstr>
      <vt:lpstr>Personas</vt:lpstr>
      <vt:lpstr>Personas</vt:lpstr>
      <vt:lpstr>Jornada do Usuário</vt:lpstr>
      <vt:lpstr>Jornada do Usuário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Victor Fidalgo</cp:lastModifiedBy>
  <cp:revision>1</cp:revision>
  <dcterms:modified xsi:type="dcterms:W3CDTF">2026-06-03T23:12:53Z</dcterms:modified>
</cp:coreProperties>
</file>